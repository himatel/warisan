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365" autoAdjust="0"/>
    <p:restoredTop sz="94660"/>
  </p:normalViewPr>
  <p:slideViewPr>
    <p:cSldViewPr snapToGrid="0">
      <p:cViewPr varScale="1">
        <p:scale>
          <a:sx n="54" d="100"/>
          <a:sy n="54" d="100"/>
        </p:scale>
        <p:origin x="6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16 6739,'0'0'6630,"1"-3"-6262,1-7 24,-1 8 1318,-1 12-1614,-1 4-59,0-1-1,-1 1 0,0 0 0,-1-1 1,-6 19-1,-32 66 66,12-30 2,-221 522 780,224-527-620,23-103-504,6 18-1335,1 2 0,0-1 1,2 0-1,12-27 0,-11 28-484,7-22-2394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6403,'0'0'6237,"0"0"-6177,1 0 0,-1 0-1,1 0 1,0 0-1,-1 0 1,1 0-1,-1 0 1,1 1-1,-1-1 1,1 0 0,-1 0-1,1 1 1,-1-1-1,1 0 1,-1 0-1,1 1 1,-1-1-1,1 0 1,-1 1-1,0-1 1,1 1 0,-1-1-1,0 1 1,1-1-1,-1 1 1,0-1-1,1 1 1,13 152 2138,26 120-642,29 158 482,-65-411-1979,7 33 165,-10-50-199,0 1 1,1-1 0,-1 0 0,1 0 0,-1 1-1,1-1 1,0 0 0,0-1 0,0 1 0,1 0-1,4 4 1,-7-7-22,0 0-1,0 1 0,1-1 1,-1 0-1,0 0 1,0 0-1,0 1 0,0-1 1,1 0-1,-1 0 0,0 0 1,0 0-1,1 0 1,-1 0-1,0 0 0,0 1 1,1-1-1,-1 0 1,0 0-1,0 0 0,1 0 1,-1 0-1,0 0 1,0 0-1,1 0 0,-1 0 1,0 0-1,0 0 1,1 0-1,-1-1 0,0 1 1,0 0-1,0 0 1,1 0-1,-1 0 0,0 0 1,0 0-1,1-1 1,-1 1-1,0 0 0,0 0 1,0 0-1,0 0 1,1-1-1,-1 1 0,0 0 1,0 0-1,0-1 1,0 1-1,0 0 0,0 0 1,0 0-1,1-1 1,-1 1-1,0 0 0,0 0 1,0-1-1,0 1 1,0 0-1,0-1 0,-1-20-466,1 13 167,0-11-709,1 10 128,-1 1 0,0-1 0,0 0 1,-1 0-1,0 1 0,-1-1 0,-5-14 0,-13-11-4360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7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9636,'0'0'6772,"194"30"-6212,-134-27-432,-7-3-128,-6 0-32,-10 0-961,-14-18-2656,-9-6-6516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21 109 3314,'0'0'3868,"-2"-9"-3492,1-3-274,-7-63 3368,5 62-1829,3 14-1612,-1-1 0,1 1 0,-1 0 0,1-1 0,0 1-1,-1 0 1,1-1 0,0 1 0,0 0 0,0-1 0,-1 1-1,1 0 1,0 0 0,0-1 0,0 1 0,0 0-1,0 0 1,0-1 0,0 1 0,1 1 0,-5 992 7486,4-992-7456,0-6-80,0-140-6777,0 96 2302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7411,'0'0'4125,"31"-16"-3936,99-48-82,-123 60-100,0 1-1,0 0 1,-1 1 0,2 0-1,-1 0 1,0 0 0,0 1-1,1 0 1,-1 1 0,0-1-1,11 2 1,2 0 46,-8-1 38,0 0-1,0 1 0,0 0 0,0 1 0,-1 0 0,1 1 0,15 6 0,-22-7 1,0 1 1,0 0-1,0 0 1,0 0-1,0 1 1,-1 0-1,1 0 1,-1 0-1,0 0 1,-1 1-1,1-1 1,-1 1-1,1 0 1,-1 0-1,-1 0 1,5 11-1,-4-8 3,-1-1-1,0 0 1,0 1 0,0-1-1,-1 1 1,0 0-1,-1-1 1,1 1 0,-1 0-1,-1-1 1,0 1-1,0 0 1,0-1 0,-1 1-1,0-1 1,-1 0-1,0 1 1,0-1 0,0 0-1,-1-1 1,0 1-1,0 0 1,-5 5 0,-6 4 9,-1-1 1,0-1-1,-1 0 1,-1-1 0,0-1-1,-35 18 1,40-24-179,-2 0-1,1 0 1,0-1 0,-1-1 0,0-1 0,0 0 0,0-1 0,0 0-1,-1-2 1,-21 0 0,36 0-8,0-1-1,1 1 1,-1 0-1,0 0 1,1-1-1,-1 1 1,0 0-1,1-1 1,-1 1-1,1 0 0,-1-1 1,1 1-1,-1-1 1,1 1-1,-1-1 1,1 1-1,-1-1 1,1 0-1,0 1 1,-1-1-1,1 1 1,0-1-1,-1 0 1,1 1-1,0-1 1,0 0-1,0 1 1,0-1-1,0 0 1,0 0-1,-1 1 1,2-1-1,-1 0 1,0 1-1,0-1 1,0 0-1,0 1 1,0-1-1,1 0 0,-1-5-627,0-26-3411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4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5170,'0'0'6884,"1"0"-6517,1 0 0,0 0 0,0 0 0,0 0 0,0 1 0,0-1 0,-1 0 0,1 1 0,0-1 0,0 1 0,1 1 0,0 7-305,0 0 0,0 0-1,-1 0 1,0 1 0,0 14-1,0 52 218,-2-57-135,0 483 2113,-1-499-2241,1-1 1,0 0 0,0 0 0,1 1 0,-1-1 0,0 0-1,1 1 1,-1-1 0,1 0 0,0 0 0,0 0-1,0 0 1,0 0 0,0 0 0,0 0 0,0 0 0,1 0-1,-1 0 1,1-1 0,-1 1 0,1 0 0,0-1-1,-1 1 1,1-1 0,0 0 0,0 0 0,0 0 0,0 0-1,0 0 1,0 0 0,1 0 0,-1-1 0,0 1 0,0-1-1,4 1 1,-1 0-30,0 0 0,0 0-1,1 0 1,-1-1 0,0 0-1,0 0 1,0 0-1,0-1 1,1 0 0,-1 0-1,0 0 1,0 0 0,0-1-1,-1 0 1,1 0 0,0 0-1,-1-1 1,1 1 0,-1-1-1,5-4 1,-4 3-105,43-32-475,-44 34 434,0-1 1,1 1-1,-1 0 1,0 0-1,1 1 1,0-1-1,-1 1 1,1 0 0,0 1-1,7-1 1,-12 9-5005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5106,'0'0'6403,"-7"-1"-2772,7 12-3593,10 231 567,11 40 866,-8-70-391,-12-201-1034,0 3 21,0 1 0,1 0 0,1-1 0,0 0 0,10 25 0,-12-36-39,1 0-1,0 0 1,0-1 0,0 1 0,1-1-1,-1 1 1,4 2 0,-5-4-26,-1-1 1,1 1-1,-1-1 0,0 1 1,1-1-1,0 1 0,-1-1 1,1 0-1,-1 1 0,1-1 1,-1 0-1,1 1 0,0-1 0,-1 0 1,1 0-1,0 0 0,-1 0 1,1 1-1,0-1 0,-1 0 1,1 0-1,0 0 0,-1 0 1,1-1-1,0 1 0,-1 0 1,1 0-1,0 0 0,-1 0 1,1-1-1,0 1 0,-1 0 1,1-1-1,-1 1 0,1 0 0,-1-1 1,1 1-1,-1-1 0,2 0 1,-1-3-114,0 1 0,0-1 0,0 0 1,0 0-1,-1 0 0,0 0 0,0 0 1,0 1-1,0-8 0,-1-3-478,1-91-6598,0 56 752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5426,'0'0'6115,"1"0"-5965,0 0 0,0-1 0,0 1 0,0 0 0,0 0 0,0 0 0,0 0 0,0 0 0,0 0 0,0 0 0,0 0 0,0 1 0,0-1 0,0 0 0,0 0 0,0 1 0,2 0 0,1 9-52,-1 1 0,-1-1 0,1 1-1,-1-1 1,-1 1 0,0 19 0,0-15 2,7 94 304,11 201 1299,-18-262-1452,4 71 429,-3-101-518,0 0 0,2 0-1,0 0 1,7 20 0,-10-36-150,-1 0 1,0-1 0,1 1-1,-1-1 1,1 1 0,0 0-1,0-1 1,-1 1-1,1-1 1,0 1 0,0-1-1,0 0 1,0 1 0,1-1-1,-1 0 1,0 0 0,0 0-1,1 0 1,-1 0 0,1 0-1,-1 0 1,1 0 0,-1-1-1,1 1 1,-1-1-1,3 1 1,-3-1-23,-1 0 1,1 0-1,-1-1 0,1 1 0,-1 0 1,1-1-1,0 1 0,-1 0 0,0-1 1,1 1-1,-1-1 0,1 1 0,-1-1 1,1 1-1,-1-1 0,0 1 0,1-1 1,-1 1-1,0-1 0,0 0 0,0 1 1,1-1-1,-1 1 0,0-1 0,0 0 0,0 1 1,0-1-1,0 1 0,0-1 0,0 0 1,1-27-550,-1 19 190,2-92-5828,-2 47 1389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4 3265,'0'0'8063,"0"0"-7946,0-1 0,1 1 0,-1 0-1,1-1 1,-1 1 0,0 0 0,1 0 0,-1-1 0,1 1 0,-1 0 0,0 0 0,1 0 0,-1-1-1,1 1 1,-1 0 0,1 0 0,-1 0 0,1 0 0,-1 0 0,1 0 0,0 0 0,-1 6 25,0-1 1,0 1 0,0 0-1,-1 0 1,0-1 0,0 1-1,-1-1 1,1 1 0,-1-1-1,0 0 1,-1 0 0,1 0-1,-1 0 1,0 0 0,0 0-1,-5 4 1,-27 34 1,-1-2 0,-3-1 0,-1-2 0,-1-2 0,-65 43 0,102-77-155,1 1-1,-1-1 0,0 0 1,-1 0-1,1 0 0,0 0 1,-1-1-1,1 0 0,0 0 1,-9 1-1,12-6-532,1 2 375,0-1 0,0 1 0,0-1 1,1 1-1,-1-1 0,1 1 0,0-1 0,0 1 0,0-1 1,0 1-1,0 0 0,0 0 0,1 0 0,-1 0 0,1 0 1,-1 0-1,4-4 0,-1 4 52,0-1 1,-1 0-1,1 1 0,0 0 0,0 0 1,0 0-1,1 1 0,-1-1 1,9-1-1,-6 2 133,0 0 1,0 0-1,0 1 1,1 0-1,-1 0 1,0 1-1,0-1 1,0 2-1,0-1 0,0 1 1,0 0-1,0 0 1,0 1-1,7 4 1,-3 1 131,0 1 1,0 0 0,-1 1-1,0 0 1,11 14-1,43 63 1194,-57-77-1126,20 32 634,-15-23-502,0-1 0,1 0 0,1-1 0,18 18 0,-29-33-321,-1 0 0,1 0-1,-1 0 1,1 0 0,0 0-1,0-1 1,0 1-1,0-1 1,0 0 0,0 0-1,0 0 1,0 0 0,1-1-1,-1 1 1,0-1-1,0 0 1,4 0 0,-4 0-31,-1-1 0,1 1 1,-1-1-1,1 0 0,-1 0 0,1 0 1,-1 0-1,0 0 0,1 0 1,-1-1-1,0 1 0,0-1 0,0 0 1,0 1-1,0-1 0,0 0 0,-1 0 1,1 0-1,-1 0 0,1-1 1,0-2-1,5-10-859,-1 0-1,0 0 1,-1-1 0,4-25-1,-1-13-5467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5 4914,'0'-5'12910,"-1"21"-12870,-2 0 0,0-1 0,-1 1 0,-1-1 0,0 0 0,-14 28 0,-2 7 14,-163 409 1602,175-442-1587,6-12-47,1 0 0,0 0 0,0 0 0,0 0 1,1 0-1,0 0 0,-2 10 0,9-86-281,44-95-4866,-32 68-1502,-9 48 1795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4898,'0'0'7871,"11"-6"-7255,31-20-85,-41 26-507,0-1 1,0 1 0,0-1-1,0 1 1,0 0 0,1 0-1,-1 0 1,0-1 0,0 1-1,0 0 1,0 0-1,0 0 1,1 1 0,-1-1-1,0 0 1,0 0 0,0 1-1,0-1 1,0 1 0,0-1-1,0 1 1,0-1 0,0 1-1,0-1 1,0 1 0,0 0-1,0 0 1,0-1 0,0 1-1,-1 0 1,1 0-1,0 0 1,-1 0 0,1 0-1,0 0 1,-1 0 0,1 0-1,-1 0 1,0 0 0,1 3-1,2 1 134,16 29 557,-2 0-1,-2 2 0,20 62 1,18 118 1252,-44-178-1627,8 42 175,1 7 224,36 105 0,-51-184-730,10 25 41,-12-31-40,0 0-1,0 0 1,0 0-1,0-1 0,1 1 1,-1 0-1,0-1 1,1 1-1,-1-1 0,1 1 1,-1-1-1,4 2 1,-6-9-667,-10-11-499,0 0 1,-2 1-1,1 1 0,-2 0 0,-23-20 0,9 8-1646,-21-23-3433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13142,'0'0'5186,"180"18"-4337,-110-18-561,0 0-288,-16-12-112,-17 0-288,-17-6-2418,-10 0-2816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380 136 3698,'0'0'7470,"0"-13"-6921,1-41-242,-1 52-294,0 0 1,0 0-1,-1-1 0,1 1 0,-1 0 0,1 0 0,-1 0 1,0 0-1,0 0 0,0 0 0,0 0 0,0 0 1,0 0-1,-1 1 0,1-1 0,-1 0 0,1 1 0,-4-3 1,0 0 22,0 1 0,0 1 0,0-1 1,-10-3-1,9 4-36,-6-1 87,0 1-1,0 0 0,-1 1 0,1 0 0,-1 1 0,1 0 0,-21 4 1,31-4-91,-7 1 41,0 1-1,0 1 1,0 0-1,1 0 1,-1 0-1,1 1 1,0 0-1,0 1 1,0 0 0,-9 8-1,8-7 74,1 1-1,0 1 0,0-1 1,1 2-1,0-1 1,0 1-1,1 0 1,-8 14-1,9-8 156,1-1-1,0 1 0,1 0 1,0 0-1,1 0 0,1 1 1,1-1-1,1 20 0,-1-10 71,0-19-269,1 1 1,-1-1 0,1 0 0,0 1 0,1-1-1,-1 0 1,1 0 0,1 1 0,-1-1 0,1-1-1,0 1 1,0 0 0,8 9 0,-2-5-28,1 0 1,-1-1-1,1-1 0,1 0 0,21 14 1,45 20 69,14 8-61,-78-41-51,0 0 1,-1 0-1,0 1 0,14 15 1,-23-21-7,0 0 0,0 1 1,-1-1-1,1 1 0,-1-1 1,0 1-1,-1 0 0,1-1 0,-1 1 1,0 0-1,0 0 0,-1 0 0,1 0 1,-1 0-1,0 1 0,-1-1 1,1 0-1,-1 0 0,0 0 0,0 0 1,0-1-1,-1 1 0,0 0 1,0 0-1,-4 6 0,0-3 9,-1 0 0,0-1 0,-1 0-1,0-1 1,0 0 0,0 0 0,-1 0 0,0-1 0,-11 5 0,0-2 17,0 0 0,0-1 0,-31 6 0,38-11-159,-1 0 0,1 0 0,0-1 0,-27-2 0,37 0-24,1 1-1,-1-1 1,1 1-1,-1-1 1,1 0 0,-1 0-1,1 0 1,0 0-1,-1-1 1,1 1-1,0 0 1,0-1 0,0 0-1,0 1 1,0-1-1,0 0 1,0 0 0,1 0-1,-1 0 1,1-1-1,0 1 1,-1 0-1,1 0 1,0-1 0,0 1-1,0-1 1,1 1-1,-1-5 1,-11-42-5445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6067,'0'0'5800,"0"36"-3901,1-20-1617,0 62 1319,16 94 1,-3-24 494,4 18-564,-11-139-1473,-6-26-58,-1 0 0,0-1 0,0 1-1,1 0 1,-1-1 0,0 1 0,1-1-1,-1 1 1,1 0 0,-1-1 0,1 1-1,-1-1 1,1 1 0,-1-1 0,1 1-1,0-1 1,-1 0 0,1 1 0,-1-1-1,1 0 1,0 1 0,-1-1 0,1 0-1,0 0 1,0 0 0,-1 1 0,1-1-1,0 0 1,0 0 0,0 0 0,-1 0-11,1-1 1,-1 1 0,0 0-1,1 0 1,-1 0 0,0 0-1,1 0 1,-1 0 0,0-1-1,1 1 1,-1 0 0,0 0-1,0-1 1,1 1 0,-1 0-1,0 0 1,0-1 0,0 1-1,1 0 1,-1 0 0,0-1-1,0 1 1,0 0-1,0-1 1,0 1 0,1 0-1,-1-1 1,0 1 0,0-1-1,2-13-907,0 1 0,-1-1 0,0 0 0,-2-26 0,0 1-3360,1-20-5749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8500,'0'0'6483,"174"0"-6483,-154-3-1921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7555,'0'0'3784,"5"-11"-3571,26-50 945,-30 58-987,0 1 1,-1 0-1,0-1 0,0 1 1,1 0-1,-1-1 1,0 1-1,-1 0 1,1-3-1,-1-7-74,1-46-91,0 57-62,0 2-278,4 7 327,-1 0 1,-1 0-1,0 1 0,0-1 1,0 1-1,0 15 0,2 8 73,18 135 2085,2 277 1,-24-359-1434,0-85-711,0 1 0,0-1 0,0 0 0,0 1 0,0-1 0,0 1 0,0-1 0,0 0-1,0 1 1,0-1 0,0 0 0,0 1 0,0-1 0,0 1 0,0-1 0,0 0 0,0 1 0,0-1 0,1 0 0,-1 1 0,0-1 0,0 0 0,0 1 0,1-1 0,-1 0 0,0 1 0,1-1 0,-1 0 0,0 0 0,0 1 0,1-1 0,-1 0 0,0 0 0,1 0 0,0 1 0,-1-2-37,1 1 1,-1-1 0,0 0 0,1 0 0,-1 1-1,1-1 1,-1 0 0,0 1 0,0-1 0,1 0-1,-1 0 1,0 0 0,0 1 0,0-1 0,0 0-1,0 0 1,0-1 0,0-54-6451,0 28-1012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4 108 2097,'0'0'4413,"33"-13"-4096,108-44 187,-115 49-271,0 0-1,0 1 1,1 2 0,0 0-1,0 2 1,0 1-1,54 4 1,-19-1 1001,-61-1-1206,3 0 211,0 0 0,0 0 0,-1 0 0,1 0 0,0 1-1,0 0 1,5 1 0,-7-1-167,-1 0-1,0 0 1,0 0-1,0 0 1,0 0-1,0 0 0,0 0 1,0 0-1,0 0 1,0 0-1,-1 1 1,1-1-1,0 0 1,-1 1-1,1-1 1,-1 0-1,1 1 1,-1-1-1,0 1 1,0-1-1,1 1 1,-1 1-1,1 20 912,-1 32 0,0-23-526,-1-21-359,0-1 0,-1 0 1,0 1-1,-1-1 0,0 0 0,0 0 1,-1-1-1,0 1 0,-1-1 1,0 0-1,-1 0 0,1 0 1,-13 12-1,-4 4 90,-1-1-1,-52 41 1,49-45-146,-1-1 1,0-2-1,-51 25 0,61-35-75,-1 0 1,0-1-1,-1 0 0,0-2 0,1 0 0,-1-1 1,-32 0-1,49-3-21,0 1 0,0-1-1,0 0 1,0 0 0,0-1 0,0 1 0,0 0 0,0-1 0,0 1 0,0-1 0,0 0 0,1 0 0,-1 1 0,-3-3 0,4 1-57,0 1 0,0-1 0,0 0 0,0 1 1,0-1-1,0 0 0,1 0 0,-1 0 0,1 0 1,-1 1-1,1-1 0,0 0 0,0 0 0,-1-3 1,1 0-271,0 1-1,0 0 1,0-1 0,1 1 0,-1 0 0,1-1 0,0 1 0,0 0 0,0 0 0,1 0 0,0 0 0,-1 0 0,1 0 0,1 0 0,-1 1 0,4-5 0,-1 3 39,0 0 0,0 0 0,0 0 1,1 1-1,0 0 0,-1 0 0,2 1 1,-1 0-1,9-4 0,1 2 319,-1 0-1,1 1 1,-1 1 0,1 0-1,0 2 1,0-1-1,0 2 1,24 2 0,-28 0 357,1 0 0,-1 1-1,0 0 1,1 1 0,-2 1 0,1 0 0,-1 0 0,20 13 0,-15-7 270,0 1 1,-1 1-1,-1 0 0,0 1 0,14 19 0,-8-6 305,-1 1-1,-1 0 1,-2 2-1,0 0 1,-3 0-1,14 44 1,0 17 987,-18-75-1553,-3-14-289,0-12-72,-1-21-1381,-1 1 0,-1-57 0,-2 60-583,-1-41-5216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40 100 1601,'0'0'4548,"-4"-6"-3702,-1-1-230,1 0-1,0 0 1,0-1 0,0 1-1,1-1 1,0 0 0,-3-15-1,4 7 867,1 13 428,1 19-1329,0-14-621,0 548 3849,0-549-3851,0-6-265,6-70-4413,-2 20-2606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 2321,'-4'-1'12281,"3"1"-12249,0-1 0,-1 1-1,1 0 1,0 0 0,0 0 0,0-1 0,-1 1 0,1 1-1,0-1 1,0 0 0,-1 0 0,1 0 0,0 1-1,0-1 1,0 0 0,-3 2 0,-1 4 53,0 0 0,0 0-1,1 1 1,-1 0 0,1 0 0,-5 12 0,-1 2 41,-45 95 650,-52 158 0,73-181-364,13-38-249,5-17-85,-13 54 1,28-80-82,1-11-45,0-7-136,2-17-631,1 1-1,1 0 0,1 1 1,16-43-1,-4 13-2651,-3-1-1474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4898,'0'0'7820,"10"1"-7383,-9-1-428,2 1 28,1-1 1,0 0 0,0 1-1,0 0 1,-1 0-1,1 0 1,0 0 0,-1 0-1,1 1 1,-1 0-1,0 0 1,1 0 0,-1 0-1,0 0 1,0 0-1,0 1 1,0 0 0,-1 0-1,4 4 1,7 12 323,-1 1-1,-1 0 1,15 40 0,17 70 1095,-39-114-1303,81 331 2927,-53-203-2236,-32-144-843,2 7 23,-1-1-1,1 1 1,0-1 0,4 8 0,-5-12-8,-1-13-1019,-2 4 361,1-1-1,-1 1 1,-1 0-1,1-1 1,-1 1 0,-1 0-1,1 0 1,-1 1-1,-6-9 1,-26-36-5772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7924,'0'0'7427,"171"-21"-6435,-108 3-847,4-3-145,-7 3-705,-10 0-2496,-10 0-5379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14 3874,'0'0'3716,"-4"-2"-3297,0 0 248,-1 0 0,0 0 0,0 1 0,-9-2 1,12 2-598,1 1 1,0 0 0,0-1 0,0 1 0,-1 0 0,1 0 0,0 0 0,0 0 0,-1 0-1,1 1 1,0-1 0,0 0 0,-1 0 0,1 1 0,0-1 0,0 1 0,0-1 0,0 1-1,0 0 1,0-1 0,0 1 0,0 0 0,0 0 0,0-1 0,0 1 0,0 0 0,0 0 0,0 0-1,1 0 1,-2 2 0,-2 11 5,1 1 1,1-1-1,0 0 0,1 1 0,0-1 0,2 19 0,0-4 280,-1 530 4742,0-553-5071,1 17 83,-1-22-111,0-1-1,0 1 1,0-1 0,0 1-1,1-1 1,-1 1 0,0-1-1,0 1 1,0-1-1,1 1 1,-1-1 0,0 0-1,1 1 1,-1-1 0,0 1-1,1-1 1,-1 0 0,0 1-1,1-1 1,-1 0-1,1 1 1,-1-1 0,1 0-1,-1 0 1,1 1 0,-1-1-1,1 0 1,-1 0-1,1 0 1,-1 0 0,2 0-1,-2-1-42,1 0 0,0 0 0,-1-1 0,1 1 0,-1 0 0,1 0 0,-1-1 0,0 1 0,0 0 0,1-1 0,-1 1 0,0-1 0,0 1 0,0 0 0,0-1-1,-1 1 1,1-2 0,0-2-198,0-92-5363,0 44-654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5651,'0'0'9041,"3"-8"-8510,-1 4-458,-2 3-53,0-1 0,1 0 0,-1 1 0,1-1 0,0 1-1,-1-1 1,1 1 0,0-1 0,0 1 0,0 0-1,0-1 1,0 1 0,0 0 0,1 0 0,-1-1 0,0 1-1,1 0 1,-1 0 0,0 1 0,1-1 0,-1 0-1,1 0 1,-1 1 0,1-1 0,0 1 0,-1-1 0,1 1-1,0 0 1,-1 0 0,1-1 0,0 1 0,-1 0 0,1 1-1,0-1 1,2 0 0,3 3 52,0-1 0,0 1 0,0 0 0,-1 1 0,1 0 0,-1 0 0,12 10 0,39 41 396,-34-31-210,93 107 1069,-72-78-344,62 57-1,-104-108-947,-1 0 10,1 0-1,0 0 1,0-1-1,0 1 1,0 0-1,0-1 1,1 1-1,-1-1 1,0 0-1,1 0 1,-1 0-1,1 0 1,-1 0-1,1-1 1,3 2-1,-6-2 90,-3-555-5059,4 524 4940,8-42 0,-4 44 46,0-40 0,-5 68-179,-1 1-368,0 0 304,1 1 0,-1-1 0,0 1 0,1-1-1,-1 1 1,0-1 0,1 1 0,-1 0 0,0-1 0,1 1 0,-1 0 0,1 0 0,-1-1-1,1 1 1,0 0 0,-1 0 0,1 0 0,-3 5-832,-13 12-3231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8:5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25 5202,'0'0'3957,"-7"-4"-3552,-2 1-263,0 0-1,0 0 1,-1 0-1,1 2 0,0-1 1,-19 0-1,2 1 360,19 0-358,0 0 1,0 1-1,1 0 1,-1 0-1,0 1 0,0 0 1,0 0-1,0 0 1,0 1-1,-11 5 0,7-1-53,1 1-1,1 0 0,-1 1 1,1 0-1,1 1 0,0 0 1,0 0-1,0 0 0,1 1 1,1 0-1,0 1 0,-5 11 0,4-5 48,0 1 0,2 0 0,0 0 0,1 0 0,1 1 0,0 0 0,1 22 0,2-29-30,-2 30 672,2 0 0,8 62 0,-6-92-590,1 0-1,-1 0 1,2 0 0,0-1-1,0 1 1,1-1 0,1 0-1,-1 0 1,2-1 0,0 1-1,0-1 1,0-1 0,12 11-1,-13-15-155,1 0 0,0-1 0,0 0 0,1 0 0,-1 0 0,1-1 0,0 0 0,0-1 0,0 1 0,0-2-1,0 1 1,1-1 0,-1 0 0,0-1 0,1 0 0,-1 0 0,0-1 0,1 0 0,-1-1 0,0 0-1,0 0 1,0 0 0,0-1 0,0 0 0,-1-1 0,14-8 0,-9 2-160,0 0 1,-1-1 0,0 0-1,12-17 1,-14 15-440,0 0 0,-1-1 0,-1 0 0,0 0 0,-1-1 0,0 0 0,-1 0 0,-1 0 0,0-1 0,-2 0 0,1 1 0,-1-26 0,-2 38 641,0 0 1,0 0-1,0-1 1,0 1-1,-1 0 1,1 0-1,-1-1 0,0 1 1,0 0-1,0 0 1,0 0-1,-1 0 1,1 0-1,-1 0 1,0 1-1,0-1 1,0 1-1,0-1 1,0 1-1,0-1 1,-1 1-1,1 0 1,-1 0-1,0 0 1,1 1-1,-6-3 1,-1-1-91,1 1 0,-1 0 0,1 1 0,-1 0 0,0 1 0,0-1 0,0 2 0,0-1 0,0 1 0,-1 1 0,1 0 0,-14 1 0,20-1 18,-1 1 1,0-1-1,1 1 1,-1 0-1,1 0 0,-1 0 1,1 1-1,-1-1 1,1 1-1,0 0 0,-6 4 1,-27 29-48,30-28-55,1-1 0,-1 0 0,0-1 0,-1 1 0,-13 8-1,14-12-3016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 3217,'0'0'5635,"-5"-2"-4685,-1 0-570,4 1-162,-1 0-1,1 0 1,0 1 0,0-1-1,-1 1 1,1-1-1,0 1 1,-1 0-1,-2 0 1,4 0-126,0 1 0,0-1 0,0 1 0,0-1 0,0 1 0,0-1 0,0 1 0,0 0-1,0 0 1,1 0 0,-1-1 0,0 1 0,0 0 0,1 0 0,-1 0 0,0 0 0,1 0 0,-1 2 0,-9 20 338,4 9 34,1 0 1,1 0-1,2 0 1,4 57-1,-1-24 122,-2 46 193,3 143 741,-1-233-1439,0 0-1,1 0 1,1 0-1,1-1 1,11 31-1,-5-35 55,-4-11-54,-6-5-80,0 0 1,0 0-1,0 0 1,0 0-1,0 0 1,1 0 0,-1 0-1,0 0 1,0 0-1,0 0 1,0 0-1,0 0 1,0 0 0,0 0-1,1 0 1,-1 0-1,0 0 1,0 0-1,0 0 1,0 0-1,0 0 1,0 0 0,0 0-1,0 0 1,0-1-1,1 1 1,-1 0-1,0 0 1,0 0-1,0 0 1,0 0 0,0 0-1,0 0 1,0 0-1,0 0 1,0-1-1,0 1 1,0 0 0,0 0-1,0 0 1,0 0-1,0 0 1,0 0-1,0 0 1,0 0-1,0-1 1,0 1 0,0 0-1,0 0 1,2-30-1563,-2-44-1,-1 26-1478,1-4-2128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0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5603,'0'0'7531,"8"7"-5896,-7-5-1573,-1-1-1,1 1 0,-1 0 0,1-1 0,-1 1 0,0 0 0,0-1 0,0 1 1,1 0-1,-2 0 0,1-1 0,0 1 0,0 0 0,0-1 0,-1 1 0,1 0 0,-1-1 1,0 1-1,1 0 0,-1-1 0,0 1 0,0-1 0,0 0 0,-2 3 0,-3 4 54,-1 0-1,0-1 1,-9 7-1,6-4 48,-28 21-57,-1-2 1,-1-1-1,-82 42 1,88-51-439,-1-1 1,-1-2-1,-1-2 1,-43 12 0,86-27 200,1 0 0,0 1 0,-1 0 0,1 0 0,-1 0 0,1 1 0,11 2 1,0 2 217,0 0-1,20 10 1,107 58 1171,-140-70-1255,31 19 168,-18-11-44,0-1-1,35 15 1,-53-25-136,1 0 0,-1 0 0,1 0-1,-1 1 1,0-1 0,1 0 0,-1 0 0,1 0 0,-1 0-1,0 0 1,1 0 0,-1 0 0,1 0 0,-1-1 0,0 1 0,1 0-1,-1 0 1,1 0 0,-1 0 0,0 0 0,1-1 0,-1 1-1,0 0 1,1 0 0,-1-1 0,0 1 0,0 0 0,1 0 0,-1-1-1,0 1 1,0 0 0,1-1 0,-1 1 0,0 0 0,0-1 0,0 1-1,1-1 1,-1 1 0,0 0 0,0-1 0,0 1 0,0-1-1,0 1 1,0 0 0,0-1 0,0-23-2087,-1 17 715,1-12-4026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13030,'0'0'8260,"0"-15"-16424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94 1297,'0'0'4311,"0"-6"-3847,0-2-846,-2-35 4127,2 41-3571,-1 0-1,1 0 1,-1 0 0,1 0 0,-1 0-1,0 0 1,0 1 0,0-1 0,0 0-1,0 0 1,0 1 0,0-1 0,-1 0-1,1 1 1,0-1 0,-1 1-1,0 0 1,1 0 0,-1-1 0,-2 0-1,4 2-169,-1 0 1,1 0-1,-1 0 0,1-1 0,-1 1 0,1 0 1,-1 0-1,1 0 0,-1 0 0,1 1 0,-1-1 0,0 0 1,1 0-1,-1 0 0,1 0 0,-1 0 0,1 1 1,-1-1-1,1 0 0,0 0 0,-1 1 0,1-1 0,-1 0 1,1 1-1,-1-1 0,1 0 0,0 1 0,-1-1 1,1 1-1,0-1 0,0 1 0,-1-1 0,1 1 0,0-1 1,0 1-1,-1-1 0,1 1 0,0-1 0,0 1 1,0-1-1,0 1 0,0-1 0,0 1 0,0 0 0,-3 31-33,3-27 46,-3 328 877,-1 22 1550,0-217-747,6-168-2790,1 0-1,1 0 1,11-37 0,-2 12-3784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3 4594,'0'0'7251,"3"-1"-6247,9-1 1926,-12 3-2884,0 0 0,1-1 0,-1 1 1,0-1-1,0 1 0,0-1 0,0 1 1,1-1-1,-1 1 0,0 0 0,0-1 1,0 1-1,0-1 0,0 1 0,-1 0 1,1-1-1,0 1 0,0-1 0,0 1 1,0-1-1,-1 1 0,1-1 0,0 1 1,0 0-1,-1 0 0,-3 6 44,-1 0-1,0 0 1,0-1 0,0 1 0,-1-1-1,1 0 1,-2-1 0,1 1-1,0-1 1,-8 4 0,-8 7 65,-69 58-74,-4-5 0,-145 80 0,230-143-72,9-5-20,0 0 0,-1 0 0,1-1-1,-1 1 1,1 0 0,-1-1 0,0 1 0,1-1-1,-1 1 1,1-1 0,-1 0 0,-2 1 0,17-9-1393,5 2 1238,1 2-1,0-1 0,1 2 0,-1 1 1,36 0-1,-47 2 181,0 1-1,0 0 1,0 1 0,0-1-1,0 2 1,0-1 0,-1 1 0,1 0-1,-1 1 1,0 0 0,0 0-1,0 0 1,-1 1 0,9 7-1,7 9 222,-1 1-1,27 36 0,-43-52-171,41 58 822,-32-41-249,2-1 0,22 23 0,-38-44-602,1-1 0,0 1-1,0 0 1,-1 0-1,1-1 1,0 1 0,0-1-1,0 1 1,0-1-1,0 1 1,0-1 0,0 0-1,0 1 1,0-1 0,0 0-1,0 0 1,0 0-1,0 0 1,2 0 0,-3 0-32,0 0 0,1 0 0,-1 0 0,0 0 0,0 0 0,1 0 0,-1 0 0,0-1 0,0 1 0,1 0 0,-1 0 0,0 0 0,0-1 0,1 1 0,-1 0 0,0 0 1,0-1-1,0 1 0,0 0 0,1 0 0,-1-1 0,0 1 0,0 0 0,0 0 0,0-1 0,0 1 0,0 0 0,0-1 0,0 1 0,0 0 0,0-1 0,0 1 0,0 0 0,0 0 1,0-1-1,0 1 0,0 0 0,0-1 0,0 1 0,-1-1 0,1-2-14,0-85-2625,0 26-3055,0 57 5001,0-40-7855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 6435,'0'0'5883,"-2"-1"-5136,-4 0-574,0 1 1,-1-1-1,1 1 1,0 0-1,-1 0 1,1 1-1,0 0 1,0 0-1,0 0 1,0 1-1,0 0 1,0 0-1,0 1 1,0 0-1,1 0 1,-10 7-1,3-2-28,1 1 0,1 0 0,0 1 0,0 0 0,1 0 0,-15 24 0,13-15 8,1 0 0,1 0 0,0 1 0,2 1 0,0-1 1,2 1-1,0 0 0,-3 32 0,3 17 639,4 86 1,1-130-581,0-13-92,1 0-1,0 0 1,1 0-1,0 0 1,1 0-1,0 0 1,11 24 0,-12-32-92,1-1 0,-1 1 1,1-1-1,0 0 0,1 0 1,-1 0-1,1 0 0,-1-1 1,1 1-1,0-1 0,0 0 1,1 0-1,-1 0 0,1-1 1,-1 0-1,1 0 1,0 0-1,0 0 0,0-1 1,0 1-1,0-1 0,10 0 1,-5-1-12,0 0 1,0 0-1,0-2 1,0 1-1,0-1 1,-1 0-1,1-1 0,-1-1 1,1 1-1,-1-1 1,0-1-1,0 0 1,-1 0-1,1 0 1,-1-1-1,-1-1 1,13-11-1,2-5-128,-1-1 0,-1-1 0,-2 0 0,21-38 1,-24 38-393,-2-1 1,-1 0-1,-2-1 1,11-37 0,-17 47 90,0 0 1,-1 0 0,-1-1-1,-1 1 1,0 0 0,-2-1 0,0 1-1,-4-25 1,3 34 325,-1 0-1,1 0 1,-2 1 0,1-1-1,-1 1 1,0 0-1,0 0 1,-1 0 0,0 1-1,0-1 1,-1 1-1,0 0 1,0 1 0,-12-10-1,10 10 188,0 0-1,-1 0 1,0 0-1,0 1 1,0 0-1,0 1 1,0 0-1,-1 0 1,0 1-1,1 0 1,-1 1-1,-10 0 1,9 1-202,1-1 288,-1 2 0,1-1 0,-20 4-1,28-3-311,0-1 0,0 1-1,0-1 1,0 1-1,0 0 1,0 0-1,0 0 1,1 0 0,-1 0-1,0 0 1,1 1-1,-1-1 1,0 0-1,1 1 1,0-1-1,-1 1 1,1 0 0,0-1-1,0 1 1,0 0-1,0 0 1,0 0-1,0 0 1,-1 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 2193,'0'0'6688,"0"-4"-3726,-6 234 1093,5-101-2810,1 115 904,4-171-1370,16 95 0,-13-134-619,-7-34-157,0 0 0,0 1 0,0-1 0,0 0 1,0 1-1,0-1 0,0 1 0,0-1 0,0 0 0,0 1 1,1-1-1,-1 0 0,0 1 0,0-1 0,0 0 1,0 1-1,1-1 0,-1 0 0,0 1 0,0-1 0,1 0 1,-1 0-1,0 1 0,1-1 0,-1 0 0,0 0 1,1 0-1,-1 1 0,0-1 0,1 0 0,-1 0 0,0 0 1,1 0-1,-1 0 0,1 0 0,-1 0 0,0 0 1,1 0-1,-1 0 0,0 0 0,1 0 0,-1 0 1,1 0-1,0-1-2,0 0 0,0 1 0,-1-1 0,1 0 0,0 0 0,-1 0 0,1 0 0,-1 0 0,1-1 0,-1 1 0,1 0 0,-1 0 0,1-2 0,5-37-749,-2 0 0,-1 0 1,-5-58-1,1 27-1244,1 54 777,0 0 0,-2 0 0,0 0 0,-6-24 0,-10-13-2856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1777,'0'0'9735,"6"-4"-8809,20-14-286,-25 17-582,0 0 0,0 0-1,0 1 1,0-1 0,1 1 0,-1-1 0,0 1-1,0-1 1,1 1 0,-1 0 0,0-1 0,1 1-1,-1 0 1,0 0 0,1 0 0,-1 0 0,0 0 0,1 0-1,-1 1 1,0-1 0,0 0 0,1 1 0,-1-1-1,0 1 1,0-1 0,1 1 0,-1-1 0,0 1-1,0 0 1,0 0 0,0 0 0,1 1 0,2 2 36,-1 1 0,1 0 0,-1-1 0,0 1-1,4 10 1,-3-5 127,14 27 400,-2 1 0,18 65 0,9 82 1342,2 6-283,-44-186-1633,9 24 276,-9-28-309,-1 0 0,1-1 0,-1 1 0,1 0 1,-1 0-1,1 0 0,-1 0 0,1-1 0,0 1 1,0 0-1,-1 0 0,1-1 0,0 1 0,0-1 0,0 1 1,0-1-1,0 1 0,0-1 0,-1 1 0,1-1 1,0 0-1,0 0 0,2 1 0,-2-1-12,1-1 0,-1 1 0,0-1 0,0 1 0,1-1 0,-1 1-1,0-1 1,0 0 0,0 1 0,0-1 0,0 0 0,0 0 0,0 0 0,0 0 0,0 0 0,0 0 0,0 0-1,-1 0 1,1 0 0,0 0 0,-1 0 0,2-3 0,11-32-24,-10 28 11,7-28-703,-2 1 0,-1-1 0,-2 0 0,2-63 0,-7 93 608,10-148-2787,-7 137 2700,0 0 0,0 0 0,2 0-1,0 1 1,1 0 0,15-28 0,-18 39 274,1 0 0,-1 0 1,1 1-1,0 0 1,0-1-1,1 2 0,4-5 1,-8 7-25,0 1 0,0-1 0,0 0 1,-1 0-1,1 1 0,0-1 1,0 1-1,0-1 0,1 1 0,-1-1 1,0 1-1,0 0 0,0-1 0,0 1 1,0 0-1,0 0 0,1 0 0,-1 0 1,0 0-1,0 0 0,0 0 1,0 0-1,0 0 0,1 1 0,-1-1 1,0 0-1,0 1 0,0-1 0,0 1 1,0-1-1,0 1 0,0 0 1,0-1-1,0 1 0,0 0 0,-1 0 1,1-1-1,0 1 0,0 0 0,-1 0 1,1 0-1,0 1 0,5 10 198,-1 0 1,-1 0-1,0 0 0,0 0 0,3 26 1,2 70 541,-7-78-682,6 372 1665,-9-295-1063,1-106-682,0-8-275,1-27-1007,-3-62-5769,-4 62 1166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7347,'0'0'5384,"5"-1"-5005,-4 1-351,0-1-1,0 1 1,0 0 0,0 0-1,0 0 1,0 0 0,0 0-1,0 0 1,0 0 0,0 0-1,0 0 1,0 0 0,0 1-1,0-1 1,0 0 0,0 1-1,0-1 1,0 1 0,-1-1-1,1 1 1,0-1 0,0 1-1,0-1 1,-1 1 0,1 0-1,0 0 1,0-1-1,-1 1 1,2 1 0,0 3 155,-1 0 0,1-1 1,-1 1-1,1 0 0,-1 0 1,0 9-1,28 365 3159,2 12-996,-29-369-2211,-1-12-1,0 1 0,1 0 1,6 18-1,-8-28-122,0-1 0,0 1-1,0 0 1,1-1 0,-1 1-1,0 0 1,1-1 0,-1 1-1,1 0 1,-1-1 0,0 1-1,1-1 1,-1 1 0,1-1-1,-1 1 1,1-1 0,0 1-1,-1-1 1,2 1 0,-2-2-13,1 1 0,-1 0 0,1 0 0,-1-1 0,1 1 1,-1 0-1,1-1 0,-1 1 0,1-1 0,-1 1 0,0-1 0,1 1 0,-1-1 0,0 1 1,1-1-1,-1 1 0,0-1 0,0 1 0,0-1 0,1 1 0,-1-1 0,0 1 1,0-1-1,0 0 0,0 1 0,0-1 0,0 1 0,0-2 0,5-43-1563,-2 0 0,-4-60 0,0 36-2553,1 17-1181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5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6051,'0'0'7174,"34"0"-5827,2 0-692,67 8 0,-99-8-602,-1 1 0,1 0 0,-1 0 0,1 1 0,-1-1 0,1 0 0,-1 1 0,0 0 0,0 0 0,0 0 0,0 0 0,0 1 0,0-1 0,0 1 0,-1 0 0,1-1 0,2 6 0,-2-2 77,0 0 0,0 0 1,-1 1-1,0-1 0,0 1 1,1 10-1,-1-8 45,3 20 78,-2 1 0,-1 1-1,-1-1 1,-2 0 0,-1 0 0,-1 0 0,-2 0 0,-12 44 0,14-63-304,-2 16-1075,9-26-1043,5-1 1376,1 0 0,0 1 0,-1 0 0,1 0 1,15 5-1,-20-4 870,0 0 1,-1 0-1,1 1 1,-1-1 0,0 1-1,0 0 1,0 0-1,0 0 1,-1 0 0,1 1-1,-1 0 1,0 0-1,5 8 1,-2-2 210,-1 1 1,0-1-1,-1 1 0,-1 0 1,0 1-1,0-1 0,-1 0 1,0 1-1,-1 0 0,0-1 1,-1 1-1,-2 17 0,1-24-259,1 0 0,-1 0 0,0-1-1,-1 1 1,1 0 0,-1-1-1,0 1 1,0-1 0,0 0-1,0 1 1,-1-1 0,0 0 0,-5 5-1,3-3-20,-1-1 0,0 0 0,0 0 0,-1-1 0,1 0 0,-1 0 0,-13 6 0,3-4-39,0-1 1,0 0-1,-1-1 0,1-1 1,-1-1-1,-31 1 0,29-3-148,11 1-66,0-1-1,1 0 1,-1-1 0,-10-2 0,16 2 62,0 1 1,1-1-1,-1 0 0,0-1 0,1 1 1,-1 0-1,1-1 0,0 1 1,-1-1-1,1 0 0,0 0 0,0 0 1,0 0-1,0 0 0,1 0 1,-4-5-1,-13-31-4611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2849,'0'0'7222,"-3"-1"-6341,2 1-838,0 0 0,1 0 0,-1 1 0,0-1 0,0 0 0,1 0 1,-1 0-1,0 1 0,0-1 0,1 0 0,-1 1 0,0-1 0,1 1 1,-1-1-1,1 1 0,-1-1 0,0 1 0,1-1 0,-1 1 0,1 0 1,-1-1-1,1 1 0,0 0 0,-1-1 0,1 1 0,0 0 0,-1 0 0,1-1 1,0 1-1,0 0 0,0 0 0,-1-1 0,1 1 0,0 0 0,0 0 1,0-1-1,1 3 0,-2 44 776,2-29-511,-2 159 2052,2 203 1536,0-353-3720,-2-14-76,1-1-1,1 1 1,0-1-1,1 1 1,0-1-1,5 14 1,-8-28-274,0-1 1,1 0-1,0 1 1,-1-1-1,1 0 1,0 0-1,1 1 0,0-6 1,0-8-946,-1-28-2811,0-1-2638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6819,'0'0'6027,"0"1"-5936,-1-1 0,1 1 0,0 0 1,-1-1-1,1 1 0,0 0 0,-1 0 0,1-1 1,0 1-1,0 0 0,-1 0 0,1 0 0,0-1 1,0 1-1,0 0 0,0 0 0,0 0 0,0-1 1,1 1-1,-1 0 0,0 1 0,0 602 6491,2-588-6442,-2-16-140,0 1 1,0-1-1,0 0 1,1 0-1,-1 0 1,0 0-1,0 1 1,0-1-1,0 0 1,0 0-1,0 0 1,0 0-1,0 0 1,0 0-1,1 1 1,-1-1-1,0 0 1,0 0-1,0 0 1,0 0-1,0 0 1,1 0-1,-1 0 1,0 0-1,0 0 1,0 0-1,0 0 1,1 1-1,-1-1 1,0 0-1,0 0 1,0 0-1,0 0 1,1 0-1,-1 0 1,0-1-1,0 1 1,1 0-1,0-1-15,0 0 1,0 0-1,0 0 0,0 0 1,0-1-1,0 1 0,-1 0 0,1-1 1,0 1-1,-1-1 0,1 1 1,-1-1-1,1 1 0,0-3 0,4-23-1004,0-1-1,1-41 1,-5-61-6082,-1 78 3313,0 4-1444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61 5138,'-4'11'-163,"4"-11"306,0 0 0,-1 1 1,1-1-1,0 0 0,0 0 1,-1 1-1,1-1 0,0 0 1,0 0-1,0 1 0,0-1 1,0 0-1,0 1 0,-1-1 1,1 0-1,0 0 0,0 1 1,0-1-1,0 0 0,0 1 1,0-1-1,0 0 0,0 1 1,0-1-1,0 0 0,0 1 1,1-1-1,-1 0 0,0 0 1,0 1-1,0-1 0,0 0 1,0 1-1,0-1 0,1 0 1,-1 0-1,0 1 0,0-1 0,1 0 1,-1 0-1,0 0 0,0 1 1,1-1-1,-1 0 0,0 0 1,0 0-1,1 0 0,-1 0 1,0 1-1,1-1 0,-1 0 1,0 0-1,0 0 0,1 0 1,-1 0-1,0 0 0,1 0 1,-1 0-1,0 0 0,1 0 1,10 4 593,-5-2-555,0 2 1,-1-1-1,1 1 1,-1-1 0,1 2-1,-1-1 1,-1 0-1,1 1 1,6 9-1,6 8 421,13 25 0,-17-26-227,71 121 1721,-41-64-648,88 116-1,-125-187-1382,26 29 183,-30-34-222,0-1 0,0 1-1,0 0 1,0-1 0,1 1 0,-1-1 0,1 0 0,-1 0-1,1 0 1,-1 0 0,1 0 0,-1-1 0,1 1 0,4 0-1,-6-1-19,0-1 0,0 1 0,0 0 0,0 0 0,1-1 0,-1 1-1,0-1 1,0 1 0,0-1 0,0 1 0,0-1 0,0 1 0,0-1-1,0 0 1,-1 0 0,1 1 0,0-1 0,0 0 0,-1 0-1,1 0 1,0 0 0,-1 0 0,1 0 0,-1 0 0,1 0 0,0-2-1,7-35 132,-7 30-119,5-47-729,-3-1 1,-6-86-1,0 110-67,-2 0 0,-16-56 0,13 59 600,1 1-1,2-1 1,0 0 0,0-29-1,5 42 252,-1 11-97,1 0-1,-1-1 1,2 1-1,-1 0 1,2-9 0,3 13-1728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 6627,'0'0'7870,"-2"-3"-6854,-9 10-844,-1 8-98,0 1 1,1-1 0,1 2-1,-16 32 1,-27 80 336,50-122-374,-11 31 206,-27 67 1010,-28 121-1,63-189-1073,6-37-179,0 1-1,0-1 1,-1 0 0,1 1 0,0-1-1,0 1 1,0-1 0,0 1 0,0-1-1,0 1 1,0-1 0,0 1 0,1-1-1,-1 1 1,0-1 0,0 1 0,0-1-1,0 1 1,1-1 0,-1 0-1,0 1 1,0-1 0,1 1 0,-1-1-1,0 0 1,1 1 0,-1-1 0,1 1-1,11-7-65,12-20-130,-11 8-319,-1-1-1,-1 0 0,0 0 0,14-39 1,-16 31-1715,-1 0 1,-1 0 0,5-43 0,-7-2-4126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6547,'20'-118'3607,"-13"93"-992,-7 25-2597,0 0-1,1 0 1,-1 0-1,0 0 0,0-1 1,0 1-1,0 0 1,0 0-1,0 0 0,0 0 1,0 0-1,0 0 0,0 0 1,1 0-1,-1 0 1,0 0-1,0 0 0,0 0 1,0 0-1,0 0 0,0 0 1,0 0-1,1 0 1,-1 0-1,0 0 0,0 0 1,0 0-1,0 0 1,0 0-1,0 0 0,0 0 1,1 0-1,-1 0 0,0 0 1,0 0-1,0 0 1,0 0-1,0 0 0,0 0 1,0 0-1,0 0 0,1 0 1,-1 0-1,0 1 1,0-1-1,0 0 0,0 0 1,0 0-1,0 0 1,0 0-1,2 2 403,-1-2-309,1 0 0,-1 0 1,0 0-1,1 0 0,-1 1 1,0-1-1,0 1 1,0-1-1,1 1 0,-1-1 1,0 1-1,0 0 0,0-1 1,0 1-1,0 0 0,0 0 1,0 0-1,0 0 0,1 1 1,12 23 479,-12-21-512,12 26 248,-2 1 0,-2 0 0,9 40 0,12 101 580,-20-100-659,58 292 1328,-63-348-1813,-6-35-1113,-3 10 611,1 0 0,-2 0 0,1 1 0,-1-1 0,0 1 0,-1 0 0,-10-14 0,-24-29-5042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0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13558,'0'0'3778,"204"-18"-2882,-117-9-768,-1 0-128,-2 2-1408,-27 13-3923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82 80,'0'0'3671,"-4"-2"-3420,2 1-203,0 0 0,0-1 0,1 1 0,-1 0 0,0-1 0,1 1 0,-1-1 1,1 0-1,-2-2 0,2 3 52,1 0 1,0 1-1,-1-1 1,1 0-1,0 1 1,-1-1-1,1 0 1,0 0-1,0 1 1,0-1-1,0 0 1,0 0-1,0 0 1,0 1-1,0-1 1,0 0-1,0 0 1,1 1-1,-1-1 1,0 0-1,0 0 1,1 1-1,-1-1 1,0 0-1,1 1 1,-1-1-1,1 1 1,-1-1-1,1 0 1,-1 1-1,1-1 1,-1 1-1,1-1 1,0 1-1,-1-1 1,1 1-1,0 0 1,-1-1-1,2 1 1,31-21 8858,-41 13-9186,-9 5 98,1 1 1,0 1-1,-1 0 1,-23 2-1,0 1 89,32-2 44,0 1 0,1 0 0,-1 1 0,0 0 0,0 0 1,1 1-1,-1 0 0,1 0 0,0 0 0,0 1 0,0 0 0,1 1 1,-1-1-1,1 1 0,0 1 0,1-1 0,-1 1 0,1 0 1,0 0-1,-6 9 0,6-7 15,0 0 0,1 0 1,0 0-1,0 1 0,1-1 1,-1 1-1,2 0 0,0 0 1,0 0-1,0 0 0,1 1 1,1-1-1,-1 0 0,1 0 1,1 1-1,0-1 0,3 12 0,-3-16-2,1-1 0,0 0 0,1 1 0,-1-1 0,1 0 0,-1-1 0,1 1 0,1 0-1,-1-1 1,0 0 0,1 1 0,-1-1 0,1-1 0,0 1 0,0 0 0,0-1-1,6 2 1,11 5 38,0 0-1,30 7 1,-19-7 30,-21-6-61,-1 0 1,0 1-1,0 0 1,0 1-1,-1 0 0,0 0 1,0 1-1,0 0 1,-1 1-1,1 0 1,10 12-1,-17-16-22,0 0-1,-1 0 1,1 1-1,-1-1 1,0 0 0,0 1-1,0-1 1,0 0-1,0 1 1,-1-1-1,0 1 1,1 0 0,-1-1-1,-1 1 1,1-1-1,0 1 1,-1-1-1,0 1 1,0-1 0,0 0-1,0 1 1,0-1-1,-1 0 1,1 0-1,-1 0 1,0 0 0,0 0-1,0 0 1,0 0-1,-1 0 1,1-1-1,-1 0 1,-3 3 0,-18 12 53,-1-1 0,-1-1 0,-1-1 0,0-1 0,-35 11 0,61-24-143,-20 5 186,20-5-163,1 0 1,-1 0-1,1 0 1,-1 0-1,1 0 1,-1 0-1,1 0 1,-1 0-1,1 0 1,-1 0-1,1 0 1,-1 0-1,1 0 1,-1 0-1,1-1 1,-1 1-1,1 0 1,-1 0-1,1-1 1,-1 1-1,1 0 1,-1-1-1,1 1 1,0 0 0,-1-1-1,1 1 1,0 0-1,-1-1 1,1 1-1,0-1 1,0 1-1,-1-1 1,1 1-1,0-1 1,0 1-1,0-1 1,-1 0-1,1-33-3560,0-13-4107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4274,'0'0'6347,"-3"10"-5309,2-7-962,-3 7 208,1 1-1,0 0 0,1 0 1,0 0-1,0 20 0,19 379 6176,-17-409-6439,0 4 14,1 0-1,-1 0 1,1 0 0,-1-1 0,1 1 0,1 0 0,-1-1 0,1 1 0,-1-1-1,1 1 1,1-1 0,-1 0 0,4 6 0,-2-9-74,-4-6-638,-2-68-5287,-9 25-409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11573,'0'0'1457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66 7395,'0'0'7583,"0"-4"-6788,0-16 1731,-14 20-1445,12 0-1074,0 1 0,-1 0 0,1-1 0,0 1 1,0 0-1,0 0 0,0 0 0,0 1 1,0-1-1,0 0 0,0 1 0,0-1 0,1 1 1,-1 0-1,0-1 0,1 1 0,0 0 0,-1 0 1,1 0-1,-1 3 0,-23 49 39,23-50-38,-9 28 129,1 1 0,1 0 1,2 0-1,-5 53 0,8 134 1821,4-216-1912,0 0 0,0 0 0,1 0 0,-1 0 0,1 0 1,0 0-1,0 0 0,0 0 0,1 0 0,2 5 0,-2-7-33,-1 0-1,1 0 1,0-1 0,0 1 0,0 0-1,0-1 1,0 1 0,0-1-1,0 0 1,0 0 0,1 0-1,-1 0 1,0 0 0,1 0-1,-1 0 1,5 0 0,3 0 3,-1 1 0,0-2 0,1 1 0,-1-1 0,0-1 0,1 1 0,-1-2 0,0 1 0,1-1 0,-1-1 0,0 0 0,-1 0 0,1 0 0,0-1 1,-1-1-1,0 1 0,0-1 0,0-1 0,13-11 0,-3-1-104,-1 0 1,-1-1 0,0-1-1,-2 0 1,0-1-1,14-30 1,-17 32-274,-1-2 0,-1 1 0,-1-1 0,-1-1 0,-1 1 0,0-1 0,-2 0 0,3-44 0,-6 55 194,0-3-233,-1 0 1,-1 1-1,0-1 0,-5-25 1,5 35 354,0 0 0,-1 0 1,1 0-1,-1 0 0,0 1 1,-1-1-1,1 1 1,-1-1-1,1 1 0,-1 0 1,0 0-1,0 0 0,0 0 1,-1 0-1,1 1 1,-1 0-1,1-1 0,-1 1 1,-6-2-1,3 1 114,0 1-1,0 0 0,0 0 1,-1 0-1,1 1 0,0 1 1,-10-1-1,12 1-45,0 0-1,1 0 0,-1 1 1,1 0-1,-1 0 0,1 0 1,0 0-1,-1 1 0,1 0 1,0-1-1,0 2 1,-7 3-1,-7 11 251,1 0 0,-20 26 0,34-39-262,6-19-6817,9-8-1321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48 187 7267,'0'0'3741,"0"-5"-3128,0-30 2509,0 35-3083,-1-1 0,1 1 0,-1 0 0,1-1 0,-1 1 1,1-1-1,-1 1 0,1 0 0,-1-1 0,1 1 0,-1 0 1,1 0-1,-1-1 0,1 1 0,-1 0 0,1 0 0,-1 0 0,0 0 1,1 0-1,-1 0 0,1-1 0,-1 2 0,0-1 0,1 0 0,-1 0 1,1 0-1,-1 0 0,1 0 0,-1 0 0,0 1 0,1-1 0,-1 0 1,1 0-1,-1 1 0,1-1 0,-1 0 0,1 1 0,-1-1 1,1 0-1,0 1 0,-1-1 0,1 1 0,-1-1 0,1 1 0,-1 0 1,-4 33 383,1 0 1,1 48 0,2-28 244,0-26-339,-8 292 2405,9-319-2726,0 1-1,0 0 1,0 0 0,0-1-1,1 1 1,-1 0 0,0-1-1,1 1 1,-1-1 0,1 1-1,1 2 1,-2-4-17,1 1 1,-1-1-1,0 0 1,0 1-1,1-1 0,-1 0 1,1 1-1,-1-1 1,0 0-1,1 0 0,-1 1 1,0-1-1,1 0 0,-1 0 1,1 0-1,-1 0 1,1 1-1,-1-1 0,0 0 1,1 0-1,-1 0 1,1 0-1,-1 0 0,1 0 1,-1 0-1,1 0 1,1-1-30,-1 0 1,0 1 0,1-1 0,-1 0 0,0 0 0,0 0 0,0 0 0,0 0 0,0 0 0,0 0 0,0 0 0,0 0 0,-1 0 0,1-1 0,0 1 0,-1 0-1,1-1 1,0 1 0,-1 0 0,0-1 0,1 1 0,-1-1 0,0-1 0,4-41-2554,-3-84 0,-2 62-244,-1 30 676,-1-1 0,-10-42-1,0 4 2396,7-1 5702,7 76-5817,-1-1 1,1 1-1,0-1 1,-1 1-1,1-1 1,-1 1-1,1 0 1,0-1-1,-1 1 1,1 0-1,0 0 1,-1-1-1,1 1 1,0 0-1,0 0 1,-1 0-1,1 0 1,0 0-1,0 0 1,-1 0-1,1 0 1,0 0-1,0 0 1,0 0-1,23 3 1052,-18-1-979,0 0 1,-1 0-1,1 0 0,0 1 1,-1 0-1,0 0 1,1 1-1,-1 0 1,8 7-1,3 5 352,19 24 1,-19-21-231,85 101 1106,109 123 582,-200-233-1970,-3-2 25,0 0 0,0 0 0,0-1 0,1 0 0,0 0 0,1-1 0,-1 0 0,19 8 1,-27-13-57,1-1 1,0 0-1,-1 1 1,1-1 0,0 0-1,-1 1 1,1-1 0,0 0-1,0 0 1,-1 0-1,1 0 1,0 0 0,0 0-1,-1 0 1,1 0 0,0 0-1,0 0 1,-1 0-1,1 0 1,0 0 0,0-1-1,-1 1 1,1 0 0,0-1-1,-1 1 1,1 0 0,-1-1-1,1 1 1,0-1-1,-1 1 1,1-1 0,-1 1-1,1-1 1,-1 1 0,1-1-1,-1 0 1,0 1-1,1-1 1,0 0 0,-1-3 4,1 0 1,0 0-1,-1 0 1,1 0-1,-1 0 1,-1-5-1,1-3 4,0 10-13,1-178-1427,-3 152 838,-1 1 1,-2 0-1,0 0 0,-14-41 0,-10-2-939,15 37 998,-13-46 0,25 69 705,0-1-1,1 0 0,0 0 1,0 0-1,2 0 1,-1 0-1,3-11 0,-3 21-167,0 0 0,0 0-1,1 0 1,-1 0-1,0 0 1,1 0 0,-1 0-1,1 0 1,-1 0-1,1 1 1,-1-1-1,1 0 1,-1 0 0,1 1-1,0-1 1,-1 0-1,1 1 1,0-1 0,0 1-1,0-1 1,0 0-1,9-1-2502,-10 15-6422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7 5298,'0'0'9311,"0"-1"-9196,-1 1-1,1-1 0,0 1 1,-1 0-1,1-1 0,0 1 1,-1 0-1,1-1 0,-1 1 1,1 0-1,-1-1 0,1 1 1,0 0-1,-1 0 0,1-1 1,-1 1-1,0 0 0,1 0 1,-1 0-1,0 0 0,-3 0-96,1 0-1,-1 1 0,1 0 0,-1 0 0,1 0 0,0 0 0,-1 0 0,1 0 0,0 1 1,0 0-1,0 0 0,0 0 0,0 0 0,0 0 0,1 0 0,-1 1 0,1-1 1,-3 4-1,-5 7 28,1 0-1,-14 26 1,15-25 45,-24 42 162,3 2 1,2 1-1,3 1 1,-28 103-1,50-152-252,1 0 0,-1 0 0,1 17 0,1-28-2,0 0-1,0 1 1,0-1 0,0 0-1,0 0 1,0 0 0,0 0 0,0 0-1,1 1 1,-1-1 0,0 0-1,0 0 1,0 0 0,0 0 0,0 0-1,0 0 1,0 1 0,0-1-1,0 0 1,0 0 0,0 0 0,1 0-1,-1 0 1,0 0 0,0 0-1,0 0 1,0 0 0,0 0-1,0 0 1,1 0 0,-1 0 0,0 1-1,0-1 1,0 0 0,0 0-1,0 0 1,1 0 0,-1 0 0,0 0-1,0 0 1,0-1 0,0 1-1,0 0 1,1 0 0,-1 0-1,0 0 1,0 0 0,0 0 0,0 0-1,0 0 1,1 0 0,7-5-90,-1-2 16,0 0-1,0 0 0,-1-1 0,0 0 1,0-1-1,-1 1 0,0-1 1,-1 0-1,6-14 0,1-8-1139,13-53 0,-13 26-3394,4-62 0,-9 65-1486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73 116 4770</inkml:trace>
  <inkml:trace contextRef="#ctx0" brushRef="#br0" timeOffset="1">73 116 4770,'-61'-95'2689,"49"74"690,17 25-2518,-3-2-200,4 15 220,-1 1-1,5 27 1,-1-1 103,28 107 1273,74 192 0,-105-329-2243,-3-6 1,1 1-1,0 0 1,10 15-1,-6-17-436,-9-12-63,1 4 282,-2-6-412,0 0 0,0 1 0,0-1 0,-1 1 0,0 0 1,0 0-1,-1 0 0,1 0 0,-7-7 0,-26-39-5911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9636,'0'0'7860,"204"-6"-7380,-161-15-480,-6 3-304,-7 0-1905,-10 0-3762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9012,'0'0'5832,"-1"9"-5221,-5 76 1698,5 104 0,2-82-1522,-1 355 891,0-460-1676,0 0 4,0 0 0,0 1 1,0-1-1,0 0 0,0 1 0,1-1 0,-1 0 1,1 0-1,-1 1 0,2 1 0,-1-3-5,0-1 1,0 1-1,0 0 0,0-1 1,0 1-1,0 0 0,0-1 1,0 0-1,0 1 0,1-1 1,-1 0-1,0 1 0,0-1 0,0 0 1,1 0-1,-1 0 0,0 0 1,0 0-1,2-1 0,2 1-1,0-1 0,0-1-1,-1 1 1,1-1 0,0 1-1,-1-1 1,0 0 0,1-1-1,-1 1 1,0-1 0,0 0 0,0 0-1,6-7 1,13-8-44,-12 10-41,2 0-1,-1 1 0,1 1 0,0 0 0,0 1 1,1 0-1,-1 1 0,1 0 0,0 1 1,0 1-1,0 0 0,29 1 0,-26 1 53,-13-1 27,1 1 0,-1 0 0,0 0 0,0 0-1,0 0 1,0 1 0,0-1 0,0 1 0,0 0 0,0 0 0,0 1 0,0-1-1,0 1 1,-1 0 0,1 0 0,-1 0 0,1 1 0,5 4 0,-8-4 48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18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7 411 3506,'0'0'6656,"-7"0"-1731,9 0-4085,1182 0 97,-743 12-969,-40-12 74,-347-2-48,55-10-1,0 0 2,239-10 31,209-18 28,-220-3-43,181-12 10,-171 20 47,-22 1 75,26 0 286,-276 28-420,103 5 0,-86 2-8,343-26 41,-302 14-39,28-6 15,79-5-20,297 14-27,14 5 199,-287 5-81,1352-2 500,-1096-6-605,1342 6 59,-1613-16-42,-30 0-40,1038 10 93,-723 8-19,-353-3-53,202 3 28,-248 5-12,31 0 20,559 5-21,-537-10 19,199-4-5,-254-4 23,-133 6-6,0 0 0,0 0 0,-1 0 0,1 0 0,0 1-1,0-1 1,0 0 0,0 0 0,-1 0 0,1 0 0,0 0 0,0 0-1,0 0 1,0 0 0,0 0 0,-1 0 0,1 0 0,0 0 0,0 0-1,0-1 1,0 1 0,0 0 0,-1 0 0,1 0 0,0 0 0,0 0-1,0 0 1,0 0 0,0 0 0,-1 0 0,1 0 0,0-1 0,0 1-1,0 0 1,0 0 0,0 0 0,0 0 0,0 0 0,0-1 0,0 1-1,0 0 1,0 0 0,0 0 0,-1 0 0,1 0 0,0-1 0,0 1 0,0 0-1,0 0 1,0 0 0,0 0 0,0-1 0,1 1 0,-1 0 0,0 0-1,0 0 1,0 0 0,0 0 0,0-1 0,0 1 0,0 0 0,0 0-1,0 0 1,0 0 0,0 0 0,0 0 0,1-1 0,-1 1 0,0 0-1,-75 0-7270,15 0-1297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4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79 3522,'0'0'3921,"-37"-69"-3921,34 66 0,-4 0 32,0 3-64,1 0-80,-4 0-816,3-3-1905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5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1 0 6419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5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67 6419,'-125'-43'1230,"98"30"-456,27 13-753,0-1 0,0 1 1,0 0-1,0 0 0,0 0 0,-1 0 0,1 0 1,0 0-1,0-1 0,0 1 0,0 0 1,0 0-1,0 0 0,0 0 0,0-1 0,0 1 1,0 0-1,0 0 0,0 0 0,0 0 1,0-1-1,0 1 0,0 0 0,0 0 0,0 0 1,0-1-1,0 1 0,0 0 0,0 0 1,0 0-1,0 0 0,0-1 0,0 1 0,0 0 1,0 0-1,0 0 0,1 0 0,-1 0 1,0-1-1,0 1 0,2-3 957,-2 363 6052,0 176-4263,0-48-1865,-1-473-909,1-12 20,-1 0 0,1 0 0,0 0 0,0 0 0,0 0 0,0 0 1,1 0-1,-1 0 0,1 0 0,0 0 0,0 0 0,0 0 0,0 0 0,0 0 0,3 4 0,-4-7-33,0 0 1,0 0-1,0-1 0,0 1 0,0 0 0,0 0 0,0 0 0,0 0 0,0-1 0,0 1 1,0 0-1,0 0 0,0 0 0,0 0 0,0-1 0,0 1 0,0 0 0,0 0 0,0 0 0,0-1 1,0 1-1,0 0 0,0 0 0,0 0 0,0 0 0,0 0 0,1-1 0,-1 1 0,0 0 0,0 0 1,0 0-1,0 0 0,0 0 0,1 0 0,-1 0 0,0-1 0,0 1 0,0 0 0,0 0 1,1 0-1,-1 0 0,0 0 0,0 0 0,0 0 0,0 0 0,1 0 0,-1 0 0,0 0 0,0 0 1,0 0-1,0 0 0,1 0 0,-1 0 0,0 0 0,0 0 0,0 0 0,0 0 0,1 1 1,-1-1-1,0 0 0,0 0 0,0 0 0,0 0 0,1 0 0,-1 0 0,0 0 0,0 1 0,0-1 1,0 0-1,-2-74-5748,-9 21 528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17 257 3762,'0'0'6208,"6"-27"-5616,21-83-258,-27 107-311,1-1 1,0 1 0,0 0-1,0 0 1,1 0 0,-1-1-1,1 1 1,0 1-1,0-1 1,0 0 0,0 0-1,0 1 1,1-1 0,-1 1-1,1 0 1,-1 0 0,1 0-1,0 0 1,0 0 0,0 0-1,4-1 1,6-3 48,-1-2 60,0 1 0,0 1 0,0 0 1,1 1-1,0 0 0,0 1 0,1 0 0,-1 1 1,1 1-1,25-2 0,-34 4-56,0-1-1,0 1 1,0 1 0,0-1-1,0 1 1,-1 0 0,1 0-1,0 0 1,0 0 0,-1 1-1,1 0 1,-1 0 0,1 0-1,-1 1 1,0-1 0,0 1 0,0 0-1,4 4 1,10 11 28,0 1-1,-2 1 1,0 0 0,-1 1 0,-1 1 0,-1 0-1,-1 1 1,-1 0 0,14 45 0,-21-52 106,-1-1 1,-1 1 0,0-1 0,-1 1 0,0 0-1,-3 22 1,2-33-161,-1 1 0,0-1 0,0 0 0,0 0 0,-1 0 0,0 0 0,0 0 0,0-1 0,0 1 0,-5 7 0,-4 1 55,1 0 0,-14 12 0,8-7-41,-19 18 86,-75 61 1,86-79-129,0-1 0,-1-1 0,-1-2-1,-47 20 1,59-30-5,1 0 0,-1-1 0,0 0-1,0-1 1,0-1 0,-20 0 0,34-1-19,-1 0 1,0 0 0,0 0-1,0 0 1,0 0 0,1 0-1,-1 0 1,0 0 0,0 0-1,0-1 1,1 1-1,-1 0 1,0-1 0,0 1-1,1 0 1,-1-1 0,0 1-1,1-1 1,-1 1 0,0-1-1,1 1 1,-1-1 0,1 0-1,-1 1 1,1-1-1,-1 0 1,1 1 0,-1-2-1,-1-23-256,3 15 156,-1 2 75,1 1 1,0-1 0,1 1 0,0-1 0,0 1 0,1-1 0,-1 1 0,2 0 0,-1 0-1,1 1 1,0-1 0,0 1 0,1 0 0,0 0 0,0 0 0,0 0 0,1 1 0,0 0-1,0 0 1,0 1 0,0-1 0,1 2 0,0-1 0,0 1 0,0-1 0,0 2 0,0-1-1,1 1 1,-1 0 0,1 1 0,-1 0 0,16 0 0,-14 0 19,-1 1-1,1 1 1,-1 0 0,0 0 0,1 1-1,11 3 1,-15-3 8,0 1 0,0 0 0,0 0 0,-1 0 0,1 0-1,-1 1 1,0-1 0,0 1 0,0 0 0,0 0 0,3 6 0,14 20 192,-1 1 0,25 53 0,24 75 1369,27 53 328,-86-194-1732,22 31 0,-28-45-120,0 1-1,0-1 1,0 0-1,0 0 1,1 0-1,-1 0 1,1-1-1,0 0 0,0 0 1,11 5-1,-16-8-54,1 0-1,-1 1 0,1-1 1,-1 0-1,1 0 0,0 1 1,-1-1-1,1 0 0,-1 0 1,1 0-1,0 0 0,-1 0 1,1 0-1,-1 0 0,1 0 1,0 0-1,-1 0 0,1 0 1,-1 0-1,1-1 0,-1 1 1,1 0-1,0 0 0,-1 0 1,1-1-1,-1 1 0,1 0 1,-1-1-1,1 1 0,-1-1 1,0 1-1,1 0 0,-1-1 1,1 1-1,-1-1 0,0 1 1,1-1-1,-1 1 0,0-1 1,1 0-1,0-27-2021,-2 19 1507,1-28-2749,0-7-2073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6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1 505 9332,'0'0'5512,"19"-20"-5130,122-126-308,-124 127-105,-1 0-1,-1-1 1,13-23 0,-22 33-85,-1 0 0,0-1 1,-1 0-1,0 0 1,0 0-1,-1-1 1,-1 1-1,2-23 0,-3 23 4,0 3-70,-1 0 0,0 0 0,0 0 0,0 0 0,-4-16 0,3 22 171,0-1-1,0 1 0,0 0 1,0 0-1,0 0 0,-1 0 1,1 0-1,-1 0 0,1 0 1,-1 1-1,0-1 0,1 1 1,-1-1-1,0 1 0,0-1 1,0 1-1,0 0 0,0 0 1,0 0-1,-1 0 0,1 0 1,0 1-1,0-1 0,-1 1 1,-2-1-1,-1 0 42,1 0 0,-1 0 0,0 0 0,0 1 0,0 0-1,0 0 1,0 1 0,0 0 0,0 0 0,0 0 0,1 0 0,-1 1 0,0 0 0,1 0 0,-1 1-1,1 0 1,0 0 0,0 0 0,0 0 0,0 1 0,1 0 0,-1 0 0,1 0 0,0 0 0,0 1-1,0 0 1,1-1 0,0 1 0,0 1 0,0-1 0,0 0 0,1 1 0,-3 8 0,0 7 363,0 1 1,1-1 0,1 1-1,1 0 1,2 0 0,1 25-1,-1-13 160,0-32-528,-1 27 462,2 0-1,1-1 1,1 1 0,10 44 0,-11-67-430,0 1 0,0 0-1,1-1 1,0 0 0,0 0 0,0 0 0,1 0 0,-1 0 0,2 0 0,-1-1 0,0 0 0,1 0 0,0 0 0,0-1 0,1 1 0,-1-1 0,1-1 0,0 1 0,0-1 0,0 0 0,1 0 0,-1-1 0,1 1 0,-1-1 0,9 1 0,-6-2-18,-1 0 0,1 0 0,0-1 0,-1 0 0,12-1 0,-15 0-47,-1 1 0,0-1 0,0-1 0,0 1 0,0 0-1,0-1 1,-1 0 0,1 0 0,0 0 0,-1 0 0,1-1 0,-1 0-1,4-3 1,1-3-380,-1-1 0,0 1 0,0-2-1,-1 1 1,0-1 0,-1 0 0,6-14 0,-5 6-1608,0 0 1,-2 0-1,5-37 1,-7 1-5449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6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8260,'0'0'6990,"1"2"-6526,6 9-157,0 0 1,-1 0-1,-1 1 0,0 0 1,0 0-1,3 17 0,1-1 167,86 358 3574,-87-343-3723,-4-27-209,-1 6 65,2-1 0,1 0 0,14 35 0,-18-53-170,-1 0-1,1 0 1,0 0-1,0 0 1,0-1-1,1 1 1,-1-1-1,1 1 1,-1-1-1,1 0 1,0 0 0,5 3-1,-6-4-6,0 0 0,0 0 0,0-1 0,0 1 0,0-1 0,0 1 0,0-1 0,0 0 0,0 0 0,0 0 0,0 0 0,1 0 0,-1 0 0,0 0 0,0-1 0,0 1 0,0-1 0,0 0 0,0 1 0,0-1 1,-1 0-1,3-2 0,1 0-2,-1-1 0,0 1 0,0-1 1,0-1-1,0 1 0,-1-1 0,0 1 1,5-10-1,21-46-24,-27 56 18,11-31-237,0-1-1,-3 0 1,8-45 0,8-117-1683,-5 36-133,-20 151 1991,0 4 73,0 0 0,0 0-1,1 0 1,0 0 0,0 0 0,4-7-1,-2 8 259,-1-4-7712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7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5138,'0'0'7030,"-1"17"-5955,-2 287 4229,3-47-2695,0-250-2587,0-4-17,-1 1-1,1-1 0,0 0 1,0 0-1,1 0 0,-1 0 1,1 1-1,-1-1 1,1 0-1,0 0 0,0 0 1,0 0-1,1 0 0,-1 0 1,1-1-1,1 4 0,-2-65-7572,-1 7 3392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7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10741,'0'0'3538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7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1 468 8196,'0'0'3932,"25"-28"-3393,82-91-368,-91 101-284,0-1 1,-1 0 0,-1-1-1,0 0 1,-2-1-1,17-39 1,-24 48-397,0-1-1,-1 0 1,-1 0 0,0 0 0,-1-1-1,0 1 1,-1 0 0,0-16-1,-1 29 515,-1-1 0,1 1 0,0-1 0,0 1 0,0-1 0,-1 1 0,1 0 0,0-1 0,-1 1 0,1-1-1,0 1 1,-1-1 0,1 1 0,0 0 0,-1-1 0,1 1 0,-1 0 0,1-1 0,-1 1 0,1 0 0,-1 0-1,1 0 1,-1-1 0,1 1 0,-1 0 0,1 0 0,-1 0 0,1 0 0,-1 0 0,1 0 0,-2 0 0,-20-1 317,18 1-241,-14 0 189,8 0-58,1 0 1,-1 0 0,1 1-1,-14 2 1,20-2-146,0 0 1,0 0-1,0 1 0,0-1 0,0 0 1,1 1-1,-1-1 0,1 1 1,-1 0-1,1 0 0,0 0 0,0 0 1,0 1-1,0-1 0,0 0 1,0 1-1,0 0 0,-1 3 1,-1 2 192,1 0 0,0 1 1,0 0-1,1-1 1,0 1-1,-1 14 0,1 58 1326,2-54-1086,-1 30 564,0-17-108,1 0-1,9 63 0,-8-93-834,1-1-1,0 1 1,1-1-1,0 1 1,0-1-1,1 0 1,0 0-1,1-1 1,0 1 0,0-1-1,1 0 1,0 0-1,0-1 1,1 0-1,12 11 1,-12-13-152,-1-1 0,0-1 1,1 1-1,-1-1 0,1 0 1,0-1-1,0 0 1,0 0-1,1 0 0,-1-1 1,0 0-1,0 0 0,1-1 1,-1 0-1,1 0 0,-1-1 1,0 0-1,0 0 0,1-1 1,-1 0-1,0 0 1,0-1-1,0 0 0,-1 0 1,1 0-1,-1-1 0,0 0 1,0 0-1,0 0 0,0-1 1,-1 0-1,0 0 0,0-1 1,7-9-1,-6 6-681,0-1 1,-1 0-1,0 0 0,0 0 1,-1-1-1,-1 0 0,0 0 0,3-14 1,-1-32-5159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8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1 172 3714,'0'0'10116,"1"14"-9086,29 249 3744,-15-138-3073,-10-86-1205,8 59 526,-11-85-899,1 0 0,1 0 0,0-1 1,0 0-1,8 14 0,-11-25-127,-1 1-1,1-1 1,0 0 0,0 0-1,-1 1 1,1-1 0,0 0-1,0 0 1,0 0 0,0 0-1,0 0 1,0 0 0,0-1-1,1 1 1,-1 0 0,0 0-1,0-1 1,1 1 0,-1-1-1,0 1 1,1-1-1,-1 0 1,0 1 0,1-1-1,-1 0 1,1 0 0,-1 0-1,1 0 1,-1 0 0,0 0-1,1 0 1,-1-1 0,1 1-1,-1-1 1,0 1 0,1-1-1,-1 1 1,0-1 0,0 0-1,0 1 1,1-1 0,-1 0-1,0 0 1,0 0 0,0 0-1,0 0 1,0 0-1,0 0 1,0 0 0,-1 0-1,1-1 1,0 1 0,0-2-1,8-16-277,0-1 0,-1 0-1,-1 0 1,-2-1-1,5-25 1,11-116-3187,-11 75 1141,-7 56 1362,0 9 327,7-37 1,-9 53 652,1 1 1,0 0 0,-1 0 0,2 0-1,-1 0 1,0 1 0,1-1 0,0 1-1,0-1 1,1 1 0,-1 0 0,7-5-1,-5 6 292,0 0 0,0 1 0,1 0 0,0 0 0,-1 1 0,1-1 0,0 1-1,-1 0 1,1 1 0,0-1 0,0 1 0,10 2 0,-4-2 101,-10 0-341,0 0 1,-1 1 0,1-1-1,-1 0 1,1 1 0,-1 0-1,1-1 1,-1 1 0,1 0-1,-1 0 1,0 0 0,1 0-1,-1 0 1,0 0 0,0 0-1,0 0 1,1 1 0,-1-1-1,-1 0 1,1 1 0,0-1-1,0 0 1,0 3 0,16 43 656,-14-37-488,10 43 880,8 70 0,-16-84-860,1-1 0,2 0 1,2 0-1,21 56 0,-30-90-257,0-1 1,1 0-1,-1 0 1,1 0-1,0 0 1,-1 0-1,1-1 1,0 1 0,1-1-1,-1 1 1,0-1-1,1 1 1,-1-1-1,1 0 1,0 0-1,0-1 1,0 1-1,0 0 1,0-1-1,0 0 1,0 0-1,0 0 1,0 0-1,1 0 1,-1-1-1,0 1 1,1-1 0,3 0-1,-5 0-5,0 0 0,0 0 0,0 0 0,1-1 0,-1 1 0,0-1 0,0 1 0,0-1 0,0 0 0,-1 1 0,1-1 0,0 0 0,0 0 0,0-1 0,-1 1-1,1 0 1,3-4 0,-1 0-7,0-1-1,0 1 0,-1-1 0,5-9 0,-6 10 0,16-35-543,-1-1-1,-2-1 1,-2 0 0,-2-1 0,-2 0 0,5-51-1,-1-268-4356,-13 357 8074,0 10-3106,1 0-202,-2 11-1412,-3-6-2937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8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1985,'0'0'18056,"20"-3"-18152,-17 3-128,-3 12-9012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29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15079,'0'0'7043,"7"0"-8692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5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296 332 6259,'0'0'1499,"-4"-11"-1435,0-4-39,3 7 45,-1 0 1,-1 0 0,0 0 0,-4-9 0,4 13 345,0-1 0,0 1 0,0 0 0,0 0 1,-1 0-1,1 1 0,-6-5 0,6 6-309,0 0 0,0 0 0,1-1 0,-1 1-1,1-1 1,-1 0 0,1 1 0,0-1 0,0 0 0,0 0 0,1-1 0,-1 1 0,1 0 0,0-1 0,0 1 0,-1-4-1,1 2-102,0 0 0,1-1 0,-1 1-1,1 0 1,0 0 0,1 0 0,-1 0 0,1 0-1,0 0 1,0 0 0,1 0 0,-1 0-1,1 0 1,0 0 0,1 1 0,-1-1-1,1 1 1,0-1 0,0 1 0,0 0-1,5-4 1,1 0-10,0 0 1,0 1-1,1 0 0,15-8 1,-20 12 3,1 1 0,-1 0 0,1 1 0,-1-1 0,1 1 1,0 0-1,-1 0 0,1 1 0,0-1 0,0 1 0,7 1 0,-12 0 14,1-1 0,-1 1 0,1-1 0,-1 1 0,1 0 0,-1-1-1,1 1 1,-1 0 0,0 0 0,1 0 0,-1 0 0,0 0-1,0 0 1,0 1 0,0-1 0,0 0 0,0 0 0,0 1-1,0-1 1,0 1 0,-1-1 0,1 1 0,-1-1 0,2 4 0,0 4 135,0 0 1,-1 0-1,1 10 1,-1-19-143,3 39 546,-2 1 0,-2-1 0,-1 1 0,-2-1 0,-1 0 0,-14 53 0,-2-29 134,-3 0 1,-3-2-1,-2-1 0,-69 107 0,88-153-634,-8 11 74,-24 29 1,36-48-114,0-1 0,-1 1 0,0-1 0,0 0 0,0 0 0,0-1 0,-1 0 1,1 0-1,-1-1 0,-9 4 0,15-7-23,0 1 1,-1 0 0,1-1-1,0 1 1,-1-1 0,1 0-1,0 1 1,-1-1 0,1 0-1,0 0 1,-1 0 0,1 0-1,-1 0 1,1 0 0,0 0-1,-1 0 1,1-1 0,0 1-1,-1-1 1,1 1 0,0-1-1,-1 1 1,1-1 0,0 0-1,0 1 1,0-1 0,0 0 0,0 0-1,0 0 1,0 0 0,0 0-1,0 0 1,0 0 0,0 0-1,0 0 1,1-1 0,-1 1-1,0-2 1,-3-15-636,2 0 0,0 0 1,1-1-1,1-20 0,0 21 22,1 5 221,-1 0-1,2 0 1,-1 0-1,2 1 0,0-1 1,0 0-1,7-14 1,-8 22 386,0 0 1,1 0-1,0 0 1,0 0-1,0 1 1,0-1-1,1 1 1,-1 0-1,1 0 1,0 0-1,1 0 1,-1 1-1,0 0 0,1-1 1,0 2-1,0-1 1,0 1-1,0-1 1,8-1-1,-7 2 141,0 1 0,0 0-1,1 1 1,-1-1-1,0 1 1,0 0 0,1 1-1,-1-1 1,0 1-1,0 0 1,0 1 0,0 0-1,0 0 1,0 0-1,0 1 1,-1-1 0,1 1-1,-1 1 1,0-1-1,1 1 1,-2 0 0,7 6-1,5 7 370,-1 1-1,0 1 1,-1 0 0,16 32-1,-21-36-214,12 23 223,-14-24-319,1 0 0,0 0 1,1-1-1,0 0 0,1-1 1,16 16-1,-24-26-169,1 0-1,0-1 0,-1 1 1,1-1-1,0 1 0,0-1 1,0 0-1,0 0 1,0 0-1,5 1 0,-6-2-17,-1 0 1,1 0-1,0 0 0,0 0 0,-1 0 0,1 0 0,0 0 0,-1-1 0,1 1 1,0-1-1,-1 1 0,1-1 0,-1 1 0,1-1 0,-1 0 0,1 0 0,-1 0 1,1 0-1,-1 0 0,0 0 0,0 0 0,2-2 0,4-10-404,0 0 1,0 0-1,-2-1 0,0 0 0,5-19 0,-8 25 53,15-60-4310,-3 2-3495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5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432 1 7571,'0'0'6806,"-5"0"-6000,4-1-763,1 1 0,-1 0 0,0 0-1,0 0 1,0 0 0,1 0 0,-1 0 0,0 1 0,0-1 0,1 0-1,-1 0 1,0 1 0,0-1 0,1 0 0,-1 1 0,0-1-1,1 0 1,-1 1 0,0-1 0,1 1 0,-1-1 0,1 1 0,-1-1-1,1 1 1,-1 0 0,1-1 0,-1 1 0,0 1 0,-1 29 1360,2-22-1170,0 42 675,2 0 0,17 91 0,0-43-535,-4 0 1,3 178-1,-17-234-327,0-18 8,-1 0 0,0 0 1,-2 0-1,-11 48 0,12-66-37,-1-1 0,-1 0 0,1 0 0,-1 0 0,0 0 0,-1-1 0,1 1 0,-1-1 0,0 0 0,0 0 0,-1 0 0,1 0 0,-1-1 0,0 0 0,0 0 0,-1 0 0,1-1 0,-1 0 0,0 0 0,0 0 0,0 0 0,0-1 0,0 0 0,-8 1 0,-2 0-73,0 0 1,1-1-1,-1-1 1,-32-1-1,40-1-86,0 0-1,0 0 1,0-1-1,1 0 1,-1 0-1,0-1 1,1 0-1,0 0 1,0-1-1,0 0 1,-11-8-1,6 2-340,2 0 1,-1-1-1,2 0 0,-1 0 0,1-1 0,1-1 0,0 1 1,1-1-1,-11-27 0,12 22-1015,0-1-1,1-1 1,0 1-1,0-21 1,-1-41-5017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5.8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14535,'0'0'2785,"183"-12"-2913,-156 12-1281,-10 15-3249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6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0 338 9380,'0'0'5630,"18"-24"-5428,59-78-159,-32 46-10,-30 39-219,16-25 0,-27 36 22,-1 0-1,0 0 1,0-1-1,0 1 1,-1-1 0,0 1-1,2-14 1,-4 19 143,1 0 1,-1 0 0,0 0-1,0 0 1,0 0-1,0 0 1,1 0 0,-1 0-1,-1-1 1,1 1-1,0 0 1,0 0 0,0 0-1,-1 0 1,1 0-1,0 0 1,-1 0 0,1 1-1,-1-1 1,1 0-1,-1 0 1,1 0 0,-1 0-1,0 0 1,1 1-1,-1-1 1,0 0 0,-1 0-1,-1 0 75,0 0-1,0 0 0,0 1 0,0-1 1,1 1-1,-1 0 0,0 0 0,-5 0 1,-2 1-132,8-1 99,-1 0-1,1 0 0,0 1 0,0 0 1,-1-1-1,1 1 0,0 0 0,0 0 1,0 0-1,0 0 0,0 0 0,0 1 1,0-1-1,0 1 0,1-1 0,-1 1 1,0 0-1,1-1 0,0 1 0,-1 0 0,1 0 1,0 0-1,0 0 0,-2 4 0,-1 5 263,-1 1 0,2-1 1,-4 22-1,0 15 794,3 0 0,4 84 0,1-64-197,-2-52-671,2 0 0,0 0 0,1 0 0,0 0 0,10 28 1,-11-40-196,1 1 0,-1-1 1,2 1-1,-1-1 0,0 0 1,1 0-1,-1 0 1,1 0-1,0-1 0,1 1 1,-1-1-1,1 0 0,-1 0 1,1 0-1,0 0 1,0-1-1,0 1 0,0-1 1,1 0-1,-1 0 0,1-1 1,-1 1-1,1-1 0,4 1 1,-3-2-51,0 1 0,0-1 0,0 0-1,-1-1 1,1 1 0,0-1 0,0 0 0,-1 0 0,1-1 0,9-4 0,-5 2-142,-1-2 1,1 1 0,-1-1 0,-1 0-1,12-10 1,0-4-1084,-1 0-1,-1-2 0,25-37 1,0-17-4075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6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 4706,'0'0'9215,"-2"29"-7641,0 5-1146,-4 145 1537,6 208 2312,-1-406-4515,-6-32 0,-1-11-903,8-148-4664,0 199 5112,2 1 1,-1 0 0,1 0-1,1 0 1,0 0 0,0 0-1,1 0 1,0 1 0,1-1-1,0 1 1,0 0-1,1 1 1,0-1 0,14-13-1,-14 16 344,0 0-1,1 1 1,-1 0-1,1 0 1,0 1-1,0 0 1,1 0-1,-1 1 1,1 0-1,12-4 1,-13 6 674,0-1 0,0 2 0,0-1 0,0 1 0,-1 0 1,1 0-1,0 1 0,9 1 0,-13-1-24,0 0 0,0 0 0,0 0 0,0 1-1,-1-1 1,1 1 0,0-1 0,-1 1 0,1 0 0,-1 0 0,0 0 0,0 0 0,0 1 0,0-1 0,0 1-1,0-1 1,0 1 0,-1-1 0,1 1 0,0 4 0,3 6 555,-1 0 1,0 0-1,2 18 0,-4-23-494,5 44 1581,-3 1 1,-3 94 0,-2-70-769,0-38-736,0-24-337,1 1 0,0 0 0,1-1 0,1 0 0,4 19 0,4-19-184,-10-15 34,1 0 1,-1 0 0,0 1-1,0-1 1,1 0 0,-1 0-1,0 0 1,1 0 0,-1 0-1,0 0 1,1 1 0,-1-1-1,0 0 1,1 0 0,-1 0-1,0 0 1,1 0 0,-1 0-1,0 0 1,1-1 0,-1 1-1,0 0 1,1 0 0,-1 0-1,0 0 1,1 0 0,-1 0-1,0-1 1,1 1 0,-1 0-1,0 0 1,0 0 0,1-1-1,-1 1 1,0 0 0,0 0-1,1-1 1,-1 1-1,0 0 1,0 0 0,0-1-1,0 1 1,1 0 0,-1-1-1,0 1 1,0 0 0,0-1-1,0 1 1,0 0 0,0-1-1,0 1 1,0 0 0,0-1-1,5-25-3803,3-45 0,-4 1-4353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6.9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5138,'0'0'9573,"0"159"-7732,0-75-753,0 18 593,0 7-625,0-10-431,0-15-177,4-24-448,9-24 0,4-24-160,-4-12-961,-3-12-1344,-3-42-592,-4-15-5171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7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13926,'0'0'1745</inkml:trace>
  <inkml:trace contextRef="#ctx0" brushRef="#br0" timeOffset="1">148 461 13238,'0'0'3188,"-24"27"-2521,-69 86-515,90-109-169,0-1 0,1 1 0,0 0 0,0 0 0,0 0 0,0 0 0,1 0 0,-1 0 0,1 0 0,0 0-1,0 1 1,1-1 0,-1 0 0,1 9 0,1-9-99,0 0 0,0 0-1,0 0 1,1 0 0,0 0 0,0 0-1,0 0 1,0 0 0,4 4 0,-4-6 8,14 18-1030,1-2-1,1 0 1,0-1-1,38 26 0,-28-21 763,0 0 244,-7-7 1674,-1 1 1,30 32-1,-49-47-1476,0 0 0,0 0 1,0 0-1,-1 0 0,1 0 0,0 0 0,0 0 0,-1 1 1,1-1-1,-1 0 0,1 0 0,-1 1 0,0-1 0,1 0 1,-1 0-1,0 3 0,0-4-36,0 1 1,0-1-1,0 1 1,-1-1-1,1 1 0,0-1 1,-1 1-1,1-1 1,0 1-1,-1-1 0,1 1 1,-1-1-1,1 0 1,-1 1-1,1-1 1,0 1-1,-1-1 0,0 0 1,1 0-1,-1 1 1,1-1-1,-1 0 0,1 0 1,-1 0-1,0 1 1,-6 0 98,-1-1 1,1 1-1,-1-1 1,-11-1 0,4 0-183,-7 2 31,14 0-104,1-1-1,-1 0 1,0 0-1,1 0 1,-1-1-1,0 0 1,1-1-1,-1 0 1,1 0-1,0 0 1,-14-7-1,15 5-654,0-1 0,1 1 0,-1-1 0,1 0-1,0 0 1,0-1 0,1 0 0,-1 1 0,-3-9 0,-7-24-6508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7.6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13190,'0'0'3426,"174"0"-2034,-97 0-799,-10 12-593,-17 0-257,-20-3-2864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8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0 135 6227,'0'0'4108,"0"-16"-3401,0-59 152,0 31 3122,2 79-3567,2 0 1,11 53-1,0-7 637,35 277 2415,-47-341-3250,-3-13-129,0 0 0,0 0 0,1 0 0,-1 0 0,1 0 0,0 0-1,1 0 1,-1 0 0,1 0 0,-1-1 0,5 7 0,-6-10-55,2 1 122,-1-11-28,-1-456-8308,0 461 8226,0-1 0,0 1 0,1-1 1,-1 1-1,1 0 0,0-1 0,1 1 0,-1 0 0,5-9 1,-4 12 62,-1-1 1,1 1 0,0 0-1,0 0 1,0 0 0,0 0-1,0 1 1,0-1-1,0 0 1,1 1 0,-1 0-1,1-1 1,-1 1 0,1 0-1,-1 0 1,1 1 0,-1-1-1,1 0 1,0 1 0,5-1-1,7 0 77,-1 0 0,1 0 0,0 1 0,0 1-1,0 1 1,0 0 0,0 1 0,21 6 0,-24-4-273,1-1 0,0 0 1,22 3-1,15-6-7224,-32-4-3639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9.3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342 34 6547,'0'0'7377,"0"-3"-7046,-1 2-304,1 0 0,0 0 1,-1 1-1,1-1 1,-1 0-1,1 0 1,-1 0-1,1 0 1,-1 1-1,0-1 1,1 0-1,-1 0 1,0 1-1,0-1 1,0 1-1,1-1 1,-1 0-1,0 1 1,0 0-1,0-1 1,0 1-1,0 0 0,0-1 1,0 1-1,0 0 1,0 0-1,0 0 1,0 0-1,0 0 1,0 0-1,0 0 1,-1 0-1,-11-2 238,8 1-105,-14-3 79,0 1 0,-1 0 1,1 2-1,-1 0 0,-32 3 0,49-1-242,0 0 1,0 1-1,0-1 0,0 1 1,1 0-1,-1-1 0,0 1 1,1 0-1,-1 1 0,1-1 1,0 0-1,0 1 0,0-1 1,0 1-1,-2 3 0,-25 46 24,27-48-12,-10 22 234,2 0 1,1 1-1,1 0 1,-5 31-1,-7 113 1755,18-26-688,2-140-1278,0 1 1,0 0-1,0 0 1,1-1-1,0 1 1,0 0-1,0-1 1,3 8-1,-3-12-27,1 1 0,-1 0 0,0-1 0,1 1 0,-1-1 0,1 1 0,0-1 0,-1 0 0,1 1-1,0-1 1,0 0 0,0 0 0,-1 0 0,1-1 0,0 1 0,1 0 0,-1-1 0,0 1 0,0-1 0,0 0 0,0 1 0,0-1-1,4-1 1,-1 1-8,0 0-1,0 0 0,0-1 0,-1 0 0,1 0 0,0 0 1,-1-1-1,1 1 0,-1-1 0,1 0 0,-1-1 1,0 1-1,0-1 0,0 1 0,0-1 0,5-6 1,4-4-134,-1-1 0,-1-1 1,11-16-1,-12 17-65,10-17-693,-1 0 0,-1-2 1,14-38-1,-23 49 345,-1-1 0,-2 0 0,0 0 1,-2-1-1,4-45 0,-8-48 2020,0 115-347,0 3-1045,-1 0-1,1 1 1,-1-1-1,1 0 1,-1 0 0,1 0-1,0 0 1,0 0 0,-1 1-1,1-1 1,0 0-1,0 0 1,0 0 0,0 0-1,0 1 1,1 0-1,-1 4 101,-4 67 982,9 127 1,-3-183-1106,2 1 1,0-1-1,9 23 0,-13-39-95,0 0 0,0 0-1,0 0 1,1-1 0,-1 1 0,0 0-1,1-1 1,-1 1 0,1 0 0,-1 0-1,1-1 1,-1 1 0,1-1 0,-1 1-1,1-1 1,0 1 0,-1-1 0,1 1-1,0-1 1,-1 1 0,1-1-1,0 0 1,-1 1 0,1-1 0,0 0-1,0 0 1,0 1 0,-1-1 0,2 0-1,0 0-86,-1-1-1,1 1 0,-1-1 0,1 0 1,-1 1-1,1-1 0,-1 0 0,0 0 0,1 0 1,-1 0-1,0 0 0,0 0 0,0 0 1,0 0-1,2-3 0,8-13-1018,0 0-1,-2-1 1,0-1-1,-1 0 1,-1 0-1,9-39 1,0-13-3435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0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8628,'0'0'5885,"0"36"-3489,2 242 979,-1 129-110,0-393-3262,-1-14-5,0 0-1,0 0 1,0 0 0,0 0 0,0 0 0,0 0 0,1 0 0,-1 0 0,0 0 0,0 0 0,0 1 0,0-1 0,0 0 0,0 0 0,0 0 0,0 0 0,0 0 0,0 0 0,0 0 0,0 0-1,0 0 1,0 0 0,0 0 0,1 0 0,-1 0 0,0 0 0,0 0 0,0 0 0,0 0 0,0 0 0,0 0 0,0 0 0,0 0 0,0 0 0,0 0 0,0 0 0,1 0 0,-1 0-1,0 0 1,0 0 0,0 0 0,0 0 0,0 0 0,0 0 0,0 0 0,0 0 0,0 0 0,0 0 0,0 0 0,0 0 0,0-1 0,0 1 0,0 0 0,1 0 0,-1 0 0,0 0-1,0 0 1,0 0 0,0 0 0,0 0 0,0 0 0,0 0 0,0 0 0,0-1 0,8-25-552,16-136-3457,6-34-3656,-25 175 6468,1-1 0,1 1 0,1 0 0,1 1 0,1 0 0,22-34 0,-26 46 1346,-1 0 0,2 1 0,-1 0 0,1 0 0,0 1 0,0 0 0,1 0 0,12-7 0,-14 10 304,0 0-1,0 1 1,1-1 0,-1 1 0,1 1-1,0-1 1,-1 1 0,1 0-1,0 1 1,-1 0 0,1 0 0,12 1-1,-14 1-199,0-1 1,-1 0-1,1 1 0,-1 0 0,1 0 0,-1 1 1,0-1-1,1 1 0,-1 0 0,-1 0 0,1 0 1,0 0-1,-1 1 0,0 0 0,1 0 0,-1-1 1,-1 2-1,1-1 0,-1 0 0,3 6 0,2 5 336,-1 1-1,0 0 0,-1 1 0,5 27 1,-5-7 409,-2 1 1,-2 51 0,-1-7 87,0-80-1090,0 0 0,0-1 1,0 1-1,0 0 1,1 0-1,-1 0 0,0-1 1,1 1-1,-1 0 1,1 0-1,0-1 0,0 1 1,-1 0-1,1-1 1,0 1-1,0-1 1,1 1-1,-1-1 0,0 0 1,0 1-1,1-1 1,-1 0-1,1 0 0,1 1 1,-1-1-110,-1-1 1,1 0-1,0 0 1,-1 0-1,1 0 1,0 0-1,0 0 1,-1 0-1,1-1 1,0 1-1,-1-1 1,1 1-1,0-1 1,-1 0 0,1 1-1,-1-1 1,1 0-1,-1 0 1,1 0-1,-1 0 1,0 0-1,0 0 1,1-1-1,-1 1 1,0 0-1,1-2 1,8-10-877,0 0 1,-2-1 0,1 0-1,-2 0 1,0-1 0,9-26-1,23-100-5474,-32 111 5544,0 1 908,9-35 565,-1 20 10237,-15 49-8769,-2 5-1660,0 0 1,0 0 0,-1-1 0,0 1-1,0-1 1,-1 1 0,-1-1-1,-6 11 1,-11 24 154,12-20-440,1 1-1,2 0 1,0 1-1,1 0 0,2 0 1,0 0-1,2 0 1,2 47-1,1-65-194,1 0 1,-1 0-1,1 0 0,0 0 1,1 0-1,0-1 0,1 1 1,4 8-1,5 3-1005,22 29 0,3 1-353,-21-24 1372,-1 1-1,-1 1 0,19 46 1,-29-59 112,0 0 1,-2 0 0,0 0-1,0 0 1,-1 1 0,-1 0-1,0-1 1,-1 1-1,-4 26 1,3-34-7,-1-1 0,0 1 0,0 0 1,-1-1-1,1 1 0,-2-1 0,1 0 0,-1 0 0,1 0 0,-2-1 1,1 1-1,0-1 0,-1 0 0,0 0 0,-1-1 0,1 1 0,-7 3 1,3-3 14,1 0 0,0 0 0,-1-1 0,0-1 0,0 0-1,0 0 1,0 0 0,-1-1 0,1-1 0,-1 1 0,1-2 0,-11 1 0,18-1 11,0 0 0,0 0-1,0-1 1,0 1 0,0 0-1,0-1 1,0 1 0,0-1-1,0 0 1,0 1-1,0-1 1,0 0 0,0 0-1,0 0 1,1-1 0,-1 1-1,0 0 1,1-1 0,-1 1-1,1-1 1,0 1 0,-1-1-1,1 0 1,0 1 0,0-1-1,0 0 1,0 0-1,0-2 1,-1-5-4,0 0 0,1 1 0,0-1 0,0 0 1,1-14-1,1 9-16,-1-9-68,1 1 0,1-1-1,2 0 1,0 1-1,1-1 1,1 1-1,2 0 1,0 1 0,21-41-1,10 1-1174,2 1-1,65-73 1,-76 97-971,17-22-6527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0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5651,'0'0'6354,"0"0"-6319,0 0-1,0 1 0,0-1 0,0 0 0,0 0 0,0 0 0,0 0 0,1 0 0,-1 0 1,0 0-1,0 0 0,0 0 0,0 1 0,0-1 0,0 0 0,0 0 0,0 0 0,0 0 1,0 0-1,0 0 0,0 0 0,0 0 0,0 0 0,-1 1 0,1-1 0,0 0 0,0 0 1,0 0-1,0 0 0,0 0 0,0 0 0,0 0 0,0 0 0,0 0 0,0 0 1,0 1-1,0-1 0,0 0 0,0 0 0,-1 0 0,1 0 0,0 0 0,0 0 0,0 0 1,0 0-1,0 0 0,0 0 0,0 0 0,0 0 0,0 0 0,-1 0 0,1 0 0,0 0 1,0 0-1,0 0 0,0 0 0,0 0 0,0 0 0,0 0 0,0 0 0,-1 0 0,1 0 1,0 0-1,0 0 0,0 0 0,0 0 0,0 0 0,0-1 0,0 1 0,17 209 3155,-1-47-2170,-9 66 141,4 53-79,-8-246-897,13 65 0,-16-97-168,1 0 1,0-1-1,-1 1 1,1-1-1,0 1 1,0-1-1,1 0 1,-1 1-1,0-1 1,1 0-1,-1 0 1,1 0-1,3 3 1,-5-5-20,0 1 1,1-1 0,-1 0-1,0 0 1,1 0 0,-1 0 0,0 0-1,1 0 1,-1 0 0,1 0-1,-1 0 1,0 0 0,1 0 0,-1 0-1,0 0 1,1 0 0,-1 0-1,0 0 1,1 0 0,-1 0-1,1 0 1,-1 0 0,0-1 0,1 1-1,-1 0 1,0 0 0,0 0-1,1-1 1,-1 1 0,0 0 0,1-1-1,0 0-27,0-1-1,1 0 1,-1 0 0,0 0-1,0 0 1,0 0-1,-1 0 1,1 0-1,0-3 1,10-45-3373,7-87 0,-14 67-1794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0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472 0 11685,'0'0'2052,"-31"17"-827,-2 1-1043,-164 95 220,162-93-388,8-4-98,1 0 0,1 2-1,-36 31 1,57-45 77,1 0 0,-1 1 1,1 0-1,0 0 0,0-1 0,0 2 0,1-1 0,0 0 1,0 0-1,-3 12 0,4-15 74,1 0 1,-1 1-1,1-1 0,0 0 1,0 1-1,0-1 0,0 0 1,0 1-1,0-1 0,1 0 1,-1 1-1,1-1 1,0 0-1,-1 0 0,1 1 1,0-1-1,0 0 0,0 0 1,1 0-1,-1 0 0,0 0 1,1-1-1,-1 1 0,1 0 1,0-1-1,0 1 0,-1-1 1,4 3-1,4 0 120,-1-1 0,1 1 0,0-1 0,-1-1 1,1 0-1,1 0 0,9 0 0,69 0 112,-60-2-371,-15 0-587,0 0 0,0-1 0,1 0 0,-1-1 0,24-7 0,7-11-4896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1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348 73 9332,'0'0'5678,"-9"-9"-5612,-28-28 62,33 34-29,0 0-1,0 1 0,0-1 1,0 1-1,0 0 0,0 0 1,-1 0-1,1 0 0,-1 1 1,1 0-1,-1 0 0,0 0 1,0 0-1,1 1 1,-1 0-1,0 0 0,0 0 1,1 1-1,-1-1 0,0 1 1,-5 2-1,6-1-77,-1-1 0,1 1 0,0 0 1,1 1-1,-1-1 0,0 1 0,1-1 0,-1 1 0,1 0 0,0 1 1,0-1-1,0 0 0,1 1 0,-1-1 0,-2 7 0,1-5 14,-17 28 351,1 0 0,2 2 0,1 0 0,1 2 0,-16 61 0,28-84-178,1-1-1,1 1 1,0 0-1,1 18 1,0-32-203,1 1 0,0 0 0,0 0 0,1 0 0,-1-1 0,0 1 0,0 0 0,0 0 0,0-1 0,1 1 0,-1 0 0,0 0-1,1-1 1,-1 1 0,1 0 0,-1-1 0,1 1 0,-1 0 0,1-1 0,-1 1 0,1-1 0,-1 1 0,1-1 0,0 1 0,-1-1 0,1 0 0,0 1 0,-1-1 0,1 0 0,0 1 0,0-1 0,-1 0 0,1 0 0,0 0 0,0 0 0,0 1 0,-1-1 0,1 0-1,0 0 1,0-1 0,0 1 0,4 0-8,-1-1 0,1 0 0,-1 0 0,0 0 0,0-1 0,6-2 0,2-3-69,-1 0 1,0-1-1,0 0 0,-1 0 1,0-1-1,11-14 0,51-66-2342,-45 51-1099,24-45 1,-24 32-1682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1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5122,'3'69'5987,"-3"7"-2001,0 8-961,-3-3-1200,3-12-768,0-15-241,3-21-384,24-17-272,3-16-160,4 0-288,2-40-320,-2-11-1473,-11-3-2001,-6 0-1665</inkml:trace>
  <inkml:trace contextRef="#ctx0" brushRef="#br0" timeOffset="1">0 0 9524</inkml:trace>
  <inkml:trace contextRef="#ctx0" brushRef="#br0" timeOffset="2">0 0 9524,'211'36'3410,"-211"37"-993,0 5-144,0-6-880,13-12-801,0-15-496,1-21-96,-4-15-672,-4-9-1537,-6-24-6595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1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11013,'0'0'0</inkml:trace>
  <inkml:trace contextRef="#ctx0" brushRef="#br0" timeOffset="1">445 514 1345,'0'0'0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2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435 23 800,'0'0'2530,"-24"1"-233,-77 0-478,88-1-1248,0-1 1,1 0-1,-1-1 1,0-1-1,-16-5 1,23 6-472,0 0 0,0 1 0,0 0 0,0-1 0,0 2 0,0-1 0,0 1 0,0 0 0,0 0 0,0 1 0,-8 1 0,11-1-46,1 0 0,-1 0 1,0 0-1,1 1 0,-1-1 0,1 1 1,-1-1-1,1 1 0,0 0 0,0 0 1,0 0-1,0 0 0,0 1 0,-2 2 1,-22 40 821,19-31-595,-3 4 343,0 1 0,2 0 0,0 1 1,1 0-1,1 0 0,0 1 0,2-1 0,1 1 0,-2 31 0,5-51-609,0-1 1,0 1-1,0-1 1,0 1 0,0-1-1,0 0 1,1 1-1,-1-1 1,0 1 0,0-1-1,0 1 1,0-1-1,1 1 1,-1-1 0,0 0-1,0 1 1,1-1-1,-1 1 1,0-1 0,1 0-1,-1 1 1,0-1-1,1 0 1,-1 1 0,1-1-1,-1 0 1,0 0-1,1 0 1,-1 1 0,1-1-1,-1 0 1,1 0-1,-1 0 1,1 0 0,0 0-1,20-1 12,-15 0 22,4-1-58,-1 0-1,1 0 0,-1-1 1,0-1-1,0 0 0,0 0 1,0 0-1,-1-1 0,10-7 1,9-10-741,32-30 1,-50 43 410,22-23-2468,-1-1-1,26-38 1,-11 12-2719</inkml:trace>
  <inkml:trace contextRef="#ctx0" brushRef="#br0" timeOffset="1">435 23 6547,'-10'-9'6435,"-10"81"-2881,0 10-817,10-1-1088,3-12-545,7-15-288,0-18-367,10-21-273,20-15-176,0 0-96,7-27 32,0-18-849,-1-6-976,1-6-816,-10-6-832,-14-6-1938</inkml:trace>
  <inkml:trace contextRef="#ctx0" brushRef="#br0" timeOffset="2">435 23 2497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2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1 117 2497,'160'-107'10005,"-159"106"-9840,0 0 0,1 0 0,-1 0 0,0 0 0,0 1-1,1-1 1,-1 0 0,0 1 0,1-1 0,-1 1 0,1 0 0,-1-1 0,1 1 0,-1 0 0,1 0 0,2 0 0,-4 1-77,0-1 0,1 1 0,-1 0 0,0-1-1,0 1 1,1 0 0,-1 0 0,0-1 0,0 1 0,0 0 0,0 0 0,0-1-1,0 1 1,0 0 0,0 0 0,-1-1 0,1 1 0,0 0 0,-1 0 0,1 0-48,-12 78 3665,-2 94 1,11 83-1206,3-241-2327,0-14-176,-1 0-1,1 0 0,0 0 0,0 0 0,0 0 0,1 0 0,-1 0 1,0 1-1,0-1 0,0 0 0,1 0 0,-1 0 0,1 0 0,-1 0 1,1 0-1,-1-1 0,1 1 0,-1 0 0,1 0 0,1 1 0,-1-2-10,0 0 0,0 1-1,-1-1 1,1 0 0,0 0-1,0 0 1,0 0 0,0-1-1,0 1 1,-1 0 0,1 0 0,0 0-1,0-1 1,0 1 0,-1 0-1,1-1 1,0 1 0,0-1-1,-1 1 1,1-1 0,0 1-1,-1-1 1,1 1 0,-1-1-1,2-1 1,6-8-172,0-1 0,-1-1 0,0 1 0,-1-1-1,0 0 1,7-23 0,-9 26 46,44-129-2777,-29 79-2470,36-78-1,-51 128 4921,0 1 0,1 0-1,0 0 1,0 0 0,11-11 0,-13 17 643,-1 0 1,0 0-1,1 0 0,-1 0 1,1 0-1,0 0 1,-1 1-1,1 0 1,0-1-1,0 1 0,0 0 1,0 0-1,0 1 1,0-1-1,0 1 1,0-1-1,1 1 0,-1 0 1,0 0-1,5 1 1,-5 0 21,-1-1 0,1 1 0,-1 0-1,1 0 1,-1 0 0,0 0 0,1 0 0,-1 0 0,0 1 0,0-1 0,0 1 0,0-1 0,0 1 0,0 0 0,0 0 0,2 4 0,1 1 143,-1 1 0,0-1 1,4 15-1,-5-15-114,13 44 1011,-2 1 0,-2 1-1,6 62 1,5 30-701,-22-141-703,-1-4 100,0 1 0,0-1 0,0 1-1,0-1 1,0 1 0,0-1 0,0 0 0,0 1 0,0-1 0,0 1 0,0-1 0,0 0 0,0 1 0,1-1 0,-1 1 0,0-1-1,0 0 1,0 1 0,1-1 0,-1 0 0,0 1 0,0-1 0,1 0 0,-1 1 0,0-1 0,1 0 0,-1 0 0,0 1-1,1-1 1,-1 0 0,0 0 0,1 0 0,-1 1 0,1-1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0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41 220 160,'0'0'4250,"-4"-22"-3716,-12-70-11,11 36 506,5 52-716,0 1 1,0 0-1,0 0 1,0 0-1,-1-1 1,1 1-1,-1 0 1,0 0-1,0 0 1,0 0 0,-3-4-1,-2-1 3478,6 20-3018,0-2-890,16 361 2266,1-36 326,-18-182-1524,7 162 640,-6-308-1542,0 5 49,1-1 0,0 0 0,0 1 0,1-1 0,1 0 0,0 0 0,8 21 0,-10-31-92,-1 0 1,1 1 0,-1-1-1,1 0 1,0 0 0,-1 0-1,1 0 1,0 0 0,0 0-1,0 0 1,-1-1 0,1 1-1,0 0 1,0 0 0,0 0-1,0-1 1,1 1-1,-1-1 1,0 1 0,0-1-1,0 1 1,0-1 0,1 0-1,-1 0 1,0 1 0,0-1-1,1 0 1,-1 0 0,0 0-1,0 0 1,0 0 0,1-1-1,1 1 1,-1-1-30,0-1 0,0 1 0,0 0 0,0 0 0,-1-1 0,1 1 0,0-1 0,-1 0 0,1 0 1,-1 1-1,0-1 0,1 0 0,-1 0 0,0 0 0,0 0 0,0 0 0,0-4 0,5-15-688,-1 0 0,-1 0 1,-2 0-1,1-27 0,-3-44-6300,-3 46 149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0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13014,'0'0'5603,"190"6"-5219,-113-6-176,0 0-208,-10-15-1057,-14 0-1392,-16 6-1937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1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0 581 12662,'0'0'2505,"18"-29"-1907,-2 2-613,18-30-358,58-73 0,-89 126 351,74-100-1506,-67 88 1147,0-1 0,-1 0 0,0 0 0,9-29 0,-16 35 370,1 1 0,-2-1 0,0 0 0,0 0 0,-1-11 0,0 21 34,0-1 1,0 1-1,0 0 1,0 0-1,-1 0 1,1-1-1,0 1 1,-1 0-1,1 0 1,-1 0-1,1 0 1,-1 0-1,0 0 1,0 0-1,1 0 1,-1 0-1,0 0 1,0 0-1,0 0 1,-1 0-1,-1-1 21,1 0 0,-1 1 1,0-1-1,0 1 0,0 0 0,0 0 0,-5-1 0,-5 0 32,0 0 0,-25 1 0,36 1-83,-4-1 18,1 1 0,-1 1 0,1-1 1,0 1-1,-1 0 0,1 0 0,-10 3 1,13-2 22,-1-1 0,0 1 0,1 0 1,0 0-1,-1 0 0,1 0 0,0 0 0,0 0 1,0 1-1,0-1 0,1 1 0,-1-1 1,1 1-1,-1 0 0,-1 4 0,-3 11 361,-1 1 0,2 0 0,1 1-1,0-1 1,-1 25 0,2 103 1655,3-105-1456,-1 26 344,2 76 629,0-122-1306,2 0 0,0-1 0,2 1 0,9 30 0,-11-45-203,-1 0 1,2 1-1,-1-1 0,1 0 0,0-1 0,0 1 1,1-1-1,0 1 0,0-1 0,1-1 1,9 9-1,-9-10-40,1 0 0,-1 0 1,1-1-1,0 0 0,0 0 0,0-1 1,1 0-1,-1 0 0,0-1 0,1 0 1,14 1-1,-12-2-50,1-1 1,-1 0-1,0 0 1,0-1-1,0 0 1,0-1-1,0 0 1,0-1-1,-1 0 1,1-1-1,-1 1 1,0-2-1,0 1 1,-1-1-1,15-14 1,-4 2-603,-2-1 1,0-1 0,-1 0 0,-1-1 0,16-30 0,-19 30-842,-1-1 1,9-24-1,4-42-4546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1.4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0 7652,'0'0'5402,"-2"29"-3657,1-1-1313,-6 162 2140,7 279 2700,5-553-7041,3 0 1,3 1 0,33-118 0,-39 182 1216,0 1 0,1 0 0,1 0-1,1 1 1,0 0 0,19-27 0,-22 38 616,0-1-1,0 1 1,1-1-1,0 2 1,1-1-1,0 1 1,-1 0-1,1 0 1,1 1-1,-1 0 1,1 0 0,-1 1-1,1-1 1,0 2-1,1-1 1,-1 1-1,12-1 1,47-1 2070,-60 4-1957,0 0 0,0 1 0,0 0 0,0 0 0,0 0 1,0 1-1,9 4 0,-8-2-47,0 1 1,-1 0 0,0 1-1,13 12 1,15 11-1158,-29-28-3121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2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434 589 9524,'0'0'3591,"-22"0"-3492,-157 0 805,150-1-454,14 0-166,0 1-1,-1 1 1,-15 2 0,27-3-216,0 1 0,0 0 0,0 1 0,0-1 0,1 0 0,-1 1 0,0 0 0,1 0 0,-1 0 0,1 0 0,-1 1 0,1 0 0,0-1 1,0 1-1,-5 7 0,2-1 146,0 0 0,1 0 1,0 1-1,1 0 0,0 0 1,-4 19-1,-8 67 981,15-91-1148,-7 100 1341,6 114-1,2-202-1225,1 0 1,0 0-1,2-1 1,5 25-1,-6-36-136,-1 0-1,1-1 0,0 1 1,0-1-1,0 0 0,1 0 0,-1 1 1,1-1-1,0-1 0,0 1 0,1 0 1,-1-1-1,1 0 0,0 0 0,0 0 1,0 0-1,0 0 0,0-1 1,9 4-1,-8-4-15,1 0 0,0-1 1,0 1-1,-1-1 0,1 0 0,0-1 0,0 1 1,0-1-1,0-1 0,0 1 0,0-1 1,0 0-1,0 0 0,0 0 0,0-1 1,-1 0-1,1 0 0,-1-1 0,1 0 0,-1 0 1,0 0-1,7-5 0,2-5-32,-1 1 0,0-2 0,-1 0-1,0 0 1,-1-1 0,10-19 0,-2 1-577,-1-2-1,-2-1 1,-1 0 0,-2-1-1,-2 0 1,-1-1 0,-2 0-1,-2 0 1,-1-1 0,-1-71 0,-4 101 413,1-49-1305,-3 0-1,-14-85 0,-60-244-733,73 358 2226,0 6 727,2 21 687,1 9 1096,1 67-1224,13 78 1,0 7-50,-9 195 0,-6-221-638,1 274 864,0-385-1359,-1-11-25,1-1 1,1 1-1,-1 0 1,2-1-1,3 16 0,3-14 58,-8-12-138,0 0 0,0 0-1,1 0 1,-1 0 0,0 1 0,0-1-1,0 0 1,0 0 0,1 0 0,-1 0 0,0 0-1,0 0 1,0 0 0,1 0 0,-1 0-1,0 0 1,0 0 0,0 0 0,1 0-1,-1 0 1,0 0 0,0 0 0,0 0 0,1 0-1,-1 0 1,0 0 0,0 0 0,0 0-1,1 0 1,-1 0 0,0 0 0,0 0-1,0 0 1,0 0 0,1-1 0,-1 1 0,0 0-1,0 0 1,0 0 0,0 0 0,0 0-1,1-1 1,-1 1 0,0 0 0,0 0-1,0 0 1,0 0 0,0-1 0,0 1-1,0 0 1,0 0 0,0 0 0,0-1 0,0 1-1,0 0 1,0 0 0,0 0 0,0-1-1,0 1 1,0 0 0,0 0 0,0 0-1,0-1 1,0 1 0,1-138-3605,-2 71-209,1 1-1551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2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265 169 10277,'0'0'2718,"-1"-12"-2523,1-6-63,0 5 204,0 1 0,-3-20-1,1 28-180,1 0-1,-1 1 1,0-1-1,0 1 1,0-1-1,-1 1 1,1 0-1,-1 0 1,0 0-1,0 0 1,-6-5-1,-4-4 76,11 10-238,-1-1 1,0 1-1,0 0 1,-1 0-1,1 0 1,0 0-1,-1 0 0,0 1 1,1 0-1,-1-1 1,0 1-1,1 1 1,-1-1-1,0 0 1,0 1-1,0 0 1,1 0-1,-1 0 0,0 0 1,0 1-1,0 0 1,1-1-1,-1 1 1,0 1-1,1-1 1,-1 0-1,0 1 1,1 0-1,0 0 0,0 0 1,-1 0-1,1 0 1,0 1-1,-3 3 1,-1 4 109,1 1-1,0-1 1,1 1 0,0 0 0,1 0 0,-4 17 0,-13 75 1261,21-103-1358,-12 85 1360,3-1 0,3 1 1,8 97-1,-2-180-1349,0 0-1,0-1 1,0 1 0,1-1 0,-1 1-1,0-1 1,1 1 0,0-1 0,-1 1 0,1-1-1,0 1 1,0-1 0,-1 0 0,1 1-1,0-1 1,0 0 0,1 0 0,-1 0-1,0 0 1,0 0 0,0 0 0,1 0 0,-1 0-1,1 0 1,-1-1 0,0 1 0,1 0-1,-1-1 1,1 1 0,2-1 0,0 1-17,-1-1 0,1 0 0,-1 0 0,1 0 0,-1 0 0,1-1 0,-1 1 0,1-1 0,-1 0 0,0 0 0,1-1 0,-1 1 0,4-2 0,0-3-5,1 1 0,-1-1 0,0 0 0,-1 0 0,0-1 0,10-12 0,31-52-211,-28 40-427,-2-2 0,-1 0 0,18-58 1,-25 62-602,-2 0 1,-1 0 0,-1-1 0,1-56 0,-7 28 2240,1 58-943,-3 10 613,-4 72 1261,4 118-1,4-120-1355,-2-43-361,0-7 32,5 40 0,-4-62-222,2-1-1,-1 1 1,1 0-1,0-1 1,1 1 0,0-1-1,0 1 1,0-1-1,1 0 1,5 6-1,-8-11-76,1 1-1,0-1 1,0 0-1,0 0 1,0 0-1,0 0 1,0-1-1,0 1 1,0 0-1,1-1 1,-1 0-1,1 1 1,-1-1-1,1 0 1,0 0-1,-1-1 1,1 1-1,0 0 1,0-1-1,-1 0 1,1 0-1,0 1 1,0-2-1,0 1 1,4-1-1,-3 0-126,0 0 0,0-1 0,0 0 0,0 1 0,-1-1 0,1 0 0,-1-1 0,1 1 0,-1-1 0,0 0 0,0 1 0,0-1 0,0-1 0,-1 1 0,5-6 0,0-3-1193,-1 0-1,7-18 1,6-29-5344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3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8516,'0'0'8510,"4"17"-7888,7 48 333,6 126 0,-17 363 1625,-2-203-1614,8-475-1542,-6 99 298,-12-296-5316,-2 8 3040,14 290 2420,1 0-1,1 1 1,1-1-1,1 1 0,9-30 1,-7 38 146,-1-1 1,2 1 0,0 1-1,0-1 1,1 1 0,1 0-1,0 1 1,20-20 0,-22 25 122,1 0 1,0 1-1,0 0 0,0 0 1,1 1-1,0 0 1,0 1-1,0 0 1,17-5-1,-22 8-17,1 0 0,-1 0 0,1 0-1,-1 1 1,1-1 0,0 1 0,-1 0 0,1 0 0,-1 1 0,1-1 0,-1 1 0,1 0-1,-1 1 1,1-1 0,-1 1 0,0-1 0,0 1 0,0 1 0,0-1 0,0 0-1,0 1 1,0 0 0,4 5 0,-2-1 38,0 1 1,-1-1-1,0 1 0,0 0 1,-1 1-1,0-1 0,-1 1 0,0-1 1,0 1-1,-1 0 0,2 15 1,-1 1 217,-1 1 0,-2 0 0,-2 27 0,0-37-337,0 0-1,-2-1 1,0 1-1,0-1 1,-2 0-1,0 0 0,0 0 1,-2-1-1,0 0 1,0 0-1,-1-1 1,-1 0-1,0 0 1,-1-1-1,0-1 1,-1 0-1,-18 13 1,24-20-243,1 0 1,-1 0-1,0-1 1,0 1-1,-1-2 1,1 1 0,-1-1-1,1 0 1,-1 0-1,0 0 1,0-1-1,1 0 1,-1-1 0,0 0-1,0 0 1,0 0-1,-9-2 1,14 1 40,0 1 0,0-1 0,1 1 0,-1-1 0,0 0 0,1 0 0,-1 0 0,1 0 0,-1 0 0,1 0 0,-1 0 0,1-1 0,-1 1 0,1 0 0,0-1 0,0 1 0,0-1 0,0 1 0,-1-3 0,0-1-414,0 0 0,1 0 0,-1 0 0,1 0 0,-1-9 0,0-44-5624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3.7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252 143 1713,'0'0'7995,"-3"-9"-7071,1 3-790,1-1 9,-1 1 0,0-1 0,0 1 1,-1 0-1,0-1 0,0 1 0,-1 0 0,1 1 0,-9-11 1,-2 4-106,11 8 50,0 0 0,-1 1 1,1 0-1,-1-1 0,0 1 0,0 1 1,0-1-1,0 1 0,-1-1 1,1 1-1,-1 0 0,1 1 0,-1-1 1,0 1-1,1 0 0,-1 0 0,0 1 1,-7-1-1,2 1-26,9-1-7,-1 1 0,0 0 0,1 0 1,-1 0-1,1 0 0,-1 0 0,1 0 0,-1 0 0,1 0 1,-1 1-1,1-1 0,-1 0 0,1 1 0,-1-1 0,1 1 1,-1 0-1,1-1 0,0 1 0,-1 0 0,1 0 1,0 0-1,0 0 0,0 0 0,0 0 0,0 0 0,0 1 1,0-1-1,0 0 0,0 1 0,0-1 0,1 0 0,-1 1 1,1-1-1,-2 3 0,-5 18 425,0 0 0,1 0 1,1 1-1,-4 44 0,7-52-243,-18 414 4670,20-417-4797,0-1 0,0 1 0,0-1 0,1 1-1,5 20 1,-5-30-102,0 1 0,0-1 0,0 1 0,0-1 1,0 1-1,0-1 0,1 0 0,-1 0 0,1 0 0,0 1 0,0-2 0,0 1 0,0 0 0,0 0 0,0-1 1,0 1-1,0-1 0,1 1 0,-1-1 0,1 0 0,-1 0 0,1 0 0,-1 0 0,1-1 0,3 1 0,-2 0-12,0-1 0,1 1 0,-1-1 0,0 0 0,1-1 0,-1 1 0,0-1 0,1 0 0,-1 0 0,0 0 0,0 0 0,0-1 0,7-3 0,-4 1-9,0-1 0,0 0-1,0 0 1,-1-1-1,0 0 1,9-10-1,0-5-260,0 0-1,-2-1 1,19-40-1,-23 41-293,-1 0 1,-1 0-1,-1-1 0,-1 1 1,3-37-1,-2-111-4436,-6 145 4276,1 15 707,-3-18-189,2 27 299,0-1-1,0 0 1,0 1 0,-1-1 0,1 0-1,0 1 1,-1-1 0,1 1 0,0-1-1,-1 1 1,1-1 0,0 1 0,-1-1 0,1 1-1,-1-1 1,1 1 0,-1-1 0,0 1-1,1 0 1,-1-1 0,1 1 0,-1 0 0,0-1-1,1 1 1,-1 0 0,0 0 0,1 0-1,-1-1 1,0 1 0,1 0 0,-2 0 0,2 0-62,-1 0 1,1 0 0,0 1 0,0-1-1,-1 0 1,1 0 0,0 0 0,0 0 0,-1 0-1,1 0 1,0 0 0,0 1 0,-1-1-1,1 0 1,0 0 0,0 0 0,0 0 0,-1 1-1,1-1 1,0 0 0,0 0 0,0 1-1,0-1 1,-1 0 0,1 0 0,0 1 0,0-1-1,0 0 1,0 0 0,0 1 0,0-1-1,0 0 1,0 1 0,-6 23 619,1 1-1,2 0 1,-1 47 0,3-56-395,1 195 1260,0-203-1491,1 0-1,0 0 1,0 0-1,1-1 0,0 1 1,1 0-1,-1-1 1,7 13-1,-7-18-116,0 1 0,0 0 0,0-1 0,0 1 0,0-1 0,0 0 0,0 1 0,1-1 0,0 0 0,-1-1 0,1 1 0,0 0 0,0-1 0,0 1 0,0-1 0,0 0 0,0 0 0,0 0 0,0-1-1,0 1 1,0-1 0,1 1 0,2-1 0,-2 0-304,-2 0 71,0 0 1,0 0-1,0 0 0,0 0 0,0 0 0,0 0 0,0-1 0,0 1 0,-1-1 0,1 1 0,0-1 1,0 0-1,0 1 0,-1-1 0,1 0 0,0 0 0,2-2 0,10-23-5017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4.1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6867,'0'0'8775,"6"37"-7588,-5-27-1089,12 78 1203,1 134 0,-14-135-523,-9 428 2046,4-355-2510,5-150-346,0-9 12,-1 0 0,1 1 0,0-1 0,0 0 0,0 0 0,0 1 1,0-1-1,0 0 0,0 1 0,0-1 0,0 0 0,1 0 0,-1 1 1,0-1-1,1 0 0,-1 0 0,1 0 0,0 0 0,-1 1 0,1-1 0,0 0 1,0 0-1,1 1 0,-1-2-43,-1 1-1,1-1 1,-1 0-1,1 0 1,-1 0 0,1 0-1,-1 0 1,1 0 0,0 0-1,-1 0 1,1 0 0,-1-1-1,1 1 1,-1 0 0,1 0-1,-1 0 1,1-1 0,-1 1-1,1 0 1,-1 0 0,1-1-1,-1 1 1,1 0 0,-1-1-1,0 1 1,1-1 0,-1 1-1,0 0 1,1-1 0,-1 1-1,0-1 1,1 1 0,-1-1-1,0 1 1,0-1 0,1-1-1,6-23-1733,-3-29-2559,-3-18-3376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34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 14487,'0'0'5570,"190"18"-5298,-133-18-272,-7-12-176,-3-9-3505,-20 0-5828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8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531 172 2513,'0'0'4677,"-9"4"-4178,-27 10 45,35-14-455,0 1 0,1 0-1,-1-1 1,0 0 0,0 1-1,0-1 1,0 1 0,0-1-1,0 0 1,0 0 0,-1 0 0,1 0-1,0 0 1,0 0 0,0 0-1,0 0 1,0 0 0,0 0-1,0 0 1,0-1 0,0 1 0,0 0-1,0-1 1,-1 0 0,1 0-53,1-1 0,-1 1-1,1 0 1,-1 0 0,1-1 0,0 1 0,0 0 0,0-1 0,0 1 0,0 0 0,0-1 0,0 1 0,0-2 0,1-8 479,-1-149 5533,0 234-5699,-16 892 3968,15-939-4196,-6 172 1036,8-248-1157,-7-125-1656,3 152 1166,0 1 1,-2-1 0,-1 1-1,0 0 1,-1 0-1,-12-20 1,10 23 50,0 0-1,-2 1 1,0 0-1,-1 1 1,-1 0-1,-27-25 1,34 35 353,0 1-1,0 1 1,0-1-1,0 1 1,-1 0-1,0 1 1,0 0-1,0 0 1,0 0-1,0 1 1,-1 0-1,1 0 1,-1 1 0,1-1-1,-1 2 1,0-1-1,1 1 1,-1 1-1,0-1 1,1 1-1,-10 3 1,12-2 69,0 0 0,0 1 1,0-1-1,1 1 1,-1 1-1,1-1 0,-1 1 1,1-1-1,0 1 0,1 0 1,-1 1-1,1-1 0,-1 1 1,1-1-1,1 1 0,-1 0 1,-3 10-1,-1 2 180,1 0 1,1 0-1,0 0 1,-2 25-1,3 3 1246,3 63 0,1-101-1236,0 0 0,1 0 0,0 0 0,0-1 1,0 1-1,1 0 0,0-1 0,1 1 0,-1-1 1,1 0-1,6 9 0,-6-11-94,0 0 1,1 0-1,0 0 0,0 0 1,0-1-1,0 0 1,0 1-1,1-2 0,0 1 1,-1 0-1,1-1 0,0 0 1,0 0-1,0-1 0,7 2 1,1 0-57,0-1-1,0-1 1,1 0 0,-1-1-1,0 0 1,1-1 0,-1-1 0,0 0-1,0 0 1,0-2 0,0 1 0,0-2-1,-1 0 1,0 0 0,0-1-1,12-8 1,-12 6-606,-1 0 0,0 0 0,0-2 1,-1 1-1,-1-1 0,1-1 0,-1 0 0,-1 0 0,10-18 0,1-11-5078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8.6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2785,'0'0'10725,"20"172"-8740,-3-82-192,0 3-240,-1-6-273,1-20-768,0-25-271,-4-24-241,0-18-129,1 0-1343,-11-30-833,-3-15-1809,0-7-5747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8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9380,'0'0'3730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9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298 0 4018,'0'0'10514,"-33"8"-9818,-6-1-222,-62 23-1,96-27-379,-1 0 0,1 0 0,-1 0 0,1 1 0,0-1 0,0 1 0,1 1 0,-1-1 0,1 1 0,0-1 0,0 1-1,1 0 1,-1 1 0,1-1 0,0 1 0,1-1 0,-1 1 0,1 0 0,-3 11 0,-2 2 303,-1 3 96,2 0 0,0 0 1,1 0-1,1 0 0,1 1 0,1 39 0,2-61-490,0-1-1,0 0 1,0 1-1,0-1 1,0 0-1,0 1 1,0-1-1,1 0 0,-1 1 1,0-1-1,0 0 1,0 0-1,1 1 1,-1-1-1,0 0 1,0 0-1,1 1 1,-1-1-1,0 0 0,0 0 1,1 0-1,-1 0 1,0 1-1,1-1 1,-1 0-1,0 0 1,1 0-1,-1 0 1,0 0-1,1 0 0,-1 0 1,0 0-1,1 0 1,-1 0-1,0 0 1,1 0-1,-1 0 1,0 0-1,1 0 0,14-3-11,-14 2 11,6-1-5,-1-1 0,1 0 1,-1 0-1,1 0 0,-1-1 0,0 0 0,-1 0 1,1-1-1,7-7 0,6-9-275,19-27 0,-24 30-480,1 0 0,18-17 1,-30 32 565,1 0 0,0 0 0,0 0 0,1 1 0,-1 0 0,0 0 0,7-2 0,-9 3 161,0 0 1,0 1-1,0-1 1,0 1-1,0-1 1,0 1-1,0 0 1,0 0-1,0 0 1,0 0-1,1 1 1,-1-1-1,0 0 0,0 1 1,0-1-1,0 1 1,0 0-1,-1 0 1,1 0-1,2 1 1,-1 1 39,0 0 0,0 0 0,0 1 0,0-1 0,-1 1 0,1 0 0,-1-1 0,0 1 0,2 6 0,14 44 348,-14-40-209,19 76 1202,-4 0 1,13 154 0,-19 187-17,-13-430-1334,0 0 0,0 0-1,0 0 1,0 0 0,0 0-1,0 0 1,0 0-1,-1 0 1,1 0 0,0 0-1,-1 0 1,1-1 0,-1 1-1,1 0 1,-1 1 0,0-2-2,1 0 0,0 1 0,-1-1 0,1 0 0,0 0 1,-1 1-1,1-1 0,-1 0 0,1 0 0,0 0 0,-1 0 0,1 0 0,-1 0 1,1 0-1,0 1 0,-1-1 0,1 0 0,-1-1 0,1 1 0,-1 0 0,1 0 1,0 0-1,-1 0 0,0 0 0,-1-1-17,-1-1 0,1 1 0,-1-1 0,1 1 0,0-1 0,-1 0 0,1 0 0,0 0 0,0 0 0,-2-3 0,-9-14-274,1 0 1,1 0-1,0-1 1,-9-25 0,-26-93-1610,32 85 1252,3-1 0,2 0 1,3 0-1,2-1 0,4-77 1,1 116 637,1 0 0,0 0 0,1 0 1,1 1-1,1-1 0,0 1 0,1 0 0,0 0 0,2 0 1,-1 1-1,2 0 0,14-17 0,-16 21 51,1 1 0,0 1 0,1-1 0,0 2 0,0-1 0,0 1 0,1 0 0,1 1-1,-1 0 1,1 1 0,0 0 0,0 1 0,0 0 0,0 1 0,1 0 0,0 0 0,17 0 0,-24 2 20,0 1 1,1 0 0,-1 0-1,0 0 1,1 0 0,-1 1 0,0 0-1,1 0 1,-1 1 0,0-1-1,0 1 1,0 0 0,0 0 0,-1 1-1,1 0 1,-1 0 0,1 0-1,-1 0 1,0 0 0,0 1-1,0 0 1,-1 0 0,1 0 0,-1 0-1,0 1 1,0-1 0,0 1-1,3 8 1,1 3 347,-1 1 0,-1 0 0,0 0-1,-1 0 1,2 25 0,-1 24-167,-4 1-3620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9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13846,'0'0'545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49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2 6547,'1'0'128,"-1"-1"0,1 1 0,-1 0 1,1 0-1,0 0 0,-1 0 0,1 0 0,-1 0 0,1 0 0,-1 0 1,1 0-1,0 0 0,-1 0 0,1 0 0,-1 0 0,1 0 0,0 0 1,-1 1-1,1-1 0,-1 0 0,1 0 0,-1 1 0,1-1 0,-1 0 1,1 1-1,-1-1 0,1 1 0,-1-1 0,0 0 0,1 2 0,5 12 372,-1 0-1,-1 1 0,0 0 1,-1 0-1,0 0 0,0 20 1,-2-21-250,26 404 4998,-12-138-2962,-12-250-2094,1 0-1,14 50 0,-16-74-533,0-12-992,-2-26-1317,0-14-1213</inkml:trace>
  <inkml:trace contextRef="#ctx0" brushRef="#br0" timeOffset="1">0 471 11157,'0'0'5331,"197"-18"-4931,-133 3-400,-4-3-224,-7 0-2450,-2 0-3664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50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1 10677,'0'0'6307,"-100"177"-5491,76-98 321,8-1-129,-4-15-448,13-24-159,7-24-273,0-33-272,3-45-929,21-18-1840,2-10-1457,-6 7-1297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50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26 659 1153,'-10'-25'3060,"-3"-6"4199,11 39-3772,4 24-1513,0-10-946,2 15 507,11 53 1,-13-81-1432,0 0 1,1-1-1,0 1 0,0 0 1,1-1-1,0 0 1,1 0-1,0 0 1,0 0-1,1-1 0,8 10 1,-10-15-102,0 1 1,-1-1 0,1 1-1,0-1 1,0 0-1,0 0 1,0-1 0,0 1-1,1-1 1,-1 0-1,0 0 1,1-1 0,-1 1-1,1-1 1,-1 0-1,1 0 1,7-1 0,-5 0-47,0-1 1,0 1-1,-1-1 1,1 0-1,-1-1 1,1 0-1,-1 0 1,0 0-1,0-1 1,9-7-1,6-8-493,-1-1 1,0-1-1,-2-1 0,25-37 1,-12 8-522,29-64 0,-45 83 1029,-1-1 0,-2 0-1,-2-1 1,-1-1 0,-1 1-1,-2-1 1,-2-1-1,-1 1 1,-2 0 0,-3-45-1,0 72 75,1 1 1,-1-1-1,0 1 0,0-1 0,-1 1 0,0 0 0,0 0 0,-1 0 0,0 1 1,0-1-1,0 1 0,-1 0 0,0 0 0,-1 0 0,-8-7 0,9 8-3,-1 1-1,1 0 1,-1 0-1,0 1 1,0-1-1,-1 1 0,1 0 1,-1 1-1,1 0 1,-1 0-1,0 0 1,0 1-1,0 0 1,0 0-1,0 1 0,0 0 1,-9 1-1,14-1-41,0 0 0,0 1 0,0-1 0,0 1 0,0 0 0,1 0 0,-1-1 0,0 1 0,0 0 0,0 1 0,1-1 0,-1 0-1,1 0 1,-1 1 0,1-1 0,-1 1 0,1-1 0,0 1 0,0 0 0,-2 2 0,0 4 7,0-1 0,0 1 0,1 0-1,-2 9 1,3-14-5,-6 41 301,2 0 0,2 87-1,3-119-208,0 0-13,11 293 1886,-6-268-1774,0 0 0,3-1-1,1 1 1,1-2 0,2 0 0,20 41-1,-27-67-178,0 0 0,1 0-1,-1-1 1,2 1-1,-1-1 1,1-1 0,0 1-1,1-1 1,0 0-1,0-1 1,0 0-1,1 0 1,15 7 0,-18-10-109,0-1 0,0 0 0,1-1 0,-1 1 0,0-1 0,1 0 0,-1-1 0,1 1 1,-1-1-1,1-1 0,-1 1 0,1-1 0,-1 0 0,0-1 0,1 1 0,-1-1 0,0-1 0,0 1 0,0-1 1,-1 0-1,1 0 0,8-7 0,-5 3-563,0-1-1,0-1 1,0 0 0,-1 0 0,7-12 0,34-56-7299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49:5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2001,'0'0'6400,"20"-4"2955,-13 3-9892,14-4 587,0 2 0,-1 0 0,1 2 0,23 0 0,123-8-71,-68 6 26,156-26 1,-181 21-5,1 3 1,82 6 0,-49 1-2,7-2 27,309 12-46,-165-7 3,-148-7 8,-36 2 16,165-3 59,-219 0-33,29-6 1,19-2 8,94-14 71,8 0-143,-126 22 60,-1-1 1,0-3-1,47-14 1,-129 22 1249,0-1-5340,7 5-2509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4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1 376 768,'0'0'19652,"20"-12"-19278,-7 4-339,34-22 58,50-40 0,66-79-141,-57 49-328,-102 94 322,-3 5-34,-1 6-170,6 422 1085,-9-249 18,1-98-1467,1-7-3472,1-99-2328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4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11381,'0'0'2449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5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2177,'0'0'9602,"0"-6"-9106,0-13-207,2 27 82,1 47 127,12 398 3029,-10-368-2832,-1 31 1078,34 200 1,-36-306-1663,1 1 1,0-1-1,6 12 1,-8-19-101,0-1 0,0 1 1,0-1-1,1 0 0,-1 0 0,1 0 0,0 0 1,-1 0-1,1 0 0,0 0 0,0 0 1,0-1-1,0 1 0,1-1 0,-1 1 1,0-1-1,5 1 0,-7-1-22,1-1 0,0 0 0,0 0 0,0 1 0,0-1 0,0 0 0,0 0 0,0 0 0,0 0 0,0 0 0,-1 0 0,1 0 0,0-1 0,0 1 0,0 0 0,0 0 0,0-1 0,0 1 0,-1-1 0,1 1 0,0-1 0,0 1 0,0-1 0,-1 1 0,1-1 0,0 1 0,-1-1 0,1 0-1,-1 0 1,1 1 0,-1-1 0,1 0 0,-1 0 0,1-1 0,1-2-221,0-1 0,-1 1 0,0-1 0,0 0 0,0-5 0,0 7 25,2-32-4081,-2-34 0,-1 63 3596,0-51-9201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5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1 178 3249,'0'0'3298,"28"-18"-2810,95-61 174,-103 66-354,0 2 0,2 0 0,-1 1 0,38-11 0,-40 16 330,1 2 1,0 0 0,0 1-1,27 1 1,-44 1-504,1 0 0,-1 0 0,1 0-1,-1 1 1,1 0 0,-1 0 0,1 0 0,-1 0 0,0 0 0,0 0 0,1 1 0,-1 0 0,0 0 0,0-1 0,4 6 0,-3-4 32,-1 1-1,0 0 1,0 0 0,0 0-1,0 1 1,-1-1 0,0 1 0,0-1-1,0 1 1,1 5 0,1 10 383,0 1 0,-2 0 0,0 0 0,-2 28 0,0-39-351,0 11-13,0 0 1,-2 0 0,0 0 0,-1 0-1,-2-1 1,0 1 0,-1-1 0,0 0-1,-14 24 1,2-7-121,-3-1 0,-1-2 0,-2 0 0,-1-1 0,-1-1-1,-2-2 1,-1-1 0,-1-1 0,-51 36 0,73-59-103,-1 1 0,-1-2-1,-16 8 1,22-11-5,1 0 0,0 0 0,-1 0 0,1 0-1,-1-1 1,0 0 0,1 1 0,-1-1 0,1-1-1,-1 1 1,0 0 0,1-1 0,-1 0 0,-3-1-1,6 1-81,-1 0 0,1 0-1,0 0 1,0-1-1,-1 1 1,1 0 0,0-1-1,0 1 1,1-1 0,-1 1-1,0-1 1,0 1 0,1-1-1,-1 0 1,1 1-1,-1-1 1,1 0 0,0 0-1,0 1 1,0-1 0,0 0-1,0 0 1,0 1-1,0-1 1,1-2 0,-1-3-343,0 4 346,0 0 0,0 0 0,0 0 0,0 0 1,0 0-1,1 0 0,-1 0 0,1 0 0,0 0 0,0 0 0,0 0 1,0 1-1,1-1 0,-1 0 0,1 1 0,0-1 0,0 1 0,0-1 0,0 1 1,0 0-1,0 0 0,0 0 0,1 0 0,-1 0 0,1 0 0,-1 1 0,1-1 1,0 1-1,0 0 0,-1 0 0,1 0 0,0 0 0,0 0 0,0 1 1,5-1-1,1 0 189,1 0 1,0 1-1,-1 0 1,1 1-1,0 0 1,-1 0 0,1 1-1,-1 0 1,0 1-1,1 0 1,-1 1-1,0-1 1,-1 2-1,1-1 1,-1 1 0,0 1-1,0-1 1,13 14-1,4 5 670,-2 1-1,-1 1 1,37 57-1,-26-28 791,27 60 0,2 4 274,-61-117-1767,23 35 460,-23-36-494,0 1 0,1 0 0,-1-1 0,1 1 0,-1-1 0,1 1 0,0-1 0,0 0 0,-1 0 0,1 0 0,0 0 0,0 0 0,0 0 0,0 0-1,0-1 1,0 1 0,3 0 0,-4-1-53,-1-1 0,0 1 0,1 0 0,-1-1-1,1 1 1,-1 0 0,0-1 0,0 1-1,1 0 1,-1-1 0,0 1 0,0-1 0,1 1-1,-1-1 1,0 1 0,0 0 0,0-1-1,0 1 1,0-1 0,0 1 0,0-1 0,0 1-1,0-1 1,0 1 0,0-1 0,0 1 0,0-1-1,0 1 1,0-1 0,-1 0 0,1-4-491,0-32-2567,0-9-2159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7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381 229 3362,'0'0'8886,"0"-7"-8347,1 1-549,-1 2 148,1 0 0,-1-1 0,0 1 0,0-1 1,0 1-1,0 0 0,-1-1 0,0 1 0,0 0 0,0-1 0,-1 1 0,1 0 1,-4-5-1,-1 2 341,0 0 0,0 1 0,-1 0 0,-10-7 0,13 11-435,0 0-1,0 0 1,1 0 0,-1 0 0,0 1 0,-1 0 0,1 0 0,0 0-1,0 0 1,0 1 0,-7-1 0,0 1 9,-37 3-5,45-2-51,-1 0-1,1 0 1,0 0 0,-1 1 0,1-1 0,0 1 0,0-1 0,0 1 0,0 0 0,0 1 0,-3 2 0,-9 12 49,0-1-1,1 2 0,1 0 1,1 0-1,1 1 1,-13 31-1,4-3 762,-21 79 0,39-121-756,1 1 19,-1-1 0,1 0 0,0 1 1,0-1-1,0 7 0,3-12-61,-1 0 1,0-1-1,0 1 0,0-1 1,0 1-1,0-1 0,0 0 1,0 1-1,0-1 0,0 0 1,0 0-1,-1 1 0,3-3 1,47-55-592,53-75 1,30-37-1474,-128 164 2026,-4 5 40,-1 0 0,1 0 0,-1 1 0,1-1-1,0 0 1,-1 0 0,1 1 0,0-1 0,-1 1 0,1-1 0,0 1 0,0-1 0,0 1 0,-1-1 0,1 1 0,0-1 0,0 1 0,0 0 0,2-1 0,-2 5 754,-3 65 2003,1-26-1683,1 1 1,8 62-1,-7-99-1035,1 1-1,0-1 1,0 0-1,0 0 1,1 0 0,0 0-1,0-1 1,1 1-1,0-1 1,0 0-1,10 11 1,-11-14-49,0 0 0,0-1 1,1 1-1,0-1 0,-1 1 0,1-1 0,0 0 1,0-1-1,0 1 0,0-1 0,0 0 1,1 0-1,-1 0 0,0 0 0,0-1 1,1 1-1,-1-1 0,0 0 0,1-1 0,-1 1 1,8-3-1,-6 1-32,0 0 0,0 0 0,0-1 1,0 0-1,0 0 0,-1-1 0,1 1 0,-1-1 0,0-1 0,0 1 1,-1-1-1,6-5 0,7-11-600,22-35 1,-39 56 617,11-19-773,-2 1 1,0-1 0,0 0 0,-2-1 0,0 0-1,6-35 1,-11 39 1458,0 0-1,0-18 1,6 197 2084,0-5-1104,-8-25-694,1 63 187,0-191-1123,-2-4-22,1-1 0,0 1 0,0 0-1,0 0 1,0 0 0,0 0 0,0 0 0,0 0 0,0-1 0,0 1-1,0 0 1,1 0 0,-1 0 0,0 0 0,1-1 0,-1 1-1,0 0 1,1 0 0,-1 0 0,1-1 0,-1 1 0,1 0-1,0-1 1,-1 1 0,1-1 0,0 1 0,-1 0 0,2 0 0,-2-1-3,0 0 0,1 0 0,-1 0 0,0 0 0,1 0 0,-1 0 1,0-1-1,0 1 0,1 0 0,-1 0 0,0 0 0,1 0 0,-1 0 0,0 0 1,0 0-1,1-1 0,-1 1 0,0 0 0,0 0 0,0 0 0,1-1 1,-1 1-1,0 0 0,0 0 0,0-1 0,0 1 0,1 0 0,-1 0 0,0-1 1,0 1-1,0 0 0,0 0 0,0-1 0,0 1 0,0 0 0,0-1 0,0 1 1,0 0-1,0-1 0,9-31-495,-2-1 0,6-59 0,-5 29-536,-7 57 930,39-212-5487,-33 194 4419,0 0 1,1 1-1,1 0 0,2 0 0,0 1 0,25-36 0,-30 50 956,-1 2 1,2-1-1,-1 1 0,1 0 0,-1 0 1,2 0-1,11-6 0,-14 9 444,-1 1-1,0 0 1,1 0-1,0 1 1,-1-1 0,1 1-1,0 0 1,0 0-1,-1 1 1,1-1 0,0 1-1,0 0 1,0 0-1,0 1 1,6 1 0,-9-1-47,1 0 1,0 0-1,0 1 1,-1-1-1,1 1 1,-1 0 0,1-1-1,-1 1 1,0 0-1,0 1 1,0-1-1,0 0 1,0 0-1,0 1 1,0 0 0,-1-1-1,0 1 1,1 0-1,-1-1 1,1 6-1,2 5 450,0 0-1,3 29 1,1 81 2087,-7-88-2139,1 0-1,12 67 1,-12-96-566,-1-1 0,1 1 1,0-1-1,0 1 0,1-1 1,-1 0-1,1 0 0,1 0 1,-1 0-1,6 5 1,-6-7-17,0 0 0,0-1 0,0 0 0,0 0 0,0 0 0,1 0 0,-1 0 0,1-1 0,-1 1 0,1-1 0,0 0 1,-1 0-1,1-1 0,0 1 0,0-1 0,6 1 0,-7-1 1,3 0-29,1 1-1,-1-1 0,0-1 0,1 1 1,-1-1-1,0 0 0,1 0 1,-1-1-1,0 0 0,0 0 0,0 0 1,-1-1-1,1 0 0,5-3 0,10-11-329,-1 0-1,0-1 1,-2-1-1,0-1 0,-1 0 1,-1-1-1,-1-1 1,-1-1-1,0 0 0,-2 0 1,11-32-1,-17 32 354,-1-1 0,-2 0 0,0 0-1,-1 0 1,-2-35 0,0 42 194,0 14-163,0-1 0,-1 1-1,1 0 1,-1-1 0,0 1-1,1 0 1,-1-1 0,-1 1 0,1 0-1,0 0 1,-1 0 0,0 0-1,0 0 1,0 0 0,0 0 0,0 1-1,0-1 1,-1 1 0,1-1-1,-1 1 1,0 0 0,-3-2 0,1 1-27,-1 0 0,1 1 0,-1 0 0,1 0 0,-1 0 0,0 1 0,0-1 0,0 1 0,0 1 0,0-1 0,0 1 0,-6 1 0,10-1 8,0 0-1,0 1 1,0 0-1,0-1 0,0 1 1,1 0-1,-1 0 1,0 0-1,0 0 1,1 0-1,-1 0 1,1 1-1,-1-1 1,1 1-1,-1-1 1,1 1-1,0-1 1,0 1-1,0 0 1,0-1-1,0 1 1,-1 2-1,-2 6 36,0 0 1,-4 20-1,8-30-40,-5 26 115,1 0 0,1 0 1,2 0-1,2 29 0,-1-17-35,1 0-57,1 1-1,2-1 0,2 0 0,1 0 0,2-1 0,23 61 0,18 23 2,25 71 50,-66-165-67,-2 1 0,-1 0 1,-1 0-1,-1 1 0,-1 29 1,-2-53-12,-1-1-1,0 1 1,-1-1 0,1 1 0,-1-1 0,0 1 0,-2 6 0,2-10 1,0 1 0,0-1 0,0 1 0,0-1 0,0 1 0,-1-1 0,1 0 0,0 0 0,-1 0 0,1 0 0,0 0 0,-1 0-1,0 0 1,1 0 0,-1 0 0,1-1 0,-1 1 0,0 0 0,-3 0 0,-1 0 1,-1 1-1,0-1 1,0-1-1,0 1 1,0-1-1,0 0 1,0-1-1,1 1 1,-9-3-1,11 2 0,0 0 1,0-1-1,0 1 0,0-1 0,0 0 0,1 0 1,-1 0-1,0-1 0,1 1 0,0-1 1,0 0-1,0 0 0,0 0 0,0 0 1,0 0-1,-2-6 0,-1-1 4,1-1 0,1 0-1,-1 0 1,2 0 0,0-1 0,0 1-1,-1-19 1,1-3 111,3-51 0,1 70-105,0 0 1,1 0 0,1 0 0,0 0-1,1 0 1,9-20 0,-1 10-5,0 1 0,27-37 1,104-133-2456,-100 133-1067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7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 5010,'0'-3'10080,"0"906"-4011,0-881-5980,-1 3 109,2 1 0,6 43 0,1-40 32,-8-28-227,1 0 1,-1-1-1,0 1 0,1 0 1,-1 0-1,1 0 0,-1-1 0,1 1 1,0 0-1,-1 0 0,1-1 0,0 1 1,-1 0-1,1-1 0,0 1 1,0-1-1,0 1 0,-1-1 0,1 0 1,0 1-1,0-1 0,0 0 1,0 1-1,2-1 0,-2 0-12,0-1 1,0 1-1,0-1 1,-1 1-1,1-1 0,0 0 1,0 1-1,0-1 0,0 0 1,0 0-1,-1 1 0,1-1 1,0 0-1,-1 0 0,1 0 1,-1 0-1,1 0 0,-1 0 1,1 0-1,-1 0 0,0 0 1,0 0-1,1 0 0,-1-2 1,8-35-717,-6 27 290,4-20 232,4-21-5311,25-82 1,-28 116 4158,1-1 1,1 1 0,18-29 0,-17 34 1776,0 0 0,21-22 0,-5 13 2737,1 0 0,1 2-1,37-20 1,-63 39-1961,-7 1-381,-9 0-788,-1 1 1,1 0-1,0 2 1,-1-1-1,1 2 1,1 0-1,-1 0 1,1 2 0,-1-1-1,1 2 1,-22 14-1,20-11-428,0 0 0,-17 18-1,27-24 305,1 0-1,1 0 0,-1 0 1,1 1-1,-1 0 1,1-1-1,1 1 1,-1 0-1,1 1 0,-1-1 1,-1 10-1,2-7 103,1 0 1,0 0-1,0 0 0,1 1 0,0-1 0,0 0 0,1 0 0,0 1 1,1-1-1,-1 0 0,2 0 0,-1 0 0,1-1 0,0 1 1,1-1-1,0 1 0,0-1 0,0 0 0,1 0 0,0-1 0,10 10 1,3 2 325,1-1 1,1-1 0,0-1-1,1-1 1,43 22-1,-46-28-555,0-1 0,0 0 0,1-1 0,-1-2 0,1 0 0,1 0 0,-1-2-1,23 0 1,-31-3-4070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8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51 14279,'0'0'9300,"-37"0"-9957,41-6-1023,9-12-2258,4-9-5234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6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58 8404,'0'0'8678,"8"-8"-8515,-2 1-104,-3 4-36,-1 0-1,1-1 1,0 1 0,0 1-1,1-1 1,-1 0 0,0 1-1,1-1 1,0 1 0,-1 0-1,1 0 1,0 1 0,0-1-1,0 1 1,5-1 0,16-1 419,48 2-1,-41 1 87,-30 0-459,1 0 0,0 0 0,0 0 0,0 1 0,0-1 1,0 1-1,0-1 0,-1 1 0,1 0 0,0 0 0,-1 0 0,1 1 0,0-1 0,-1 1 0,0-1 0,1 1 0,-1 0 1,0 0-1,3 3 0,-3-2-3,1 1 1,-1 0-1,0 0 1,-1 0-1,1 0 1,-1 1-1,1-1 1,-1 0-1,0 1 1,-1-1-1,1 0 1,-1 8-1,1 4 55,-1-1-1,0 1 1,-1-1-1,-1 1 1,0 0-1,-1-1 1,-1 0-1,-1 0 1,0 0-1,0 0 1,-10 16-1,-77 119-44,8-13-186,83-134 88,-1-1 1,1 1-1,-1 0 1,1 0-1,0-1 1,0 1 0,0 0-1,1 0 1,-1 0-1,0 0 1,1 5-1,0-6-1,1-1 0,-1 0 0,1 0 0,0 0 0,-1 0 1,1 0-1,0 0 0,0 0 0,-1-1 0,1 1 0,0 0 0,0 0 0,0 0 0,0-1 0,0 1 0,0-1 0,0 1 0,1-1 0,-1 1 0,0-1 0,0 1 0,0-1 0,0 0 0,1 0 0,-1 0 0,0 0 1,0 0-1,3 0 0,161 4-198,-105-4 218,45-5-2400,-87 3 452,-3 0-3535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6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 16824,'0'0'3361,"53"-58"-18216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7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20 167 5074,'0'0'8831,"-2"-7"-8233,-6-13-324,8 20-269,0 1 0,0-1-1,0 0 1,0 0 0,0 0-1,0 0 1,0 0 0,0 0 0,0 0-1,0 0 1,0 0 0,0 0-1,0 0 1,0 0 0,0 0 0,0 0-1,0 1 1,0-1 0,0 0-1,-1 0 1,1 0 0,0 0 0,0 0-1,0 0 1,0 0 0,0 0-1,0 0 1,0 0 0,0 0-1,0 0 1,0 0 0,0 0 0,-1 0-1,1 0 1,0 0 0,0 0-1,0 0 1,0 0 0,0 0 0,0 0-1,0 0 1,0 0 0,0 0-1,0 0 1,0 0 0,0-1-1,-1 1 1,1 0 0,0 0 0,0 0-1,0 0 1,0 0 0,0 0-1,0 0 1,0 0 0,0 0 0,0 0-1,0 0 1,0 0 0,0 0-1,0-1 1,-1 40 473,2-8-367,2 176 2782,40 286 0,-40-472-2678,-2-9-60,1 0 1,0 0-1,0 0 1,1 0-1,1-1 1,0 1-1,0-1 1,11 18 0,-15-28-158,1 0 0,-1 0 0,1 0 0,0-1 0,-1 1 0,1 0 0,0-1 1,-1 1-1,1 0 0,0-1 0,0 1 0,0-1 0,-1 1 0,1-1 0,0 1 1,0-1-1,0 0 0,0 0 0,0 1 0,0-1 0,0 0 0,0 0 0,0 0 1,0 0-1,0 0 0,1 0 0,-1-4-532,-1-8 110,1 2-214,-1-1 0,0 1 0,-1 0-1,0-1 1,-1 1 0,0 0 0,-1 0 0,1 0 0,-8-15 0,-5-6-1583,2-1 1,-19-62-1,21 47 909,-7-72-1,10 9 1044,8-118 1,2 216 299,-1 0 0,1 1 0,1-1 0,0 0 0,1 1-1,0 0 1,1 0 0,0 0 0,0 0 0,1 1 0,1-1-1,0 2 1,0-1 0,1 1 0,9-9 0,-8 9 238,0 1 1,1-1 0,0 2 0,1-1 0,0 1 0,0 1-1,0 0 1,1 1 0,0 0 0,0 0 0,0 1 0,1 1-1,-1 0 1,15-1 0,-11 3 583,0 1 1,22 1-1,-32 0-689,0 0 0,0 0 0,-1 1 0,1-1 0,-1 1 0,1 1 0,-1-1 0,0 1 1,0 0-1,6 4 0,-3-1 64,0 1 0,-1 0 0,0 0 0,0 1-1,-1-1 1,1 2 0,-2-1 0,1 1 0,-1 0 0,-1 0 0,0 0 0,5 14 0,-4-4 201,-1 1 0,0-1-1,-2 0 1,0 1 0,-2 31 0,-1-36-311,-1 0 0,-1 1 0,0-1 0,-1-1 0,0 1 0,-1 0 1,-1-1-1,0 0 0,-1 0 0,-1-1 0,0 0 0,-13 16 1,8-13-110,-1 0 1,0-1-1,-1-1 1,0-1-1,-1 0 1,-1-1 0,0 0-1,-34 16 1,39-23-277,0 0 0,-1-1 0,0-1 0,0 0 0,0-1 0,0 0-1,-1 0 1,1-2 0,0 0 0,-21-2 0,33 2 194,1 0 1,-1 0-1,0-1 0,0 1 0,0 0 0,0 0 0,1-1 0,-1 1 0,0 0 0,0-1 0,0 1 1,1-1-1,-1 1 0,0-1 0,1 1 0,-1-1 0,0 0 0,1 1 0,-1-1 0,1 0 1,-1 1-1,1-1 0,0 0 0,-1 0 0,1 0 0,-1 1 0,1-1 0,0 0 0,0 0 0,0 0 1,-1 0-1,1 1 0,0-1 0,0 0 0,0 0 0,0 0 0,1-1 0,-1 0-40,0 0 0,1 0 0,-1 0 0,1 1-1,-1-1 1,1 0 0,0 0 0,0 1 0,0-1-1,0 0 1,0 1 0,0-1 0,0 1 0,0-1-1,1 1 1,-1 0 0,2-2 0,4 0 66,0 0 0,0 0-1,1 0 1,-1 1 0,1 0 0,-1 1 0,1-1 0,0 2-1,9-1 1,76 4 706,-78-2-477,-1 2 1,0 0 0,1 1 0,-1 0 0,-1 1-1,1 0 1,-1 2 0,0-1 0,0 1 0,-1 1-1,0 1 1,13 11 0,4 5 312,-3 2 0,0 1 0,33 47 0,-58-74-708,-1-11-4224,0-16-1312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8.2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515 33 4002,'0'0'8516,"-3"-5"-7513,-14-15-283,15 19-605,0 0-1,1 0 1,-1 0 0,0 1-1,0-1 1,0 0 0,0 1-1,0-1 1,0 1 0,0 0-1,0 0 1,0 0 0,0 0-1,0 0 1,0 0 0,0 0-1,-3 1 1,-4 0-26,-6 0-62,0 0 1,0 1-1,0 1 0,0 0 0,0 1 1,1 0-1,-1 1 0,1 1 1,1 1-1,-1 0 0,1 0 0,0 1 1,-19 16-1,11-5-37,0 0 0,2 1 0,0 2 0,1-1 0,2 2 0,-22 37 0,20-27 48,-16 38-1,29-59 175,1 1 0,0 0 1,0 0-1,1 0 0,1 0 1,-1 21-1,3-33-196,0-1 0,0 0 0,0 0 0,0 0 0,0 1 0,1-1 0,-1 0 0,0 0 0,0 0 0,0 1 0,0-1 0,1 0 0,-1 0 0,0 0-1,0 0 1,0 0 0,1 0 0,-1 1 0,0-1 0,0 0 0,0 0 0,1 0 0,-1 0 0,0 0 0,0 0 0,1 0 0,-1 0 0,0 0 0,0 0 0,1 0 0,-1 0 0,0 0 0,0 0 0,0 0 0,1 0 0,-1 0 0,0 0 0,0-1 0,1 1 0,-1 0-1,0 0 1,0 0 0,13-6 128,14-14-154,0-1 0,-2-1 0,0-2 0,29-36 0,4-3-1093,-35 39 580,-8 8-378,0 0-1,1 1 1,0 0 0,1 2 0,36-23-1,-51 35 849,1 0-1,0 0 0,-1-1 1,1 1-1,0 1 0,-1-1 1,1 0-1,0 1 0,0-1 1,3 1-1,-5 0 89,0 1 0,0-1 0,0 0 0,0 1 0,0-1 0,0 1 0,0-1 0,0 1 0,0 0 0,0-1 0,-1 1 0,1 0 0,0 0 0,0 0 0,-1-1-1,1 1 1,-1 0 0,1 0 0,-1 0 0,1 0 0,-1 0 0,1 0 0,-1 0 0,0 0 0,0 0 0,1 0 0,-1 0 0,0 1 0,0-1 0,0 2 0,3 44 2735,-2 61 0,-3-68-1472,3 0 0,10 79 0,-10-112-1201,0-1-1,1 0 1,0 1 0,0-1 0,0 0 0,1-1 0,0 1 0,5 7 0,-7-10-85,1-2 0,0 1 0,0 0 1,0 0-1,1-1 0,-1 1 1,0-1-1,1 1 0,-1-1 0,1 0 1,-1 0-1,1 0 0,-1 0 0,1-1 1,0 1-1,-1-1 0,1 1 1,0-1-1,-1 0 0,1 0 0,3-1 1,-2 1-20,-1-1 1,0 0 0,0 1 0,0-1 0,0-1-1,-1 1 1,1 0 0,0-1 0,0 1 0,-1-1-1,1 0 1,-1 0 0,1 0 0,-1 0 0,0 0 0,0-1-1,0 1 1,2-4 0,5-7-173,-1 0 0,9-22 0,-11 23-28,5-11-384,11-39 0,-13 31-1640,-2 0 1,4-37-1,-3-66-4269,-8 44 5662,0 82 5984,6 66 691,14 25-3233,0-7-1091,-9-12-698,-3 1 1,1 88-1,-11-153-1336,-1-7 95,-3-9-337,2 0-1,0-1 1,1 0 0,-2-28-1,2-77-4563,3 105 4427,2-55-3420,9 8-666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8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2209,'0'0'7820,"31"10"-4968,-1 0-2145,-1 0 0,41 22 0,-65-29-572,-1 0 0,1 0 0,-1 1 0,0-1 0,0 1 0,0 0 0,-1 1 0,1-1 1,-1 0-1,0 1 0,0 0 0,-1 0 0,3 6 0,-1 0 289,0 1-1,-1-1 1,2 23 0,-3-20-83,3 30 946,-1 49 0,-3-40-276,-1-49-961,0 0-1,0 0 1,1-1-1,-1 1 0,1 0 1,0-1-1,0 1 1,3 5-1,-4-9-85,1 1-1,-1 0 1,1 0-1,0 0 1,-1-1-1,1 1 1,0 0-1,0-1 1,0 1-1,-1-1 1,1 1 0,0-1-1,0 1 1,0-1-1,0 0 1,0 1-1,0-1 1,0 0-1,0 0 1,0 1-1,0-1 1,0 0-1,0 0 1,0 0 0,0 0-1,0-1 1,0 1-1,0 0 1,0 0-1,0-1 1,0 1-1,0 0 1,1-2-1,1 1-180,-1-1 0,1 1 0,-1-1-1,0 0 1,0 0 0,0 0 0,0 0-1,0 0 1,0-1 0,0 1 0,-1 0 0,1-1-1,-1 1 1,0-1 0,0 0 0,2-4-1,2-5-557,51-125-4997,-21 47 3696,8-4 13011,-49 100-7118,1 0-5210,2 1 1448,1 0-1,-1 0 0,1 0 0,0 0 0,1 0 0,0 0 0,0 0 0,0 8 1,3 65-118,-1-46-28,0-19-166,1 0 0,0 0 0,1 0 1,0 0-1,2-1 0,-1 1 0,2-1 0,0 0 1,11 18-1,9 10-588,51 60 0,-49-67 570,-1 1-1,27 48 1,-48-71 293,1-1 0,-2 1 0,0 1 0,0-1-1,-2 1 1,1 0 0,-2 0 0,0 0 0,0 0 0,-2 0 0,0 17 0,0-26-12,-1 0-1,1-1 1,-1 1-1,0 0 1,-1-1-1,1 1 1,-1-1 0,0 0-1,0 1 1,0-1-1,-1 0 1,1 0-1,-1 0 1,0 0 0,0-1-1,0 1 1,-1-1-1,1 0 1,-1 0-1,0 0 1,0 0 0,0-1-1,0 0 1,0 1-1,0-1 1,-8 2-1,-4 0 164,0 0-1,-1-1 0,1-1 1,-1 0-1,0-1 0,-20-2 1,31 2-109,0-1 0,0-1 1,-1 1-1,1-1 1,0 0-1,0 0 0,0-1 1,0 0-1,1 0 0,-1 0 1,0-1-1,1 0 1,-1 0-1,1 0 0,0-1 1,0 1-1,0-1 1,1 0-1,-1-1 0,1 1 1,0-1-1,1 0 0,-1 0 1,1 0-1,0 0 1,0-1-1,0 0 0,1 1 1,-3-9-1,1 0 86,0-1-1,0 1 1,2-1-1,0 0 1,0 1-1,2-1 1,0-17-1,1 20-99,1 0 0,-1 1 0,2-1 0,0 1 1,0 0-1,1 0 0,0 0 0,1 0 0,9-16 0,19-17-201,2 2 0,63-62-1,11-11-5666,-74 74 275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9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0 6355,'0'0'8783,"-7"0"-7858,-32 0 441,38 0-1128,1 3 18,1 596 4247,-1-571-4397,-1 3 53,2 0-1,1 0 0,1 0 1,2-1-1,11 42 1,-5-47-27,-11-25-132,1 1 0,-1 0 0,1-1 0,-1 1 0,1-1 0,-1 1 0,1 0 0,-1-1 0,1 1 0,0-1 0,-1 0 0,1 1 0,0-1 0,-1 1 0,1-1 0,0 0 1,0 0-1,-1 1 0,1-1 0,0 0 0,0 0 0,-1 0 0,1 0 0,0 0 0,0 0 0,0 0 0,0 0-4,-1 0 0,1 0 0,-1 0 0,1 0 0,-1-1 0,0 1 0,1 0 0,-1 0 0,0-1 0,1 1 0,-1 0 0,0-1 0,1 1 0,-1 0 0,0-1 0,1 1 0,-1 0 0,0-1 0,0 1 0,0 0 0,1-1 0,-1 1 0,0-1 0,0 1 0,0-1 0,8-24-1017,-2 1 0,-1-1 0,3-35 0,1-5-2843,1 9-892,1 4-2674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9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354 0 9108,'0'0'8367,"-36"18"-7884,-116 58-382,133-66-102,-1 1 0,2 0 0,-1 1 0,-28 25 0,43-33-10,0 1 1,0-1-1,0 1 0,1 0 1,0 0-1,0 0 1,0 1-1,0-1 1,1 1-1,0-1 1,0 1-1,-2 11 1,4-12 48,-1 0 1,0 0 0,1 0 0,0 0 0,0 0 0,1 0-1,0 0 1,-1-1 0,1 1 0,1 0 0,-1 0-1,1-1 1,0 1 0,0-1 0,0 1 0,5 5 0,1 0 162,1-1 0,0 0 1,0 0-1,1-1 0,0-1 1,1 0-1,0 0 0,0-1 1,18 8-1,-20-10-497,1 0 0,-1-1 0,1 0 0,0-1 0,0 0 0,1 0-1,-1-1 1,0 0 0,0-1 0,1 0 0,-1-1 0,15-3 0,-4-6-4103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9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17624,'0'0'5619,"0"-3"-7060,0 0-656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09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15 1521,'0'0'11360,"0"-4"-10413,-3-6-295,2 15-122,0 29-34,0-19-611,-2 410 1972,0-57 488,2-126-782,1-241-1536,0 0-1,0 0 0,0 0 0,0 0 0,0 0 0,0 0 0,0 0 1,0 0-1,1 0 0,-1 0 0,0 0 0,1 0 0,-1 0 0,1 1 1,0-2-23,-1 0 0,1-1 0,0 1 0,-1 0 1,1 0-1,-1 0 0,1-1 0,-1 1 0,1 0 1,-1 0-1,1-1 0,-1 1 0,0-1 0,1 1 0,-1 0 1,1-1-1,-1 1 0,0-1 0,1 1 0,-1-1 1,0 1-1,0-1 0,1 1 0,-1-1 0,0 1 1,0-1-1,1 0 0,6-18-454,0 0 0,-1-1 1,-1 0-1,4-34 0,-6 36-209,15-136-7326,-14 106 3999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0.0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531 3 6035,'0'0'7467,"2"-1"-6939,-1 1-449,-1 0 0,0-1-1,1 1 1,-1 0-1,0 0 1,1 0 0,-1 0-1,1 0 1,-1-1 0,0 1-1,1 0 1,-1 0-1,1 0 1,-1 0 0,0 0-1,1 0 1,-1 0-1,1 0 1,-1 0 0,0 1-1,1-1 1,-1 0-1,0 0 1,1 0 0,-1 0-1,1 0 1,-1 1 0,0-1-1,1 0 1,-1 0-1,0 1 1,1-1 0,-1 19 1246,-3-9-1203,0 0 0,-1-1 0,-1 1 0,1-1 0,-2 0 1,1 0-1,-1 0 0,0-1 0,-10 11 0,3-4 1,-24 30-43,-3-2-1,-1-2 1,-2-2 0,-2-1-1,-86 54 1,123-86-131,-1 0 0,1-1 0,-1 0 0,0-1 0,0 0 0,-1 0 0,1-1 0,-1 0 1,0 0-1,1-1 0,-14 0 0,23-2-6,-1 0 0,0 0 0,0-1 0,0 1 1,1 0-1,-1-1 0,0 1 0,1-1 0,-1 1 0,0-1 1,1 1-1,-1-1 0,0 0 0,1 1 0,-1-1 1,1 0-1,0 1 0,-1-1 0,1 0 0,-1 1 0,1-1 1,0 0-1,-1 0 0,1 0 0,0 1 0,0-1 0,0 0 1,0 0-1,0 0 0,0 0 0,0 1 0,0-1 0,0 0 1,0-1-1,4-31-2071,-3 30 2037,1 1 0,-1-1 0,0 1 0,1 0 0,-1-1 0,1 1 0,-1 0 0,1 0 0,0 0 0,0 1 0,0-1 0,0 0 0,1 1 0,-1-1 0,0 1 0,1-1 0,-1 1 0,1 0 0,-1 0-1,1 1 1,-1-1 0,1 0 0,0 1 0,-1-1 0,1 1 0,3 0 0,-1 0 109,-1 0 0,1 0 0,0 0 0,0 1 0,-1-1 0,1 1-1,-1 0 1,1 1 0,-1-1 0,1 1 0,-1 0 0,0 0 0,0 0 0,1 1 0,4 4 0,-1 0 172,-1 2 0,0-1 0,-1 1 0,0 0 0,10 18 1,20 57 1138,14 81 1515,-35-109-1442,30 77 0,-43-128-1339,0-1 0,0 1 0,1-1 0,-1 0 0,1 0 0,0 0 0,1-1 0,-1 1 0,0-1-1,1 0 1,0 1 0,0-2 0,7 5 0,-8-5-51,-1-1 0,1 0 0,0 0 0,0 0 0,-1-1 0,1 1 0,0-1 0,0 0 0,0 1-1,0-1 1,0 0 0,0-1 0,0 1 0,-1-1 0,1 1 0,0-1 0,0 0 0,0 0 0,-1 0 0,1 0 0,0 0-1,-1-1 1,1 1 0,2-3 0,3-3-14,-1 1 1,-1-1-1,1 0 1,-1-1-1,-1 1 0,1-1 1,6-13-1,29-69-917,-35 77 595,24-67-807,-17 37-1948,-2-1 0,8-63 1,-14 48 4314,-3 0 4480,-2 104-4654,1 71 571,1-97-1440,0 0 0,1 0 0,1 0 0,6 18 0,-4-21-128,0 0 1,1-1-1,0 1 1,1-2-1,1 1 0,15 19 1,-21-30-68,0 0 1,1-1-1,-1 1 1,1-1-1,0 0 1,0 0-1,0 0 1,0-1-1,0 1 1,1-1-1,-1 0 1,1 0-1,-1 0 1,1-1-1,0 0 1,0 0 0,-1 0-1,1 0 1,0-1-1,0 0 1,0 0-1,0 0 1,0-1-1,0 1 1,0-1-1,-1 0 1,6-2-1,-4 0-56,0 1-1,0-1 1,-1 0-1,1-1 0,-1 1 1,0-1-1,0 0 1,-1-1-1,1 1 1,-1-1-1,0 0 1,5-6-1,1-5-430,0-1 0,13-32 1,-14 28-86,-2 0 0,0-1 1,-2 1-1,0-1 1,-2 0-1,0-1 0,-1-34 1,-1 50 362,-1-1 1,0 1 0,-1-1-1,0 0 1,0 1-1,-1-1 1,1 1 0,-2 0-1,1 0 1,-1-1 0,0 2-1,0-1 1,-1 0-1,0 1 1,0-1 0,-1 1-1,0 0 1,0 1-1,0-1 1,-11-8 0,10 9 443,0 1 0,-1 0 0,1 0 0,-1 0 0,1 1 0,-1 0 0,0 0 0,-1 1 1,1 0-1,0 0 0,-1 0 0,1 1 0,-1 0 0,1 1 0,-1 0 0,1 0 0,-1 0 0,-12 3 0,17-1-311,0-1-1,0 1 1,0 0-1,1 0 1,-1 0-1,0 0 1,1 0-1,-1 1 1,1-1-1,0 1 0,0-1 1,-2 5-1,-3 1-1725,-1 2-4617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0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67 5026,'0'0'6806,"-4"-11"-6280,-12-31 45,8 28 522,2 14-184,0 17-372,5 182 1558,2-103-820,-1-68-916,4 151 1671,-2-144-1638,2-1 1,2 0 0,11 38-1,-17-69-372,15 33 275,-15-35-287,1 0 0,0 0 1,0 0-1,0 0 1,0 1-1,0-1 0,0-1 1,0 1-1,0 0 0,0 0 1,1 0-1,-1 0 0,0-1 1,0 1-1,1-1 1,-1 1-1,0-1 0,1 1 1,-1-1-1,0 0 0,1 0 1,2 1-1,-4-1-8,1 0 0,-1 0 0,1 0 0,0 0 1,-1-1-1,1 1 0,-1 0 0,1 0 0,0 0 0,-1 0 0,1-1 0,-1 1 0,1 0 0,-1 0 1,1-1-1,-1 1 0,1 0 0,-1-1 0,1 1 0,-1-1 0,1 1 0,-1-1 0,0 1 0,1-1 1,0 0-1,3-7-24,0 0 0,0 0 1,-1 0-1,0 0 1,-1-1-1,3-13 0,7-62-706,-10 66 446,7-155-3281,0 2-654,-6 150 3741,0 1 0,2 0 0,8-25 0,-10 36 502,0 0 0,1 0 0,1 1-1,-1-1 1,1 1 0,1 0 0,0 1 0,0-1 0,7-6 0,-12 13 56,0 0 1,-1 0-1,1 0 1,0 0 0,0 0-1,0 0 1,0 1-1,0-1 1,0 0-1,0 1 1,0-1 0,0 1-1,1-1 1,-1 1-1,0 0 1,0-1-1,0 1 1,0 0-1,1 0 1,-1 0 0,0 0-1,0 0 1,1 0-1,-1 0 1,0 0-1,0 0 1,0 0 0,1 1-1,-1-1 1,0 1-1,0-1 1,0 1-1,0-1 1,0 1-1,0 0 1,0-1 0,0 1-1,0 0 1,0 0-1,0 0 1,0 0-1,0 0 1,0 1 0,3 4 173,-1 0 0,0 0 1,0 1-1,0-1 0,-1 1 1,3 10-1,5 32 892,-2 0 0,2 66 0,-8 103 753,-1-24-484,0-186-1353,-1 2-15,0-1 1,0 0-1,1 0 0,1-1 1,-1 1-1,2 0 1,-1 0-1,5 9 1,-7-18-50,0 1 1,0 0-1,0-1 1,1 1 0,-1-1-1,0 1 1,1 0-1,-1-1 1,1 1 0,-1-1-1,0 1 1,1-1-1,-1 1 1,1-1 0,-1 1-1,1-1 1,0 0-1,-1 1 1,1-1 0,-1 0-1,1 1 1,0-1-1,-1 0 1,1 0-1,0 0 1,-1 0 0,1 1-1,0-1 1,-1 0-1,1 0 1,0 0 0,-1 0-1,1-1 1,0 1-1,0 0 1,1-1-8,-1 0 0,1-1 0,-1 1-1,1 0 1,-1-1 0,0 1 0,0-1 0,0 1 0,0-1-1,0 0 1,0 1 0,0-1 0,1-3 0,18-53-543,-3-1 0,15-87 1,5-21-1782,-28 134 1474,2 0-1,28-59 1,-36 85 816,1-1 0,0 1 0,1 1 1,8-12-1,-11 17 95,0-1 0,0 0 1,0 1-1,0-1 1,0 1-1,0 0 0,1 0 1,-1 0-1,0 0 0,1 0 1,-1 0-1,1 0 1,-1 1-1,1-1 0,-1 1 1,1 0-1,3 0 0,-5 0-24,-1 0 0,1 0 1,0 0-1,-1 0 0,1 0 0,0 0 0,-1 0 0,1 0 0,0 1 0,-1-1 0,1 0 0,0 0 0,-1 1 0,1-1 0,-1 0 0,1 1 0,-1-1 0,1 1 0,0-1 0,-1 1 0,0-1 0,1 1 0,0 0 0,3 6 131,0-1-1,0 1 1,-1 1 0,0-1 0,0 0 0,3 15 0,10 54 745,-14-64-770,35 216 634,-34-206-1803,-2-8-3129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1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6563,'0'0'6176,"3"27"-4898,40 341 2233,-8 45-1285,-9-87-1042,-24-295-967,-1-14 13,1 0 0,0 0-1,1 0 1,1-1-1,8 25 1,-12-40-228,0-1 1,0 0-1,1 1 1,-1-1-1,0 1 1,0-1-1,0 0 1,0 1-1,0-1 1,1 1-1,-1-1 0,0 0 1,0 1-1,1-1 1,-1 0-1,0 1 1,1-1-1,-1 0 1,0 1-1,1-1 1,-1 0-1,1 0 1,-1 0-1,0 1 0,1-1 1,-1 0-1,1 0 1,-1 0-1,0 0 1,1 0-1,-1 0 1,1 0-1,-1 1 1,1-1-1,-1-1 0,1 1 1,-1 0-1,0 0 1,1 0-1,-1 0 1,1 0-1,-1 0 1,1 0-1,-1-1 1,0 1-1,1 0 1,-1 0-1,0 0 0,1-1 1,-1 1-1,0 0 1,1-1-1,-1 1 1,0 0-1,1-1 1,-1 1-1,0 0 1,0-1-1,1 1 1,-1-1-1,0 1 0,0 0 1,0-1-1,7-34-753,-2 0 0,-1 0-1,-1-52 1,-2 28-923,0 38 1159,0-16-1148,2-1 0,13-64-1,-14 93 1554,0-1-1,1 1 1,1 0 0,-1 0-1,1 1 1,1-1-1,-1 1 1,1 0-1,1 0 1,0 0 0,0 1-1,0 0 1,1 0-1,0 1 1,0 0-1,9-6 1,-9 9 446,0-1-1,0 1 1,0 1 0,1 0 0,-1 0-1,1 0 1,-1 1 0,1 0 0,0 0-1,0 1 1,-1 0 0,13 2 0,-17-2-225,0 1 1,0 0-1,0 0 1,1 0-1,-1 0 1,0 1-1,-1-1 1,1 1-1,0 0 1,0 0-1,-1 0 1,1 0-1,-1 0 1,1 1-1,-1-1 1,0 1-1,0 0 1,0-1-1,0 1 1,-1 0-1,1 0 1,-1 0-1,0 0 1,2 6 0,1 4 202,0 1 1,-2-1 0,1 1 0,0 22 0,-2-12 118,0 0 0,-2 0 0,-7 44 0,5-56-381,0 1 1,-1-1-1,0 0 0,-1 0 1,0 0-1,-1-1 0,0 0 1,-14 19-1,10-18-117,-1 0 0,0 0 0,0-1 0,-1-1 0,0 0 0,-26 16-1,30-21-281,-1-1 0,0 0 0,0 0 0,0-1 0,-1 0 0,1 0 0,-1-1 0,1-1 0,-1 0 0,0 0 0,0 0 0,-11-2 0,19 1 131,1 0 0,-1 0 0,0-1 1,0 1-1,0-1 0,1 1 0,-1-1 1,0 1-1,0-1 0,1 0 0,-1 0 1,1 0-1,-1 0 0,-2-2 0,1-1-783,-1-1-1,1 0 0,0 0 0,-5-9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1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6563,'0'0'9012,"44"192"-7027,-38-90-112,-2 7-16,2-13-609,-2-18-511,6-27-369,3-24-368,4-24-208,3-3-513,-3-48-1151,-4-18-1442,-13-12-2657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2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11013,'0'0'2017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2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49 8084,'0'0'9890,"0"34"-8076,0 228 1240,-1-184-2076,3 80 582,-2-157-1561,0-1 1,0 0 0,0 1-1,0-1 1,0 1-1,0-1 1,0 1 0,0-1-1,0 0 1,0 1 0,0-1-1,1 1 1,-1-1 0,0 1-1,0-1 1,0 0 0,1 1-1,-1-1 1,0 0-1,0 1 1,1-1 0,-1 0-1,0 1 1,1-1 0,-1 0-1,0 0 1,1 1 0,-1-1-1,1 0 1,0 0-1,12-5-117,11-22-161,-8-1-118,-1 1-1,19-51 0,15-69-2905,-3 11-1506,-41 121 4235,2-3-393,0 0-1,16-28 1,-22 43 1059,1 0 0,0 0 0,1 0 0,-1 0 0,0 0 0,1 0 0,-1 0 0,1 1 0,0 0 0,0-1 0,0 1 0,0 0 0,1 0 0,-1 1 0,0-1 0,1 1 0,-1 0 0,1-1 0,7 0 0,-10 2 40,0 0 0,0 0-1,0 0 1,0 0 0,0 0-1,0 0 1,1 0-1,-1 1 1,0-1 0,0 0-1,0 1 1,0-1 0,0 0-1,0 1 1,0 0-1,0-1 1,0 1 0,0-1-1,0 1 1,0 0 0,1 1-1,0 2 62,0-1 0,0 0 0,-1 1 1,1-1-1,-1 1 0,1 4 0,4 15 541,0 1 1,-2-1 0,1 35 0,-4 75 856,2 30-721,-2-160-866,-1-1 0,1 0 0,-1 0 0,1 1 0,0-1 0,-1 0 0,1 0 0,1 0 0,0 3 0,-2-5-47,1 0-1,-1 1 0,0-1 1,1 0-1,-1 1 0,0-1 0,1 0 1,-1 1-1,1-1 0,-1 0 1,0 0-1,1 1 0,-1-1 1,1 0-1,-1 0 0,1 0 0,-1 1 1,1-1-1,-1 0 0,1 0 1,-1 0-1,1 0 0,-1 0 1,0 0-1,1 0 0,-1 0 1,1 0-1,-1-1 0,1 1 0,-1 0 1,1 0-1,-1 0 0,1 0 1,-1-1-1,1 1 0,-1 0 1,0 0-1,1-1 0,-1 1 0,0 0 1,1-1-1,-1 1 0,0 0 1,1-1-1,-1 1 0,0-1 1,0 1-1,1-1 0,-1 1 1,0-1-1,2-3-449,0 0 1,0 0 0,0 0-1,-1 0 1,0 0-1,2-5 1,4-39-4201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2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312 105 6371,'0'0'5653,"3"-8"-4954,0-3-119,0 0-1,-1 0 0,0 0 1,0-1-1,-1-11 0,-1 22-561,0 0 0,0 0 0,-1 1 0,1-1 0,-1 0 0,1 0 0,-1 0 0,1 1 0,-1-1 0,0 0 0,1 0 0,-1 1 0,0-1 0,1 1 0,-1-1 0,0 0 0,0 1 0,0 0 0,0-1 0,1 1 0,-1-1 0,0 1 0,0 0 0,0 0 0,0-1 0,0 1 0,0 0 0,-1 0 0,-2-1 43,0 1 1,0 0-1,-1-1 0,1 1 0,0 1 0,-5 0 0,6 0-14,-1 0 0,1 0 0,-1 1 0,1-1 1,0 1-1,0 0 0,-1 0 0,1 1 0,0-1 0,1 0 0,-1 1 0,-4 5 0,-29 44 622,24-33-402,-15 24 290,2 2 0,2 1 0,2 1 1,1 0-1,3 2 0,2 0 0,-10 64 1,22-101-506,2 0 0,0 0 0,0 0 1,2 17-1,1-26-62,5-5-73,1-2-19,0 0 1,-1 0 0,1-1-1,-1 0 1,0 0 0,-1-1 0,1 0-1,10-13 1,44-64-1636,-43 57 773,39-62-3523,-11 3-1724</inkml:trace>
  <inkml:trace contextRef="#ctx0" brushRef="#br0" timeOffset="1">312 105 656,'47'76'12790,"-47"-1"-9556,0 15-513,-10 0-752,10-6-1025,0-17-287,0-25-305,10-24-352,16-18-112,1 0-1457,-4-39-288,-3-13-1072,-16-5-2802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3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1 4994,'0'0'12854,"-28"34"-11373,-86 111-393,111-141-1063,0 0 0,0 0 0,0 0 0,1 1 0,0-1 0,-1 1 0,2 0 0,-1-1-1,0 1 1,1 0 0,0 0 0,0 0 0,1 0 0,-1 7 0,0-8-25,1 0 1,0 0 0,0 0-1,0-1 1,0 1-1,1 0 1,0 0 0,-1 0-1,1 0 1,1 0 0,-1-1-1,0 1 1,1 0-1,0-1 1,0 1 0,0-1-1,0 0 1,1 0-1,-1 0 1,1 0 0,5 5-1,13 6-369,1-1-1,0-1 0,39 16 1,11 5-773,-53-23 1017,0 0-1,-1 2 0,-1 0 0,1 1 0,14 15 0,-26-22 183,0 0 0,-1 0 0,0 0 0,-1 1-1,1 0 1,-1 0 0,0 0 0,-1 0 0,0 1-1,0-1 1,-1 1 0,1 0 0,-2 0 0,1 0-1,-1 0 1,0 12 0,-1-17 52,0 1 0,-1-1-1,1 1 1,-1-1 0,1 1 0,-1-1 0,0 0-1,-1 1 1,1-1 0,-1 0 0,1 0 0,-1 0-1,0 0 1,0 0 0,-4 5 0,1-4-28,1 0-1,-1-1 1,0 1 0,0-1 0,0 0 0,0 0 0,0 0 0,-11 3 0,3-2-46,-1 0-1,0-1 1,0-1 0,0 0 0,0-1 0,0-1 0,-21-1 0,33 0-54,0 1 0,1 0 0,-1-1-1,0 1 1,1-1 0,-1 1 0,1-1 0,-1 0 0,1 1 0,-1-1-1,1 0 1,-1 0 0,1 0 0,0 0 0,0-1 0,0 1-1,-1 0 1,0-3 0,0 1-57,0-1 0,0 1 0,0-1 1,1 0-1,0 0 0,0 1 0,-2-8 0,1-7-414,1 0-1,2-33 1,0 36 187,-1 6 52,1-1 0,1 0 0,0 1 0,0 0 1,1-1-1,0 1 0,1 0 0,0 0 0,0 1 0,1-1 0,0 1 1,0 0-1,9-10 0,-8 11 172,0 1 1,0 0-1,1 0 0,-1 1 1,1-1-1,1 2 0,-1-1 1,1 1-1,-1 0 0,1 0 1,0 1-1,1 0 1,-1 1-1,0 0 0,12-2 1,-18 4 76,10-1 125,0 0 0,23 1 0,-32 0-30,0 1-1,1-1 1,-1 1 0,0 0-1,0 0 1,0 0 0,0 0-1,-1 0 1,1 1-1,0-1 1,0 1 0,-1 0-1,1 0 1,-1 0 0,0 0-1,4 3 1,-1 3 215,0 0 0,-1 0 0,0 0-1,0 1 1,-1 0 0,0-1 0,0 1 0,-1 0 0,0 0 0,1 12 0,0 18 951,-2 42 1,-1-53-774,-1-15-333,1-9-127,-1 0 0,1 0-1,0 0 1,0 0 0,0 0-1,1 0 1,0 0 0,0 0-1,0 0 1,0 0 0,2 5 0,-3-9-85,0 0 0,1 1 0,-1-1-1,0 0 1,0 0 0,0 0 0,0 0 0,1 0 0,-1 0 0,0 0 0,0 0 0,0 1 0,1-1 0,-1 0 0,0 0 0,0 0 0,0 0 0,1 0 0,-1 0 0,0 0 0,0 0 0,0 0 0,1 0 0,-1 0 0,0 0 0,0 0 0,0 0 0,1 0 0,-1-1 0,0 1 0,0 0 0,0 0 0,0 0 0,1 0-1,-1 0 1,0 0 0,0 0 0,0-1 0,0 1 0,0 0 0,1 0 0,-1 0 0,0 0 0,0-1 0,0 1 0,0 0 0,0 0 0,0 0 0,0 0 0,0-1 0,0 1 0,0 0 0,0 0 0,0 0 0,0-1 0,5-12-3036,-1-18-3596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3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 9893,'0'0'11717,"0"-3"-11717,0 0-336,0-3-4226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4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3826,'173'134'4783,"-140"-111"-2611,-43-27 2778,9 3-4883,0 1 0,0 0 0,0 0 0,0 0 0,0 0 0,0 0 0,0 0-1,0 1 1,0-1 0,0 0 0,0 1 0,0-1 0,0 0 0,0 1 0,0-1 0,-2 2 0,1 2 34,-1 0 0,1 0 0,-1 1 0,1-1 1,1 1-1,-1 0 0,1-1 0,-1 1 0,0 8 0,-1 2 241,-8 48 900,3 0-1,2 1 1,4 84 0,2-142-1173,0 12 129,0 0 0,1 0 0,1 0 0,7 31 1,-8-45-190,0-1 0,0 1 1,1 0-1,0-1 0,-1 1 1,1-1-1,0 1 0,1-1 1,-1 0-1,1 0 0,-1 0 1,1 0-1,0 0 0,0-1 1,0 1-1,0-1 0,1 0 1,-1 0-1,1 0 0,-1 0 1,1-1-1,-1 0 0,1 1 1,0-1-1,0 0 0,0-1 1,4 1-1,-1 0-18,-1-1 0,1-1-1,-1 1 1,1-1 0,-1 0 0,0-1 0,1 1-1,-1-1 1,0-1 0,0 1 0,0-1 0,-1 0 0,1 0-1,-1-1 1,1 1 0,-1-1 0,0 0 0,6-7-1,3-4-216,-1-1 0,0 0 0,-1-1 0,14-27 0,-16 28-288,-2-1 1,0 1-1,-1-2 0,-1 1 0,-1-1 0,0 0 0,-1 0 0,-1 0 0,-1 0 1,0-1-1,-1 1 0,-4-37 0,2 49 294,0-1-1,-1 1 1,0 0 0,0 0-1,0 1 1,-1-1 0,1 0 0,-1 1-1,-1 0 1,1-1 0,-1 1-1,0 1 1,0-1 0,0 0 0,-1 1-1,0 0 1,0 0 0,0 1 0,-6-4-1,7 4 440,-1 1 0,-1-1 0,1 1 0,0 0-1,0 1 1,-1 0 0,1 0 0,-1 0 0,1 0 0,-1 1-1,1 0 1,-1 0 0,-10 1 0,15 0-170,-1-1 0,1 0 0,0 1 0,0-1 1,0 0-1,-1 1 0,1 0 0,0-1 0,0 1 0,0 0 0,0-1 1,0 1-1,0 0 0,0 0 0,1 0 0,-1 0 0,0 0 0,0 0 0,1 0 1,-1 0-1,0 1 0,-2 11-5772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4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11077,'0'0'6486,"3"29"-4688,20 337 2977,-23-155-2800,0-211-1968,0 1 0,0 0 0,0 0 0,0-1 0,0 1 0,0 0 1,0 0-1,0-1 0,0 1 0,1 0 0,-1 0 0,0-1 0,0 1 0,1 0 1,-1-1-1,0 1 0,1 0 0,0 0 0,-1-1-8,1 0-1,-1 0 1,0 0-1,1 0 1,-1 0-1,0 0 1,1 0-1,-1 0 1,1 0 0,-1 0-1,0 0 1,1 0-1,-1 0 1,0-1-1,1 1 1,-1 0-1,0 0 1,0 0-1,1 0 1,-1-1-1,0 1 1,0 0 0,1 0-1,-1-1 1,0 1-1,1-1 1,17-27-242,-3-1-161,-2-2-1,-1 1 1,8-37 0,19-105-3673,-21 89 575,-15 66 2183,2 1 0,-1-1 1,2 1-1,9-18 1,-13 30 1082,0 0 1,1 0 0,0 0-1,0 0 1,0 0-1,1 1 1,-1-1 0,6-3-1,-7 5 328,1 0-1,0 1 1,-1-1-1,1 1 1,0 0-1,0 0 1,0 0-1,0 0 1,0 1-1,0-1 0,0 1 1,0-1-1,1 1 1,3 1-1,-5-1 87,-1 1 0,1-1-1,0 1 1,-1 0-1,1-1 1,-1 1 0,1 0-1,-1 0 1,1 0-1,-1 0 1,1 0 0,-1 1-1,0-1 1,0 0-1,0 1 1,0-1 0,0 1-1,0-1 1,0 1-1,0-1 1,0 1 0,-1-1-1,2 4 1,11 48 1755,-11-43-1376,2 24 695,-1-1 0,-2 63 1,-2-47-331,4-35-1248,12-12-3672,1-2-1221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4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388 12 8868,'0'0'9431,"-33"-4"-9036,2 0-241,0 1 0,-45 3-1,73 0-120,0 0 1,0 1-1,-1-1 0,1 1 0,0 0 0,0 0 0,0 0 0,0 1 0,0-1 0,0 1 0,0-1 0,1 1 0,-1 0 0,1 0 0,-1 0 0,1 0 0,-1 1 0,1-1 1,0 1-1,0-1 0,1 1 0,-4 5 0,-22 39 831,1 1 0,2 1-1,3 1 1,-21 74 0,41-119-803,-2 2 28,1 0 0,0 0-1,0 1 1,1-1 0,0 1-1,1-1 1,-1 1-1,2 11 1,-1-19-89,0 0-1,1 1 1,-1-1-1,0 0 1,0 1-1,1-1 1,-1 0 0,0 1-1,0-1 1,1 0-1,-1 0 1,0 1-1,1-1 1,-1 0-1,0 0 1,1 0 0,-1 1-1,0-1 1,1 0-1,-1 0 1,0 0-1,1 0 1,-1 0-1,1 0 1,-1 0 0,0 0-1,1 0 1,-1 0-1,1 0 1,-1 0-1,0 0 1,1 0-1,-1 0 1,0 0 0,1-1-1,5 1-27,-1-1-1,1 0 1,-1 0-1,1 0 1,-1-1 0,0 1-1,0-1 1,0-1-1,0 1 1,0-1 0,0 0-1,-1 0 1,7-5-1,7-8-408,31-35 0,-29 28-137,75-91-4087,-39 33-2433,-27 36-1614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15.2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48 496 4002,'-21'89'8941,"4"3"-3989,13-57-3791,0 0 1,3 0-1,2 41 1,-1-74-1135,1 0-1,-1 0 1,0 0 0,1 1 0,0-1-1,-1 0 1,1 0 0,0 0 0,0 0-1,0 0 1,1 0 0,-1 0-1,0 0 1,1-1 0,-1 1 0,1 0-1,0-1 1,-1 1 0,1-1 0,0 0-1,0 1 1,0-1 0,0 0-1,0 0 1,0-1 0,0 1 0,0 0-1,1 0 1,3 0 0,1 0-29,0-1 0,0 1 0,0-1 0,0 0 0,0-1 0,0 0 0,0 0 0,0 0 0,8-4 0,-1 0-70,0-2-1,0 1 1,-1-2 0,0 0 0,15-12 0,61-55-970,-82 68 945,16-14-460,-1-1 0,-1-1 0,29-41 0,-39 48 243,-1 0 1,-1-1 0,-1 0-1,0-1 1,-2 0 0,0 0-1,5-22 1,-5 0-512,-1 1-1,-2-1 1,-1 1 0,-3-1-1,-5-46 1,3 73 840,0 0-1,0 0 1,-1 0-1,-1 1 1,0 0 0,0 0-1,-2 0 1,-10-16-1,13 22 111,-1 1 0,1-1 0,-1 1 0,-1 0 0,1 0 0,-1 1 0,-9-7-1,11 9-37,0 0 0,0 0 0,0 1 0,0-1 0,0 1 0,0 0 0,0 0 0,0 0 0,-1 1 0,1 0 0,0-1 0,-1 1 0,-5 1 0,8 0-49,1-1 1,-1 0 0,0 0-1,1 1 1,-1-1-1,1 1 1,0-1-1,-1 1 1,1 0 0,-1 0-1,1-1 1,0 1-1,0 0 1,-1 0-1,1 0 1,0 1 0,0-1-1,0 0 1,0 0-1,0 0 1,-1 3-1,-3 7 214,0 0-1,1 0 1,0 1 0,0-1-1,-1 17 1,-10 74 1089,14-96-1257,-20 473 3859,20-443-3716,2-1 0,1 1-1,2 0 1,12 52 0,-13-79-225,0 0 0,1 0 0,0 0-1,0 0 1,1-1 0,0 0 0,0 0 0,1 0 0,9 10 0,-10-13-69,0-1 0,1 0-1,0 1 1,0-2 0,0 1-1,0-1 1,1 0 0,-1 0 0,1-1-1,0 1 1,0-2 0,-1 1 0,1-1-1,10 1 1,28-1-1760,-41-1 1302,-1-1 1,0 1-1,0-1 0,0 0 0,1 0 1,-1 0-1,0 0 0,0 0 1,0-1-1,0 1 0,4-4 0,-3 1-1152,-1 0 0,0 0-1,0 1 1,0-2 0,0 1-1,1-5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1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259 113 4194,'0'0'10933,"1"-11"-10018,1-77 875,-2 87-1784,0 1 0,0-1 0,0 1 0,-1-1 0,1 1 0,0-1 0,-1 1 0,1-1 0,-1 1-1,1-1 1,0 1 0,-1 0 0,1-1 0,-1 1 0,1-1 0,-1 1 0,0 0 0,1 0 0,-1-1 0,1 1 0,-1 0 0,1 0 0,-1 0-1,0 0 1,1-1 0,-1 1 0,0 0 0,-23-2 80,20 2-76,-3-1 4,-1 1 1,0 0-1,0 0 1,0 1-1,1 0 1,-1 0-1,0 0 1,1 1-1,-1 1 1,1-1-1,0 1 1,0 0-1,0 1 1,0 0-1,1 0 1,-1 0 0,-9 10-1,8-7 19,1 0 0,0 0 0,0 1 0,1 0 0,0 1-1,0 0 1,1-1 0,0 2 0,1-1 0,0 0 0,-4 15 0,6-16-3,1 1-1,-1-1 1,2 1 0,-1 0 0,1 0 0,0-1 0,1 1 0,0 0 0,0 0 0,1-1 0,0 1-1,1-1 1,0 0 0,4 10 0,9 9-66,1-1 1,1-1-1,1 0 1,35 34-1,-7-6-143,-22-24 142,8 8 44,-2 2 0,28 44-1,-51-69 15,0 0 0,-1 0-1,-1 1 1,0 0 0,-1 0-1,-1 0 1,0 1-1,-1-1 1,-1 1 0,1 25-1,-3-34 29,0 1 1,-1-1-1,0 0 0,-1 0 0,1 0 0,-1 0 0,-1 0 0,1-1 0,-1 1 0,0-1 0,-1 1 0,0-1 0,-8 11 0,2-6 27,-1 0 0,0-1 0,0 0 0,-1-1-1,-21 13 1,23-16-27,0-1-1,0 0 1,-14 6-1,19-10-55,1 0-1,0 0 1,0 0-1,-1 0 1,1 0-1,-1-1 1,1 0-1,0 0 1,-1 0-1,1-1 1,-7-1-1,10 2-24,0-1-1,0 1 1,0-1-1,0 1 1,-1-1-1,1 1 0,0-1 1,0 0-1,1 0 1,-1 1-1,0-1 1,0 0-1,0 0 1,0 0-1,1 0 0,-1 0 1,0 0-1,1 0 1,-1 0-1,1 0 1,-1-3-1,-3-27-928,3 25 685,1-118-6599,2 61-688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1.4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37 473 9204,'0'0'5846,"19"-30"-5660,60-101 174,-72 120-270,0-1-1,-1-1 0,0 1 0,0-1 0,-2 0 0,5-16 1,-6 15-16,1-6-54,0-1 0,-2 1 0,0 0 0,-2-1 1,-2-25-1,2 44-42,0 0 0,0 0 0,-1 1 0,1-1 0,-1 0 1,1 0-1,-1 0 0,0 0 0,0 1 0,1-1 1,-1 0-1,0 1 0,-1-1 0,1 1 0,0-1 1,0 1-1,-1-1 0,1 1 0,-1 0 0,1 0 0,-1 0 1,1 0-1,-1 0 0,0 0 0,0 0 0,1 0 1,-4 0-1,-2-1 0,1 1 0,0 0 0,-1 0 0,1 1 0,0 0 0,-1 0 0,-8 1-1,12 0 16,-1 0-1,0 0 1,1 1-1,-1-1 0,1 1 1,-1 0-1,1 0 1,0 0-1,0 0 0,0 1 1,0-1-1,0 1 0,1 0 1,-1 0-1,1-1 1,0 2-1,0-1 0,0 0 1,0 0-1,0 1 0,-2 6 1,-1 4 45,0 1 0,0-1 1,1 1-1,-2 21 0,0 15 760,3 1-1,1 0 0,10 83 0,-5-114-422,1 0 1,1 0 0,0-1 0,2 0 0,17 36-1,-21-49-303,1 1-1,0-1 0,0 0 0,1 0 0,0-1 0,0 1 0,1-1 0,-1 0 1,1-1-1,1 1 0,-1-1 0,1-1 0,0 1 0,0-1 0,0 0 0,0-1 0,16 6 1,-17-8-76,-1 0 1,1-1-1,0 0 1,0 0 0,0 0-1,0-1 1,-1 1-1,1-1 1,0-1-1,-1 1 1,1-1 0,0 0-1,-1 0 1,0-1-1,0 1 1,0-1 0,0-1-1,0 1 1,0-1-1,-1 1 1,9-10-1,3-5-508,-1 0-1,-1-2 0,23-39 0,43-90-9451,-52 85 447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1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145 61 8628,'0'0'7812,"-8"-10"-7442,-22-30-164,29 39-201,1 1-1,-1-1 1,1 0 0,-1 1 0,1-1 0,-1 0-1,1 1 1,-1-1 0,1 1 0,-1-1-1,0 1 1,1-1 0,-1 1 0,0 0 0,0-1-1,1 1 1,-1 0 0,0-1 0,0 1 0,1 0-1,-1 0 1,0 0 0,0 0 0,0 0 0,0 0-1,1 0 1,-1 0 0,0 0 0,0 0 0,0 0-1,1 0 1,-1 0 0,0 1 0,0-1-1,0 0 1,1 1 0,-1-1 0,0 1 0,1-1-1,-1 1 1,0-1 0,1 1 0,-1-1 0,1 1-1,-1-1 1,1 1 0,-1 0 0,0 0 0,-4 5 30,1 1 0,0-1 0,0 1 1,0 0-1,0 0 0,1 0 1,1 0-1,-4 13 0,-12 68 957,18-88-989,-10 82 1805,2 138-1,8-218-1793,0 1-1,0-1 1,0 0-1,0 0 1,0 0-1,0 0 1,1 0 0,-1 0-1,1 0 1,0 0-1,0 0 1,-1 0-1,1 0 1,2 2-1,-2-4-18,-1 1 0,1-1-1,0 1 1,0-1-1,0 0 1,0 1-1,0-1 1,0 0-1,0 0 1,0 1 0,0-1-1,0 0 1,0 0-1,0 0 1,0 0-1,0-1 1,0 1 0,0 0-1,0 0 1,0 0-1,0-1 1,-1 1-1,1-1 1,0 1-1,0 0 1,0-1 0,0 0-1,0 1 1,-1-1-1,2-1 1,4-2-79,-1 0-1,0-1 1,0 0 0,0 0 0,-1 0 0,0-1 0,0 1-1,5-9 1,26-56-1234,-28 53 739,-1 5 74,3-6-693,0-1 0,-2 0-1,0 0 1,-1-1 0,4-22 0,-8 33 407,0 8 913,2 11 1066,-3-7-1013,61 216 6571,-32-104-5347,-3-18-660,-4 2 0,16 162 0,-33-179-604,-7 137-1,0-208-127,-1 0 0,0 0 1,-1 0-1,0-1 0,-1 1 0,0-1 0,-6 11 0,8-17-2,0 0 1,-1-1-1,1 1 1,-1-1-1,0 0 0,0 0 1,0 0-1,0 0 0,-5 3 1,6-5-5,0 0 0,0 0 0,-1 0 0,1 0 0,0 0 1,0-1-1,-1 1 0,1-1 0,0 1 0,0-1 0,-1 0 0,1 0 0,0 0 1,-1 0-1,1-1 0,0 1 0,-5-2 0,5 1-14,1 0 1,0 0-1,0 0 0,-1 0 0,1 0 1,0 0-1,0-1 0,0 1 0,0 0 1,0-1-1,1 1 0,-1-1 1,0 1-1,1-1 0,-1 1 0,1-1 1,-1 1-1,1-1 0,0 0 0,0 1 1,-1-1-1,1 0 0,0 1 1,1-4-1,-1 0-34,-1-3-27,-1-29-101,2 35 173,1 1 0,-1-1 0,0 1 0,1-1 0,-1 1 0,0-1 0,1 1 0,0-1 0,-1 1 0,1 0-1,0-1 1,0 1 0,0 0 0,0 0 0,0-1 0,0 1 0,0 0 0,0 0 0,0 0 0,0 0 0,2-1 0,6-1 11,0 0-1,0 1 1,1-1-1,-1 2 1,1-1-1,-1 1 1,17 1 0,-15 0-36,0-1 0,0 0 0,0 0 0,0-1 0,-1 0 0,13-5 0,-20 6-97,0-1 1,0 0-1,0 0 0,0 0 1,-1 0-1,1 0 1,-1-1-1,1 1 0,-1-1 1,0 0-1,0 0 0,0 1 1,0-1-1,-1 0 1,1-1-1,-1 1 0,0 0 1,0 0-1,0-1 0,0 1 1,0-6-1,1-8-1122,-1 0 0,0 0 0,-3-21 0,1 6-2034,1-16-4915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2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7379,'0'0'8378,"5"32"-7074,-1-11-1055,43 201 2122,-34-173-1594,-8-24-399,1-1-1,1 1 1,2-2 0,22 45-1,-30-65-362,0-1-1,0 0 1,1 0 0,-1 0-1,1-1 1,-1 1-1,1 0 1,0 0-1,-1-1 1,1 1-1,0-1 1,0 0 0,1 0-1,-1 1 1,0-1-1,0 0 1,0-1-1,1 1 1,-1 0 0,0-1-1,1 1 1,3-1-1,-3 0-10,-1 0 0,0-1 0,1 1 0,-1-1-1,0 0 1,0 0 0,0 0 0,0 0 0,1 0 0,-1 0-1,-1-1 1,1 1 0,0-1 0,0 1 0,0-1-1,-1 0 1,1 1 0,-1-1 0,1 0 0,-1 0 0,0 0-1,0 0 1,2-4 0,7-17-327,-1-1-1,-1 0 0,-1-1 1,-2 0-1,6-48 1,-4-134-5420,-7 173 4559,0 32 2198,1 2-1743,5 0-2032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2.8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0 350 8548,'0'0'9524,"15"-16"-9086,0 1-410,-1 1-82,-1-1 0,0 0 0,-1-1 0,0 0 0,10-21 0,-6 9-1011,11-32 1,-23 49-43,-1 0 0,0 0 0,0-1-1,-1 1 1,-1-1 0,1-15-1,-2 25 1109,-1 1-1,1 0 0,0 0 0,-1 0 0,0 0 0,1 0 0,-1-1 0,0 1 0,1 0 0,-1 1 0,0-1 0,0 0 0,0 0 0,0 0 0,0 0 0,0 1 0,0-1 0,0 0 0,0 1 0,0-1 1,0 1-1,-1-1 0,1 1 0,0 0 0,0-1 0,0 1 0,-1 0 0,1 0 0,0 0 0,0 0 0,-1 0 0,-1 0 0,0 0 183,0 0-1,0 0 0,0 0 1,0 1-1,0-1 0,0 1 1,0-1-1,0 1 1,0 0-1,1 0 0,-1 0 1,0 1-1,1-1 0,-4 3 1,3-1-51,0 1 1,0 0-1,1 0 1,0 0-1,-1 0 0,1 0 1,0 0-1,1 1 1,-1-1-1,0 7 1,-7 51 1459,5 118 1536,4-129-2358,0-26-252,1-1 0,6 33 0,-6-49-418,1 0 0,0-1 1,1 1-1,-1 0 0,2-1 1,-1 0-1,1 0 0,0 0 0,0 0 1,10 11-1,-12-16-100,0 0 0,0 0 0,0 1 0,0-2 0,0 1 1,0 0-1,1 0 0,-1-1 0,1 1 0,-1-1 0,1 0 0,0 0 0,-1 0 0,1 0 0,0 0 0,0-1 0,-1 1 0,1-1 0,0 0 1,0 0-1,0 0 0,0 0 0,0 0 0,0 0 0,-1-1 0,1 0 0,0 1 0,0-1 0,0 0 0,4-3 0,0 0-131,-1 0 0,0-1 1,0 1-1,-1-1 0,1-1 0,-1 1 0,0-1 0,-1 0 0,1 0 0,5-10 0,24-55-3276,-8-6-4004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3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 13494,'0'0'2996,"2"39"-749,1 5-1623,2 27 727,18 95 0,17 18 301,-40-182-1615,2-31-576,-1 1-1,-4-49 0,2 62 180,-9-72-1922,-2-35-3040,12 99 3861,-1 5-259,0 0-1,2 1 1,4-30 0,-2 36 428,0 1 1,10-21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3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1 136 2385,'247'-135'4034,"-204"135"-1233,-2 12 97,-8 33-1202,-6 6-175,-7 12-224,-10 4 271,-10-4-159,0-9-753,0-15-304,0-18-352,0-12-704,-7-9-1457,-10 0-2481,-3-24-6515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3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3298,'0'0'9831,"1"-4"-8759,1-10-207,-2 11 975,0 5-1773,0 92 429,3 361 3109,20-6-1076,-21-419-2424,-2-23-70,1 1 0,-1-1-1,1 0 1,0 0 0,1 0 0,0 0 0,0 0 0,4 9 0,2-7-25,-2-14-49,0-18-148,-2-24-1424,-3-51 0,-2 50-228,-2-24-1899,-11 5-2049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4.2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9861,'0'0'5079,"39"1"-3654,128 1-545,47 2-560,-203-4-335,-1 0-21,-1 0 0,0 0 1,0 1-1,0 0 0,0 0 0,0 1 0,0 1 0,0 0 1,10 4-1,-17-6 19,-1 1 1,1-1-1,-1 0 1,0 0-1,1 1 0,-1-1 1,0 1-1,0-1 1,0 1-1,0 0 1,0-1-1,0 1 1,-1 0-1,1 0 0,0 0 1,-1-1-1,1 4 1,2 35 82,-3-22 57,4 50 996,13 119 2011,-16-185-3114,4 20 245,-5-22-274,1 1-1,-1 0 1,1-1 0,-1 1 0,0 0 0,1-1-1,-1 1 1,1-1 0,-1 1 0,1-1 0,0 1-1,-1-1 1,1 1 0,-1-1 0,1 0 0,0 1-1,-1-1 1,1 0 0,0 0 0,0 1 0,-1-1-1,1 0 1,0 0 0,-1 0 0,2 0 0,-2 0-14,1 0 0,-1 0 0,0 0 0,0 0 0,0 0-1,0 0 1,1 0 0,-1 0 0,0 0 0,0 0 0,0 0 0,0-1 0,0 1 0,1 0 0,-1 0 0,0 0 0,0 0 0,0 0 0,0 0 0,0 0 0,0-1 0,1 1 0,-1 0 0,0 0 0,0 0 0,0 0 0,0 0 0,0-1 0,0 1-1,0 0 1,0 0 0,0 0 0,0 0 0,0-1 0,0 1 0,0 0 0,0 0 0,0 0 0,0 0 0,0-1 0,0 1 0,0 0 0,0 0 0,0-72-6846,0 23-2824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4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7379,'0'0'6836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4.9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36 356 2417,'0'0'12678,"17"-26"-12297,56-86-375,-63 98-198,-1-2 1,0 1-1,11-30 1,-18 35-81,0 0 1,0 1-1,0-1 0,-1 0 1,-1-16-1,0 24 209,0 0-1,0 0 1,0 0 0,0 0-1,0 1 1,-1-1 0,1 0-1,0 0 1,-1 0 0,0 0-1,1 1 1,-1-1-1,0 0 1,0 0 0,0 1-1,0-1 1,0 1 0,0-1-1,-1 1 1,1-1 0,0 1-1,-1 0 1,1 0 0,-1 0-1,1 0 1,-1 0 0,0 0-1,-2-1 1,-3 0 28,-1 0 1,1 1-1,0 0 0,-1 1 1,1-1-1,-9 2 1,4-1 203,9 0-103,0 0-1,1 0 1,-1 0 0,1 1 0,-1-1-1,1 1 1,-1 0 0,1 0 0,-1 0 0,1 0-1,-1 0 1,1 0 0,0 1 0,0-1-1,0 1 1,-3 2 0,2-1 51,0 1-1,1-1 1,-1 1-1,1-1 1,0 1-1,0 0 1,0 0-1,0 0 1,-1 5 0,-1 8 325,1-1 1,1 1 0,0 0 0,1 18 0,0 4 231,-1 12 884,7 72 0,-4-108-1348,2 1 0,0-2 1,0 1-1,2 0 0,-1-1 1,2 0-1,0 0 1,1 0-1,10 15 0,-14-24-164,1 0 0,0 0 0,1 0 0,-1-1 0,1 1 0,0-1 0,0-1-1,0 1 1,1-1 0,-1 1 0,12 3 0,-14-6-50,0 0 0,0 0 0,0 0-1,0 0 1,0-1 0,1 0 0,-1 1 0,0-1 0,0-1 0,1 1-1,-1 0 1,0-1 0,0 1 0,1-1 0,-1 0 0,0 0-1,0 0 1,0-1 0,0 1 0,-1-1 0,1 0 0,0 1 0,-1-1-1,1 0 1,2-3 0,2-3-299,0-1-1,-1 0 1,0 0-1,0 0 1,-1-1 0,8-19-1,-4 5-3244,11-48 0,-11 11-6521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5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4274,'0'0'6019,"10"184"-2962,-7-124-1536,4-15-545,-4-18-624,7-18-352,0-9-432,0-12-1265,0-27-2705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5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8004,'0'0'7019,"10"1"-6611,-5 0-342,-3-1-25,1 0 0,-1 1 1,1-1-1,-1 0 0,1 1 0,-1 0 1,1 0-1,-1-1 0,1 1 0,-1 1 1,0-1-1,0 0 0,0 1 0,0-1 0,0 1 1,0-1-1,0 1 0,0 0 0,0 0 1,-1 0-1,1 0 0,-1 0 0,1 0 1,-1 0-1,0 1 0,1 2 0,9 34 614,-2 1-1,-2 0 0,-2 0 0,1 52 1,-3-46-240,8 125 720,21 247 1359,-30-402-2419,10 68 307,-9-74-321,-1 0 0,1 0 1,0 0-1,1-1 0,8 15 0,-12-23-62,1 1-1,0 0 1,0-1-1,0 1 1,0-1-1,0 1 1,0-1-1,0 1 1,0-1-1,1 0 1,-1 1 0,1-1-1,-1 0 1,1 0-1,-1 0 1,1 0-1,0 0 1,-1-1-1,1 1 1,0 0-1,0-1 1,-1 0 0,1 1-1,0-1 1,0 0-1,0 0 1,0 0-1,-1 0 1,1 0-1,0 0 1,0 0 0,0-1-1,-1 1 1,1-1-1,0 1 1,3-2-1,0-2-43,1 1 1,-1-1-1,0 0 0,0 0 0,-1-1 1,1 1-1,-1-1 0,0 0 0,4-6 0,9-17-584,-1 0 0,-1-1-1,14-41 1,4-39-4593,-20 39-1731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2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3474,'0'0'608,"-20"168"-1040,46-117-1265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27 5074,'0'0'6318,"0"-4"-5523,0-14 112,0 13-227,-8 5 2959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22 6371,'0'0'8385,"0"-4"-7323,0-10-278,0 11 508,0 5-994,0 0-261,1 1-1,-1 0 1,0-1-1,1 1 1,-1 0-1,1-1 1,0 1 0,0-1-1,0 1 1,2 2-1,5 13 131,24 83 826,20 108 0,-39-149-848,12 58 312,-5 1 0,8 227 1,-27-304-420,0-10 72,0-1 0,-3 1-1,-8 52 1,9-75-77,-1-1 0,-1 0 1,1 0-1,-2 0 0,1 0 0,-1 0 1,0-1-1,0 0 0,-1 0 1,0 0-1,-1 0 0,1-1 1,-1 1-1,0-2 0,-1 1 0,1-1 1,-1 0-1,-11 7 0,8-8-69,0-1 0,0 0 0,-1 0 0,1-1 0,-1 0 0,1-1 0,-1 0 0,0-1 0,1 0 0,-1 0 0,-14-3 0,18 2-83,1-1-1,-1 1 1,1-1-1,0-1 1,-1 1-1,1-1 1,0 0-1,1 0 1,-1-1-1,0 0 1,1 0-1,0 0 1,0 0-1,0-1 1,0 0-1,1 0 1,0 0-1,0-1 1,-5-9-1,2 3-134,0-1 1,1 0-1,1-1 0,0 1 0,1-1 0,1 0 1,0 0-1,-2-20 0,4 5-739,0 0 0,5-40 0,-2 50-786,2 1 0,7-27 0,12-22-7452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3474,'0'0'10516,"47"24"-9139,-37 36-16,-10 6-177,3 0-608,-3-18-415,0-18-97,0-17-64,7-32-3298,-4-29-1728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7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13510,'0'0'1857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2625,'0'0'10392,"-6"8"-9936,3-3-389,0-1 32,0 0 0,0 1 0,0 0 0,0 0 1,1-1-1,0 1 0,0 1 0,1-1 0,-1 0 0,1 0 0,0 1 0,0 6 0,-1 283 2700,3-159-1540,-1-127-1175,4 203 1118,-1-158-973,20 99 1,-21-143-202,8 28 85,-9-37-110,-1 1 0,1 0 1,0-1-1,0 1 0,-1-1 1,1 1-1,0-1 0,0 1 0,1-1 1,-1 0-1,0 1 0,0-1 0,1 0 1,-1 0-1,0 0 0,1 0 1,1 1-1,-3-2-6,1 0 0,-1 0 0,0 0 0,1 0 0,-1 0 1,1 0-1,-1 0 0,0 0 0,1 0 0,-1 0 0,1 0 0,-1 0 0,0 0 1,1 0-1,-1 0 0,0 0 0,1-1 0,-1 1 0,0 0 0,1 0 0,-1 0 1,0-1-1,1 1 0,-1 0 0,0 0 0,0-1 0,1 1 0,-1 0 0,0-1 1,0 1-1,1 0 0,-1-1 0,0 1 0,0-1 0,6-16-390,0-20-1362,-1-1-1,0-43 0,-4 57 76,2-43-4379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0 9108,'0'0'6547,"-36"25"-5837,-117 85-329,136-97-283,1 1 0,-28 29-1,35-31 82,0 1-1,-11 22 1,19-34-165,-7 14 242,1 1 0,0 0-1,1 0 1,1 1-1,-5 29 1,5-13 693,1 67-1,4-99-932,0 0-1,0 0 1,0 1 0,0-1-1,0 0 1,1 0-1,-1 0 1,0 0 0,1 1-1,-1-1 1,1 0-1,-1 0 1,1 0-1,0 0 1,0 0 0,-1 0-1,1 0 1,0 0-1,0-1 1,2 3 0,-1-2-7,1 0 1,-1 1 0,1-1 0,-1 0 0,1 0 0,-1-1 0,1 1-1,0 0 1,3-1 0,1 1-14,1-1-1,-1 0 1,0 0-1,0-1 0,1 0 1,-1 0-1,8-3 1,-7 1-69,-1-1 1,0 1-1,0-1 0,0 0 1,0-1-1,11-10 1,37-40-1481,-31 29 282,70-73-6904,-48 51 241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7876,'0'0'9796,"-104"192"-8051,77-93-176,4-8-513,10-19-79,9-33-545,4-27-352,0-36-336,24-51-417,2-19-975,1-5-2098,-4 15-96,-6 18-656,-3 15-2401</inkml:trace>
  <inkml:trace contextRef="#ctx0" brushRef="#br0" timeOffset="1">171 1 5715,'0'72'4786,"6"-6"-1521,4 0-1168,4-3-1216,-4-9-449,3-15-352,4-20-80,3-19-1185,0 0-3857,0-28-5171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81 102 5491,'0'0'8667,"2"-5"-8045,-2 5-611,2-4 373,0-1 0,0 1 0,-1-1 1,0 1-1,0-1 0,0 0 0,0-5 0,-24 9 939,21 1-1279,0 0 0,0 0-1,0 1 1,0-1 0,0 1-1,0-1 1,1 1 0,-1-1-1,0 1 1,0 0 0,1 0-1,-1 0 1,0 0 0,1 0-1,-1 0 1,1 1-1,-1-1 1,-1 2 0,0 1 17,1 0 0,-1-1 0,1 1 0,0 0 0,0 0 0,1 0 0,-3 9 0,0 5 135,1 1 1,0 0-1,1 19 0,2-37-186,-1 16 108,-2 45 635,3 1 0,7 62 0,-6-117-698,0-1 0,1 0 0,0 1-1,0-1 1,0 0 0,1 0-1,0 0 1,1-1 0,7 13-1,-8-16-34,0 0 0,0 1-1,1-1 1,-1 0 0,1 0 0,-1-1-1,1 1 1,0-1 0,0 0 0,0 0-1,1 0 1,-1-1 0,0 1-1,1-1 1,-1 0 0,1 0 0,6 0-1,-6-1-11,0 0-1,1 0 1,-1-1-1,0 1 1,0-1-1,0 0 1,0-1-1,0 1 1,0-1-1,0 0 1,-1 0-1,1-1 1,0 1-1,-1-1 1,0 0-1,0 0 1,0-1-1,6-6 1,5-6-104,-1-2 1,-1 1-1,13-25 1,-18 30 9,17-29-570,-2-2 1,20-47 0,-36 72 251,-1 0 1,0-1-1,-1 1 1,-1-1-1,-1 0 1,-1-1 0,0 1-1,-2-26 1,0 42 347,0-1 1,-1 1-1,1 0 1,-1 0-1,0 0 1,0 0-1,0 0 1,0 0-1,-1 0 1,1 0-1,-1 0 1,0 0 0,0 1-1,1-1 1,-2 1-1,1-1 1,0 1-1,0 0 1,-1 0-1,1 0 1,-1 0-1,0 1 1,-4-3-1,-1 1 185,0 0-1,0 1 0,0 0 1,0 0-1,-1 1 0,1 0 1,0 0-1,-9 1 0,12 0-26,0 1-1,0 0 1,0 0-1,0 0 0,0 0 1,0 1-1,0 0 1,1 0-1,-1 0 0,1 1 1,-1-1-1,1 1 0,0 0 1,0 0-1,0 1 1,1-1-1,-1 1 0,1 0 1,0 0-1,0 0 0,0 0 1,0 0-1,1 1 1,0-1-1,-3 8 0,2 6-1247,13-21-7339,0-16-679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8548,'0'0'5925,"0"25"-3932,1 175 1294,0-165-2706,2-1 1,1 0-1,1 0 0,2-1 0,2 0 1,1 0-1,27 61 0,-34-89-555,0-1 0,0 1-1,0-1 1,0 1 0,1-1-1,-1 0 1,1 0 0,0 0-1,0-1 1,1 0 0,-1 1 0,1-1-1,-1-1 1,9 4 0,-10-4-25,1-1 0,-1 0-1,1-1 1,-1 1 0,1-1 0,0 1 0,-1-1 0,1 0 0,-1 0 0,1-1 0,0 1 0,-1-1 0,1 1 0,-1-1 0,1 0 0,-1-1 0,0 1 0,1-1 0,-1 1 0,0-1 0,0 0-1,0 0 1,3-3 0,3-4-29,0 0 0,-1 0-1,-1-1 1,0 0-1,0-1 1,-1 0 0,6-11-1,3-10-449,13-45-1,-20 49-171,-2 0 0,0-1 0,-2 1 1,-2-1-1,0 0 0,-5-57 0,2 78 652,0 1 0,-1 0 0,1-1-1,-1 1 1,-1 0 0,1 0 0,-1 1 0,-1-1 0,1 0-1,-1 1 1,0 0 0,-1 0 0,1 0 0,-1 0-1,0 1 1,-1 0 0,1 0 0,-10-6 0,15 11-161,-1 0 1,1-1-1,0 1 0,0 0 1,-1 0-1,1-1 1,0 1-1,0 0 0,-1 0 1,1-1-1,0 1 1,0 0-1,0-1 1,-1 1-1,1 0 0,0-1 1,0 1-1,0 0 1,0-1-1,0 1 0,0 0 1,0-1-1,0 1 1,0 0-1,0-1 0,0 1 1,0 0-1,0-1 1,0 1-1,0-1 1,0-3-2052,0-7-7632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9268,'0'0'7500,"0"9"-6006,-2 232 1230,8 334-107,-5-554-2542,-2-6-47,2-1 0,0 0 0,1 1 0,1-1 0,7 25 0,-10-38-38,0 0 0,1 0 0,-1 0 0,1 0 1,-1 0-1,1 0 0,-1 0 0,1 0 1,-1 0-1,1 0 0,0 0 0,0-1 0,-1 1 1,1 0-1,0 0 0,0-1 0,0 1 0,0-1 1,0 1-1,0-1 0,0 1 0,0-1 1,0 1-1,0-1 0,0 0 0,0 0 0,0 0 1,0 1-1,0-1 0,0 0 0,1 0 1,0-1-1,0 1-31,-1-1 0,1 0 0,0 1 0,-1-1 0,1 0 0,-1 0 0,1 0 0,-1-1 0,1 1 0,-1 0 0,0 0 0,0-1 0,0 1 0,0-1 0,0 1 1,0-1-1,0 1 0,0-1 0,0-1 0,4-11-356,0 1 0,-2-1 0,0 0 1,0 0-1,0-15 0,0-74-3985,-3 84 1879,-4-34 1,0 36-525,-11-33-1,15 50 2981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12422,'0'0'8388,"187"48"-8196,-140-48-192,-1 0-881,1 0-1824,-7 0-2241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7331,'0'0'8866,"1"17"-8229,8 203 1698,-9 526 183,1-711-2515,-1-34-1,0 0 1,0-1-1,0 1 1,0 0-1,0-1 0,1 1 1,-1 0-1,0-1 1,1 1-1,-1-1 1,0 1-1,1-1 0,-1 1 1,0-1-1,1 1 1,-1-1-1,1 1 1,-1-1-1,1 1 0,-1-1 1,1 0-1,-1 1 1,1-1-1,0 1 1,0-1-1,0 0 0,-1 0 0,1-1-1,-1 1 1,1 0 0,-1 0 0,1 0 0,0 0 0,-1-1 0,1 1 0,-1 0 0,1-1 0,-1 1 0,1 0 0,-1-1 0,0 1 0,1 0 0,-1-1 0,1 1 0,-1-1 0,0 1 0,1-1 0,-1 1 0,0-1 0,0 1 0,1-1 0,-1 1 0,0-1-1,0 0 1,0 1 0,0-1 0,1 0 0,3-16-164,0-1 1,-1 1-1,2-35 0,-5-62-1501,0 59 572,-7-145-4264,1 2 427,11 66 4542,-4 117 788,1-1 0,1 0 0,0 1 0,1 0 0,1 0 0,0 0 0,1 0 0,0 1 0,2 0-1,-1 0 1,2 1 0,0 0 0,0 0 0,1 1 0,1 0 0,0 1 0,18-14 0,-24 21-167,1 1-1,0 0 1,-1 0-1,1 0 1,0 1-1,0 0 1,0 0-1,1 1 1,-1 0-1,0 0 0,10 0 1,-12 0-108,0 1-1,0 1 1,0-1-1,1 1 1,-1-1-1,-1 1 1,1 0-1,0 1 1,0-1 0,0 1-1,0 0 1,-1-1-1,1 2 1,-1-1-1,0 0 1,1 1-1,-1-1 1,4 6 0,-1-1 63,-1 1 0,1 0 0,-1 1 1,-1-1-1,0 1 0,0 0 0,-1 0 1,0 0-1,2 11 0,-1 2 123,-1 0 0,0 43 0,-4-54-301,1 0 0,-1 0 0,-1-1 0,0 1 0,-1-1-1,0 1 1,0-1 0,-1 0 0,0 0 0,-1 0 0,0-1 0,-1 1 0,0-1 0,0-1 0,-1 1 0,-14 13 0,6-6-190,-1-1 1,0-1 0,-1-1-1,-20 13 1,27-20-270,0 0 0,-1-1 0,0 0 0,0-1 0,0 0 1,-1 0-1,1-2 0,-24 4 0,32-6 150,-1 1 0,1-1 0,0 0 0,0-1 1,0 1-1,0 0 0,-1-1 0,1 0 0,-5-2 1,6 2 96,0 0 0,0 0 0,1 0 0,-1 0 0,1-1 0,-1 1 0,1-1 0,0 1 0,-1-1 0,1 0 0,0 1 0,0-1-1,0 0 1,0 0 0,0 1 0,0-4 0,-8-42-4786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0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5955,'0'0'10487,"5"34"-8497,0 2-1397,19 181 2608,-23-198-2840,0-5-139,-1-1-1,2 0 0,0 0 1,0 0-1,1 0 0,1 0 1,0 0-1,1-1 0,8 16 1,-11-26-216,-1 0 0,0 0-1,1 0 1,0-1 0,-1 1 0,1 0 0,0-1 0,0 0 0,0 1 0,0-1 0,0 0 0,0 0 0,0 0 0,0 0 0,0 0 0,1-1 0,-1 1 0,0-1-1,1 1 1,-1-1 0,0 0 0,1 0 0,-1 0 0,4 0 0,-2-1-19,0 0 0,0 0 0,-1 0 1,1 0-1,0 0 0,0-1 0,-1 0 0,1 0 0,-1 0 0,1 0 0,-1 0 0,0-1 1,6-5-1,2-5-241,-1 0 1,0-1-1,0 0 1,-2-1-1,0 0 1,0 0 0,-2 0-1,0-1 1,8-31-1,-7 10-1050,-1-1 0,-2 1 0,-2-53 0,-2-5-2668,0 86-1086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6771,'0'0'12299,"3"3"-11429,0 1-772,0 1 1,-1-1-1,1 1 1,-1-1-1,0 1 1,0 0-1,-1 0 1,1 0-1,-1 0 1,0 0 0,-1 0-1,1 0 1,-1 10-1,5 321 2038,-6-209-1799,-6 321-1028,7-583-6790,0 70 1145</inkml:trace>
  <inkml:trace contextRef="#ctx0" brushRef="#br0" timeOffset="1">0 404 15927,'0'0'4835,"208"0"-3331,-121 0-1312,-1-6-48,-9-12-144,-17 3-1280,-16 3-1906,-17 6-5842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11845,'0'0'4792,"24"-19"-4568,79-64-120,-96 77-128,1-1 0,-2 0 0,1 0 0,-1 0 0,0 0 0,0-1 0,-1 0 0,0-1 0,-1 1 0,0-1 0,0 1 0,5-19 0,-4 11-96,-2 7 8,-1 5 45,-1 0-1,0 0 1,0 0-1,0 0 1,0 0 0,0 0-1,-1-5 1,0 9 328,1 19 233,-2-10-427,7 109 1082,38 211 0,-18-168-475,-19-129-608,-5-24-37,0 0 0,-1-1-1,1 13 1,-2-19-72,0-4-378,0-55-5827,-3 14-1903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12134,'0'0'2321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1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6467,'0'0'6056,"16"-28"-5949,56-90-27,-68 112-81,-1 1 1,1 0 0,0 1-1,0-1 1,0 1 0,1 0-1,0 0 1,-1 0 0,1 0-1,1 1 1,-1 0 0,0 0-1,1 0 1,0 1 0,7-2-1,3-2-9,13-4 257,0 1 1,0 2-1,1 1 1,0 2-1,0 0 1,0 2-1,0 1 1,36 4-1,-63-2-177,0-1-1,-1 1 0,1-1 1,0 1-1,-1 0 0,1 0 0,-1 0 1,0 0-1,1 1 0,-1-1 0,0 1 1,0-1-1,0 1 0,0 0 0,0 0 1,0 0-1,0 0 0,-1 0 1,1 0-1,-1 0 0,1 1 0,-1-1 1,0 1-1,0-1 0,0 1 0,0-1 1,0 1-1,0 4 0,2 7 295,-1 1 0,-1 0 0,0 29 0,-1-32-190,0 1-28,0 1-1,-1-1 0,-1 0 0,0 0 0,0 1 0,-2-2 0,1 1 1,-2 0-1,-10 22 0,1-9-66,0 0 1,-2-1-1,-1-1 1,-1 0 0,-1-1-1,-1-2 1,-1 0-1,-1-1 1,0 0-1,-40 24 1,55-39-120,-1-1 0,1 0 0,-1 0 1,0 0-1,0-1 0,0-1 0,0 1 0,0-1 0,-1-1 0,1 0 1,-1 0-1,1 0 0,-1-1 0,-11-1 0,18 1-35,0-1-1,0 1 1,1-1 0,-1 0-1,0 1 1,0-1-1,1 0 1,-1 0-1,1 0 1,-1 0 0,1 0-1,-1 0 1,1 0-1,0-1 1,0 1-1,-1 0 1,1-1 0,0 1-1,0-1 1,0 1-1,1-1 1,-1 0 0,0 1-1,0-1 1,1 0-1,-1-2 1,-1-4-412,1 0-1,0 0 1,0-1 0,2-10-1,-1 12 55,-1 3 307,1 0-1,0 1 1,0-1-1,1 1 1,-1-1-1,1 1 1,0-1-1,0 1 1,0-1-1,0 1 1,1 0-1,2-6 1,-2 7 124,0 0 0,0 0 1,0 1-1,0-1 0,0 1 0,1 0 1,-1-1-1,0 1 0,1 0 1,-1 0-1,1 0 0,-1 1 0,1-1 1,-1 1-1,1-1 0,-1 1 0,6 0 1,0 0 148,0 1 1,0-1-1,0 2 1,0-1-1,0 1 1,0 0 0,0 1-1,-1 0 1,1 0-1,-1 1 1,0 0 0,0 0-1,0 0 1,0 1-1,-1 0 1,0 1-1,9 8 1,9 12 740,-2 1-1,34 50 1,-54-74-832,112 201 3121,-75-128-2397,-32-63-628,-1-1 27,0-1 0,16 21 1,-20-29-164,0-1-1,0 0 1,0 0 0,0 1 0,1-1-1,-1-1 1,1 1 0,-1 0 0,1-1-1,0 1 1,0-1 0,-1 0 0,1 0 0,0 0-1,0 0 1,0 0 0,5 0 0,-6-1-24,0-1 0,1 1 0,-1-1 0,1 1 0,-1-1 0,0 0 0,0 0 0,1 0 0,-1 0 0,0 0 0,0 0 1,0-1-1,0 1 0,0-1 0,-1 1 0,1-1 0,0 0 0,-1 0 0,1 1 0,-1-1 0,0 0 0,1-1 0,-1 1 0,0 0 0,1-3 0,4-9-202,-1 0 0,8-28 0,-11 32 30,10-34-2649,-2-1 0,5-71 1,-14 63-2847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1 10949,'0'0'5819,"7"0"-3103,-12 0-2668,-97 4 320,89-2-373,-1 0 0,1 1 0,0 0 0,0 2 0,-22 9 0,22-8-3,0 1 0,1 1-1,0 0 1,0 1-1,0 0 1,1 1-1,0 0 1,1 0-1,0 1 1,1 1-1,-9 14 1,-8 16 325,-35 80-1,49-94-103,1 1 1,2 1-1,-11 58 0,18-64 123,2-24-333,0 0 1,0 1-1,0-1 0,0 0 0,0 0 0,1 0 1,-1 1-1,0-1 0,0 0 0,0 0 1,0 0-1,0 0 0,0 1 0,0-1 0,0 0 1,0 0-1,0 0 0,1 0 0,-1 0 0,0 1 1,0-1-1,0 0 0,0 0 0,0 0 0,1 0 1,-1 0-1,0 0 0,0 0 0,0 0 1,0 0-1,1 0 0,-1 0 0,0 0 0,0 1 1,0-1-1,1 0 0,-1 0 0,0 0 0,0 0 1,0-1-1,0 1 0,1 0 0,-1 0 0,0 0 1,0 0-1,0 0 0,0 0 0,1 0 1,-1 0-1,0 0 0,0 0 0,0-1 0,11-5-29,13-16-80,-2-1-1,0-1 1,22-33 0,-14 19-162,25-32-355,70-83-1417,-123 150 2030,0 1 12,-1 0 0,1 0 0,-1 1 1,1-1-1,0 0 0,0 1 0,0-1 0,0 1 1,0-1-1,0 1 0,0 0 0,0 0 0,1 0 1,-1 0-1,0 1 0,1-1 0,2 0 0,-5 1 14,0 0 0,1 0 0,-1 0-1,0 0 1,0 0 0,0 0-1,1 1 1,-1-1 0,0 0 0,0 0-1,0 0 1,1 0 0,-1 0-1,0 1 1,0-1 0,0 0 0,0 0-1,0 0 1,1 0 0,-1 1 0,0-1-1,0 0 1,0 0 0,0 0-1,0 1 1,0-1 0,0 0 0,0 0-1,0 1 1,0-1 0,0 0-1,0 0 1,0 0 0,0 1 0,0-1-1,0 1 1,8 38 1605,4 58 1,-9-67-1312,0 0-1,2 0 1,1-1 0,17 52 0,-21-76-306,0 0 0,1-1 0,-1 0 1,1 1-1,-1-1 0,1 0 0,0 0 1,1-1-1,4 6 0,-5-7-17,0 0-1,0-1 1,0 1 0,0 0-1,0-1 1,0 0 0,1 0-1,-1 0 1,0 0 0,1 0-1,-1-1 1,1 1 0,-1-1-1,4 0 1,-5 0-22,1 0-1,-1-1 0,0 1 1,0-1-1,1 0 1,-1 1-1,0-1 0,0 0 1,0 0-1,0-1 0,0 1 1,0 0-1,0-1 1,-1 1-1,1-1 0,0 1 1,-1-1-1,1 0 1,1-2-1,4-6-212,-1 0-1,8-18 1,-6 12-112,5-8-220,-2 0-1,0-1 1,-2-1 0,-1 1-1,-1-1 1,-1-1-1,-1 1 1,2-45 3073,-8 150 258,0-13-1825,2 1-1,14 91 1,-15-155-921,0-1 1,1 1 0,0 0-1,0-1 1,0 1-1,0-1 1,2 5-1,-2-6-12,-1-1 0,0 0 0,1 1 0,-1-1 0,1 1 0,-1-1 0,0 0-1,1 1 1,-1-1 0,1 0 0,-1 1 0,1-1 0,-1 0 0,1 0 0,-1 1-1,1-1 1,-1 0 0,1 0 0,-1 0 0,1 0 0,-1 0 0,1 0 0,-1 0 0,2 0-1,0-1-34,0 0-1,0 0 0,0 0 0,-1 0 0,1-1 0,0 1 1,-1-1-1,1 1 0,-1-1 0,1 0 0,-1 1 0,0-1 1,1 0-1,-1 0 0,0 0 0,0 0 0,1-3 0,52-141-2499,10-22-2082,-56 150 4393,1 1 0,0 1 1,1 0-1,1 0 0,1 1 1,0 1-1,16-15 0,-24 26 365,0-1-1,0 2 1,0-1-1,0 0 1,1 1-1,-1 0 1,11-4-1,-13 6-37,0-1 0,0 0-1,0 1 1,0 0 0,1-1 0,-1 1-1,0 0 1,0 0 0,1 0 0,-1 1-1,0-1 1,0 0 0,0 1 0,1 0-1,-1-1 1,0 1 0,0 0 0,0 0-1,4 2 1,-2 2 161,1 0 1,-1 0-1,0 0 1,0 0-1,0 1 1,-1 0-1,0-1 1,3 9-1,20 56 1214,-23-61-1303,8 25 220,12 36 82,-21-65-445,1 0 1,-1 0-1,1-1 0,0 1 1,0 0-1,1-1 1,-1 0-1,1 0 0,0 0 1,6 5-1,-7-8-52,0 1-1,-1 0 1,1-1 0,0 0-1,0 0 1,0 0 0,1 0 0,-1 0-1,0 0 1,0-1 0,0 0-1,1 1 1,-1-1 0,0 0-1,0-1 1,1 1 0,-1-1-1,0 1 1,0-1 0,0 0-1,0 0 1,0 0 0,0-1 0,0 1-1,0-1 1,0 1 0,0-1-1,-1 0 1,1 0 0,-1 0-1,1-1 1,-1 1 0,0 0-1,0-1 1,0 0 0,0 1-1,1-5 1,3-9-196,-1-1 0,0 0 0,-1 0 0,-1 0 0,-1 0 0,0-21 0,-2 88 368,3 87 379,-1-115-465,1-1-1,1 0 0,1 0 1,12 33-1,63 122-1,-52-120-21,-2 0-1,-3 1 1,23 87 0,-39-115-49,-2-1-1,-1 1 1,-2 0 0,-1 1-1,0-1 1,-8 52-1,5-70-21,-1 1-1,0-1 0,-1 1 0,0-1 0,-1 0 0,0 0 0,0-1 0,-9 13 0,8-16-29,0 0 0,0 0-1,-1-1 1,1 0 0,-1 0-1,-1 0 1,1-1 0,-1 0-1,0 0 1,0-1 0,-16 6-1,16-7 48,0 0 0,0-1 0,0 1-1,-1-2 1,1 1 0,-1-1 0,1-1-1,-1 1 1,1-1 0,-1-1-1,1 0 1,-1 0 0,1 0 0,0-1-1,0 0 1,-1-1 0,1 0-1,1 0 1,-1-1 0,0 0 0,1 0-1,0-1 1,0 0 0,0 0-1,1-1 1,-1 0 0,1 0 0,1 0-1,-1-1 1,1 1 0,0-1-1,1-1 1,-4-7 0,-1-5 61,1 0 0,1-1 0,0 0 0,2 0 0,1-1 0,-3-35 0,4 14 157,2 1 1,8-64-1,-3 80-206,1-1 1,1 1 0,2 0-1,0 1 1,14-26-1,65-115-919,9 17-3138,-52 87-265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3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4434,'0'0'8780,"0"-10"-4922,-1 258-3552,2 287 2704,-1-530-2976,0 26 128,2 0 0,0-1 1,8 33-1,-10-60-143,9 21 134,-9-23-147,1 0 0,-1-1 0,1 1 0,-1 0 1,1 0-1,0-1 0,-1 1 0,1 0 0,0-1 0,0 1 0,0-1 0,-1 1 1,1-1-1,0 1 0,0-1 0,0 0 0,0 1 0,0-1 0,0 0 1,0 0-1,1 0 0,-1 0-1,0 0-1,0 0 1,0 0 0,0 0-1,0 0 1,0 0 0,0 0 0,0-1-1,0 1 1,0 0 0,0-1 0,0 1-1,0-1 1,0 1 0,0-1 0,0 1-1,0-1 1,0 0 0,0 1-1,-1-1 1,1 0 0,0 0 0,0-1-1,12-27 51,-9 21-42,70-221-1729,-46 135 216,3 2 0,45-89 0,-69 164 4675,-10 24-2498,-9 13-512,-20 23 0,19-25-160,0-1 0,-19 36 0,24-32 95,0 1 0,2 0 0,1 0 0,0 1 1,2-1-1,0 1 0,2 0 0,1 28 0,0-44 25,0-1-1,1 1 1,-1 0-1,1 0 0,3 12 1,-3-17-114,0 0 0,0-1 1,0 1-1,0 0 1,0 0-1,0-1 0,0 1 1,1-1-1,-1 1 0,0-1 1,1 1-1,-1-1 0,1 0 1,0 0-1,-1 0 1,1 0-1,0 0 0,0 0 1,0 0-1,0-1 0,0 1 1,0-1-1,3 1 0,1 1-129,0-2 0,0 1 1,1-1-1,-1 1 0,0-2 0,0 1 0,0-1 0,0 0 0,0 0 0,0 0 0,0-1 0,7-3 0,-8 2-536,1 0 1,-1 0 0,1-1-1,-1 1 1,0-1 0,0-1-1,5-5 1,23-26-8140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98 296 5170,'0'0'8113,"-1"-9"-7331,2-13-659,1 1 0,1-1-1,9-32 1,-7 29-731,-2 1-1,0 0 1,-1-44 0,-2 67 589,0 0 0,0 0 1,0 0-1,0 0 0,0 0 1,0 0-1,0 0 0,0 0 0,0 0 1,-1 0-1,1 1 0,0-1 1,-1 0-1,1 0 0,-1 0 0,1 0 1,-1 0-1,1 0 0,-1 1 1,0-1-1,1 0 0,-1 1 0,0-1 1,0 0-1,0 1 0,1-1 1,-1 1-1,-2-2 0,0 2 75,0-1 0,1 1 0,-1 0 0,0 0 0,0 0-1,0 0 1,0 0 0,0 1 0,-4 0 0,3 0 31,1 1-1,-1-1 1,1 1 0,-1 0 0,1 0 0,0 0-1,-1 0 1,1 1 0,1-1 0,-1 1 0,0 0-1,1 0 1,-1 0 0,1 0 0,0 0 0,0 0-1,0 1 1,0-1 0,1 1 0,-3 5 0,0 3 267,0 1 0,1-1 0,0 1 0,-2 25 1,3 66 1427,2-70-1358,0-22-311,1 0 0,0 0 1,0 0-1,1-1 0,1 1 0,3 11 0,-5-20-271,1 1-1,-1-1 1,1 1-1,-1-1 0,1 0 1,0 0-1,1 0 0,-1 0 1,0 0-1,1 0 0,-1-1 1,1 1-1,0-1 1,0 1-1,0-1 0,0 0 1,1 0-1,-1-1 0,0 1 1,1-1-1,-1 0 0,1 1 1,3-1-1,20 1-7402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53 178 1024,'0'0'2938,"0"-10"-2722,0-88 3244,0 87-2876,1 8-315,-1 0 0,0 1 1,0-1-1,0 0 0,0 1 0,-1-1 0,1 0 0,-1 0 0,1 1 0,-1-1 0,0 1 0,0-1 0,-2-3 0,1 2 251,-10-10 644,5 15-933,1 11-334,0 14 127,1 1 0,2 0 0,0 0 0,2 0 0,2 27 0,0-14 37,-1 859 5070,-1-877-4937,0-18-145,1-1 0,-1 1 0,1 0 1,0-1-1,0 1 0,1 0 0,-1 0 1,1-1-1,0 1 0,0 0 0,0-1 0,0 1 1,3 4-1,-3-7-48,-1-1-1,1 1 1,-1-1 0,1 0 0,0 1 0,-1-1 0,1 0-1,0 1 1,-1-1 0,1 0 0,0 0 0,-1 0-1,1 0 1,0 0 0,0 0 0,-1 0 0,1 0 0,0 0-1,0 0 1,-1 0 0,1 0 0,0 0 0,-1 0 0,1-1-1,0 1 1,-1 0 0,1-1 0,0 1 0,-1 0-1,1-1 1,-1 1 0,1-1 0,0 1 0,-1-1 0,1 1-1,-1-1 1,0 1 0,2-2 0,3-11-108,-1 1 1,0-1 0,0 0-1,-2 0 1,3-23 0,-3 22-118,12-148-6016,-14 91-67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675 117 4194,'0'0'7705,"-1"-16"-6462,-1-73 1113,1 89-2274,1-1-1,0 0 1,-1 1 0,1-1 0,0 0 0,-1 1-1,1-1 1,-1 0 0,1 1 0,-1-1 0,1 1-1,-1-1 1,1 1 0,-1-1 0,0 1 0,1 0-1,-1-1 1,0 1 0,1 0 0,-1-1-1,0 1 1,1 0 0,-1 0 0,0 0 0,1 0-1,-1 0 1,0-1 0,0 1 0,1 1 0,-1-1-1,0 0 1,0 0 0,1 0 0,-1 0 0,0 0-1,1 1 1,-2-1 0,-2 1-35,1 0 0,-1-1 0,1 1 0,-1 0 1,1 1-1,-1-1 0,1 1 0,-4 2 0,-16 16 46,-37 43-1,39-40-58,-84 94-13,-208 214-34,294-313-5,13-12-37,0 0 1,0 0 0,-1-1 0,0 0 0,0 0-1,-14 7 1,21-12 26,0 0 0,-1 0 0,1 1 0,0-1-1,0 0 1,-1 0 0,1 0 0,0 0 0,0 1-1,-1-1 1,1 0 0,0 0 0,-1 0 0,1 0-1,0 0 1,0 0 0,-1 0 0,1 0 0,0 0-1,-1 0 1,1 0 0,0 0 0,-1 0 0,1 0-1,0 0 1,0 0 0,-1-1 0,1 1 0,0 0-1,-1 0 1,1 0 0,0 0 0,0 0 0,-1-1-1,1 1 1,0 0 0,0 0 0,0-1 0,-1 1-1,1 0 1,0 0 0,0-1 0,0-15-1091,0 14 1001,1-2 2,0-1-1,0 1 0,0 0 1,0-1-1,1 1 0,0 0 1,0 0-1,0 0 1,0 0-1,1 0 0,0 1 1,0-1-1,0 1 0,0-1 1,0 1-1,0 0 1,1 0-1,0 1 0,-1-1 1,1 1-1,0 0 0,0 0 1,6-2-1,2-1 147,0 2 0,-1 0-1,1 0 1,0 1 0,1 0-1,-1 1 1,0 1 0,13 1-1,-13 0 126,0 0 0,-1 1-1,1 1 1,-1 0 0,0 0-1,0 1 1,0 1 0,18 10-1,-12-5 133,-1 2 1,0-1-1,-1 2 0,23 24 0,-6 1 488,-2 1 0,-2 2 0,31 56 0,-32-45-7,-21-37-570,1-1 1,1 0-1,0 0 0,1-1 1,0 0-1,19 19 0,-27-31-189,0 0 1,0 1-1,0-1 0,0-1 0,0 1 0,0 0 1,1 0-1,-1 0 0,0-1 0,1 1 1,-1 0-1,0-1 0,1 0 0,-1 1 0,1-1 1,-1 0-1,1 1 0,-1-1 0,1 0 1,-1 0-1,1 0 0,-1-1 0,1 1 1,-1 0-1,0 0 0,1-1 0,-1 1 0,1-1 1,-1 1-1,0-1 0,1 0 0,-1 1 1,0-1-1,0 0 0,1 0 0,-1 0 0,0 0 1,0 0-1,0 0 0,1-2 0,3-3-23,0-1-1,-1 0 1,0-1-1,0 1 0,4-11 1,-8 17 14,36-104-77,-24 56-2766,7-66-1,-7-52-1741,-10 56 6466,-3 211 1932,3 128-271,-1-215-3384,0 0 0,1 0-1,0 0 1,1 0 0,1 0-1,6 16 1,-8-25-148,0 0 1,0 0 0,0 0-1,1-1 1,-1 1-1,1 0 1,0-1 0,0 0-1,0 0 1,1 0-1,-1 0 1,1 0 0,0-1-1,0 1 1,-1-1-1,2 0 1,-1 0 0,0-1-1,0 1 1,0-1-1,7 1 1,-7-1-11,1 0-1,-1-1 1,1 1 0,-1-1-1,1 0 1,0 0 0,-1 0-1,1-1 1,-1 0 0,1 0 0,-1 0-1,1 0 1,-1-1 0,0 0-1,7-3 1,-6 1-38,0 0 1,0 0-1,-1-1 0,0 0 1,0 1-1,0-2 1,0 1-1,-1 0 0,0-1 1,5-10-1,2-8-514,-1-1-1,-1 0 1,-1 0-1,-1 0 1,-2-1-1,0 0 1,-2 0-1,0 0 1,-2 0-1,-4-32 1,4 53 407,-1-1 1,0 1 0,-1 0 0,1 0-1,-1 0 1,0 0 0,0 0 0,0 0-1,-1 0 1,0 1 0,0-1 0,0 1-1,0 0 1,-1 0 0,0 0-1,1 0 1,-8-4 0,5 4 127,0 0-1,0 1 1,-1 0-1,1 0 1,-1 1 0,0-1-1,0 2 1,0-1 0,0 1-1,0 0 1,0 0-1,-10 1 1,11 0-51,4-1-35,0 1 0,1 0 1,-1 0-1,0 0 0,0 0 1,1 0-1,-1 0 0,0 0 1,0 0-1,1 1 1,-1-1-1,0 1 0,1-1 1,-1 1-1,1 0 0,-1 0 1,1-1-1,-1 1 0,1 0 1,-1 0-1,1 0 0,0 1 1,-3 1-1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3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7 165 2897,'0'0'5211,"-1"-7"-4910,-2-25 12,1-64 6911,2 98-7075,1 37 287,12 68-1,-1-27 140,3 120 1363,0-8 153,-14-181-1910,5 28 460,-6-37-589,0-1-1,1 1 1,-1-1 0,1 0 0,-1 1-1,1-1 1,-1 1 0,1-1 0,0 0-1,0 1 1,0-1 0,0 0-1,0 0 1,0 0 0,0 0 0,0 0-1,0 0 1,0 0 0,2 1 0,-2-1-41,-1-1 1,1 0 0,-1 0 0,1 0-1,-1 0 1,1 0 0,-1 0-1,1 0 1,-1 0 0,1 0-1,-1 0 1,1 0 0,-1 0-1,1 0 1,-1-1 0,1 1 0,-1 0-1,1 0 1,-1 0 0,1-1-1,-1 1 1,0 0 0,1-1-1,-1 1 1,1-1 0,9-16 116,2-23-155,-1 1 1,7-55-1,-13 61-173,15-134-1877,-2 9-1005,-14 132 2768,2 0-1,1 0 1,18-44 0,-24 68 331,-1 0 0,1 1 1,-1-1-1,1 1 0,0-1 1,0 1-1,0-1 0,0 1 1,0-1-1,0 1 0,1 0 1,-1 0-1,0 0 1,0 0-1,1-1 0,-1 2 1,1-1-1,-1 0 0,3-1 1,-3 2 29,0 0 0,1 0 0,-1 0 0,0 0 0,0 0-1,0 1 1,1-1 0,-1 0 0,0 1 0,0-1 0,0 1 0,0-1 0,0 1 0,0-1 0,0 1 0,0 0 0,0-1 0,0 1 0,0 0 0,1 1 0,4 5 201,-1-1 0,0 1-1,-1 0 1,0 0 0,0 0 0,4 11 0,11 38 632,-3 1 1,-3 0-1,8 68 1,1 3-148,-20-116-679,1 0 0,1 1 1,-1-2-1,2 1 0,6 13 0,-10-24-57,-1 0-1,0-1 1,0 1 0,1 0-1,-1 0 1,1-1-1,-1 1 1,0 0-1,1-1 1,-1 1-1,1 0 1,0-1 0,-1 1-1,1-1 1,-1 1-1,1-1 1,0 1-1,0-1 1,-1 0-1,1 1 1,0-1 0,0 0-1,-1 1 1,1-1-1,0 0 1,1 0-1,-1 0-22,0-1 0,0 0 0,0 0 0,0 0 0,0 0-1,-1 0 1,1 0 0,0 0 0,-1 0 0,1 0 0,-1 0-1,1 0 1,-1-1 0,1 1 0,-1 0 0,0 0 0,0 0-1,1-1 1,-1-1 0,17-117-1762,8-38-1650,-19 131 2508,1 0 0,1 1 1,20-43-1,-26 64 940,0 1 1,1-1 0,0 1 0,0-1-1,0 1 1,0 0 0,1 1-1,0-1 1,0 0 0,0 1 0,0 0-1,0 0 1,7-3 0,-9 5 59,1 0 0,-1 0 0,1 0 1,-1 1-1,1 0 0,-1-1 0,1 1 0,-1 0 1,1 0-1,0 0 0,-1 0 0,1 1 0,-1-1 1,1 1-1,-1-1 0,1 1 0,-1 0 0,0 0 1,1 0-1,-1 0 0,0 1 0,0-1 0,0 1 1,0-1-1,0 1 0,0 0 0,0-1 0,0 1 1,-1 0-1,3 3 0,6 10 364,1 0 0,-2 1 1,0 0-1,-1 0 0,0 1 0,-1 0 0,6 29 1,23 136 1483,-24-112-1401,-12-67-516,6 22 189,-5-25-207,-1 1 0,0 0 0,1-1 0,-1 1 0,0 0-1,1-1 1,-1 1 0,1 0 0,-1-1 0,1 1 0,-1-1-1,1 1 1,-1-1 0,1 1 0,0-1 0,-1 1 0,1-1 0,0 0-1,-1 1 1,1-1 0,0 0 0,0 0 0,-1 1 0,1-1 0,0 0-1,0 0 1,0 0-19,-1 0-1,0 0 0,0 0 1,0 0-1,0 0 0,1 0 1,-1 0-1,0 0 0,0 0 0,0 0 1,0 0-1,0-1 0,1 1 1,-1 0-1,0 0 0,0 0 1,0 0-1,0 0 0,0 0 1,0 0-1,0 0 0,1-1 1,-1 1-1,0 0 0,0 0 1,0 0-1,0 0 0,0 0 1,0-1-1,0 1 0,0 0 0,0 0 1,0 0-1,0 0 0,0-1 1,0 1-1,0 0 0,0 0 1,0 0-1,0 0 0,0 0 1,0-1-1,0 1 0,1-12-1438,0 1 1,-2-21-1,0 27 519,0 0 0,0 0 1,0 0-1,0 0 0,-1 1 1,-2-6-1,-19-23-9529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29 5442,'0'0'8306,"-2"-4"-7773,2 2-401,0 1-79,0-1 1,0 1-1,0-1 0,0 1 1,-1-1-1,1 1 0,-1-1 0,1 1 1,-1-1-1,1 1 0,-1 0 0,-1-2 1,2 3-34,0-1 0,0 1 0,0 0 1,0 0-1,0 0 0,-1 0 1,1 0-1,0 0 0,0-1 0,0 1 1,0 0-1,-1 0 0,1 0 0,0 0 1,0 0-1,0 0 0,0 0 1,-1 0-1,1 0 0,0 0 0,0 0 1,0 0-1,-1 0 0,1 0 0,0 0 1,0 0-1,0 0 0,0 0 1,-1 0-1,1 0 0,0 0 0,0 0 1,0 0-1,0 0 0,-1 0 0,1 0 1,0 1-1,0-1 0,0 0 1,0 0-1,0 0 0,-1 0 0,1 0 1,0 1-1,0-1 0,0 0 0,0 0 1,0 0-1,0 0 0,0 1 1,0-1-1,0 0 0,-1 0 0,1 0 1,0 0-1,0 1 0,0-1 1,0 0-1,0 0 0,-1 17-1,24 553 2251,-17-505-1904,68 518 2534,-71-565-2811,-2-8-3,1 0-1,0 0 1,1 0-1,0 0 1,1 0-1,0-1 1,7 15-1,-10-24-76,-1 1-1,1 0 0,-1 0 0,1-1 0,-1 1 0,1 0 1,-1-1-1,1 1 0,-1-1 0,1 1 0,0-1 0,0 1 1,-1-1-1,1 1 0,0-1 0,0 0 0,-1 1 1,1-1-1,0 0 0,0 0 0,0 1 0,0-2-4,0 1 0,-1-1-1,1 1 1,0-1 0,-1 1-1,1-1 1,-1 1 0,1-1-1,-1 0 1,0 1 0,1-1-1,-1 0 1,1 1 0,-1-1-1,0 0 1,0 1 0,1-1-1,-1 0 1,0 0 0,0 1-1,0-1 1,0 0 0,0 0-1,0 1 1,0-1 0,0 0 0,0 0-1,-1-174-670,-2 157 392,-1 0 0,0 1 0,-1 0 0,-1 0-1,-1 0 1,-8-16 0,7 18-273,1-1 0,1 1 0,0-1 0,1 0 0,1 0 0,-4-34 0,7 48 454,0-15-405,1-1 0,0 1-1,5-34 1,-3 45 510,-1 1 0,1 0 0,0 0 0,0-1 0,0 1-1,1 1 1,0-1 0,0 0 0,0 1 0,0-1 0,1 1 0,0 0 0,0 0 0,0 0 0,0 1 0,6-5 0,-6 6 71,0 0 1,1 0-1,-1 0 1,0 0-1,1 0 1,-1 1 0,1 0-1,0 0 1,-1 0-1,1 0 1,0 1-1,-1 0 1,8 0-1,-8 1-15,-1-1-1,0 1 0,0-1 0,0 1 0,0 0 0,1 0 0,-1 0 1,-1 1-1,1-1 0,0 1 0,0 0 0,0-1 0,-1 1 0,1 0 0,-1 1 1,0-1-1,1 0 0,-1 1 0,3 5 0,-1-1 70,0 1 0,-1 0 0,0 0 0,-1 0 0,0 0-1,0 0 1,1 13 0,-1 63 984,-2-58-856,0-6-242,0 0 1,-2 0 0,0 0-1,-1-1 1,-1 1 0,0-1-1,-2 0 1,-1 0 0,0 0-1,-1-1 1,-16 27 0,23-43-112,-1 1-1,0-1 1,0 0 0,1 0 0,-1 1-1,-1-1 1,1 0 0,0-1 0,0 1-1,-1 0 1,1-1 0,-1 1 0,1-1 0,-1 0-1,0 0 1,1 0 0,-6 1 0,7-2 1,1 1 1,-1-1 0,0 0 0,1 0 0,-1 0-1,0 0 1,1 0 0,-1 0 0,0 0-1,1-1 1,-1 1 0,0 0 0,1 0-1,-1 0 1,0-1 0,1 1 0,-1 0 0,1 0-1,-1-1 1,1 1 0,-1-1 0,1 1-1,-1-1 1,1 1 0,-1-1 0,1 1-1,-1-1 1,1 1 0,0-1 0,-1 0 0,-4-22-2189,5 21 2088,-2-48-5190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10341,'0'0'2534,"-2"-6"-2047,2 6-482,0 0 0,0 0 0,0 0-1,0 0 1,0 0 0,-1 0 0,1 0 0,0 0-1,0 0 1,0 0 0,0 1 0,0-1 0,0 0 0,0 0-1,0 0 1,0 0 0,0 0 0,0 0 0,0 0-1,0 0 1,0 0 0,-1 0 0,1 0 0,0 0 0,0 0-1,0 0 1,0 0 0,0 0 0,0 0 0,0 0-1,0 0 1,0 0 0,0 0 0,-1 0 0,1 0 0,0 0-1,0 0 1,0 0 0,0 0 0,0 0 0,0 0-1,0 0 1,0 0 0,0 0 0,0 0 0,0 0 0,-1 0-1,1 0 1,0 0 0,0 0 0,0 0 0,0-1-1,0 1 1,-1 14 609,0 0-1,1 22 1,1-4 114,-2 65 843,3 124 1082,-1-211-2571,-2-1-46,2-1 0,-1 1 0,1-1-1,0 0 1,1 1 0,0-1 0,0 0 0,7 16 0,-8-24-128,1 2 240,-1-8-1644,-1-27-1047,0-15-1920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11717,'0'0'1345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 6371,'0'0'7617,"-1"-1"-7574,1 1 0,0 0 0,0 0 0,0 0 1,-1-1-1,1 1 0,0 0 0,0 0 0,-1 0 1,1 0-1,0 0 0,0 0 0,-1-1 0,1 1 1,0 0-1,-1 0 0,1 0 0,0 0 0,0 0 0,-1 0 1,1 0-1,0 0 0,-1 0 0,1 0 0,0 1 1,0-1-1,-1 0 0,1 0 0,0 0 0,0 0 1,-1 0-1,1 0 0,0 1 0,0-1 0,-1 0 0,1 0 1,0 0-1,0 1 0,0-1 0,0 0 0,-1 0 1,1 0-1,0 1 0,0-1 0,0 0 0,0 0 0,0 1 1,-2 5 158,1 0 1,0 0 0,0 1-1,0-1 1,1 0 0,0 0-1,0 1 1,2 6 0,-1 15 475,16 437 4874,-16-450-5423,1 0 1,0 1-1,9 25 1,-6-31-123,-5-10-9,0 0-1,1 0 1,-1 0-1,0 0 1,0 0 0,0 0-1,1 0 1,-1 0 0,0-1-1,0 1 1,0 0 0,1 0-1,-1 0 1,0 0 0,0 0-1,0 0 1,1 0 0,-1 0-1,0 0 1,0-1 0,0 1-1,0 0 1,1 0 0,-1 0-1,0 0 1,0-1 0,0 1-1,0 0 1,0 0-1,0 0 1,0-1 0,1 1-1,-1 0 1,0 0 0,0 0-1,0-1 1,0 1 0,0 0-1,0 0 1,0 0 0,0-1-1,0 1 1,0 0 0,4-17-278,0 0 1,3-28 0,-2 4-137,12-64-1271,-1-4-2483,38-136 1,-51 236 4060,0 0 0,0 1 1,0 0-1,1-1 0,9-12 1,-12 19 155,0 1 0,0 0 0,0-1 0,0 1 0,0 0 0,1 0 0,-1 0 0,0 0 0,1 0 0,-1 0 1,0 0-1,1 0 0,-1 1 0,1-1 0,0 0 0,-1 1 0,1-1 0,-1 1 0,1 0 0,0 0 1,-1-1-1,1 1 0,0 0 0,-1 0 0,1 1 0,0-1 0,-1 0 0,1 0 0,0 1 0,-1-1 1,1 1-1,-1 0 0,1-1 0,-1 1 0,1 0 0,-1 0 0,0 0 0,3 2 0,0 0 184,1 2 0,-1-1 1,0 1-1,0-1 0,0 1 0,0 0 0,4 9 0,20 44 1357,-13-19-677,-1 0 1,12 54-1,6 83 594,-31-170-1469,5 24 211,-6-29-269,0 0 0,0 0 0,0 0 0,1 0 1,-1-1-1,0 1 0,1 0 0,-1 0 1,0 0-1,1-1 0,-1 1 0,1 0 1,-1-1-1,1 1 0,-1 0 0,1-1 0,-1 1 1,1 0-1,0-1 0,0 1 0,-1-1 1,1 0-1,0 1 0,1 0 0,-2-1-55,0 0 0,0 0 0,1 0 1,-1 0-1,0 0 0,0 0 0,0 0 0,0 0 0,1 0 0,-1 0 0,0-1 0,0 1 0,0 0 0,0 0 0,1 0 0,-1 0 0,0 0 0,0 0 0,0 0 0,0 0 0,1-1 0,-1 1 0,0 0 0,0 0 0,0 0 0,0 0 0,0-1 0,0 1 0,0 0 1,0 0-1,0 0 0,0 0 0,1-1 0,-1 1 0,0 0 0,0 0 0,0 0 0,0-1 0,0 1 0,0 0 0,0 0 0,0 0 0,0-1 0,-1 1 0,1 0 0,0 0 0,0 0 0,0 0 0,0-1 0,0 1 0,0 0 0,0-4-581,0-25-3667,0-9-4351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68 10965,'0'0'4941,"-3"-13"-4234,-10-36 88,13 48-782,0 1-1,0 0 1,0 0 0,-1 0-1,1-1 1,0 1 0,0 0-1,0 0 1,0-1 0,0 1-1,0 0 1,0 0 0,0 0-1,-1-1 1,1 1 0,0 0-1,0 0 1,0 0 0,-1-1-1,1 1 1,0 0 0,0 0-1,0 0 1,-1 0 0,1 0-1,0 0 1,0 0 0,0-1 0,-1 1-1,1 0 1,0 0 0,0 0-1,-1 0 1,1 0 0,0 0-1,0 0 1,-1 0 0,1 0-1,0 0 1,-1 1 0,-7 10 550,-10 32 207,2 1 0,2 0 1,-13 67-1,21-87-535,-12 56 551,4 0 1,-8 158-1,22-237-791,-1 0 1,1 0-1,0 0 1,0 0 0,0 0-1,0-1 1,0 1-1,0 0 1,0 0 0,1 0-1,-1 0 1,0-1-1,0 1 1,1 0-1,-1 0 1,0 0 0,1-1-1,-1 1 1,1 0-1,-1-1 1,1 1 0,-1 0-1,1-1 1,0 1-1,-1-1 1,1 1-1,0 0 1,-1-1 0,1 0-1,0 1 1,1 0-1,-1-1-46,1 0 0,0 0 0,-1-1 0,1 1 0,0 0 0,-1 0 0,1-1 0,-1 1 0,1-1 0,-1 0 0,1 1 0,-1-1 0,1 0 0,1-1 0,3-2-142,-1-1 1,1 0 0,-1 0 0,0 0 0,-1-1-1,1 0 1,-1 1 0,4-9 0,28-55-1145,-35 67 1285,22-55-1995,-3-2 0,-2 0-1,13-73 1,-15 60 567,-7 47 2005,-9 25-486,0 0 0,0 0 0,1 0 0,-1-1 0,0 1 0,0 0-1,0 0 1,0 0 0,1-1 0,-1 1 0,0 0 0,0 0 0,0 0 0,0 0 0,1 0 0,-1 0 0,0 0 0,0-1 0,1 1 0,-1 0 0,0 0 0,0 0 0,0 0 0,1 0 0,-1 0-1,0 0 1,0 0 0,1 0 0,-1 0 0,0 0 0,0 0 0,1 0 0,-1 0 0,0 1 0,1-1 0,7 16 2034,34 153 2880,6 20-3154,-44-175-1775,1-1-1,0 0 1,1 0-1,1-1 1,8 13-1,-14-23-57,-1-1-1,1 0 0,0 0 0,0 1 0,0-1 0,1 0 0,-1 0 0,0 0 0,0 0 0,0 0 0,1 0 0,-1-1 1,1 1-1,-1 0 0,0-1 0,1 1 0,-1-1 0,1 1 0,-1-1 0,1 0 0,0 1 0,2-1 0,-3-1-114,-1 1 0,1 0 0,0-1 0,-1 1 0,1-1 0,-1 1 0,1-1 0,-1 1 0,1-1 0,-1 1 0,1-1 0,-1 1 0,0-1 0,1 0 0,-1 1 0,0-1 0,1 0 0,-1 1 0,0-1 0,0 0 0,0 1 0,0-1 0,0 0 0,0 0 0,0 1 0,0-1 0,0 0 0,0-1 0,0-29-3266,-1 23 1326,1-30-8039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11381,'0'0'6843,"-18"13"-6248,0-2-388,8-5-52,1 0 1,-1 1-1,1 0 0,0 0 1,1 1-1,0 0 0,0 1 1,0 0-1,1 0 0,-10 18 1,10-13 38,2 0 1,0 0-1,0 1 1,1 0-1,1-1 1,1 1-1,0 0 1,1 1-1,0 19 1,1-29-213,0 0-1,0 0 1,0-1 0,1 1 0,0 0 0,0 0-1,1-1 1,-1 1 0,1-1 0,0 1 0,1-1 0,-1 0-1,1 0 1,0 0 0,1 0 0,-1 0 0,1-1-1,0 0 1,0 1 0,0-1 0,0-1 0,1 1 0,0-1-1,-1 1 1,1-1 0,6 2 0,12 6-629,0-1-1,25 8 1,-28-11-240,0 0 0,0 1 0,27 17-1,-45-24 864,0 1 0,0-1 0,0 1 0,0-1 0,0 1 0,0 0 0,-1 0 0,1 0 0,-1 0 0,1 0 0,-1 1-1,0-1 1,0 0 0,0 0 0,0 1 0,0-1 0,0 1 0,-1-1 0,1 1 0,-1-1 0,0 1 0,0-1 0,1 1 0,-2 0 0,1-1-1,0 1 1,-1-1 0,1 1 0,-1-1 0,1 1 0,-1-1 0,0 1 0,0-1 0,0 0 0,-1 0 0,1 1 0,-1-1 0,1 0 0,-1 0-1,1 0 1,-1-1 0,0 1 0,-2 2 0,-4 1 195,-1 0 0,1 0 0,-1-1 0,0 0 0,0-1 0,-1 0 0,1 0 0,-1-1 0,1 0 0,-15 1 0,23-3-146,0 0 0,-1 0 1,1 0-1,0 0 0,0 0 0,0 0 1,0 0-1,0 0 0,0 0 0,0-1 1,0 1-1,0 0 0,0-1 0,0 1 1,0-1-1,0 1 0,1-1 0,-1 1 0,0-1 1,0 0-1,0 0 0,1 1 0,-1-1 1,0 0-1,1 0 0,-1 0 0,0 1 1,1-1-1,-1 0 0,1 0 0,0 0 0,-1 0 1,1 0-1,-1-2 0,1-2-18,-1-1-1,1 0 0,0 0 1,0 0-1,1-7 0,0 2-92,2-9-190,0 0-1,1 0 1,2 0 0,0 0-1,13-29 1,54-92-1189,-62 121 1317,-4 7 193,0 1 0,2 0 0,-1 0 0,11-11 0,-16 20 46,0 0 1,0 1-1,0-1 1,0 1-1,1 0 1,-1 0-1,1 0 1,5-2-1,-7 3-22,0 0 0,0 1 1,0 0-1,0-1 0,1 1 0,-1 0 0,0 0 0,0 0 0,0 0 0,0 1 0,0-1 0,0 1 1,0-1-1,0 1 0,0-1 0,0 1 0,2 1 0,0 1 60,0 0 0,0 0-1,0 0 1,-1 0 0,1 1 0,-1-1 0,0 1 0,0 0-1,-1 0 1,3 5 0,22 47 1151,-15-24-519,-2 0 0,-1 1 0,5 44 0,5 101 1053,-18-175-1800,5 38-1009,-6-49 345,-1 0 1,0 0 0,0 1-1,-1-1 1,0 1 0,-1-1 0,-6-13-1,-18-29-3874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10661,'0'0'3409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10405,'0'0'8876,"-9"29"-8161,2-8-566,-2 7 106,0 0 0,2 1 1,2-1-1,0 1 0,0 35 1,5 161 2299,0-221-2503,0 1-1,0-1 0,1 1 1,-1-1-1,1 1 1,0-1-1,1 0 0,-1 1 1,1-1-1,0 0 0,4 7 1,-5-9-45,0-1 1,1 0-1,-1 1 0,1-1 1,-1 0-1,1 0 1,-1 0-1,1 0 1,0 0-1,0-1 1,-1 1-1,1 0 1,0-1-1,0 1 0,0-1 1,0 0-1,0 0 1,-1 1-1,1-1 1,0 0-1,0-1 1,0 1-1,0 0 1,0 0-1,0-1 0,0 1 1,-1-1-1,4-1 1,-2 1-5,-1 0 1,1-1-1,-1 1 0,1-1 1,-1 1-1,1-1 1,-1 0-1,0 0 0,0 0 1,0 0-1,0 0 0,-1 0 1,3-3-1,16-35-94,-17 32 44,12-26-589,-3 0 0,-1-1-1,7-39 1,-13 47-669,-1 1 0,-2-1 0,0 0-1,-5-51 1,2 73 1004,0 0 0,1 1 0,-2-1 1,1 1-1,0-1 0,-1 1 0,0 0 0,0 0 0,0-1 0,0 1 0,-1 1 0,0-1 0,0 0 0,0 1 0,0-1 0,0 1 0,-1 0 0,1 0 1,-6-3-1,2 2 222,1 1 1,-1 0 0,1 1 0,-1-1 0,0 1-1,0 1 1,0-1 0,0 1 0,0 0 0,0 1-1,0 0 1,-10 0 0,12 1 364,0 0-1,1 0 1,-1 1-1,0-1 0,0 1 1,0 0-1,1 0 1,-1 1-1,1-1 1,0 1-1,0 0 1,0 0-1,0 0 1,0 1-1,1-1 1,-1 1-1,1 0 1,-5 8-1,5-7-399,0 0 1,0 0-1,1 0 0,0 0 0,0 0 0,0 1 0,1-1 0,0 0 1,0 1-1,0-1 0,1 7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5138,'0'0'7134,"4"-21"-6053,13-67-86,-17 87-903,0-1 0,0 0 1,1 0-1,-1 1 0,0-1 1,1 0-1,0 0 0,-1 1 0,1-1 1,0 0-1,0 1 0,0-1 0,0 1 1,0-1-1,1-1 0,-1 4-6,-1-1-1,1 1 0,-1-1 0,1 1 0,-1-1 1,0 1-1,1-1 0,-1 1 0,0-1 1,1 1-1,-1 0 0,0-1 0,0 1 0,0-1 1,0 1-1,0 0 0,1-1 0,-1 1 1,0 0-1,0-1 0,0 1 0,-1-1 0,1 1 1,0 0-1,20 609 6099,-18-587-6036,-2-2 45,2 0 0,1 1 0,7 30 0,-9-49-186,0-1 0,0 1-1,0-1 1,0 1 0,1-1-1,-1 1 1,1-1 0,2 3-1,-3-4-8,-1-1 0,0 0 0,1 1 0,-1-1 0,0 0 0,1 0-1,-1 1 1,1-1 0,-1 0 0,0 0 0,1 0 0,-1 0 0,1 0-1,-1 1 1,1-1 0,-1 0 0,1 0 0,-1 0 0,0 0 0,1 0-1,-1 0 1,1 0 0,-1-1 0,1 1 0,1-1-4,-1 1 0,-1-1 0,1 0-1,0 0 1,0 1 0,0-1 0,0 0 0,0 0 0,-1 0 0,1 0 0,0 0-1,-1 0 1,1-1 0,0 0 0,10-25-199,-1-1 0,11-52 0,6-70-1371,-17 88 368,2-21-426,-9 50 671,2 0 0,1 0 1,1 0-1,13-32 0,-19 62 953,1 1 1,-1 0 0,0 0-1,1-1 1,-1 1-1,1 0 1,0 0-1,3-3 1,-5 5 48,1 0 1,-1-1-1,1 1 0,-1-1 1,1 1-1,-1 0 0,1 0 1,0-1-1,-1 1 1,1 0-1,-1 0 0,1 0 1,0-1-1,-1 1 0,1 0 1,0 0-1,-1 0 0,1 0 1,0 0-1,-1 0 0,1 0 1,0 1-1,-1-1 1,1 0-1,-1 0 0,1 0 1,0 1-1,-1-1 0,1 0 1,-1 1-1,1-1 0,-1 0 1,1 1-1,-1-1 0,1 1 1,-1-1-1,1 1 1,-1-1-1,1 1 0,-1 0 1,5 9 346,-1-1 0,0 1 0,-1 0 0,0-1 0,-1 2 0,0-1 0,1 15 0,-3-23-326,7 84 1360,-5 133-1,-3-109-1065,1-95-2777,0-30-1082,0-20-1228,3-11-5346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371 563 11509,'0'0'7710,"-30"2"-7291,3-1-327,0 1 0,-45 10-1,68-11-73,0 1 0,0-1 0,0 1 0,0 0 1,1 0-1,-1 0 0,1 1 0,-1-1 0,1 1 0,0 0 0,0-1 0,0 1 0,0 1 0,1-1 0,-1 0 0,1 1 1,-4 6-1,-23 41 730,3 1 0,1 1 1,-33 107-1,54-147-507,1 0-1,0 0 1,1 1 0,-1 25-1,7-42-200,8-12-165,0-1 0,-1 0-1,-1-1 1,0-1 0,12-31 0,-9 21-236,4-10-935,15-51 0,-27 69 84,0 0 0,-1 0 0,-1 0 0,1-31 0,-6 36-704,0 26 2912,2-10-991,-6 49 2033,2 1 0,2 0 0,8 95 1,-3-132-1804,0 0-1,0-1 1,1 0 0,1 1 0,0-2 0,13 24 0,-15-31-185,0 1 0,1-1 0,-1 0 0,1 0 1,1 0-1,-1 0 0,1-1 0,-1 1 0,1-1 1,0-1-1,1 1 0,-1-1 0,1 0 0,0 0 0,-1 0 1,12 3-1,-12-5-43,0 0 0,1-1 0,-1 1 0,0-1 0,1 0 0,-1 0 0,0 0 0,1-1 0,-1 0 0,0 0 0,1 0 0,-1-1 0,0 0 0,0 0 0,0 0 0,-1-1 0,1 1 0,8-7 1,0-3-87,0-1 0,0 0 0,-1-1 0,14-21 0,-23 30 41,41-56-1159,-3-3 0,54-112 0,-72 124-41,-2-2 0,-2 0 0,-3-1 1,11-65-1,-23 97 1113,-1 0 0,-2-1 0,0 1 0,-3-26 0,1 38 352,-1-1-1,0 1 1,-1-1 0,0 1 0,0 0 0,-2 0 0,1 0-1,-2 1 1,-11-19 0,10 19-83,0 1-1,-1 0 1,0 0-1,0 0 1,-11-7 0,16 14-111,0-1 1,0 1-1,0 0 1,0 1 0,0-1-1,0 1 1,0-1-1,-1 1 1,1 0 0,0 0-1,-1 0 1,1 1-1,-1-1 1,1 1 0,-1 0-1,1 0 1,-1 0-1,1 0 1,-1 1 0,1-1-1,-7 3 1,8-2 6,-1 0 0,0 1 0,1-1 1,-1 1-1,1 0 0,0 0 0,-1 0 1,1 0-1,0 0 0,0 0 0,0 1 0,1-1 1,-1 1-1,0-1 0,-1 4 0,-2 6 131,1 0-1,-5 17 1,6-19-70,-9 39 500,3 2-1,1-1 1,-1 69 0,11 157 1069,-1-244-1514,1 28 166,14 85 1,-11-120-278,0 0-1,2 0 1,1-1-1,1 0 1,24 45-1,-29-63-50,-1 0-1,1 0 0,1 0 1,-1 0-1,1-1 0,0 1 0,1-1 1,-1 0-1,10 6 0,-10-9-114,0 1-1,0-1 1,0 0 0,0 0-1,0-1 1,0 1-1,0-1 1,1-1-1,-1 1 1,0-1-1,1 1 1,8-2-1,-11 1-173,0-1 0,0 1-1,0-1 1,0 0-1,0 1 1,-1-1 0,1 0-1,0-1 1,0 1 0,-1 0-1,1-1 1,-1 0 0,1 1-1,-1-1 1,0 0 0,0 0-1,0 0 1,0-1-1,0 1 1,0 0 0,0-1-1,-1 1 1,3-5 0,11-29-10113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7251,'0'0'9004,"-22"1"-7766,-65 5 166,65-4 1987,135 12-2887,-13-2-347,-48-10-99,-36-2-351,1 1-1,0 0 0,0 1 0,0 0 0,28 9 0,-35-4-2166,-39-2-11826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9108,'0'0'8708,"187"6"-7539,-130 15-513,-7 0-608,-3-3 0,-7-9-48,-10-3-128,-10-6-368,-7 0-865,-13-15-3793,0-15-257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4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13094,'0'0'5234,"220"-9"-4321,-156-15-913,-11 3-80,-9 3-1905,-18 9-3714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3298,'0'0'0,"0"-18"-545,0 15-383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35 175 3714,'0'0'7443,"-3"-26"-6240,-8-78-277,10 94-745,-5-20 720,6 30-822,0 0 1,0-1-1,-1 1 1,1 0-1,0-1 0,-1 1 1,1 0-1,0-1 1,-1 1-1,1 0 1,-1 0-1,1-1 1,0 1-1,-1 0 0,1 0 1,-1 0-1,1 0 1,-1-1-1,1 1 1,0 0-1,-1 0 1,1 0-1,-1 0 0,1 0 1,-1 0-1,1 0 1,-1 0-1,0 1 1,1 4-67,-1 170-55,16 448 2320,48-113 35,-61-497-2275,0 7 63,2 0 1,0-1-1,1 1 0,1-1 0,1 0 1,16 31-1,-21-47-102,-2-2-2,0 0 0,0 0 0,1-1 0,-1 1 0,1 0 0,-1 0-1,1-1 1,-1 1 0,1 0 0,-1-1 0,1 1 0,-1-1 0,1 1 0,0-1 0,-1 1-1,1-1 1,0 1 0,0-1 0,-1 0 0,1 1 0,0-1 0,1 0 0,-1-4-835,-3-59-5802,-10 19-1516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13846,'0'0'2546,"181"-72"-2546,-128 57-2017,4 3-3938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42 458 11109,'0'0'5939,"15"-25"-5760,49-84-209,-56 93-471,0 0-1,-1-1 0,0 0 0,-2 0 1,0 0-1,-1 0 0,-1-1 1,0 0-1,-1 1 0,-1-1 1,-2-27-1,1 37 55,0 5 266,0 0-1,-1 0 0,1 0 0,-1 0 1,1 0-1,-1 0 0,0 0 1,0 0-1,0 0 0,-1 0 0,1 1 1,-1-1-1,1 0 0,-1 1 1,0-1-1,0 1 0,0 0 1,0 0-1,-1 0 0,1 0 0,0 0 1,-1 0-1,-4-2 0,1 1-76,-1 0-1,1 0 0,-1 1 1,0 0-1,0 1 1,1-1-1,-1 1 0,0 0 1,-11 1-1,16 0 294,0 1-1,0-1 1,0 1-1,1-1 1,-1 1-1,0 0 1,0 0 0,0 0-1,0 0 1,1 0-1,-1 0 1,1 0-1,-1 1 1,1-1 0,-1 1-1,1-1 1,-1 1-1,1-1 1,0 1-1,0 0 1,0 0 0,0-1-1,0 1 1,1 0-1,-1 0 1,0 3-1,-2 5 470,0 0 0,0 1-1,-1 20 1,1 36 2995,5 70 0,-2-114-2989,2 2 103,0 0 0,2 0 0,0 0 1,2-1-1,0 1 0,2-1 1,1 0-1,14 26 0,-20-44-518,0-1 0,0 0-1,0-1 1,1 1 0,0 0-1,0-1 1,0 0 0,0 0-1,1 0 1,0-1 0,0 1 0,0-1-1,5 2 1,-7-3-87,0-1 1,1 0-1,-1 0 0,0 0 1,0-1-1,1 1 0,-1-1 1,0 0-1,1 0 0,-1 0 1,1 0-1,-1 0 0,0-1 1,1 0-1,-1 0 0,0 0 1,0 0-1,0 0 0,1 0 1,-1-1-1,-1 1 0,1-1 1,0 0-1,4-4 0,2-2-78,-1 0 0,-1-1 0,0 0 0,0 0 0,-1-1 0,0 0 0,9-20 0,0-5-1271,11-42 1,-20 55-35,0-1 0,-2 1 0,-1-1 0,2-29 0,-5-12-3526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3201,'0'0'6435,"2"33"-2764,13 227 924,2 38-386,-15-278-3999,-2-44-321,-10-89-1949,5 76 804,1-1-1,2 0 1,2 0-1,5-43 1,-4 73 1135,1 1 1,0-1 0,0 1 0,1 0 0,0 0-1,0 0 1,0 1 0,1-1 0,0 1 0,0-1-1,1 1 1,8-9 0,-5 8 223,0 0 0,1 0 1,0 1-1,0 0 0,1 1 0,-1 0 1,1 0-1,11-3 0,1 1 405,0 2 0,0 0 0,1 1 0,0 1 0,0 1 0,0 2 1,40 3-1,-56-2-429,0 0 0,0 1 0,0 0 0,0 1 1,0-1-1,-1 1 0,1 1 0,-1-1 0,0 1 0,0 0 1,7 6-1,-5-4-162,0-2-2118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11301,'0'0'7366,"-31"12"-6624,-102 43-238,125-51-458,1 0 1,-1 1-1,1 0 0,0 0 0,0 1 1,1 0-1,0 0 0,0 0 0,0 1 0,1 0 1,0 0-1,0 1 0,0-1 0,1 1 1,1 0-1,-4 9 0,5-13-18,-3 10 43,0-1 0,1 1 0,0 0 1,1 1-1,-2 26 0,5-35-76,-1 0-1,1 0 1,0 0 0,1 0-1,-1 0 1,1 0 0,0 0-1,1 0 1,-1-1-1,1 1 1,1 0 0,-1-1-1,1 0 1,0 1 0,0-1-1,7 9 1,1-5-133,0-1-1,1-1 1,0 0 0,0 0-1,1-1 1,0-1 0,0 0-1,21 5 1,-17-5-41,0 1 0,0 0 0,0 1 0,26 16 0,-34-16 165,-1 0-1,1 0 1,-2 1-1,1 0 1,-1 0-1,0 0 1,0 1-1,-1 0 1,-1 1-1,1-1 1,-1 1-1,-1 0 1,0 1-1,0-1 1,3 20-1,-1 6 85,-2 0 0,-2 0 0,-3 51 0,1-83-56,-1 11 52,0 0 0,-1 0 0,0-1 1,-1 1-1,-1 0 0,0-1 0,-10 20 1,12-28-43,-1-1 0,1 0 1,-1 1-1,-1-1 0,1-1 0,-1 1 1,0 0-1,0-1 0,0 0 1,0 0-1,-1 0 0,0-1 1,0 1-1,0-1 0,0 0 0,0-1 1,-1 1-1,1-1 0,-1 0 1,0 0-1,-10 1 0,13-2-13,-1-1 0,1 0 0,-1 0 0,1 0 0,-1 0 0,1-1 0,-1 0 0,1 1 0,0-1 0,-1 0 0,1-1 0,0 1 0,0-1 0,0 1 0,-4-3 0,3 0-32,0 0 1,0 1 0,0-1-1,0-1 1,0 1-1,1 0 1,0-1-1,-5-8 1,1-4-166,1 1 0,0-1 1,1-1-1,0 1 0,-1-20 0,0 5-148,3-1 1,0 0-1,3-1 1,0 1-1,2 0 0,9-45 1,-7 60 231,0 0 1,2 1-1,0-1 1,1 1-1,0 1 1,2-1-1,0 1 1,1 0-1,0 1 1,1 1-1,1-1 1,0 2-1,15-13 1,-11 12-812,28-16 1,19-7-3965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34 5987,'0'0'8548,"0"-5"-7516,0-15-207,0 19-798,0 1 1,0-1 0,0 1 0,-1-1 0,1 1 0,0 0 0,0-1 0,-1 1 0,1 0 0,0-1 0,0 1 0,-1 0 0,1-1 0,0 1 0,-1 0-1,1-1 1,-1 1 0,1 0 0,0 0 0,-1-1 0,1 1 0,-1 0 0,1 0 0,0 0 0,-1 0 0,1 0 0,-1-1 0,1 1 0,-1 0 0,1 0 0,-1 0-1,0 1 1,-19-1 269,15 0-174,1 1-87,1-1 0,0 1 0,-1 0 0,1 0 0,0 0-1,0 0 1,0 0 0,0 1 0,0 0 0,0-1 0,0 1-1,0 0 1,1 1 0,-1-1 0,1 0 0,-5 6 0,-4 5 27,1 1 0,-9 16 0,14-23-5,-6 13 107,0 0-1,2 1 1,0 0 0,2 1-1,0-1 1,1 1 0,2 1-1,0-1 1,1 1 0,1 41-1,2-64-165,0 0 0,0 0-1,1 0 1,-1 1 0,0-1-1,1 0 1,-1 0 0,0 0-1,0 0 1,1 0 0,-1 0-1,0 1 1,1-1 0,-1 0-1,1 0 1,-1 0 0,0 0-1,1 0 1,-1 0 0,0 0-1,1-1 1,-1 1 0,0 0-1,1 0 1,-1 0 0,0 0-1,1 0 1,-1 0 0,0-1-1,0 1 1,1 0 0,-1 0-1,0 0 1,0-1 0,1 1-1,-1 0 1,0 0 0,0-1-1,1 1 1,4-5-122,0-1 0,0 1 1,0-1-1,-1 0 0,0 0 0,7-12 1,19-50-1252,-8 19-51,-14 32 814,-5 9 244,1 1 0,-1 0 0,1 0 0,0 0 0,1 0 0,-1 1 0,1 0 0,11-11 1,-16 17 369,0 0 0,1 0 1,-1-1-1,0 1 0,1 0 1,-1 0-1,0-1 0,1 1 1,-1 0-1,0 0 1,1 0-1,-1 0 0,0-1 1,1 1-1,-1 0 0,1 0 1,-1 0-1,0 0 1,1 0-1,-1 0 0,1 0 1,-1 0-1,0 0 0,1 0 1,-1 0-1,1 1 1,-1-1-1,0 0 0,1 0 1,-1 0-1,0 0 0,1 1 1,-1-1-1,0 0 1,1 0-1,-1 1 0,0-1 1,1 0-1,-1 0 0,0 1 1,0-1-1,1 0 1,-1 1-1,0-1 0,0 0 1,0 1-1,1-1 0,-1 1 1,4 23 1090,-4-20-910,5 120 3836,-5-68-2774,3 1 0,11 56 0,-13-107-1139,0 0-1,1-1 1,0 1-1,0 0 1,3 6-1,-4-11-90,0 0 1,0 1-1,0-1 0,0 0 0,0 0 0,0 1 0,0-1 1,0 0-1,0 0 0,1 0 0,-1 0 0,0-1 0,1 1 1,-1 0-1,0 0 0,1-1 0,-1 1 0,1-1 0,-1 1 1,1-1-1,0 0 0,-1 0 0,3 1 0,-2-1-19,-1 0 1,0-1-1,0 1 0,0 0 0,1 0 0,-1 0 1,0-1-1,0 1 0,0-1 0,0 1 1,1-1-1,-1 1 0,0-1 0,0 0 0,0 1 1,0-1-1,-1 0 0,1 0 0,0 0 0,0 0 1,1-1-1,10-27-170,-10 22 127,15-52-3463,15-105-1,-27 133 1626,5-27-3534</inkml:trace>
  <inkml:trace contextRef="#ctx0" brushRef="#br0" timeOffset="1">211 34 9620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9620,'35'2'1320,"0"1"0,43 10 0,-77-13-1234,1 0 1,-1 1-1,1-1 0,-1 1 1,1-1-1,-1 1 1,0 0-1,1-1 1,-1 1-1,0 0 1,1 0-1,-1 0 1,0 0-1,0 0 1,0 0-1,0 1 1,0-1-1,0 0 1,0 0-1,-1 1 1,1-1-1,0 1 1,-1-1-1,1 0 1,-1 1-1,1-1 1,-1 1-1,0-1 1,1 1-1,-1 0 1,0-1-1,0 1 1,0-1-1,0 1 0,-1 1 1,1 75 2598,2 0 0,16 88-1,-17-159-2620,5 20 56,-5-26-121,-1 0 0,0 0 0,0-1 0,1 1 0,-1 0 1,1-1-1,-1 1 0,0 0 0,1-1 0,-1 1 0,1 0 0,0-1 0,-1 1 1,1-1-1,-1 1 0,1-1 0,0 1 0,-1-1 0,1 0 0,0 1 1,0-1-1,-1 0 0,1 1 0,0-1 0,0 0 0,1 0 0,-2 0-6,0 0-1,0 0 1,1 0-1,-1 0 0,0 0 1,1 0-1,-1 0 1,0 0-1,0 0 0,1 0 1,-1 0-1,0-1 0,0 1 1,1 0-1,-1 0 1,0 0-1,0 0 0,0-1 1,1 1-1,-1 0 1,0 0-1,0 0 0,0-1 1,0 1-1,1 0 1,-1 0-1,0-1 0,0 1 1,0 0-1,0 0 0,0-1 1,0 1-1,0-1 1,6-19-498,-1-1 0,-1 0 0,2-26 0,1-4-744,-5 35 995,5-27-2284,15-53 0,-19 85 2266,0 1 0,1 0 0,0 0 0,1 0 0,0 1-1,0-1 1,1 1 0,0 1 0,1-1 0,13-13 0,-18 20 397,0 0 1,0 1 0,0-1-1,0 1 1,0-1 0,0 1-1,0 0 1,1 0 0,-1 0-1,0 0 1,1 0 0,-1 0-1,1 1 1,-1-1 0,1 1-1,-1 0 1,1 0 0,-1 0-1,1 0 1,-1 0 0,1 0-1,-1 1 1,1-1 0,3 2-1,-3 0 81,0 0-1,0 0 0,0 0 1,0 0-1,0 0 0,0 1 1,-1 0-1,1-1 0,-1 1 1,0 0-1,0 0 0,0 0 1,0 1-1,0-1 0,1 6 1,12 32 916,-3 1 1,13 76-1,1 6-261,-25-118-993,14 35 609,-15-39-594,1-1 0,0 1 0,-1-1 0,1 0 0,0 0 1,0 0-1,0 1 0,0-1 0,0 0 0,0 0 0,0 0 1,0 0-1,1 0 0,-1-1 0,0 1 0,1 0 0,-1-1 0,0 1 1,1 0-1,-1-1 0,1 0 0,-1 1 0,3-1 0,1-5-3831,-5-12 2183,0 13 667,0-30-4491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0:5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6963,'0'0'8436,"0"-4"-7403,0 10-511,21 272 2382,-8-145-1896,-6-51-498,33 302 1314,-39-373-1787,-1-5-26,1-1 1,-1 0 0,1 1-1,0-1 1,1 0 0,-1 0-1,1 1 1,0-1 0,0 0-1,1-1 1,-1 1 0,1 0-1,5 5 1,-7-31-932,-1 3 219,1 1-823,-1 0 0,-1 1 0,-1-1 0,0 1 0,-1-1 1,-6-22-1,-19-16-7667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0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11813,'0'0'4960,"34"0"-4245,110 1-520,-131-2-159,-1 2 0,1 0 0,-1 0 0,16 4-1,-23-3-20,1 0 0,-1 1 0,0 0 0,0 0-1,0 0 1,8 7 0,-12-8-13,12 8 121,-2 1 1,1 0-1,-2 1 0,0 0 0,0 1 0,-1 0 1,0 1-1,-1-1 0,-1 2 0,0-1 0,7 25 1,1 13 621,-3 1 0,7 60 1,9 41 947,-28-153-1682,1 6 70,1 0 0,0-1 1,1 1-1,3 7 0,-5-12-75,0-1 0,0 0 0,-1 0-1,1 1 1,0-1 0,0 0 0,1 0 0,-1 0 0,0 0 0,0 0-1,0 0 1,1 0 0,-1-1 0,0 1 0,1 0 0,-1-1 0,1 1-1,-1-1 1,1 1 0,-1-1 0,1 0 0,-1 1 0,3-1 0,-3 0-9,0 0 0,0 0 0,0 0 0,0 0 0,0-1 1,0 1-1,0 0 0,0 0 0,0-1 0,-1 1 0,1 0 1,0-1-1,0 1 0,0-1 0,0 1 0,-1-1 0,1 0 1,0 1-1,-1-1 0,1 0 0,0 1 0,0-2 0,8-23-25,-7 20 18,7-36-414,0 0 0,1-43 0,0-87-2680,1-7 1314,-10 149-9,-1 19-2274,0-4-2613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0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8052,'0'0'8502,"0"19"-7600,0 356 5055,0-211-4361,2-155-1506,4-12-84,6-18-148,23-133-1871,-26 104-1015,27-85-1,-32 125 2392,0 1 0,0 0 0,7-11 1,-9 17 566,-1 1 1,1-1 0,0 1 0,0 0 0,0 0 0,0 0 0,0 0 0,1 0 0,-1 0 0,0 1 0,1-1 0,-1 1 0,1-1 0,0 1 0,4-1 0,-5 2 124,-1-1 0,0 1 0,0 0 0,1 0 0,-1 0 0,0 1-1,1-1 1,-1 0 0,0 0 0,0 1 0,0-1 0,1 1 0,-1-1 0,0 1 0,0-1 0,0 1 0,0 0 0,0 0 0,0-1 0,0 1 0,0 0 0,0 0 0,0 0 0,0 0 0,-1 0 0,1 0 0,0 0 0,-1 0 0,1 1 0,0 0 0,2 6 516,1 0 1,-2 0-1,4 12 1,-4-13-304,26 129 3315,-2-3-1625,-23-124-1800,-1 0 1,1 1-1,1-1 0,0-1 1,7 14-1,-10-20-135,1 0 0,-1 1 0,1-1 1,0 0-1,0 0 0,0 0 0,0 0 0,0-1 0,1 1 0,-1 0 1,1-1-1,-1 0 0,1 1 0,-1-1 0,1 0 0,0 0 0,-1-1 1,1 1-1,0-1 0,0 1 0,5-1 0,-7 0-28,1 0-1,0 0 1,-1-1-1,1 1 1,-1-1-1,1 1 1,-1-1-1,1 0 1,-1 1-1,1-1 1,-1 0-1,0 0 1,1 0-1,-1 0 1,0 0-1,0 0 1,0 0-1,0-1 1,0 1-1,0 0 1,0-1-1,0 1 1,0-3-1,16-41-103,-11 25-34,11-25-58,40-125-3034,-50 142 2749,0-1 0,-2 0 0,-2 0 0,1-32-1,-4 60 521,0 0 0,0 1-1,-1-1 1,1 0-1,0 1 1,0-1 0,-1 0-1,1 1 1,-1-1-1,1 0 1,-1 1 0,1-1-1,-1 1 1,1-1-1,-1 1 1,1-1 0,-1 1-1,1 0 1,-1-1-1,0 1 1,1 0 0,-1-1-1,0 1 1,1 0 0,-1 0-1,0-1 1,1 1-1,-1 0 1,0 0 0,0 0-1,1 0 1,-2 0-1,-30 0 784,22 0-560,9 0-236,-1 0 0,1 0 0,-1 1 0,1-1 0,0 0 0,-1 0 1,1 1-1,0-1 0,0 1 0,-1 0 0,1-1 0,0 1 0,0 0 0,0-1 1,0 1-1,-1 0 0,1 0 0,0 0 0,-1 2 0,0 0 17,0 0 0,0 0 0,1 1-1,-1-1 1,1 0 0,0 1 0,-2 5-1,1 8 64,0 0-1,0 28 0,2-32-80,-3 68 85,3-1-1,21 146 0,22-37-118,2 12-61,-37-153 94,-2 0 0,0 57 0,-6-92-17,0 0 0,-1 0 0,0-1 1,-1 1-1,-1-1 0,-5 17 1,7-25-7,-1 0 0,0 1 1,-1-1-1,1 0 1,-1 0-1,1 0 0,-1 0 1,0-1-1,-1 1 1,1-1-1,-1 0 0,1 0 1,-1 0-1,0 0 1,0-1-1,0 1 0,-1-1 1,1 0-1,-6 1 1,2 0-16,1-1-1,-1-1 1,0 1 0,1-1 0,-1-1 0,0 1 0,0-2 0,0 1 0,0-1 0,0 0 0,1 0-1,-1-1 1,-7-3 0,10 4 0,0-1-1,0-1 0,0 1 0,0-1 1,1 0-1,0 0 0,-1 0 1,1 0-1,0-1 0,0 0 0,1 0 1,-1 0-1,1 0 0,0-1 1,0 1-1,0-1 0,1 1 0,0-1 1,-3-8-1,1-1 11,1 0 1,0-1-1,1 1 1,1 0-1,0-1 0,1 1 1,1-1-1,0 1 0,4-18 1,-1 14 25,1 0 0,0 0 1,2 0-1,0 1 0,0 0 0,18-26 1,16-17-224,3 3 1,2 1 0,95-88-1,-5 30-6992,-81 72-1758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31 184 4466,'0'0'7467,"-5"-20"-6485,-15-62-5,15 51 2959,14 57-1779,-6-18-2517,25 71 1500,-3 2 0,26 155 0,-1 354 194,-49-581-1322,-1-10 14,0-22 6,0 1-99,1-54-1206,-4 1-1,-3 0 1,-20-98 0,-23-84-4681,44 212 5098,1-1 0,3 0 0,6-74 0,-4 114 999,0 0-1,0 0 0,1 0 1,-1 0-1,1 0 1,1 0-1,-1 1 0,1-1 1,0 1-1,0 0 1,0 0-1,1 0 0,0 0 1,9-8-1,-9 9 143,0 1-1,0 0 1,1 0-1,-1 1 1,1-1-1,0 1 1,0 0-1,0 0 0,0 1 1,0 0-1,0 0 1,1 0-1,-1 0 1,0 1-1,1 0 1,-1 0-1,7 1 1,-6 0-89,-1 1 0,1 0 1,0 0-1,-1 0 0,1 1 0,-1 0 0,0 0 1,0 0-1,0 1 0,0 0 0,0 0 1,-1 0-1,0 0 0,0 1 0,0-1 1,0 1-1,4 9 0,4 5 288,-2 0-1,0 1 1,11 32-1,-15-30-342,-1 0-1,-1 1 1,-1 0-1,-1-1 1,-1 1-1,-3 34 1,1-46-148,1-2-65,-1 0-1,0 0 1,0-1 0,-1 1 0,0 0-1,-1-1 1,0 0 0,-1 1 0,1-1 0,-1 0-1,-1-1 1,1 1 0,-2-1 0,1 0-1,-1 0 1,0 0 0,-12 10 0,12-12-374,-1-1 0,0 1-1,0-1 1,-1 0 0,1 0 0,-1-1 0,0 0 0,0-1 0,0 0 0,0 0 0,0 0 0,-10 0 0,12-2-386,1 0 0,-1 0 0,1 0 0,0 0 0,-1-1 0,-7-2 0,7 1-756,1-1 1,0 0 0,-1 0 0,1 0 0,-6-5 0,11 8 1478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198 518 8196,'0'0'6325,"-28"6"-5743,-7 0-105,-43 16 1,77-22-438,-1 1 0,0-1 0,0 1 0,1 0 0,-1-1 0,0 1-1,1 0 1,-1 0 0,1 0 0,-1 0 0,1 1 0,-1-1 0,1 0 0,0 1 0,0-1 0,-1 1 0,1-1 0,0 1 0,0-1-1,1 1 1,-1 0 0,0-1 0,0 1 0,1 0 0,-1 0 0,1 0 0,-1 2 0,1-4-40,-12 95 2227,5 0 0,4 106 0,3-172-1902,-1-26-293,1 0 0,0 0 0,1 0 0,-1-1 0,0 1 0,1 0 0,-1 0 0,1 0 0,0 0 0,0-1 0,0 1 0,1 0 0,-1-1 0,3 4 0,-3-5-29,0 0-1,0 0 0,1-1 0,-1 1 0,0 0 0,1-1 0,-1 1 0,1 0 0,-1-1 0,1 0 0,-1 1 0,1-1 0,-1 0 1,1 0-1,0 0 0,-1 0 0,1 0 0,-1 0 0,1 0 0,-1-1 0,1 1 0,-1 0 0,1-1 0,-1 1 0,1-1 1,-1 0-1,2 0 0,2-2-4,-1 1 1,0 0-1,0-1 1,0 0-1,0 0 1,0 0-1,-1-1 1,1 1-1,4-7 1,26-41-59,-28 40 31,23-39-722,-2-2 1,25-68-1,-40 86-314,-1-1 0,-2 0 0,-1-1 0,5-68 0,-11 59-522,-4-51 0,0 78 1091,0 1 0,-1 0 0,-1-1 0,-1 1 0,-12-30 0,2 15 444,-33-52 0,41 74 374,0-1-1,-1 1 0,0 1 1,0-1-1,-1 2 0,-1-1 1,1 1-1,-13-8 0,19 15-169,-1-1 1,1 0-1,0 1 0,-1-1 0,1 1 0,-1 0 0,-5 0 0,8 0-115,0 1 0,0 0-1,0 0 1,0 0 0,0 0-1,0 0 1,0 1-1,0-1 1,0 0 0,0 0-1,0 1 1,0-1 0,0 0-1,0 1 1,0-1 0,0 1-1,0 0 1,0-1 0,0 1-1,1 0 1,-1-1 0,0 1-1,0 0 1,1 0-1,-1 0 1,0-1 0,1 1-1,-1 0 1,1 0 0,-1 2-1,-2 7 205,0 0 1,1 1-1,0-1 0,1 1 0,0 18 0,5 61 822,-3-76-873,1 0-93,0-1-1,1 0 1,0 0-1,1-1 1,1 1-1,0-1 1,1 0-1,0 0 1,0-1-1,1 1 1,1-1-1,0-1 1,1 0 0,0 0-1,0 0 1,1-1-1,0-1 1,1 0-1,0 0 1,0-1-1,0 0 1,1-1-1,0 0 1,0-1-1,1-1 1,0 0-1,25 5 1,-2-6-2087,1-2 1,50-4 0,-40-5-3761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82 1553,'0'0'11424,"-4"-14"-10443,-10-42-340,10 45-229,1 13-210,2 13 166,1-15-361,-3 305 3182,5-158-2114,-2-107-824,11 321 984,-11-348-1235,4 23-13,-4-35 10,0 1-1,1-1 1,-1 1-1,0 0 1,1-1-1,-1 1 0,1-1 1,0 1-1,-1-1 1,1 0-1,0 1 1,0-1-1,0 0 1,0 1-1,1 0 0,5-2-934,-4-10-650,-2-52-4706,-1 27-1288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20 151 1617,'0'0'7595,"0"-19"-7256,0-59 192,0 73-218,0 0 0,0-1 0,-1 1 0,1 0 0,-3-7 0,-7-2 1132,8 13-1174,2 1-229,0 0 0,-1 0 0,1 0 0,0 0 0,0 0 0,0 0 0,-1 0 0,1 1 0,0-1 0,0 0 0,0 0 0,0 0 0,-1 0 0,1 0 0,0 1 0,0-1 0,0 0 0,0 0 0,0 0 0,0 1 0,-1-1 1,1 0-1,0 0 0,0 0 0,0 1 0,0-1 0,0 0 0,0 0 0,0 0 0,0 1 0,0-1 0,0 0 0,0 0 0,0 1 0,0-1 0,0 0 0,0 0 0,0 0 0,1 1 0,-2 15-77,1 594 8743,3-599-8208,3-15-328,6-22-169,9-44-1423,22-137 1,-7 21-3164,-34 179 4317,1-9-210,1 1 0,12-27 0,-15 39 484,0 0 1,0 1 0,1-1 0,-1 1 0,1-1 0,0 1-1,-1 0 1,1-1 0,0 1 0,0 0 0,1 0-1,-1 0 1,0 0 0,1 1 0,-1-1 0,1 1-1,-1-1 1,1 1 0,0 0 0,0 0 0,-1 0-1,5 0 1,-6 1 59,1 0-1,-1 0 0,1 0 1,-1 1-1,1-1 0,-1 0 1,0 1-1,1-1 0,-1 1 1,1 0-1,-1-1 0,0 1 1,0 0-1,1 0 1,-1 0-1,0 0 0,0 0 1,0 0-1,0 0 0,0 0 1,0 0-1,0 1 0,-1-1 1,1 0-1,0 0 0,-1 1 1,1 1-1,3 6 240,-1 1-1,0-1 1,2 12-1,-3-11-104,6 34 476,-2-1 0,2 55 0,-8 93-51,-2-87-431,2-74-1087,-13-61-13137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12134,'0'0'6194,"11"11"-5785,-10-10-394,7 7 125,-1 0 1,1 0-1,-1 0 1,-1 1-1,1 0 1,-2 0-1,1 1 1,-1 0-1,-1 0 1,7 19-1,39 246 1409,-23 6-1074,-7-58-418,-17-199-57,0 1 0,10 35 0,-9-50 5,-2-10 16,0-5 33,-1-123-131,-2 65-265,2-21-432,0-20-2371,-13-110 0,-11 25-4267,13 96 4731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1 203 672,'140'-116'4149,"-96"75"-1330,-41 37-2470,0 1-1,0-1 1,1 1 0,-1 0 0,1 0-1,-1 0 1,1 1 0,0-1-1,0 1 1,0 0 0,0 0-1,1 0 1,-1 1 0,0-1-1,1 1 1,-1 0 0,1 0 0,5 0-1,-2 0-133,1 0 0,-1 1-1,1 0 1,-1 0 0,0 0-1,1 1 1,-1 1 0,0-1 0,0 1-1,0 1 1,0 0 0,0 0-1,0 0 1,-1 1 0,1 0 0,-1 0-1,0 1 1,0 0 0,-1 0-1,0 1 1,0 0 0,7 8-1,-4-4-90,-2 0 0,1 1 0,-1 0 0,-1 0 0,0 1 0,0 0 0,-1 0 0,-1 0 0,0 0-1,-1 1 1,0 0 0,-1-1 0,0 1 0,-1 0 0,0 0 0,-2 16 0,0-15-212,-1 1-1,-1-1 1,0-1 0,0 1 0,-2 0 0,1-1 0,-2 0 0,0 0 0,0 0-1,-1-1 1,-1 0 0,0 0 0,-1-1 0,-16 17 0,21-24-151,0 0 1,-1 0-1,1-1 0,-1 1 1,0-1-1,0 0 0,-1-1 1,1 1-1,-6 1 0,7-3-269,0 0-1,0 0 0,0 0 0,0-1 0,-1 0 0,1 0 1,0 0-1,-8-1 0,11 1 169,-1-1 1,1 1 0,-1-1-1,1 1 1,0-1-1,-1 1 1,1-1-1,0 0 1,-1 1-1,1-1 1,0 0-1,0 0 1,-1 0-1,1 0 1,-2-2-1,-14-34-7234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25 10229,'0'0'5309,"-4"30"-4050,0-1-834,-2 14 554,1-1 0,2 74 0,3-116-973,10 140 2469,-7-124-2220,-1 1 1,2-1 0,0 1 0,1-1-1,1-1 1,9 19 0,-14-32-242,-1 0 0,1-1 0,0 1 0,0-1 0,0 0 0,0 1 0,0-1-1,0 0 1,1 1 0,-1-1 0,0 0 0,1 0 0,-1 0 0,0 0 0,1 0 0,-1-1 0,1 1 0,0 0 0,-1-1 0,1 1 0,0-1 0,-1 1 0,1-1 0,0 0 0,-1 0 0,1 0 0,0 0 0,-1 0-1,1 0 1,2 0 0,-1-1-22,0-1-1,0 1 0,0 0 0,0-1 1,0 0-1,0 1 0,-1-1 0,1 0 1,-1-1-1,1 1 0,-1 0 1,0-1-1,0 1 0,4-6 0,7-15-289,-1-1-1,-1 0 0,-1 0 1,-1-2-1,-1 1 0,5-31 1,20-162-4141,-33 217 4413,3-44-1004,-2 28 764,0 0 0,4-18 1,-5 35 258,0-1 0,0 1-1,0-1 1,0 1 0,0-1 0,1 1 0,-1 0 0,0-1 0,0 1 0,0-1-1,0 1 1,1-1 0,-1 1 0,0 0 0,0-1 0,1 1 0,-1 0-1,0-1 1,0 1 0,1 0 0,-1-1 0,0 1 0,1 0 0,-1 0 0,1-1-1,-1 1 1,0 0 0,1 0 0,-1 0 0,1 0 0,-1-1 0,1 1 0,-1 0-1,0 0 1,1 0 0,-1 0 0,1 0 0,-1 0 0,1 0 0,7 0-3870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0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25 9812,'0'0'8271,"5"-6"-7543,-3 4-668,-1 0-7,-1 1-1,1 0 0,0-1 1,0 1-1,0 0 0,1 0 1,-1 0-1,0-1 1,0 1-1,1 1 0,-1-1 1,0 0-1,2-1 1,-2 2-36,-1 0 0,0 1 0,1-1 0,-1 0 0,0 0 0,1 0 0,-1 0 0,0 0 0,1 0 0,-1 1 0,0-1 0,1 0 0,-1 0 0,0 1 0,0-1 0,1 0 0,-1 0 0,0 1 0,0-1 0,1 0 0,-1 0 0,0 1 0,0-1 0,0 0 0,0 1 0,1 0 0,4 22 539,27 443 3496,-14-151-3352,-17-296-705,0-3-11,1 1 0,0-1-1,5 17 1,-1-21-586,-3-18-862,-2-23-555,-1 29 2020,0-53-3662,0-6-1971</inkml:trace>
  <inkml:trace contextRef="#ctx0" brushRef="#br0" timeOffset="0.98">0 480 16311,'0'0'5635,"224"15"-4034,-120-15-1009,6-31-560,0-5-32,-3-3-448,-17 12-2433,-16 9-3058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0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15 2993,'0'0'9623,"0"-2"-9417,0-8-6,0 7 864,0 5-930,10 211 869,0 8-397,-8-53-232,-5 202-151,-16-200-134,9-102-83,0 83 1,9-96-32,0-11 43,2 1-1,1-1 0,10 50 1,0-31 1,-3 1 1,0 129 0,-9-182 17,0-6 0,0-1 1,0 1 0,0-1-1,0 1 1,1-1 0,0 0-1,0 1 1,3 7 0,-3 1 181,-2 1-121,4-161-6621,-3 69-1382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2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4914,'0'0'7091,"2"-2"-6509,2 0-517,1 0-1,-1 0 1,0 1 0,1-1-1,-1 1 1,1 0-1,-1 0 1,1 0 0,6 0-1,49 1-118,-33 1 110,9-1-38,-15-2 12,0 2 0,0 1 0,-1 0 0,1 2-1,-1 0 1,31 9 0,-19-1-5,0-2 0,0-2-1,1-1 1,0-2 0,1 0 0,47-3 0,38 1-98,150-6 34,-121-20 49,-23 2 4,159 10-14,-6 0 939,-166 3-240,124 8 0,69-5 232,-230-3-892,56-2-17,-36 12 5,115-3 21,-169-2-39,50-12 0,20-2 5,168 10 15,-101 6 0,-75-6 34,22-1 774,-125 9-768,2 0 269,-2 0-328,0 0 0,0-1-1,0 1 1,0 0 0,1 0 0,-1 0 0,0 0-1,0 0 1,0 0 0,0 0 0,1 0 0,-1 0-1,0 0 1,0 0 0,0 0 0,0 1 0,1-1-1,-1 0 1,0 0 0,0 0 0,0 0 0,0 0-1,1 0 1,-1 0 0,0 0 0,0 0 0,0 1-1,0-1 1,0 0 0,0 0 0,1 0 0,-1 0-1,0 0 1,0 1 0,0-1 0,0 0 0,0 0-1,0 0 1,0 0 0,0 1 0,0-1 0,0 0-1,0 0 1,0 0 0,0 0 0,0 1 0,0-1-1,2 126 460,-5 153-420,-15-83-13,3-55-13,-34 269-14,42-355-16,-6 195 13,6-57-1,2 136 2,6-189-35,-1 40-346,-10-182-2395,7-8 352,-4-5-1246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3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73 6003,'0'0'6883,"1"-4"-6299,0 1-520,-1 2-10,0-1-1,0 1 1,0 0-1,0 0 1,1 0-1,-1 0 1,0 0 0,1 0-1,-1 0 1,1 0-1,-1 0 1,1 0-1,-1 0 1,1 0-1,0 0 1,0 0-1,-1 0 1,1 1-1,0-1 1,0 0-1,0 1 1,0-1-1,0 0 1,0 1-1,0-1 1,0 1-1,0-1 1,0 1-1,0 0 1,0 0-1,0-1 1,0 1-1,2 0 1,51-6 791,624 6-156,-360-6-655,255 6 76,-253 6-164,-164 1 30,-2 1 16,103-16-82,-138 7-61,-74 2 169,86-8 0,-57-3 10,111-1 0,373 20 103,-461-18 250,-82-3 158,-26 12-3535,-13 0-2924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5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0 301 5651,'0'0'5744,"37"0"-2719,263 0-1310,-277-2-1684,0 0 0,-1-2 0,1 0 0,40-15-1,-37 10-58,0 2-1,1 1 1,33-3-1,23 6 37,-50 3 4,-1-2 0,1 0 0,39-10 0,66-25-38,-49 12-22,127-19 0,106 29 96,-293 17-38,-1 1-1,0 2 1,49 14 0,11 1 41,-11-4-36,-45-8-2,0-1-1,1-2 0,40 1 0,-31-8 37,-25 1 7,0 1-1,0 0 0,24 4 0,-33-2 28,-1 0 0,1 1 1,-1 0-1,15 8 0,-17-8 10,1 0 1,-1 0-1,1 0 1,-1-1-1,1 0 0,0 0 1,0-1-1,0 1 0,12 0 1,125 3 989,-106-4-827,-37-9-176,-1-2-162,0 0-1,-1 0 0,0 0 1,0 1-1,-1-1 0,0 1 1,-8-17-1,3 11-12,0 0-1,-1 1 1,-22-27-1,27 36 106,0 1-1,-1-1 1,1 1 0,-1 0 0,0 0-1,-1 1 1,1-1 0,0 1-1,-12-5 1,8 6 73,0-1-1,-1 1 1,1 1-1,-1 0 1,1 0-1,-11 1 1,20 5 77,0 0-117,1 0 0,1 0 0,-1-1 0,1 1 0,-1 0 0,1 0 0,0-1 0,1 1 0,-1-1 0,1 0 0,0 1 0,0-1 0,1-1 0,-1 1 0,1 0 0,0-1 0,0 0 0,0 0 0,5 3 0,13 9 66,2-1 1,31 14-1,-51-26-102,47 20 19,58 16-1,-108-38-37,1 1 1,-1-1-1,0 0 0,1 1 0,-1-1 1,1 1-1,-1-1 0,0 1 0,0 0 1,1 0-1,-1 0 0,0-1 1,0 1-1,0 0 0,0 0 0,0 1 1,0-1-1,0 0 0,0 0 1,0 0-1,-1 1 0,1-1 0,0 0 1,-1 1-1,1-1 0,-1 0 0,1 1 1,-1-1-1,0 1 0,0-1 1,0 1-1,1-1 0,-1 1 0,-1-1 1,1 1-1,0-1 0,0 1 0,0-1 1,-2 3-1,0 2-16,-1 0-1,0 0 1,-1 0-1,1-1 1,-1 1 0,0-1-1,-8 8 1,-240 238 172,248-247-139,0-1 0,-1 1 0,0 0 0,0-1 0,0 0-1,-10 5 1,15-8-7,0-1-1,1 1 0,-1 0 0,0 0 1,0 0-1,0 0 0,0 0 0,0 0 0,0 0 1,0 0-1,0 0 0,0-1 0,0 1 0,0 0 1,0 0-1,0 0 0,0 0 0,0 0 1,0 0-1,0 0 0,0-1 0,0 1 0,0 0 1,0 0-1,0 0 0,0 0 0,0 0 1,0 0-1,0 0 0,0-1 0,0 1 0,0 0 1,0 0-1,0 0 0,0 0 0,0 0 0,0 0 1,0 0-1,0 0 0,0-1 0,0 1 1,0 0-1,-1 0 0,1 0 0,0 0 0,0 0 1,0 0-1,0 0 0,0 0 0,0 0 0,0 0 1,0 0-1,-1 0 0,1 0 0,0 0 1,0 0-1,0 0 0,0 0 0,0 0 0,0 0 1,0 0-1,-1 0 0,1 0 0,0 0 1,0 0-1,0 0 0,0 0 0,0 0 0,-1 0 1,2-16-1314,1 0 1,0 1 0,1-1 0,9-30-1,19-47-10294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6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5202,'0'0'7833,"1"-9"-7176,2-37 1525,-3 49-1790,-2 84-76,0-33 406,7 79 1,-3-116-594,1 0 0,1-1 0,0 1 0,1-1 0,0 0 0,2 0 0,0 0 0,16 26-1,-20-38-109,0 1-1,0-1 0,1 0 1,-1 0-1,1-1 0,0 1 1,0-1-1,0 0 1,0 0-1,1 0 0,-1 0 1,1-1-1,0 1 0,0-2 1,-1 1-1,1 0 0,6 0 1,-7-1-10,1-1 1,-1 0 0,0 0 0,0 0-1,0 0 1,0-1 0,0 0-1,1 0 1,-1 0 0,0 0 0,-1-1-1,1 1 1,0-1 0,0 0 0,-1 0-1,1-1 1,-1 1 0,0-1-1,1 0 1,-1 1 0,4-7 0,10-13-402,-2-1 1,0-1-1,-1 0 1,-2-1 0,-1 0-1,14-45 1,-20 54 117,0 1 0,-2-1 1,0 0-1,0-1 0,-2 1 0,0 0 1,-1-1-1,-1 1 0,-2-18 1,1 29 312,1 1 0,-1 0 0,0 0 0,0 0 0,0 0 0,0 0 0,-1 0 0,0 1 0,1-1 0,-1 1 0,-1 0 0,1 0 0,0 0 0,-1 0 0,0 0 0,1 1 1,-1 0-1,0-1 0,-8-2 0,-3-1 236,0 1 0,-1 0-1,1 1 1,-20-2 0,22 4-64,0 0 1,0 2-1,-1-1 0,1 2 1,0-1-1,0 2 0,-16 3 0,25-4-158,0 0-1,0 0 0,0 0 0,0 1 1,1 0-1,-1-1 0,1 1 0,-1 1 1,1-1-1,-1 0 0,1 1 0,0 0 1,0-1-1,1 1 0,-1 0 1,0 1-1,1-1 0,0 0 0,0 1 1,0-1-1,0 1 0,0 0 0,1 0 1,0-1-1,0 1 0,0 0 0,-1 7 1,1 48-4389,1-38-167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7.1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88 8100,'0'1'8147,"-2"74"-6844,1-26-87,9 98 0,-7-137-1106,1-1 0,0 0 0,1 1 0,0-1 0,0 0 0,7 13-1,-8-19-86,-1 0-1,1-1 1,0 1-1,0-1 1,0 1-1,0-1 0,0 0 1,1 0-1,-1 0 1,1 0-1,-1-1 1,1 1-1,0 0 0,0-1 1,-1 0-1,1 0 1,0 0-1,0 0 1,0 0-1,0-1 0,0 1 1,1-1-1,3 0 1,-4 0-17,1 0 1,0-1 0,0 0-1,-1 0 1,1 0 0,-1 0-1,1 0 1,-1-1 0,1 1-1,-1-1 1,0 0-1,0 0 1,0-1 0,0 1-1,0 0 1,5-6 0,2-5-115,0 1 1,14-25-1,-14 23-56,6-13-469,0-1 0,-2 0 0,13-37 0,-20 45 235,-1 0 1,-1-1-1,0 1 1,-2-1 0,2-38-1,-5 7-159,0 52 565,0 0 0,0-1 0,0 1 0,0 0 0,0-1 0,0 1 0,0 0 0,0-1 0,0 1 0,0 0 0,0 0 0,-1-1 0,1 1 0,0 0 0,0-1 0,0 1 0,0 0 0,0 0 0,-1-1 0,1 1 0,0 0 0,0 0 0,0-1 0,-1 1 0,1 0 0,0 0 0,0 0 0,-1 0 0,1-1 0,0 1 0,-1 0 0,1 0 0,0 0 0,0 0 0,-1 0 0,1 0 0,0 0 0,-1 0 0,1 0 0,0 0 0,-1 0 0,1 0 0,0 0 0,-1 0 0,1 0 0,0 0 0,0 0 0,-1 0 0,1 0 0,0 0 0,-1 0 0,1 1 0,0-1 0,0 0 0,-1 0 0,1 0 0,0 0 0,0 1 0,-1-1 0,1 0 0,0 1 0,-1 22-3044,1-16-2711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7.5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0 8084,'0'0'6821,"-4"2"-6060,3-2-732,0 1 0,-1-1 1,1 1-1,0-1 0,0 1 1,0 0-1,0 0 0,0-1 1,0 1-1,0 0 0,0 0 1,0 0-1,0 0 0,1 0 0,-1 0 1,0 0-1,1 1 0,-1-1 1,1 0-1,-1 0 0,1 0 1,-1 3-1,-1 36 500,2-28-356,-7 518 3821,9-514-3995,4-12-309,-5-5 198,0 0 0,1 0 0,-1 0 0,0 0 0,0 0 0,0 0 0,0-1 1,0 1-1,0 0 0,0 0 0,0-1 0,-1 1 0,1-1 0,0 1 0,0-3 0,15-47-3127,-3-19-3956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7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13766,'0'0'3234,"234"57"-2642,-141-57-592,-6 0-528,-10 0-3010,-27 0-6386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9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 7075,'0'0'6222,"25"-3"-5809,78-11 6,-64 10 102,-1 2 1,43 3-1,-23 0 194,1193-1 2070,-1247 0-2756,0 1 1,0 0 0,0 0-1,0 0 1,7 2-1,-7-1-6,0-1 0,1 1 0,-1-1 0,1 0 0,9 0 0,301-1 1140,-353 0-2061,-65 1-7494,45 1-2989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19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6339,'0'0'5245,"0"26"-3063,13 672 2364,-13-685-4464,0-10-69,-1 0 0,1 0 0,0 0 0,0 0 0,0 0-1,0 0 1,1 0 0,-1 0 0,1 0 0,0-1 0,0 1 0,0 0 0,0 0 0,0 0 0,2 3 0,-2-7-43,-1 1 0,0 0 0,0 0 1,0 0-1,1 0 0,-1 0 1,0 0-1,0-1 0,1 1 1,-1 0-1,0 0 0,0 0 1,0-1-1,0 1 0,1 0 1,-1 0-1,0 0 0,0-1 1,0 1-1,0 0 0,0 0 1,0-1-1,0 1 0,0 0 0,0 0 1,0-1-1,0 1 0,0 0 1,0-1-1,0 1 0,0 0 1,0 0-1,0-1 0,0 1 1,0-1-1,1-13-2999,-1-17-1758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0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43 7267,'0'0'5504,"1"24"-4733,11 163 822,-5 223 2505,-7-299-3631,2-207-2066,0 47-517,-2 0 0,-1 0 0,-3 0 0,-11-54 0,7 69-255,-5-63 1,10 53 4351,3-1 4412,16 47-4562,-11 0-1658,-1-1 1,1 1-1,-1 1 1,1-1 0,-1 1-1,0-1 1,0 1-1,6 6 1,30 34 948,-19-19-544,100 124 2307,-81-96-1993,1-1-1,75 69 1,-110-115-787,1 1-1,0-1 0,0 0 1,11 5-1,-15-9-60,0 1 0,1-1-1,-1 0 1,1 0 0,-1-1 0,0 1-1,1 0 1,-1-1 0,1 0-1,0 0 1,-1 0 0,1 0-1,4-2 1,-8 2-34,1 0-1,0 0 1,-1-1-1,1 1 1,0 0 0,-1 0-1,1-1 1,-1 1-1,1-1 1,0 1-1,-1 0 1,1-1-1,-1 1 1,1-1 0,-1 1-1,0-1 1,1 0-1,-1 1 1,1-1-1,-1 1 1,0-1-1,0 0 1,1 0 0,4-18-5,-2 1 0,1-1 0,-2 1 0,-1-1 1,-1-36-1,-1 31-87,-11-327-1892,8 237 1221,4 100 473,18 13-4309,4 1-18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4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7 4690,'0'0'6563,"-3"-6"-3999,0 5-2532,0 1 0,0 0 0,0 0 0,0 1 1,1-1-1,-1 0 0,0 1 0,0 0 0,0 0 0,1 0 0,-1 0 0,0 0 0,1 0 1,-1 1-1,1-1 0,0 1 0,-1-1 0,1 1 0,0 0 0,0 0 0,0 0 0,0 1 1,1-1-1,-1 0 0,0 1 0,-1 3 0,-3 4-23,1 0-1,0 0 1,1 1-1,0 0 1,1-1 0,0 1-1,1 1 1,-2 20-1,2 97 859,3-75-205,-1-47-577,-1 7 53,1 1 0,0 0 0,1-1 0,1 1 0,0-1 0,1 0 0,1 0 0,0 0 0,8 18 0,-11-29-116,0-1 1,0 0-1,1 0 1,-1 0-1,1 0 0,0 0 1,-1-1-1,1 1 1,0 0-1,0-1 1,0 1-1,0-1 0,0 0 1,0 1-1,1-1 1,-1 0-1,4 1 1,-1-1-2,0 0 0,1-1 0,-1 1 0,0-1 1,1 0-1,9-2 0,-12 1-190,1 0 1,0-1-1,-1 0 0,0 1 0,1-1 1,-1 0-1,0 0 0,0-1 1,0 1-1,0-1 0,0 1 1,-1-1-1,1 0 0,-1 0 0,0 0 1,0-1-1,0 1 0,2-4 1,2-3-1472,6-11-3802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4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228 1 3970,'0'0'5421,"-3"0"-4626,2-1-688,-1 1 0,1 0 0,-1 1 0,1-1-1,-1 0 1,0 0 0,1 1 0,-1-1 0,1 1 0,-1-1 0,1 1 0,0 0 0,-3 1-1,1 1 9,1-1-1,0 1 1,-1-1-1,1 1 0,1 0 1,-4 6-1,-34 66 1168,-46 125 0,72-164-1213,-30 75 27,40-124-5154,3-15 2306,0 27 2508,0-29-3104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5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1489,'0'0'5370,"5"-6"-4639,-3 3-841,0 0 379,1 0 1,0 0-1,-1 0 1,1 1-1,0-1 0,1 1 1,-1-1-1,0 1 0,1 0 1,-1 0-1,1 1 0,-1-1 1,1 1-1,0 0 0,0 0 1,0 0-1,4-1 0,-6 3-204,0-1-1,1 1 1,-1-1-1,0 1 1,0 0-1,0-1 1,0 1-1,0 0 0,0 0 1,0 1-1,-1-1 1,1 0-1,0 1 1,0-1-1,-1 1 1,1-1-1,-1 1 1,0 0-1,1 0 1,-1-1-1,2 5 0,3 7 193,0-1-1,7 21 0,-6-14-44,17 54 733,-2 1 0,18 123 0,-30-141-792,-9-50-220,2 29-723,-21-35-2814,-1-3 184,-1-9-939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5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 6419,'0'0'6435,"221"-54"-6339,-174 48-96,-7 0-656,-14 6-3778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6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52 3650,'0'0'9380,"0"16"-8780,0 376 1951,0-390-2533,0-1 1,1 1-1,-1-1 0,0 1 1,1-1-1,0 0 1,-1 1-1,1-1 0,0 0 1,-1 1-1,1-1 1,0 0-1,0 0 1,0 0-1,0 0 0,0 0 1,1 0-1,-1 0 1,0 0-1,0 0 0,1 0 1,-1-1-1,0 1 1,1 0-1,-1-1 0,0 1 1,1-1-1,-1 0 1,1 0-1,-1 1 0,3-1 1,7 2 70,1-1 0,24-1-1,-26 0-26,-4 0-35,0 0-1,0-1 0,0 1 0,0-1 1,-1-1-1,1 1 0,0-1 0,-1 0 1,1 0-1,8-5 0,-6 2-48,-1-1 0,0 1 1,-1-1-1,1 0 0,-1-1 0,7-10 1,-8 11-106,-1-1 0,0 0 1,0 0-1,0 0 1,-1-1-1,0 1 1,-1-1-1,0 0 0,0 0 1,0 0-1,-1 1 1,-1-1-1,1-1 0,-1 1 1,0 0-1,-1 0 1,-2-10-1,2 14 111,-1-1 0,1 1 1,-1-1-1,-1 1 0,1 0 0,0 0 0,-1 0 0,0 0 0,0 0 0,0 1 0,0-1 1,-1 1-1,0 0 0,1 0 0,-1 0 0,0 0 0,0 1 0,-6-3 0,1 0 31,-1 0 0,0 1 0,0 0-1,0 1 1,-1 0 0,0 1-1,-12-2 1,10 3 73,-1 0-1,0 1 1,-20 2-1,31-2-9,-1 1 0,1-1 1,0 1-1,0 0 0,0 0 0,0 0 0,0 1 0,0-1 0,0 1 1,0-1-1,0 1 0,1 0 0,-1 0 0,1 1 0,-1-1 0,1 0 1,0 1-1,0-1 0,-3 5 0,4-5 696,3-2-756,-1-1 0,1 0 0,-1 1 0,1-1 0,-1 0 0,1 0 0,-1 0 1,1 0-1,-1 0 0,0 0 0,0 0 0,0-1 0,0 1 0,1 0 0,-2-1 0,3-2 1,0 0-29,4-6-425,0-1 0,0 0 0,-1-1-1,5-12 1,-3 3-2999,8-33 0,-8 8-4783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6.5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0 7491,'0'0'5459,"-16"79"-11766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6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2785,'0'0'897,"0"12"-2562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7.2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82 800,'0'0'6892,"-9"-7"-6332,-28-19 101,36 26-482,1-1 0,-1 1 1,0-1-1,0 0 0,0 1 0,0-1 0,0 0 0,1 0 0,-1 1 0,0-1 0,1 0 0,-1 0 0,1 0 0,-1 0 0,1 0 0,-1 0 0,1 0 0,0 0 0,-1 0 0,1 0 0,0 0 0,0-1 0,0 0-153,0 1 0,1 0 0,-1 0 0,0 0 0,1 0 0,-1 0 0,1 0 0,0 0 0,-1 0 0,1 0 0,0 1-1,0-1 1,-1 0 0,1 0 0,0 0 0,0 1 0,0-1 0,0 1 0,0-1 0,0 0 0,0 1 0,1-1 0,4-1-17,0 0 1,0 1-1,0 0 1,0 0-1,0 0 1,0 1-1,0-1 0,0 2 1,0-1-1,0 0 1,0 1-1,0 1 1,0-1-1,-1 1 1,1-1-1,0 2 1,7 3-1,-9-4 1,0 1-1,0-1 1,0 1-1,0 0 1,0 1-1,-1-1 1,1 1-1,-1-1 0,0 1 1,0 0-1,0 0 1,0 1-1,-1-1 1,0 0-1,0 1 1,0 0-1,0-1 1,-1 1-1,0 0 0,0 0 1,1 8-1,-2-8 26,0-1-1,0 1 1,0-1-1,0 1 1,-1-1-1,0 1 1,0-1-1,0 1 0,0-1 1,-1 0-1,1 0 1,-5 8-1,1-6 43,0 1-1,-1-1 1,0 0-1,0 0 1,-11 8-1,-36 24 144,48-36-707,0 1 0,0-1 0,1 0 0,-1 0 0,-1 0 0,1 0 0,0-1 0,0 0 0,-7 0 0,1-1-5742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7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31 6019,'0'0'8035,"-3"-30"-7955,3 33 17,0 27 175,-7 6 32,0 0-48,4-3-256,3-15-160,0-9-561,17-9-10404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7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 3298,'0'0'6258,"-71"162"-6146,71-168-4289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8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3554,'0'0'11445,"-3"0"-11797,-1 0-481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28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7555,'87'0'5107,"-81"0"-10518,1 0-255</inkml:trace>
  <inkml:trace contextRef="#ctx0" brushRef="#br0" timeOffset="1">308 34 7283,'0'0'2978,"-13"3"-4595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1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16 3874,'0'0'7123,"0"-2"-6549,0-8-43,0 7 1160,-1 3-1638,-1 0 0,1 0 0,-1 0-1,1 0 1,-1 0 0,1 0 0,0 1 0,-1-1 0,1 0 0,-1 1-1,1-1 1,0 1 0,-1 0 0,1-1 0,-2 2 0,-8 13-10,1 0 0,0 0 0,2 1 1,-1 1-1,-6 20 0,12-30-33,-9 23 7,2 0 1,1 1-1,2-1 0,0 2 1,-1 36-1,3 0 638,8 93 0,-2-135-428,2 1 0,2-1-1,0 0 1,1-1 0,2 1 0,0-1 0,2 0-1,1-1 1,1 0 0,21 31 0,-30-49-176,1-1 0,0 0 0,0 0 0,0 0 0,1-1 0,-1 1 0,1-1 0,0 0 0,1 0 0,-1-1 0,1 1 0,-1-1 0,1 0 0,0-1 0,0 0 0,0 0 1,1 0-1,-1 0 0,0-1 0,1 0 0,9 0 0,0-1 66,-15 0-746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3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370 154 5747,'0'0'7083,"-5"-23"-6688,-15-73-3,19 94-362,1 0-1,-1-1 1,0 1 0,0 0-1,0 0 1,0 0 0,0-1-1,0 1 1,-1 0 0,1 0-1,-3-2 1,3 3-9,0 1 0,0-1 0,0 1 0,0-1 0,0 1 0,0 0 0,0-1 0,0 1 0,0 0 0,0 0 0,0-1 0,0 1 0,-2 0 0,-3 0 52,-3-1-41,-1 1 0,1 0 0,-1 0-1,1 1 1,-1 0 0,1 1 0,0 0 0,-1 0 0,1 1 0,0 0 0,1 1 0,-1 0-1,-14 9 1,5-1-4,0 1-1,2 1 1,-1 0-1,2 1 0,-15 17 1,24-25-22,1 1 0,0-1 0,0 1 0,0 1 1,1-1-1,0 1 0,1 0 0,0-1 0,0 2 0,1-1 0,0 0 0,1 0 1,0 1-1,0-1 0,1 0 0,2 19 0,3 6 20,1 1 1,2-2-1,16 43 0,-5-15 26,7 42 351,-4 0-1,12 159 0,-18 212 3071,-16-462-3350,0-6 19,0 1 0,0-1 0,0 0 0,-3 10 0,3-15-135,0 0 1,0 0 0,-1 0-1,1 0 1,0 0 0,-1 0-1,1-1 1,-1 1 0,1 0-1,-1 0 1,0 0 0,1 0-1,-1 0 1,0-1 0,0 1-1,1 0 1,-1-1 0,0 1-1,0-1 1,0 1-1,0-1 1,0 1 0,0-1-1,0 1 1,0-1 0,0 0-1,0 0 1,0 1 0,0-1-1,0 0 1,-2 0 0,0 0 24,-2 0-300,0 0 1,-1 0 0,1 0-1,0-1 1,0 0-1,-9-2 1,12 2-47,-1-1 0,1 1 0,-1-1 0,1 0 0,0 0 0,0 0 0,0 0 0,0 0 0,0 0 0,0 0 0,1-1 0,-1 1 0,1-1 0,-2-3 0,-21-42-6503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3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 11829,'0'0'1425,"197"-36"-1473,-144 33-1793,-3 0-4482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3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52 1857,'0'0'10719,"-9"-7"-9731,3 2-885,1 1 156,0 0 1,0 0-1,-1 0 1,0 1-1,0-1 0,0 1 1,0 1-1,0-1 1,0 1-1,-1 0 1,1 1-1,-12-2 1,15 2-227,0 1 1,-1 0-1,1 0 1,0 0-1,0 1 1,0-1-1,0 1 1,0 0-1,0-1 1,0 1-1,0 1 1,0-1-1,0 0 1,1 1-1,-1-1 1,0 1-1,1 0 1,-1 0-1,1 0 1,0 0-1,0 0 1,0 1-1,0-1 1,0 1-1,0-1 1,-2 5-1,-4 7 17,1 0 0,1 1 0,0 0 0,0 0 0,1 0 0,1 1 0,1-1 0,-2 23 0,1 16 396,4 60-1,1-55-137,-1-32-88,-1-2-1,1-1 0,1 0-1,1 1 1,8 33 0,-9-53-192,1 0 0,-1 0 1,1 0-1,0 0 1,0-1-1,0 1 1,1 0-1,0-1 0,-1 0 1,2 0-1,-1 0 1,0 0-1,1 0 1,0-1-1,0 1 1,0-1-1,0 0 0,0 0 1,1-1-1,-1 1 1,1-1-1,0 0 1,0 0-1,0-1 0,0 1 1,9 1-1,-6-2-35,0 0 1,0 0-1,0 0 0,0-1 0,0 0 0,0-1 0,-1 0 0,1 0 1,0-1-1,0 0 0,-1 0 0,1-1 0,-1 1 0,1-2 0,-1 1 1,0-1-1,11-8 0,-5 1-594,-1 0 1,0-1-1,17-22 0,-22 25-657,0-2 0,-1 1 0,7-14-1,-1-15-4510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4.2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 2625,'0'0'7785,"0"-4"-6598,0-19 73,0 26-1106,3 446 5526,-3-445-5655,1 23 67,-1-27-97,0 1 0,0 0 0,0-1 1,0 1-1,0 0 0,0 0 0,0-1 0,0 1 0,0 0 1,0-1-1,1 1 0,-1-1 0,0 1 0,1 0 0,-1-1 1,0 1-1,1-1 0,-1 1 0,1-1 0,-1 1 0,0-1 1,1 1-1,-1-1 0,1 1 0,0-1 0,-1 1 0,2-1 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4.7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0 6467,'0'0'5747,"0"5"-5233,0 434 6903,0-439-7411,-1 0 0,1 0 0,0 1 0,0-1-1,0 0 1,0 0 0,0 0 0,0 0 0,-1 0-1,1 0 1,0 0 0,0 0 0,0 0 0,0 0 0,0 0-1,-1 0 1,1 0 0,0 0 0,0 0 0,0 0-1,0 0 1,-1 0 0,1 0 0,0 0 0,0 0 0,0 0-1,0 0 1,0 0 0,-1 0 0,1 0 0,0 0-1,0 0 1,0 0 0,0 0 0,0-1 0,0 1 0,-1 0-1,1 0 1,0 0 0,0 0 0,0 0 0,0 0-1,0 0 1,0-1 0,0 1 0,0 0 0,0 0 0,0 0-1,0 0 1,0 0 0,0-1 0,0 1 0,0 0 0,0 0-1,-2-22-509,1-1-1,2-25 0,0 2-993,-1 36 1109,0-1-1,0 1 1,1 0-1,1-1 1,0 1-1,0 0 1,1 0-1,0 0 1,1 0-1,0 1 1,1-1-1,0 1 1,0 0-1,1 0 1,0 1-1,14-15 1,-7 9-345,0 0 0,1 1 0,26-19 0,-33 28 877,0 0-1,0 0 1,0 0 0,0 1 0,0 0 0,1 1 0,-1 0-1,1 0 1,0 0 0,0 1 0,12-1 0,-19 2-30,1 1-1,-1-1 1,1 1 0,-1-1 0,0 1-1,0 0 1,1-1 0,-1 1 0,0 0 0,0 0-1,0 0 1,0 0 0,1 0 0,-2 0-1,1 0 1,0 0 0,0 0 0,0 0 0,0 1-1,-1-1 1,1 0 0,0 1 0,-1-1-1,0 0 1,1 1 0,-1 1 0,10 45 1187,-8-39-926,14 121 2608,12 59-994,-22-167-1868,-6-21-154,0 0 1,1 0-1,-1 0 0,0 0 1,1 0-1,-1 0 0,0 0 1,1 0-1,-1-1 0,1 1 1,0 0-1,-1 0 0,1-1 1,-1 1-1,1 0 0,0-1 1,0 1-1,1 0 0,-2-1-135,0 0-1,1-1 0,-1 1 0,1-1 1,-1 1-1,1 0 0,-1-1 0,0 1 1,1-1-1,-1 1 0,0-1 0,1 1 1,-1-1-1,0 1 0,0-1 0,0 1 1,1-1-1,-1 0 0,0 1 0,0-1 1,0 1-1,0-1 0,0 1 0,0-2 1,1-3-1233,5-25-6498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5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0 9732,'0'0'3202,"170"160"-2034,-123-76-239,-17 18-209,-26 30-496,-4 28-224,-54 23 0,-29 16-224,-4-16-2449,-3-23-3634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6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341 0 3490,'0'0'8916,"34"175"-8260,22-73 1121,15 24-337,-5 13-511,-5 17-225,-25 6-464,-26 13 0,-10 5-240,-50 13 64,-43-1-320,-21-8 240,-20-16-1104,-6-36-913,-4-23-3394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1:38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97 4130,'0'0'7545,"0"-10"-6702,0-30-155,0 29-64,-1 2 4323,-2-8-4238,-2 15-649,0 0 1,0 1-1,0-1 0,0 1 0,-1 0 0,1 1 0,0-1 1,-7 1-1,10 1-52,-1-1 1,0 1 0,1-1-1,-1 1 1,0 0 0,1 0-1,-1 0 1,1 0 0,-1 0-1,1 1 1,0-1 0,-1 1-1,1 0 1,-2 2 0,-30 33 72,20-21-71,4-4 13,0 1 0,1 0 0,1 0 0,0 1 0,-9 21 0,-24 79 252,18-45-197,14-46 44,1-1 0,1 1 0,1 0 0,1 1 0,1 0 0,-1 40 0,4 4 190,3 83 16,3-123-268,1 0 0,1-1 0,19 46 0,-18-53-36,0 2-9,0-1-1,2 1 1,0-2 0,2 0-1,0 0 1,1-1-1,1-1 1,0 0-1,2-1 1,27 25-1,-31-35 8,-1 1 0,1-2 0,0 0-1,0 0 1,0-1 0,1-1-1,0 0 1,0-1 0,0 0 0,0-1-1,0 0 1,1-1 0,21-1 0,-34-2-20,0 1 1,-1-1 0,1 1 0,-1-1 0,1 1 0,-1-1-1,0 1 1,0-1 0,1 1 0,-1-1 0,0 0 0,0 1 0,-1-1-1,1-2 1,0 0-13,-2-4-34,1-1 1,-1 0-1,-1 0 1,0 1-1,0-1 1,0 1-1,-1 0 1,0 0-1,-9-12 1,-6-14 21,-12-33-58,11 23 76,-27-41 0,31 57-6,7 12-12,0 1-1,-16-19 1,10 16-83,2 0-1,0-1 1,1-1-1,1 0 1,1 0 0,0-1-1,-6-23 1,14 31 81,0-1 0,0 0 0,1 0 0,1 1 0,2-19 0,-1-3-67,-1 25 37,0-17-221,5-40 0,-4 57 225,1 0 0,1 0 1,0 1-1,0-1 0,1 1 0,0 0 0,8-13 0,-5 11 31,0 0 1,1 0-1,1 1 0,-1 0 1,2 1-1,-1 0 0,1 0 1,1 1-1,12-8 0,2 12-5175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03.546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68 1 2193,'10'1'9794,"-11"13"-9608,2-1 0,-1 1-1,2-1 1,0 1 0,7 23 0,-7-26-96,0 0 0,0 1 0,-1-1 1,-1 1-1,0 14 0,0 11 47,19 190 610,-16 42-388,-5-141 181,5 1585 233,15-1496-772,-11-164 4,3 27 35,13 150-70,-18-117 57,6 198-64,4-93-52,-1-39 28,30 520-267,-38-468 298,-1-16 52,9 453 40,-15-445-6,1 2207-235,-19-2151 202,0-45 29,2 101-11,-1 11-5,17-319-24,-26 681 259,23-471 6,2-49-213,-15 82-114,10-82 30,1-4 53,-3 172 12,11-222 75,-2 615 753,2-693-660,12 62 0,1 28 113,-10-40-284,2 51-103,3 207 558,-4 108-257,-2-255 22,6 134 116,-5-298-230,24 497 304,-36-295-186,3-164-158,-9 479-18,1-251-131,0-105 42,-17 83 140,8-120 1,-2 46 73,-13 151-24,0-106-110,2-24 395,22-140-205,4-49-24,1 58 1,7-14-632,0-96 360,1 0 0,0 1 0,0-1 0,1 0 0,-1 1 0,0-1 0,1 0 1,0 0-1,0 0 0,0 0 0,0-1 0,0 1 0,1 0 0,-1-1 0,1 0 0,-1 1 0,5 1 1,-1 2-81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07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0 234 11045,'0'0'8804,"1"-4"-8460,1-4-306,0-1 0,1 1 1,0 0-1,5-9 0,7-17-39,-3-3-205,-3 10-726,1-1 0,14-26 0,-23 91 583,1 20 690,15 94 0,24 55 1271,-37-190-1524,-2-5-64,0 0 0,1-1 0,0 1 0,10 18 0,-13-28-496,-10-28-10234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08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489 60 256,'0'0'12715,"-6"-5"-11954,0 1-558,-1-1 1,1 1 0,-1 0-1,0 0 1,0 1 0,-1 0 0,1 0-1,-1 1 1,1 0 0,-1 0-1,0 0 1,0 1 0,-13 0 0,9 1-24,1 0 0,0 1 0,0 0 0,-14 3 0,21-2-173,-1-1 0,1 1 0,0 0 0,0 0 0,-1 1 0,1-1 0,1 1 0,-1 0 0,0 0 0,1 0 0,-1 0 0,1 1-1,-3 3 1,-31 40 31,-53 87-1,74-103-23,1 1 0,2 1 0,2 0 0,-10 42-1,7-7 22,-6 79 0,16 27 49,5-114-59,-1-55-18,1 0 0,0 0 0,0 0 0,0 0 0,0-1 0,1 1 0,0-1 0,0 1 0,0-1 0,1 0 0,-1 0 0,5 6 0,6 6 69,25 23 0,-27-28-39,3 3 78,0-1-1,1 0 1,0-1 0,1-1-1,1-1 1,0 0-1,0-1 1,0-1-1,1 0 1,1-2-1,-1 0 1,1-1 0,0 0-1,0-2 1,36 2-1,-39-5-68,-7 1 57,1-1 1,-1-1-1,0 1 1,18-5-1,-24 4-91,0 0 0,0 0-1,0-1 1,0 0 0,0 1 0,0-1-1,0 0 1,-1 0 0,1 0-1,-1-1 1,1 1 0,-1-1-1,0 1 1,0-1 0,0 0-1,0 0 1,1-3 0,3-7-138,-1 0 0,0 0 0,-1 0 0,-1-1 0,0 1 0,2-22 0,-1-86-1052,-4 107 1096,0-523 983,-2 507-894,-1 1 0,-2-1 0,0 1 0,-2 1 0,-1-1-1,-13-28 1,18 51 8,1 1-1,-1-1 1,-1 1-1,1 0 1,-1 0-1,0 0 1,0 1-1,-1-1 1,1 1-1,-1 0 1,0 0-1,-8-5 1,-17-14 535,26 18-325,3 5-275,1 0 0,0-1 0,0 1-1,0 0 1,0 0 0,0 0 0,-1-1 0,1 1 0,0 0 0,0 0 0,0-1 0,-1 1-1,1 0 1,0 0 0,0 0 0,-1 0 0,1 0 0,0-1 0,0 1 0,-1 0 0,1 0 0,0 0-1,-1 0 1,1 0 0,0 0 0,0 0 0,-1 0 0,1 0 0,0 0 0,-1 0 0,1 0-1,0 0 1,0 0 0,-1 0 0,1 0 0,0 0 0,-1 1 0,1-1 0,0 0 0,0 0 0,-1 0-1,1 0 1,0 1 0,0-1 0,0 0 0,-1 0 0,1 0 0,0 1 0,0-1 0,0 0 0,0 0-1,-1 1 1,1-1 0,0 0 0,0 0 0,0 1 0,0-1 0,0 0 0,0 1 0,0-1-1,0 0 1,0 1 0,-7 12-3861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3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5843,'0'0'11381,"11"0"-10154,167 0-157,-176 0-1072,-1 0 1,0 0-1,0 1 0,0-1 1,1 0-1,-1 1 1,0-1-1,0 1 0,0-1 1,0 1-1,0-1 1,0 1-1,0 0 0,0 0 1,0-1-1,0 1 0,0 0 1,0 0-1,0 0 1,0 0-1,-1 0 0,1 0 1,0 0-1,-1 0 1,1 0-1,-1 1 0,0-1 1,1 0-1,-1 0 0,0 0 1,1 1-1,-1-1 1,0 0-1,0 0 0,0 1 1,0-1-1,0 0 0,-1 2 1,1 2 70,-1 0-1,1 0 1,-1 0 0,0 0 0,-1 0-1,1-1 1,-1 1 0,0-1-1,-3 7 1,-12 10 44,-1 0-1,-1 0 1,0-2 0,-41 31-1,40-34-109,15-12-6,-11 10-13,0-1 0,-1 0 0,0-2 0,-1 0 0,-34 16 0,70-28-227,33 2 0,-6 0 246,-31-1-92,-5 1-27,-1-1 1,1 0-1,-1-1 0,1 0 0,-1 0 0,1-1 1,-1 0-1,10-4 0,-16 6-157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4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719 198 4882,'0'0'8388,"0"-7"-7740,-3-20-37,2 25-525,0 0-1,0 0 0,0 0 1,0 0-1,-1 0 1,1 0-1,-1 0 0,1 1 1,-1-1-1,0 1 1,0-1-1,1 1 0,-1 0 1,0-1-1,0 1 1,0 0-1,0 0 0,-1 0 1,1 1-1,0-1 1,-4 0-1,-4-3 80,-11-4 62,0 1 0,0 1 0,0 1 0,0 0 0,-1 2 0,0 1 0,0 0 0,0 2 0,-38 3 0,48-1-202,1 1 0,-1 0 0,1 1 0,0 0 0,0 1 0,1 0 0,-1 0 0,-9 8 0,-6 5 171,-42 37 0,53-41-105,1 1 0,0 0 0,1 1-1,1 0 1,1 1 0,0 0 0,1 1 0,1 0 0,-11 29 0,1 3 161,-22 67 38,35-98-209,2 0 0,1 0 0,0 1 0,0 27 0,3 33 461,0-75-508,1-1-1,0 1 1,0-1-1,1 0 1,-1 1-1,1-1 1,0 0-1,0 0 1,0 0-1,1-1 1,-1 1-1,1 0 1,0-1-1,0 0 1,0 0-1,0 0 1,1 0-1,4 3 1,8 6 122,1-1 1,32 16 0,3-4 41,1-1 0,69 17 0,114 17 155,-215-52-258,0-1-1,42 0 0,-60-4-93,0 1-1,0-1 1,0 1-1,0-1 1,0 0-1,0 0 1,0-1-1,0 1 1,0-1-1,0 1 1,0-1-1,-1 0 1,1 0-1,-1 0 1,4-3-1,4-7-30,1 1 0,7-14 0,-4 6-59,13-15 72,-1-2 0,-2-1-1,-2-1 1,-1-1 0,19-53-1,-35 76-5,-1 1 0,0-1-1,-2 0 1,2-23 0,-4-67-376,-1 47 85,2 14 231,1 28 85,-2-1 0,0 0 0,-5-32 0,0 36-12,0 0 1,-1 1-1,-1 0 0,0 0 1,-11-15-1,5 6-4,3 6 6,-1 0 1,0 0 0,-13-13-1,19 23 0,0 1-1,-1 1 1,1-1-1,-1 1 1,0 0 0,0 0-1,0 0 1,0 1-1,-1 0 1,1 0 0,-9-1-1,-11-1-5,1 1 0,-36 0-1,-29-4 23,88 7-308,-1 0-1,0 1 1,0 0-1,1-1 1,-1 1-1,0 0 0,0 1 1,1-1-1,-1 0 1,0 1-1,-3 1 0,-13 5-4303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11 166 720,'0'0'2548,"-2"-9"-1299,-2-18-230,0-36 6259,10-3-3276,-6 65-3997,0 15-202,23 585 1987,-21-571-1667,4 46 305,-5-66-380,1-1 0,0 0 0,0 1 0,0-1 1,1 0-1,0 0 0,5 8 0,3-7 184,-11-8-261,1 0 0,-1 0 0,0 0 0,0 0 0,1 0 0,-1 0 0,0 0 0,0 0 0,1 0 0,-1 0 1,0 0-1,1 0 0,-1 0 0,0 0 0,0 0 0,1 0 0,-1 0 0,0 0 0,0 0 0,1 0 0,-1 0 0,0 0 0,0-1 0,0 1 0,1 0 0,-1 0 0,0 0 0,0 0 0,0-1 0,1 1 0,-1 0 0,0 0 0,0 0 0,0-1 0,0 1 0,1 0 0,-1 0 0,0-1 0,0 1 0,0 0 0,0 0 0,0-1 0,0 1 0,0 0 0,0 0 0,0-1 0,0 1 0,0 0 0,0-1 0,0 1 0,-1-103-9084,-5 50 3996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3554,'0'0'4655,"1"-27"-3967,8-86-279,-9 110-400,0 0 0,1-1 0,0 1 0,0 0 0,0-1 0,0 1-1,0 0 1,1 0 0,-1 0 0,1 0 0,0 0 0,0 1 0,0-1 0,0 0 0,1 1 0,-1-1 0,1 1 0,-1 0 0,1 0 0,0 0 0,5-2 0,3-4 28,1-1 165,1 1 0,0 1 0,0 0-1,0 0 1,1 1 0,0 1 0,0 0-1,0 1 1,1 1 0,0 0-1,-1 1 1,29-1 0,-36 3-59,-1-1 4,0 1 0,0 0 0,0 0 0,0 1 0,0 0 0,0 0 0,0 0 0,0 0 0,0 1 0,0 0 0,-1 1 0,1-1 0,6 5 0,-3-1 63,0 1 0,0 1 1,-1 0-1,0 0 0,0 1 0,-1-1 0,0 2 1,-1-1-1,0 1 0,0 0 0,-1 0 0,0 1 1,-1-1-1,0 1 0,-1 0 0,0 0 0,-1 1 1,2 19-1,-3-12 120,-1-1-1,-1 1 1,-5 32 0,3-41-248,1 0 1,-2 0-1,1-1 0,-1 0 0,-1 1 1,1-2-1,-2 1 0,-9 13 0,2-5-30,-2 0 0,0-1-1,-1 0 1,-1-2 0,-30 22-1,36-29-177,0-1 0,0 0 0,-1 0 0,0-1 0,0-1 0,0 0 0,0-1 0,-1 0-1,1-1 1,-1 0 0,-16-1 0,28 0 34,0-1-1,0 0 1,0 0-1,0 0 1,0 0 0,0 0-1,0-1 1,0 1-1,0 0 1,0 0-1,0-1 1,0 1 0,0-1-1,0 1 1,0-1-1,0 1 1,0-1-1,0 0 1,0 1 0,1-1-1,-1 0 1,0 0-1,1 1 1,-1-1-1,0 0 1,0-1 0,0-1-209,0 0 0,0-1 1,1 1-1,0 0 1,-1 0-1,1 0 0,0-5 1,0 3-157,0 3 363,1 1 1,-1 0-1,0-1 1,0 1-1,0 0 1,1-1-1,-1 1 1,0 0-1,1-1 0,0 1 1,-1 0-1,1 0 1,0-1-1,-1 1 1,1 0-1,0 0 1,0 0-1,0 0 0,0 0 1,2-1-1,-1 1 44,0-1-1,1 1 1,-1 0-1,1 0 1,-1 0-1,1 0 1,0 0-1,-1 1 1,1-1-1,3 0 1,0 1 129,0 0 1,0 0 0,0 0-1,0 1 1,0 0 0,0 0 0,0 1-1,0-1 1,0 1 0,8 4 0,-3 1 226,0 1 1,-1 0 0,1 1 0,-1 0 0,-1 0-1,0 1 1,11 14 0,51 83 1963,0 24 181,-39-69-1348,-29-57-1001,17 27 541,-19-31-631,0 0 1,0 0 0,0 0 0,0-1 0,0 1 0,0 0 0,0 0 0,0-1 0,0 1-1,0 0 1,1-1 0,-1 1 0,0-1 0,0 0 0,1 1 0,-1-1 0,0 0 0,0 0-1,1 0 1,-1 1 0,0-2 0,1 1 0,1 0 0,-3 0-19,1 0 0,-1-1 0,0 1 0,1 0 0,-1 0 0,0 0 1,1-1-1,-1 1 0,0 0 0,0 0 0,1-1 0,-1 1 0,0 0 0,0-1 0,0 1 0,0 0 0,1 0 1,-1-1-1,0 1 0,0 0 0,0-1 0,0 1 0,0-1 0,0 1 0,0 0 0,0-1 0,0 0 0,3-20-1132,0-1-1,-2 0 0,-1-26 0,-1 18-1354,1-28-4668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42 6227,'0'0'3812,"3"0"-2870,14 0 2377,-17-3-2431,0 3-849,0 0 1,1 0-1,-1-1 1,0 1-1,0 0 1,0 0-1,0-1 1,0 1-1,0 0 1,0-1-1,0 1 0,0 0 1,0 0-1,0-1 1,0 1-1,0 0 1,0 0-1,0-1 1,0 1-1,0 0 1,0 0-1,-1-1 0,1 1 1,0 0-1,0 0 1,0-1-1,0 1 1,0 0-1,-1 0 1,1 0-1,0 0 1,0-1-1,0 1 0,-1 0 1,1 0-1,0 0 1,0 0-1,0-1 1,-1 1-1,1 0 1,-1 0-1,-26-1 218,18 0-234,-1 1 0,1 0 0,0 0 0,0 1 0,-1 0 0,1 0 0,0 1 0,-9 4 0,-4 3 67,-2 1-45,0 1 0,1 2 0,0 0 0,-29 22 0,46-29-23,0 0-1,1 0 1,0 1 0,0 0 0,0 0-1,1 0 1,0 0 0,-5 14-1,0 4 303,-9 34 0,14-43-35,1-1 1,0 2-1,1-1 0,0 17 0,2-32-285,0-1 1,0 0-1,0 0 0,0 0 1,0 1-1,0-1 0,0 0 1,0 0-1,0 0 0,0 1 1,0-1-1,0 0 0,0 0 1,0 1-1,0-1 0,0 0 1,0 0-1,0 0 0,0 1 1,0-1-1,1 0 0,-1 0 1,0 0-1,0 0 0,0 1 0,0-1 1,0 0-1,0 0 0,1 0 1,-1 0-1,0 0 0,0 0 1,0 1-1,0-1 0,1 0 1,-1 0-1,0 0 0,0 0 1,0 0-1,1 0 0,-1 0 1,0 0-1,0 0 0,0 0 1,1 0-1,-1 0 0,0 0 1,0 0-1,1 0 0,1 0-2,1-1-1,0 1 1,-1-1-1,1 1 1,-1-1 0,1 0-1,-1 0 1,1 0-1,-1 0 1,0-1-1,0 1 1,1-1 0,1-1-1,31-31-140,-33 31 120,88-99-1641,91-91-6207,-173 186 6964,1 0 0,17-12-1,-23 17 851,0 1 0,0-1 0,0 1 0,0 0 0,0 0 0,1 0 0,-1 0 0,0 1 0,0-1 0,1 1 0,-1 0 0,0-1 0,6 2 0,-8-1 112,0 0 1,-1 0-1,1 1 1,0-1-1,0 0 1,-1 0-1,1 1 1,0-1-1,0 1 1,-1-1-1,1 0 1,0 1-1,-1-1 1,1 1-1,-1 0 1,1-1-1,-1 1 1,1-1-1,-1 1 1,1 0-1,-1-1 1,1 2 0,3 6 573,-1 0 1,0 0-1,0 1 1,-1-1-1,0 1 1,-1-1-1,1 15 1,-1 69 2990,-2-53-2504,1-20-511,0 27 643,0-42-1147,1-1 0,-1 0 0,1 0 0,-1 0 0,1 0 0,0-1 0,0 1 0,1 0 0,-1 0 0,1 0 0,2 3 0,-3-4-88,1-1-1,-1 0 1,1 0-1,-1 0 1,1 0-1,-1-1 1,1 1-1,0 0 1,-1-1-1,1 1 1,0-1-1,0 1 1,-1-1-1,1 0 1,0 0-1,0 0 1,0 0-1,-1 0 1,1 0-1,2-1 1,-2 1-35,1 0 0,-1-1-1,1 0 1,-1 1 0,1-1 0,-1 0 0,0 0 0,1 0 0,-1-1 0,0 1 0,0-1 0,0 1 0,4-4 0,0-3-256,-1 0 1,0 0 0,-1 0 0,0-1-1,0 1 1,-1-1 0,0 0-1,0 0 1,1-13 0,0-4-2944,-1 0 1,-1-33 0,-2 28-1858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3698,'0'0'13091,"0"32"-11309,0 203 934,-1-181-1946,2 61 349,-1-113-1111,0 0 0,1 0 1,-1 0-1,0-1 0,1 1 0,-1 0 1,1 0-1,-1 0 0,1-1 1,0 1-1,2 3 0,-3-5-8,0 0-1,0 0 1,0 0-1,0 0 1,1 0-1,-1 0 1,0 1-1,0-1 1,0 0-1,0 0 1,1 0-1,-1 0 1,0 0-1,0 0 1,0 0-1,1 0 1,-1 0-1,0 0 1,0 0-1,0 0 1,1 0-1,-1 0 1,0 0-1,0 0 1,1 0-1,-1 0 1,0 0-1,0 0 1,0 0-1,0 0 1,1-1 0,-1 1-1,0 0 1,0 0-1,0 0 1,1 0-1,8-16-136,28-98-1893,-23 65-262,23-50 1,-30 83 1768,0 1 0,2 0 0,0 1 0,0-1 0,1 2 0,1-1 0,15-14 0,-21 24 538,0 0-1,0-1 1,0 2 0,1-1-1,-1 0 1,1 1 0,0 0-1,0 1 1,0-1 0,0 1-1,1 0 1,-1 1 0,0-1-1,1 1 1,0 0 0,-1 1-1,7 0 1,-10 0 63,-1 0 0,0 0 0,0 1 0,1-1 1,-1 0-1,0 1 0,0 0 0,0 0 0,0-1 0,0 1 0,0 0 0,0 1 0,0-1 0,0 0 0,0 1 1,-1-1-1,3 3 0,-1-1 129,0 1 1,0 0-1,-1 0 0,1 0 1,-1 0-1,0 1 1,2 7-1,1 6 550,-1 0-1,-1 0 0,1 25 1,0 141 2997,-4-140-3026,0-41-693,0 0 0,0 1 1,0-1-1,1 0 0,-1 0 0,1 0 0,0 1 1,0-1-1,2 3 0,-3-5-53,1 0 0,-1 0 0,1 0 0,0-1 0,-1 1 0,1 0 0,0-1 0,0 1 0,0 0 0,0-1 0,-1 1 0,1-1 0,0 1 0,0-1 0,0 0 0,0 1 0,0-1 0,0 0 0,0 0-1,0 0 1,0 0 0,0 0 0,0 0 0,0 0 0,0 0 0,0 0 0,0 0 0,0 0 0,0-1 0,0 1 0,0 0 0,1-1 0,-1 0-66,1 0-1,-1 1 1,1-1-1,-1 0 1,0 0-1,1 0 0,-1-1 1,0 1-1,0 0 1,0 0-1,0-1 1,0 1-1,0-1 1,0 1-1,1-3 1,10-28-688,-7 20 234,8-17-591,2 1 0,1 1 1,2 1-1,0 0 0,32-33 1,-40 46 1086,44-57 339,-49 61 17,1 0 0,-1 0 1,-1 0-1,0-1 0,0 0 1,3-13-1,-7 23-228,1-1 0,-1 0 1,0 0-1,0 1 0,1-1 0,-1 0 1,0 0-1,0 1 0,0-1 1,0 0-1,0 0 0,0 1 0,0-1 1,0 0-1,-1 0 0,1 0 0,0 1 1,0-1-1,-1 0 0,1 1 0,0-1 1,-1 0-1,1 1 0,-1-1 0,1 0 1,-1 1-1,0-2 0,0 2-43,-1-1 0,1 1 1,-1 0-1,1 0 0,-1 0 0,1 0 0,0 0 0,-1 0 1,1 0-1,-1 0 0,1 1 0,0-1 0,-1 0 1,-1 1-1,-2 2-25,-1-1 1,0 1-1,1-1 0,-1 2 1,1-1-1,0 1 1,0-1-1,0 1 0,1 1 1,-1-1-1,1 1 1,0-1-1,0 1 0,1 1 1,-1-1-1,-3 10 1,1-4-23,1 1 0,1 0 0,0 0 1,0 0-1,1 1 0,1-1 0,-1 20 0,1-5 0,1 0 0,1 0 0,1 0 0,2 1 0,1-2 0,1 1 0,15 45 0,71 126 358,-12-30 301,-62-127-524,-2 1-1,-1 1 1,-3 0 0,-1 0 0,-2 1-1,3 74 1,-11-116-125,0-1 0,1 1 0,-1-1 0,0 0 0,0 1 0,0-1 0,-1 1 0,1-1-1,0 1 1,0-1 0,-1 0 0,1 1 0,-1-1 0,1 0 0,-1 1 0,0-1 0,0 0 0,1 0 0,-1 0 0,0 1 0,0-1 0,0 0 0,0 0-1,0 0 1,-2 1 0,0-2 15,-1 1 0,1 0 0,0-1-1,-1 0 1,1 1 0,-1-2 0,1 1 0,0 0-1,-5-1 1,5 0-7,-3 0-2,-1-1-1,0 0 1,1 0 0,-1 0-1,1-1 1,0 0 0,0-1-1,0 1 1,0-1-1,1 0 1,-1-1 0,1 1-1,0-1 1,0 0-1,1-1 1,0 1 0,-6-10-1,-1-1-64,2-1 0,-1 0 0,2 0 0,1-1 0,-7-23 0,6 6-269,3-1 1,0 0 0,3 0-1,3-68 1,-1 92 207,1-5-67,1 0 0,0 1 0,1-1 0,1 1 0,0 0 0,2 0 0,6-16 0,10-13-1178,29-43 1,-2 3-3409,-15 19-3797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1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1361,'0'0'11226,"0"-8"-10428,0-18 898,0 22 932,0 21-1710,0 24-737,14 495 2133,-10-475-1970,-3-31-126,1 0 0,2 0 0,7 31 0,-2-40 37,-1-16-113,-8-5-138,1 0 0,-1-1 0,1 1 0,-1 0 0,1-1 0,-1 1 0,1 0 0,-1-1 0,1 1 0,-1-1 0,1 1 0,-1 0 1,0-1-1,1 1 0,-1-1 0,0 1 0,1-1 0,-1 0 0,1 0 0,9-25-283,0 0 1,11-52-1,-3 13-972,-7 25 597,2 1 0,1 1-1,3 0 1,1 2 0,1 0-1,28-38 1,-26 46 2681,-40 36-1554,12-1-454,0 0 1,0 0 0,0 0-1,1 1 1,0 0 0,1 1-1,0-1 1,0 1 0,1 0 0,0 0-1,1 0 1,-5 18 0,2-2 144,2 0 0,0 1 0,1 48 0,2-51 137,1-13-73,-1 0 0,2 0 0,-1 0 0,1 0 0,4 16 0,-4-23-202,0-1-1,0 1 1,0-1 0,1 1-1,-1-1 1,1 1 0,-1-1-1,1 0 1,0 0 0,0 0-1,0 0 1,0 0 0,0-1-1,1 1 1,-1 0-1,0-1 1,1 0 0,-1 1-1,1-1 1,-1 0 0,1 0-1,0-1 1,-1 1 0,6 0-1,-1 0-42,-1 0 0,1 0-1,-1-1 1,1 0-1,-1 0 1,1 0 0,-1-1-1,0 0 1,1-1 0,-1 1-1,0-1 1,0 0-1,10-5 1,-7 1-447,-1 1 0,0-1 1,0 0-1,-1-1 0,0 0 0,0 0 0,0-1 0,5-9 0,13-19-4215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0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58 6259,'0'0'6224,"0"-3"-5722,0 1-401,0 0 0,0-1 1,0 1-1,0 0 0,0 0 0,-1 0 1,1-1-1,-1 1 0,0 0 1,0 0-1,0 0 0,0 0 1,0 0-1,0 0 0,0 0 1,-1 1-1,1-1 0,0 0 1,-1 1-1,0-1 0,1 1 1,-1-1-1,0 1 0,0 0 0,0 0 1,0 0-1,0 0 0,0 0 1,0 0-1,0 0 0,0 1 1,0-1-1,0 1 0,-1 0 1,1-1-1,0 1 0,0 0 1,-1 0-1,-1 1 0,-9-1-87,3-1-14,-1 1 1,0 0-1,0 1 1,1 0 0,-1 1-1,0 0 1,1 1-1,-17 6 1,15-3 5,0 1-1,0 0 1,1 0 0,1 1 0,-1 1-1,-14 15 1,20-19 10,0 2 0,0-1-1,0 0 1,1 1 0,0 0 0,0 0 0,1 0-1,0 1 1,0-1 0,0 1 0,1 0-1,-1 12 1,1-6 5,1 0 0,1 0 0,0 0 0,1 0 0,1 0 0,0 0 0,1 0 0,1-1 0,0 1 0,0-1 0,1 0 0,1 0 0,0-1 0,1 1 0,11 14 0,98 130 219,-61-83-34,-48-65-182,-1 1 1,0 0-1,9 18 1,-13-24 15,-1 0 0,1 0 0,-1 1 0,0-1 0,0 1 0,-1-1 0,1 1 1,-1-1-1,0 1 0,0-1 0,-1 1 0,-1 6 0,1-8-29,0-1 0,-1 1 0,1-1 1,-1 1-1,0-1 0,1 0 0,-1 1 0,0-1 0,-1 0 1,1 0-1,0 0 0,-1-1 0,1 1 0,-1 0 0,1-1 1,-1 0-1,0 0 0,1 1 0,-1-2 0,0 1 1,0 0-1,-3 0 0,-9 2-48,1 0 0,-1-1 0,-15-1 0,-52 0-1825,80-1 1709,-1 0 1,1 0-1,-1 0 0,1 0 1,0-1-1,-1 1 0,1-1 1,-1 1-1,1-1 0,0 0 1,-1 0-1,1 0 0,0 0 1,-3-3-1,4 3-96,-1-1-1,1 1 1,0-1-1,0 0 1,-1 0-1,2 1 1,-1-1-1,0 0 1,0 0-1,0 0 1,1 0-1,-1 0 1,1 0 0,0 0-1,0 0 1,-1-4-1,1-23-5286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34 282 5859,'0'0'7152,"17"-21"-6741,51-69-107,-52 71-221,-1-1 0,19-34-1,-33 50-116,1 1-1,-1-1 1,1 0-1,-1 0 1,0 0-1,-1 0 1,1 0-1,-1 0 1,0 0-1,0-1 1,0 1-1,0 0 1,-1 0-1,1 0 1,-1 0-1,-2-5 0,1 8 68,-1 1-1,1-1 0,0 0 0,-1 0 0,1 1 0,-1 0 1,1-1-1,-1 1 0,1 0 0,-1 0 0,1 0 0,-5 1 1,0 0 23,3-1-25,0 1-1,0 0 0,0 0 0,0 0 1,0 0-1,0 0 0,1 1 0,-1 0 1,0 0-1,1 0 0,0 0 0,-1 0 1,1 1-1,0 0 0,0-1 0,0 1 1,1 0-1,-1 1 0,-2 3 0,-3 5 172,0 1-1,0 0 0,2 0 0,-6 15 1,4-5 350,1 1-1,2 0 1,1 0 0,0 1 0,2 0 0,1 40 0,1-64-532,0 0 0,0-1 0,0 1 0,0 0 0,0 0 0,1 0 0,-1 0 0,0 0 0,0 0 0,1 0 0,-1-1 0,1 1 0,-1 0 0,0 0 1,1-1-1,0 1 0,-1 0 0,1 0 0,-1-1 0,1 1 0,0-1 0,-1 1 0,1 0 0,0-1 0,1 1 0,0 0-9,1 0-1,-1-1 1,0 1 0,1-1-1,-1 1 1,0-1 0,1 0 0,-1 0-1,1 0 1,2 0 0,1-1-16,0 0 0,0-1 0,0 1 0,0-1 0,0 0 0,0-1 1,0 1-1,6-5 0,9-10-570,0-1 0,-2 0 1,24-29-1,18-18-4354,-26 33 37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15 2769,'0'0'6459,"-18"-7"-3041,8 5-2849,-28-4-3,36 6-540,0 0 1,-1 0-1,1 0 1,0 1 0,0-1-1,0 0 1,0 1 0,0-1-1,0 1 1,0 0-1,0-1 1,0 1 0,0 0-1,0 0 1,-2 2 0,0 2 96,0-1 1,0 1-1,0 0 1,1 1-1,-1-1 1,1 0 0,1 1-1,-4 10 1,-14 53 1192,18-62-1165,-5 28 785,1 0 0,2 1 0,1 46-1,3-82-931,0 1 0,0-1-1,0 1 1,0-1 0,0 1-1,1-1 1,-1 1 0,0-1-1,0 0 1,1 1 0,-1-1-1,0 1 1,1-1 0,-1 0-1,0 1 1,1-1 0,-1 0-1,0 1 1,1-1-1,-1 0 1,1 1 0,-1-1-1,1 0 1,-1 0 0,1 0-1,-1 1 1,1-1 0,-1 0-1,1 0 1,-1 0 0,1 0-1,-1 0 1,1 0 0,-1 0-1,1 0 1,-1 0 0,1 0-1,-1 0 1,1-1 0,-1 1-1,2 0 1,22-9-75,-17 2-12,1 1 1,-1-1-1,-1 0 0,1-1 0,8-13 0,28-49-1286,-42 67 1266,10-17-636,-2-1-1,0 0 1,-2 0-1,8-30 1,-14 44 408,12 319 5887,0 6-3912,-12-286-1508,0 29 153,-3-1 0,-18 115 0,16-153-261,-16 58 29,17-71-54,-1 0 1,0-1-1,0 1 1,-1-1 0,0 0-1,-9 12 1,11-18-15,3-2-61,0-2 24,0 1-1,1 0 1,-1-1 0,1 1 0,0 0-1,-1-1 1,1 1 0,0 0-1,0 0 1,0 0 0,-1 0-1,1 0 1,1 0 0,-1 0-1,0 0 1,0 0 0,0 0-1,3-1 1,2-2-77,87-71-718,33-27-150,-125 101 916,-1-59-6585,0 3-1379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7203,'0'0'6385,"1"8"-5943,-1-2-340,10 133 3147,30 152 1,-38-277-3074,2 0 1,-1 0-1,2 0 0,0-1 1,0 0-1,1 0 1,10 15-1,-15-26-167,0 0 0,1 0 0,-1-1-1,1 1 1,-1 0 0,1-1 0,0 1 0,0-1 0,0 1 0,0-1-1,0 0 1,0 0 0,0 0 0,0 0 0,0 0 0,0 0-1,1 0 1,-1-1 0,0 0 0,1 1 0,-1-1 0,0 0 0,1 0-1,-1 0 1,0 0 0,1 0 0,-1-1 0,0 1 0,1-1-1,-1 0 1,0 1 0,0-1 0,0 0 0,1 0 0,-1 0 0,0-1-1,2-1 1,5-9-58,-1 0-1,0-1 1,-1 0-1,-1-1 1,0 0-1,5-17 1,-10 30 32,9-28-570,-2 1 0,-1-1 0,-1 0-1,2-37 1,-2-120-5281,-6 182 5913,-2-15-507,1 18 573,1 1 1,0-1 0,0 1 0,-1-1 0,1 1 0,0-1-1,-1 1 1,1-1 0,-1 1 0,1-1 0,-1 1 0,1 0-1,-1-1 1,1 1 0,-1 0 0,1-1 0,-1 1 0,1 0-1,-1 0 1,1-1 0,-1 1 0,0 0 0,1 0 0,-1 0-1,1 0 1,-1 0 0,0 0 0,0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1 469 10085,'0'0'5346,"17"-28"-5191,60-89-150,-58 89-164,-2 0 1,-1 0-1,20-47 0,-31 63-108,-1-1 0,-1 1-1,1-1 1,-2 0 0,0 0-1,0 0 1,-1-1 0,-1 1-1,-2-20 1,1 32 280,1 0 0,-1 0 0,0 0 0,0 0 0,1 0 0,-1 0 0,0 0 0,0 0 1,0 0-1,0 1 0,0-1 0,0 0 0,0 1 0,0-1 0,-1 1 0,1 0 0,0-1 0,0 1 0,0 0 0,-1-1 0,1 1 0,0 0 1,0 0-1,0 0 0,-1 0 0,-1 0 0,-36 2 618,39-2-621,-1 0 0,1 0 0,-1 0 0,1 1 0,-1-1 0,1 0 0,-1 0 0,1 0 0,-1 0 0,1 1 0,-1-1 0,1 0 0,-1 1 0,1-1 0,0 0 0,-1 1 0,1-1 0,0 0 0,-1 1-1,1-1 1,0 1 0,-1-1 0,1 1 0,0-1 0,-1 1 0,-2 10 226,0-1 1,1 1-1,0 0 0,0-1 0,1 1 1,1 0-1,0 0 0,2 18 0,-1 9 453,-1 32 490,1 105 1601,0-167-2664,-1 1-1,1-1 1,0 0 0,1 1-1,0-1 1,1 0 0,4 12-1,-5-17-96,0 0 0,0 0 0,0 0-1,0 0 1,0 0 0,1 0-1,-1-1 1,1 1 0,0-1-1,-1 0 1,1 0 0,0 0-1,1 0 1,-1 0 0,0-1-1,0 1 1,1-1 0,-1 0 0,6 1-1,-3-1-43,0 0-1,0 0 0,0-1 1,0 0-1,0 0 0,0 0 1,0-1-1,0 0 0,0 0 1,0-1-1,0 1 0,9-6 1,-7 3-46,1 0-1,-2-1 1,1-1 0,0 1 0,-1-1 0,0 0 0,9-12-1,-1-1-566,-1 0-1,-1-1 0,0-1 0,-2 0 0,13-34 1,-18 40-393,-1-2 0,0 1 0,-1 0 0,-1-1 0,0 0 0,0-26 0,-3-18-3446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4066,'0'0'12619,"0"33"-10746,0 207 1136,-6-15-874,6-248-2608,-1-4-1104,5-39 0,-3 58 1314,1 0 0,-1 1 0,1-1 0,1 1 0,-1-1 0,1 1 0,1 0 0,-1 0 0,9-12 0,-11 18 272,0-1-1,0 0 0,0 0 0,1 1 1,-1-1-1,1 1 0,-1-1 0,1 1 1,-1 0-1,1-1 0,0 1 0,0 0 1,-1 0-1,1 0 0,0 0 0,0 1 1,0-1-1,0 0 0,0 1 0,0 0 0,0-1 1,0 1-1,0 0 0,0 0 0,1 0 1,-1 0-1,0 0 0,0 1 0,0-1 1,0 1-1,0-1 0,2 2 0,0 0 103,0 1 0,0 0 0,0 0 0,0 0 0,-1 0-1,0 1 1,1-1 0,-1 1 0,-1 0 0,1 0-1,0 0 1,2 8 0,8 19 653,-1 0 0,13 64 0,-4-16-137,-21-78-621,1 1 1,-1-1-1,1 0 1,0 1-1,-1-1 1,1 0-1,0 0 1,0 1-1,0-1 1,0 0-1,2 2 1,5-3-888,-1-12-1768,0-27-1908,-4-18-4229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3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9893,'0'0'5997,"5"15"-5509,1 5-329,3 8 365,5 36-1,-5-9 920,4 90-1,-12 60 426,2 56 212,-2-253-2015,2 19 108,-3-26-172,0-1-1,0 1 1,0 0-1,1-1 0,-1 1 1,0-1-1,0 1 1,0 0-1,1-1 0,-1 1 1,0-1-1,1 1 1,-1 0-1,1-1 0,-1 1 1,1-1-1,-1 1 1,1-1-1,-1 0 0,1 1 1,-1-1-1,1 1 0,-1-1 1,1 0-1,0 0 1,-1 1-1,1-1 0,0 0 1,0 0-1,0 0-22,-1 0 1,1 0-1,-1 0 0,0 0 0,1 0 0,-1-1 0,1 1 0,-1 0 0,1 0 1,-1-1-1,0 1 0,1 0 0,-1-1 0,0 1 0,1 0 0,-1-1 1,0 1-1,1 0 0,-1-1 0,0 1 0,0-1 0,1 1 0,-1-1 0,0 1 1,0 0-1,0-1 0,0 0 0,3-17-388,-2 13 194,2-32-3379,-2-49-1,-1 49-82,0-20-5328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13446,'0'0'6448,"29"5"-6167,95 14-263,-115-18-73,1 0 1,-1 0-1,1-1 0,-1-1 0,1 1 0,-1-2 0,11-1 0,-13 1-110,0 0 0,1 1 0,12 0 0,-16 1 106,0 0 0,0 0 0,0 0 1,-1 1-1,1-1 0,0 1 0,0 0 0,-1 0 0,1 0 0,4 2 0,-6-1 53,0 0 0,1 0 0,-1 0 0,0 1 1,0-1-1,0 0 0,0 1 0,0-1 0,-1 1 0,1 0 0,-1-1 0,0 1 0,2 3 0,5 20 466,-1-1 0,0 1 0,-2 1 1,-1-1-1,0 42 0,-1-26 942,9 46 0,-12-87-1408,0 0-1,0 0 1,0 0-1,0 0 0,1-1 1,-1 1-1,0 0 1,0 0-1,1 0 1,-1 0-1,0 0 0,1-1 1,-1 1-1,1 0 1,-1 0-1,1-1 0,-1 1 1,1 0-1,0-1 1,-1 1-1,1-1 1,0 1-1,-1 0 0,1-1 1,0 0-1,0 1 1,0-1-1,-1 1 1,1-1-1,0 0 0,0 0 1,0 1-1,0-1 1,0 0-1,0 0 1,0 0-1,-1 0 0,1 0 1,0 0-1,0 0 1,0 0-1,1-1 0,-1 0-86,-1 1 0,1-1 0,0 0 0,-1 1 0,1-1 0,-1 0 0,1 0 0,-1 1 0,0-1 0,1 0-1,-1 0 1,0 0 0,1 0 0,-1 0 0,0 1 0,0-1 0,0 0 0,0 0 0,0 0 0,0 0 0,0 0-1,0-1 1,0-1-255,0-77-7373,0 33-880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15687,'0'0'977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2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1 825 11205,'0'0'4978,"12"-19"-4839,40-64-278,-41 66-126,-1-1-1,10-25 0,-17 36 204,-1-1-1,0 0 1,0 0-1,-1 0 0,0 0 1,0-14-1,-2 22 154,0 0-1,1 0 1,-1-1-1,0 1 0,0 0 1,0 0-1,1 0 1,-1 0-1,0 0 1,0 0-1,0 1 1,1-1-1,-1 0 1,0 0-1,0 1 0,1-1 1,-1 0-1,0 1 1,1-1-1,-2 1 1,-1 4 35,0 0 1,0 0 0,1 0-1,0 1 1,0-1-1,0 1 1,1-1 0,-1 1-1,1-1 1,1 1 0,-1 6-1,1-10-85,-8 183 2862,8-183-2885,0 6 152,0 1 0,0 0 0,1 0 0,4 15 0,-5-22-151,1 0 0,0 0 0,0 0 0,0 0 0,0 0 0,0 0 0,0-1 0,0 1 1,1 0-1,-1-1 0,0 1 0,1-1 0,0 1 0,-1-1 0,1 1 0,0-1 0,0 0 0,0 0 1,0 0-1,0 0 0,0-1 0,0 1 0,4 1 0,0-1-46,0 0 0,0 0 0,0-1-1,0 0 1,0 0 0,0 0 0,0-1 0,0 0 0,0 0 0,0 0 0,0-1-1,0 0 1,0 0 0,-1 0 0,1-1 0,-1 0 0,9-6 0,3-4-453,-1-2 1,0 0 0,24-29 0,-33 37 267,47-59-3717,-3-3 0,42-75 0,-38 47-638</inkml:trace>
  <inkml:trace contextRef="#ctx0" brushRef="#br0" timeOffset="1">696 1 5555,'0'0'9625,"-9"9"-8440,4-4-1067,-1 1 1,1-1-1,0 1 0,1 1 1,-1-1-1,1 0 1,1 1-1,-1 0 1,1 0-1,0 0 0,1 0 1,-4 16-1,-26 340 3163,25-240-2611,0 211 533,7-313-1210,-1-19-19,1 0 1,0 0 0,0 0 0,0 0 0,1 0 0,-1 0 0,0 0 0,1 0 0,-1 0 0,1 0 0,0 0-1,0 0 1,0 0 0,1 3 0,0-4-139,-1 0 0,0-1 0,1 1 0,-1 0 0,1 0 0,-1-1 0,1 1 0,-1-1 0,1 1 0,-1-1 0,1 0 0,-1 0 0,1 1 0,0-1 0,-1 0 0,3-1 0,-3 1 6,-1 0-1,1 1 1,-1-1-1,1 0 1,0 0-1,-1 0 1,1 0-1,-1-1 1,1 1-1,-1 0 1,1 0-1,-1 0 0,1 0 1,-1 0-1,1-1 1,-1 1-1,1 0 1,-1-1-1,0 1 1,1 0-1,-1 0 1,1-1-1,-1 1 1,0-1-1,1 0 1,4-24-6547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35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1 583 7780,'0'0'4612,"0"-10"-4382,0-31-30,0 40-183,0 0 0,0 0 0,0 0 0,0 0 0,0 0-1,0 0 1,0 0 0,0 0 0,0 0 0,0 1 0,1-1 0,-1 0 0,0 0 0,1 0 0,-1 0 0,1 0 0,-1 0 0,1 1 0,-1-1 0,2-1-1,-2 2-11,0-1 176,8-11 1831,-7 11-1997,1-1-1,-1 1 1,1-1-1,0 1 1,-1 0 0,1 0-1,0 0 1,0 0-1,0 0 1,0 0 0,0 0-1,0 1 1,0-1-1,0 1 1,3-1-1,37 1 191,-9 1-139,314-8 60,-231 8-97,112 11 70,14-3 130,116-24-74,55 5 454,-267 11-455,-15-2-44,146 3 204,-189 3-266,31 1 19,-90-5-60,-12-1 4,0 1 0,0-2 0,-1 0-1,1-2 1,27-6 0,9-4 4,1 1 1,0 3-1,80-3 0,-111 10-25,321-3 247,-197 7-226,84 0 105,243-4-120,-277-20 28,-62 5-54,19-8 73,25-1-54,-67 21 27,105-12-5,-78 3-35,223 7 0,-240 8 69,35-11-8,-32 1-44,-48 3 14,90-18 0,-85 10 0,265-11-35,-208 20 19,-76 1 7,272-25 36,-61-23-93,102-16-26,-291 60-12,145 5 0,-123 4 117,678-1-1479,-662-9 1472,225 6 1137,-323-4 2328,-22 6-3335,1-1 0,-1 1-1,0 0 1,1 0 0,-1 0-1,6 0 1,-19-4-1013,-55 4-3150,20-2-1217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38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0 170 6515,'0'0'6171,"34"0"-2057,59 3-3585,-53-1-480,-1-1 0,1-2 0,48-7 0,42-11-33,218-4 0,-256 16 11,134-25 0,-89 15 8,144-1 0,15-1 4,146 8 483,-285 13-409,795-2 1592,-534 12-1580,-250-12-128,586-20-26,-172 6 10,-405 15 4,-138 1 9,1 2 1,0 2 0,58 17 0,-54-12 6,0-2 1,56 5 0,34-10 10,76 7 2,268 22-56,20-33 186,-465-7-204,-29 6 413,-1 0 0,1 0 0,0 0 0,0 0 0,0 0 0,-1 1 0,8 0 0,-36-6-1824,-1 1 0,-33-2 0,42 5 524,-60-4-4026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38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10 18376,'0'0'4274,"-24"-9"-10324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39.69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131 16 2257,'0'0'12745,"0"-3"-12239,0-7-135,0 8 192,1 4-317,1 4-79,0 2 0,0-1 1,0 0-1,-1 0 1,0 0-1,0 13 1,0 1 164,6 193 955,-4-46-802,10 187 174,-6 235-587,-2-377-69,0 71-4,-9-242 15,-1-1-1,-11 43 1,4-29-6,2-1-9,1-15 3,2 1 0,-3 68 0,-17 335 14,14-332-32,-17 202 59,13 29 21,17-246 64,-1-96-149,1 0-1,0 0 1,0 0 0,-1 0 0,1 0 0,0 0 0,-1 0 0,1 0 0,0 0 0,0 0 0,-1 0-1,1 0 1,0 0 0,0-1 0,-1 1 0,1 0 0,0 0 0,0 0 0,-1 0 0,1-1 0,0 1 0,0 0-1,0 0 1,0 0 0,-1-1 0,1 1 0,0 0 0,0 0 0,0-1 0,0 1 0,0-1 0,-4-9-497,1 0 1,1 0 0,-1-1 0,2 1 0,0-1-1,0-18 1,0 24 235,0-77-4537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41.10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0 256 1297,'0'0'11528,"2"-6"-11032,-1 4-466,0 0 0,0 0 0,0 1 0,0-1 0,0 0 0,1 0 0,-1 0-1,0 1 1,1-1 0,-1 1 0,1-1 0,0 1 0,-1 0 0,1 0 0,2-2 0,1 1 64,-1 1-1,1-1 1,0 1-1,0 0 1,0 0-1,0 0 1,6 0-1,252-3 1484,-156 5-1353,138-15 0,586-53-21,-516 49-173,-2 0 12,246-30 328,-466 36-393,335 0 275,-123 9-32,693-10 130,-684 14 311,-160-7-242,-73 6 720,-83 11-1318,-3-4-491,1 1-1,-1-1 0,-1 0 1,1 0-1,-9 7 0,-6 7-3223,-10 15-6372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42.74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181 1 3970,'0'0'5973,"0"0"-5928,0 0 0,0 0 0,0 0-1,-1 0 1,1 0 0,0 0 0,0 0 0,-1 0-1,1 0 1,0 0 0,0 0 0,0 0 0,-1 0-1,1 0 1,0 0 0,0 0 0,-1 0-1,1 0 1,0 0 0,0 0 0,0 0 0,-1 0-1,1 0 1,0 0 0,0 1 0,0-1 0,0 0-1,-1 0 1,1 0 0,0 0 0,0 0 0,0 1-1,0-1 1,0 0 0,-1 0 0,1 0 0,0 1-1,-4 28 758,1 0-1,1 0 0,4 43 0,-1-15-9,-1 1335 2332,-5-1247-3132,-6-1 0,-34 164 0,27-220 18,8-48-16,2 0 0,2 0 1,-1 49-1,7 1075 91,0-1163-290,-1-5-264,-1 1 1,1 0 0,0 0 0,-1 0 0,0 0 0,1 1 0,-1-1 0,0 0-1,0 1 1,-1-1 0,1 1 0,-1 0 0,1 0 0,-4-3 0,-19-13-6925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44.45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3 275 3410,'0'0'5237,"0"-6"-3863,-1 2-1170,0-2 473,1 1 1,-1-1-1,1 1 1,0-1-1,2-6 0,-2 11-622,0 0 0,0 0 0,0-1-1,1 1 1,-1 0 0,1 0 0,-1 0 0,1 0-1,-1 0 1,1 0 0,-1 0 0,1 0-1,0 0 1,0 0 0,0 0 0,-1 0-1,1 0 1,0 1 0,0-1 0,0 0-1,0 0 1,0 1 0,0-1 0,0 1 0,1-1-1,-1 1 1,0 0 0,0-1 0,0 1-1,0 0 1,1 0 0,-1 0 0,2 0-1,611-6 853,-347-1-806,-126 2-116,690-49-52,-530 27 0,28-4 145,-147 16-154,215 10 0,-88 5 145,8-1-126,-168 1 26,-118-2-24,0-1 1,0-1-1,32-10 0,-28 6-4,-1 1 1,47-2-1,229 7 99,-162 3-93,-123 1 64,0 0 0,-1 2 1,35 9-1,-35-7 4,1 0 1,0-2-1,36 1 1,139-5 2177,-218-1-3127,-34-10-3970,8 2-1408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4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40 446 1777,'0'0'4490,"-2"-9"-4226,-1-2-142,2 6 1,0 0-1,-1 1 0,1-1 1,-1 0-1,-5-8 0,-2-14 3440,6 11-3110,2 0-1,0-27 0,1 30 2741,-7 12-147,8-2-1746,12-2-929,247-17-181,2-1-250,45 5-67,26 11-42,-205 8 186,386 20-14,-356-17 46,-25-2-26,198 3 6,-177-7 883,-155-10-1290,-1 6 221,0 0 0,-1 0 0,1 1 0,-1-1-1,0 1 1,-1-1 0,0 1 0,-5-6 0,-5-8 9,3 3 68,2 1-156,0 1-1,-2 0 0,0 0 1,-1 1-1,-19-18 0,25 28 265,1 0-1,-1 0 1,0 0 0,1 1-1,-1 0 1,0 1 0,-1-1-1,1 1 1,0 0 0,0 1 0,0-1-1,-12 2 1,17-1 248,1 2 77,1 0-313,-1 0 0,1 0 0,-1 0 0,1 0 0,0-1 0,0 1 0,0 0 1,0 0-1,0 0 0,1-1 0,-1 1 0,0-1 0,1 1 0,-1-1 0,1 1 0,-1-1 0,1 0 0,3 2 0,5 5 134,33 30 261,75 49 0,-90-69-390,1-1 0,1-1 0,1-2 0,34 11 0,-51-20-39,-12-1-28,-20-1-11,4-2 70,-5 2-31,1 1-1,0 1 1,-1 0-1,1 2 1,1 0-1,0 1 1,0 0-1,-28 20 1,-4 8 7,-61 58 0,87-73-13,-14 15-924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82 5010,'0'0'5862,"0"-4"-4510,0-19 1615,-24 23-1222,21 1-1740,1-1 0,-1 1 0,1 0 0,-1 0-1,1 0 1,-1 0 0,1 0 0,0 1 0,0-1 0,0 1 0,0-1 0,0 1 0,0 0 0,0 0 0,1 0 0,-1 0 0,0 0 0,1 0 0,0 0 0,-2 3 0,-5 9 2,1 1 0,-6 16 0,2 2 70,1 0 0,2 0-1,-7 58 1,2 105 1011,13-192-1062,1 207 1853,-1-204-1759,1 0 0,0 1 0,1-1 0,-1 0-1,1 0 1,1 0 0,-1 0 0,1 0 0,4 7 0,-4-11-72,-1 0 1,0 0 0,1 0-1,0 0 1,0-1 0,0 1 0,0-1-1,0 1 1,0-1 0,1 0-1,-1 0 1,0-1 0,1 1-1,0-1 1,-1 0 0,1 0 0,0 0-1,4 1 1,-3-2-40,1 1 1,-1-1 0,1 0-1,0 0 1,-1 0-1,1-1 1,-1 0-1,0 0 1,1-1-1,-1 1 1,0-1-1,8-4 1,-5 2-9,0-1 1,0 0-1,-1-1 0,1 0 1,-1 0-1,11-13 0,-1-2-160,-2-1 0,0-1 0,-1-1 0,12-28 0,-7 11-650,-2-1-1,-2 0 0,11-51 1,-20 64 500,-1 1 0,-2-2 1,0 1-1,-2 0 1,-6-57-1,3 76 370,0 1-1,-1-1 1,0 1-1,0-1 1,-1 1-1,0 0 1,-1 1-1,0-1 1,0 1-1,-1 0 1,-9-10-1,4 6 236,0 1-1,-1 0 0,-1 0 0,0 1 1,0 1-1,-16-9 0,28 18-289,-2-2 37,0 0-1,0 1 0,-1-1 0,1 1 0,0 0 0,-1 0 0,1 0 0,-1 0 0,0 0 0,1 1 0,-1 0 0,1 0 0,-6 0 0,8 0-95,12 5-8807,4 11 2486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21 7988,'0'0'8481,"-1"13"-7742,-3 103 2464,13 161-1,-8-267-3137,0 0 0,1-1 0,0 1 0,0 0 0,1-1 0,6 14 0,-8-21-60,0 0-1,1 1 1,-1-1 0,1 0 0,0 0 0,0-1 0,-1 1 0,1 0 0,0-1-1,0 1 1,1-1 0,-1 0 0,0 1 0,0-1 0,1 0 0,-1 0-1,0-1 1,1 1 0,-1 0 0,1-1 0,-1 1 0,1-1 0,-1 0 0,1 0-1,0 0 1,-1 0 0,1-1 0,-1 1 0,3-1 0,1-1-25,-1 1 1,0-1 0,0 0 0,0 0-1,0-1 1,0 1 0,0-1-1,-1 0 1,0-1 0,1 1-1,-1-1 1,0 0 0,-1 0-1,1 0 1,3-6 0,6-9-267,0 0 1,11-27 0,-19 36 140,7-15-457,-2 0 1,0-1 0,-2 0-1,-1-1 1,-1 0 0,-1 0-1,-1 0 1,-2-1 0,-1-28-1,0 35 131,0 14 338,-1-1 0,0 1 0,0-1 0,-2-10 0,2 16 171,-1 1-1,1 0 1,0 0-1,-1-1 0,1 1 1,-1 0-1,0 0 1,1 0-1,-1-1 1,0 1-1,0 0 0,0 0 1,0 0-1,1 0 1,-1 0-1,0 1 0,-1-1 1,1 0-1,0 0 1,0 1-1,0-1 1,0 0-1,-1 1 0,1-1 1,0 1-1,-1 0 1,1-1-1,0 1 1,-2 0-1,0 0 34,0-1 0,0 1-1,0 0 1,1 1 0,-1-1 0,0 0 0,0 1-1,0 0 1,1 0 0,-1 0 0,-3 1 0,-6 9-861,11-10 443,0 1-1,1-1 1,-1 0-1,1 0 1,-1 1 0,1-1-1,0 1 1,-1-1 0,1 0-1,0 1 1,0 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8644,'0'0'9530,"-4"-7"-8114,5 31-797,5 29-1,1 1-110,-1 483 1597,-6-523-2100,-3 128-154,3-141-617,0-6-842,-2-72-6108,-6 24 641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11605,'0'0'5299,"197"-27"-4195,-137 9-1040,4 3-64,-14 6-1937,-3 0-4802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29 192 2961,'0'0'2820,"3"-19"-2182,8-57 85,-8 57 5296,-3 31-5470,0 814 8013,1-811-8283,2-22-318,-2 5 55,5-18-308,-1-1 1,-1 0-1,3-39 0,-4-70-2343,-3 128 2587,-2-26-482,-1 0 0,-1 1 0,-1 0-1,-17-51 1,-4-18 51,20 63 183,2 0 0,2-1 0,1 0 0,3-35 0,-1 59 214,1 0 0,-1 1-1,2-1 1,-1 0 0,1 1 0,1 0 0,0 0 0,0 0 0,1 0 0,0 0 0,11-14-1,-12 18 144,0 1 0,-1 0 0,2 0 0,-1 0 0,0 0 0,1 0 0,0 1 0,-1 0 0,1 0 0,1 0 0,-1 1-1,0-1 1,1 1 0,-1 1 0,1-1 0,-1 1 0,1 0 0,0 0 0,0 0 0,-1 1 0,10 0 0,-13 1 33,1 0 0,-1-1 1,0 1-1,0 0 1,0 0-1,0 0 1,0 0-1,0 0 1,0 1-1,0-1 0,-1 1 1,1-1-1,0 1 1,-1-1-1,1 1 1,-1 0-1,1 0 1,-1 0-1,0 0 0,0 0 1,0 0-1,0 0 1,0 0-1,-1 0 1,1 1-1,-1-1 1,1 4-1,2 8 262,-2 1 0,0-1 0,0 20 0,-2-23-153,2 1-141,-2-1 1,0 1 0,0-1-1,-1 1 1,0-1-1,-1 0 1,0 0-1,-1 0 1,0 0-1,-1 0 1,0-1-1,-1 0 1,0 0 0,-1-1-1,0 1 1,0-1-1,-16 15 1,18-20-223,1-1 0,0 0 0,-1 1 1,1-1-1,-1-1 0,0 1 0,0-1 0,0 0 1,0 0-1,-9 2 0,-31 0-4301,20-4-1440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6723,'0'0'5749,"1"33"-2897,-1 6-2040,7 180 3080,-6-182-3086,-1-18-508,0-1 0,2 1 1,0-1-1,1 1 1,0-1-1,2 0 1,9 23-1,-14-39-292,1 0-1,0 0 1,0 0 0,1 0-1,-1 0 1,0 0-1,1-1 1,-1 1 0,1-1-1,-1 1 1,1-1-1,-1 1 1,1-1 0,0 0-1,0 0 1,0 0-1,0 0 1,0 0 0,0 0-1,0-1 1,0 1-1,0 0 1,0-1 0,0 0-1,1 0 1,-1 1-1,0-1 1,0-1 0,0 1-1,0 0 1,1 0-1,-1-1 1,0 1 0,0-1-1,0 0 1,0 1-1,0-1 1,0 0 0,0 0-1,3-3 1,0-1-20,1 0 0,-1-1 0,0 1 0,0-1 1,-1-1-1,7-10 0,23-48-591,-21 35-355,-2 1 0,-1-2 1,-1 1-1,-1-1 0,-2-1 0,-1 1 0,-2-1 0,0-38 0,-3 41-679,1 11-676,-4-35 0,3 52 2309,0-1 0,0 1 1,-1 0-1,1-1 0,0 1 0,-1 0 0,1-1 0,-1 1 1,0 0-1,1 0 0,-1 0 0,0-1 0,1 1 1,-1 0-1,0 0 0,0 0 0,0 0 0,0 0 1,0 1-1,0-1 0,0 0 0,-2-1 0,0 1 242,-1 1-1,1-1 0,0 0 0,-1 1 0,1-1 0,0 1 0,-5 0 0,8 1-220,-1-1-1,1 0 0,-1 0 1,1 0-1,-1 0 0,1 1 1,0-1-1,-1 0 0,1 0 1,-1 1-1,1-1 0,0 0 1,-1 1-1,1-1 0,0 0 0,0 1 1,-1-1-1,1 0 0,0 1 1,0-1-1,-1 1 0,1-1 1,0 1-1,0-1 0,0 0 1,0 1-1,0-1 0,0 1 1,-1-1-1,1 1 0,0-1 1,0 1-1,1-1 0,-1 1 0,0-1 1,0 1-1,0-1 0,0 1 1,0-1-1,1 1 0,-1 3-278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8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5539,'0'0'11159,"3"13"-10812,7 45 1126,5 116 0,-14 72 530,-3-115-1517,2 38-1316,-2-237-5939,-6 10-1709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15175,'0'0'4962,"197"0"-4033,-130-15-737,-7 0-192,-7-3-2481,-13 9-3810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0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8132 0 2785,'0'0'5024,"-17"0"2889,17 8-7657,0 1255 2078,15-1057-2370,0-1 46,-14-89-79,0 40 58,-20 170 0,11-281-33,-14 45 1,5-23 18,-49 263-287,53-260 99,6-36 49,1 0-1,-2 53 0,10 12 72,-4 103-238,-4-165 295,4-24 70,0 0 0,-1 26 0,3-39-27,-1 1-1,1-1 1,-1 1-1,1-1 1,-1 0-1,1 1 0,-1-1 1,1 0-1,-1 1 1,1-1-1,-1 0 1,0 0-1,1 0 1,-1 0-1,1 0 0,-1 1 1,0-1-1,1 0 1,-1 0-1,0 0 1,1 0-1,-2-1 1,-19 1 118,16 0-137,-482 12 261,322-6-221,-186 18 629,147-20-313,30-1-307,-181 36 298,196-19-176,58-13-68,-117-6 1,95-3 10,-229 11 682,194-1-517,-123 12-37,-98 3 274,138-21-412,-269-4 115,397-4-206,-34 0 8,87 6 56,-1 3 0,-75 12 0,72-6-28,0-2 0,-1-3 0,0-4 0,0-1 0,0-4 0,-104-21 0,103 14-25,-124-27-48,96 16 47,-1 4-1,0 5 1,-173-5 0,102 18-82,-279 8 78,112-2 34,192-7-40,-117-10 15,92 12 179,165 0-54,-2-9-2,-2-10-4,1 1 0,-1-23 0,-5-20-102,-47-268-52,57 327 19,-54-261-435,31 162 17,-16-139 1,15 74 344,14 106-87,-6-116 1,16-361-420,-2 499 552,-10-55 0,6 55 34,-1-56 0,7-148-76,1 233 60,0-1 0,1 1 0,1 0 0,-1-1 0,8-15 0,2-7 68,-12 30-61,3-10 9,1 1-1,0 0 0,1 0 0,8-14 0,-12 22-3,1 0-1,-1 0 1,0 0-1,0 0 0,0 0 1,0 0-1,-1-1 1,1-4-1,-1 4 2,1 1-1,0-1 0,-1 0 1,1 1-1,1-1 0,1-5 1,0 6-3,-1-1 1,1 1 0,0 0-1,-1 0 1,1 1-1,1-1 1,-1 0 0,0 1-1,1 0 1,-1 0 0,1 0-1,0 0 1,-1 1-1,1-1 1,0 1 0,0 0-1,0 0 1,6-1 0,11 0 10,-1 0 1,31 3-1,-26-1-8,20-1-1,-26 0-1,1 0 0,-1 2 0,1 0 0,31 6 0,20 12 1,1-4-1,0-3 1,1-3 0,74-1-1,380-5 36,-510-3-37,-1-1-1,30-6 1,-12-3 18,-12 3-70,-1 1-1,1 2 1,26-3 0,-52 7 15,0 0 1,1-1 0,-1 1 0,1-1 0,-1 1-1,1-1 1,-1-1 0,1 1 0,-1 0 0,-5-4-1,-27-24-1860,28 22 1504,-27-26-1519,-53-66 1,29 42 3591,55 51-751,7 4 586,13 10-638,61 52-140,-44-32-623,2-2 1,0-2 0,43 22 0,-51-34-99,0-1 1,1-1 0,1-2-1,-1-1 1,1-1 0,0-1 0,53 1-1,-130-8 48,24 1-79,0 0 0,0 2 0,-39 5-1,55-4 10,1 0 0,0 1 0,0 0 0,0 0 0,0 1 0,0 0-1,1 0 1,-7 5 0,-47 45-80,48-41 75,-37 38-229,2 2-1,-43 64 1,-15 44-4430,63-91-1088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3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14 1024,'0'0'1700,"-17"-3"-1516,17 1-163,0 1-61,0-1-552,0 1 696,-1 1-42,-1-1 0,0 0-1,0 0 1,1 1 0,-1-1 0,0 1 0,0 0-1,0 0 1,0-1 0,0 1 0,0 0-1,-2 1 1,3-1-57,1 0 1,-1 0-1,0 0 0,1 1 0,-1-1 0,0 0 0,1 1 1,-1-1-1,1 0 0,-1 1 0,0-1 0,1 0 0,-1 1 1,1-1-1,-1 1 0,1-1 0,-1 1 0,1 0 0,0-1 1,-1 1-1,1-1 0,0 1 0,-1 0 0,1-1 0,0 1 1,0 0-1,0-1 0,-1 1 0,1 0 0,0-1 1,0 1-1,0 1 0,-2 12-195,1-11-2787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3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48,'0'0'1155,"0"-17"-1998,0 16 606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38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3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76 0,'0'-22'288,"0"17"601,0-28 495,1 25-1639,0 1 415,-3 10 149,-31 78-1323,30-74 165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4 672,'0'0'449,"0"-3"-401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1 307 5170,'0'0'10032,"0"-2"-9328,0-17 1702,18 19-2331,99-1 1,162 5-109,-136 1 58,-87-5-16,76 10-1,-77-4-15,95-2 0,-88-4-3,63 8 0,-10 1-7,132-5-1,-152-5 47,279-2-63,-173-6 23,-197 9 11,42 1-20,-1-3-1,50-8 1,-62 6-56,0 2 0,45 1 0,-47 2 94,1-2 0,55-8 0,-33 0 149,0 3-1,89 0 0,65 9 1224,-204-3-1379,0 1 0,0-2 1,0 1-1,0 0 0,0-1 0,0 0 0,0 0 0,0 0 0,0 0 0,-1 0 0,7-4 1,-7 4 82,-1 0 0,1 1 0,-1-1 0,1 1 0,-1 0 0,1 0 0,0 0 0,-1 0 0,3 1 0,6-1 38,19-5 46,-16 2-370,0 0 0,20 0 1,-54 3 29,9 1-398,-1-1 1,0 0 0,1-1 0,-1 0 0,1-1 0,0 0-1,-1-1 1,-12-4 0,5-3-1216,0-1 1,1 0-1,1-1 0,-1-1 1,-20-20-1,-19-25-2485,4-1 4065,52 58 606,-9-13 2321,9 1 7720,9 17-9400,3 5-406,-1-1 0,15 18-1,-18-17-467,1-1-1,0 0 1,1-1-1,-1 0 1,1 0 0,13 7-1,-8-8-201,0-1 0,1-1 0,-1 0 0,1-1 0,-1 0 0,1-1 0,0-1 0,23 0 0,-38-1-67,-1 5-312,-1 0 417,-1 0-1,0 0 1,0 0-1,0-1 1,-1 1 0,1-1-1,-1 0 1,-8 6-1,-17 21 130,6 2 156,2 1 1,1 1 0,1 1-1,2 0 1,-15 51 0,30-82-417,2-4 24,0-1-1,0 1 1,0 0-1,0-1 1,0 1 0,0-1-1,0 1 1,-1-1-1,1 1 1,0-1 0,0 1-1,-1 0 1,1-1-1,0 1 1,-1-1-1,1 0 1,0 1 0,-1-1-1,1 1 1,-2 0-1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6451,'0'0'7318,"0"-4"-6691,0-9 1158,0 35-1294,36 540 3030,-36-548-2789,-1-10-2110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64 704,'0'0'8706,"-2"-5"-7746,0 1-687,0-1 0,0 0 0,1 1 0,-1-1 0,1 0-1,0-10 1976,1 18-2206,0 397 4576,-1-392-4465,1-6-114,0-1 1,0 1 0,0 0 0,0 0 0,0-1 0,0 1-1,0 0 1,0 0 0,1-1 0,-1 1 0,1 0 0,-1-1 0,1 1-1,0-1 1,-1 1 0,3 1 0,-3-2 59,0-5-73,-3-227-4438,4 224 4269,0-1 0,0 1 1,0 0-1,1-1 0,1 1 0,-1 0 1,1 0-1,0 0 0,1 0 0,0 1 1,0-1-1,0 1 0,9-9 0,3-3 70,0 1 0,2 1-1,20-15 1,-34 27 85,1 1 0,-1-1 0,1 1 0,0 0 1,1 0-1,-1 1 0,0-1 0,1 1 0,-1 1 0,1-1 0,0 1 0,-1 0 0,1 0 0,7 0 0,-11 1 20,0 1-1,0-1 1,0 1 0,-1-1-1,1 1 1,0 0-1,0 0 1,-1 0-1,1 0 1,-1 0-1,1 0 1,-1 0-1,1 0 1,-1 0-1,0 1 1,0-1-1,0 1 1,1-1-1,-1 1 1,-1-1-1,1 1 1,0 0-1,0 0 1,0 2-1,4 9 401,-1 0 1,4 19-1,-5-20-187,7 40 1013,8 108 1,-14 56 135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5218,'0'0'6627,"5"11"-5954,1 2-412,0 1 1,-2 0-1,1 0 1,-2 1-1,4 27 0,-1 161 2696,-2-13-788,0-149-1668,1 0-1,16 65 0,-18-99-621,-1-9-140,0-21-549,-3-35-1063,-3 34 584,-13-43 0,0-1-935,9 15-1483,-4-101 0,16 15 1781,-2 122 1930,0-1 1,1 1 0,1 0 0,8-21-1,-9 28 122,1 1 0,0 0 0,0 0-1,1 0 1,0 1 0,1 0-1,0-1 1,13-12 0,-17 19 77,1 0 1,-1 1-1,0-1 0,1 1 1,-1-1-1,1 1 1,0 0-1,-1 0 1,1 0-1,0 0 0,0 1 1,-1-1-1,1 1 1,0 0-1,0-1 0,0 1 1,0 1-1,0-1 1,0 0-1,4 2 0,-3-1 85,0 0 0,0 1-1,0-1 1,-1 1-1,1 0 1,-1 0-1,1 0 1,-1 0-1,0 1 1,0-1-1,0 1 1,0 0-1,4 5 1,-1 1 32,0 0-1,-1 1 1,0 0 0,-1 0 0,0 0 0,-1 0-1,0 1 1,0-1 0,-1 1 0,0 0-1,-1 0 1,-1 0 0,0 14 0,0-19-251,-1 1 0,0-1 1,0 0-1,0 0 0,-1 0 1,0 0-1,0 0 1,-1-1-1,1 1 0,-1-1 1,0 1-1,-1-1 0,1 0 1,-8 8-1,3-6-104,0 1 1,0-1-1,0 0 0,-1 0 1,0-1-1,0 0 0,-15 6 1,19-10-277,1-1 1,-1 1 0,1-1-1,-1 0 1,0 0-1,1-1 1,-1 1 0,-5-1-1,10 0 222,0 0-1,-1 0 0,1 0 1,0 0-1,-1 0 0,1 0 0,0 0 1,-1 0-1,1 0 0,0 0 1,-1 0-1,1 0 0,0 0 0,-1-1 1,1 1-1,0 0 0,-1 0 0,1 0 1,0 0-1,-1 0 0,1-1 1,0 1-1,0 0 0,-1 0 0,1-1 1,0 1-1,0 0 0,-1 0 1,1-1-1,0 1 0,0 0 0,0-1 1,0 1-1,-1-1 0,0-26-5659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1793,'0'0'8620,"0"-4"-6394,1 7-1579,15 104 3180,1 14-986,-13-103-2477,0 0 0,2 0-1,0 0 1,11 22 0,-16-37-317,2 1 0,-1-1 1,0 1-1,1-1 0,0 0 1,-1 0-1,1 0 0,0-1 1,1 1-1,-1-1 0,6 4 1,-7-5-50,0 0 0,0 0 0,0 0 0,0-1 0,0 1 0,0 0 0,0-1 0,0 0 0,0 1 0,0-1-1,0 0 1,0 0 0,0 0 0,0-1 0,0 1 0,0 0 0,0-1 0,0 1 0,0-1 0,0 0 0,0 0 0,0 1 0,0-1 0,2-2 0,1-2-49,0 1 0,0-1 0,-1 0 0,1-1 0,-1 1-1,-1-1 1,1 0 0,-1 0 0,4-8 0,21-64-1228,-21 52 408,-2-2 1,0 1-1,1-41 1,-5-80-2067,-1 94 3022,0 68-1627,0-3-2630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5731,'0'0'7216,"9"21"-6141,2 5-575,-1 0-1,-1 1 0,-1 0 1,-2 0-1,4 35 0,-2 329 4583,-9-259-4548,1-130-541,1 1 0,-1-1 0,0 0 0,0 0 0,1 0 0,-1 1 0,1-1 0,0 0 0,0 0 0,2 4 0,-3-6-37,0 0 0,1 1 0,-1-1-1,1 1 1,-1-1 0,0 0 0,1 1 0,-1-1 0,1 0 0,-1 1 0,1-1 0,-1 0 0,1 0 0,-1 0 0,1 1 0,-1-1 0,1 0-1,-1 0 1,1 0 0,-1 0 0,1 0 0,0 0 0,-1 0 0,1 0 0,-1 0 0,1 0 0,-1 0 0,1 0 0,-1-1 0,1 1-1,-1 0 1,1 0 0,-1 0 0,1-1 0,-1 1 0,1 0 0,-1-1 0,1 1 0,-1 0 0,0-1 0,1 1 0,-1-1 0,0 1 0,1-1-1,-1 0 1,3-3-489,-1 0 0,0 0 0,-1-1 0,1 1 0,-1-1-1,0 1 1,0-1 0,0 1 0,-1-1 0,1 0 0,-1 1-1,-1-7 1,1 3-555,1-48-7948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5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14919,'0'0'5138,"191"3"-4626,-111-15-480,0-9-32,-10 2-1776,-6 10-2162,-21 9-6115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41 4722,'0'0'6995,"1"-7"-6541,-1 0-198,-1-9-226,4 6 3584,-29 58-3435,16-29-124,-14 31-1,17-28 5,1 1-1,0-1 0,2 1 0,-2 36 0,4 93 556,3-80-315,0-57-49,-1 1 1,2-1 0,0 1-1,8 28 1,-9-39-198,1 0-1,-1 0 1,1 0-1,1 0 1,-1-1-1,1 1 1,0-1-1,0 0 1,0 0 0,0 0-1,1 0 1,-1 0-1,1 0 1,0-1-1,1 0 1,-1 0-1,0 0 1,7 3-1,-7-5-48,-1 0-1,1 0 0,-1-1 1,1 1-1,-1-1 0,1 0 1,5 0-1,-3 0-83,-6 0 0,1 0-1,-1-1 1,1 1 0,-1 0-1,0 0 1,1-1 0,-1 1-1,1-1 1,-1 1 0,0 0-1,1-1 1,-1 1 0,0-1-1,1 1 1,-1-1 0,0 1-1,0-1 1,0 1 0,1-1-1,-1 1 1,0-1 0,0 1-1,0-1 1,0 1 0,0-1-1,0 1 1,0-1 0,0 0-1,1-19-2705,-2 18 1785,1-17-5360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17 4786,'0'0'6563,"4"-2"-6205,6-2-156,0 1 1,0 1-1,1 0 1,-1 0-1,1 1 1,-1 0-1,1 1 1,-1 0-1,12 2 1,-20-2-146,-1 1 1,0-1 0,0 1 0,0-1 0,1 0-1,-1 1 1,0 0 0,0-1 0,0 1 0,0 0-1,0-1 1,0 1 0,0 0 0,-1 0 0,1 0-1,0 0 1,0 0 0,-1 0 0,1 0 0,0 0-1,-1 0 1,1 0 0,-1 1 0,0-1 0,1 0-1,-1 0 1,0 0 0,1 3 0,0 39 906,-1-31-854,-1-6-68,1 0 0,-1-1 0,-1 1 0,1 0-1,-1-1 1,0 1 0,0-1 0,-1 1 0,0-1 0,0 0 0,-6 8-1,-7 8 80,-25 25 0,17-21-72,2 0 14,12-15-56,0 0 0,1 1 0,0 1 0,-10 17 0,18-28-2,0 1-1,0-1 0,1 0 0,-1 1 0,0-1 1,1 0-1,-1 1 0,1-1 0,0 1 1,0-1-1,-1 1 0,1-1 0,0 0 1,0 1-1,0-1 0,0 1 0,1-1 0,-1 1 1,0-1-1,1 1 0,-1-1 0,1 1 1,-1-1-1,1 0 0,-1 1 0,1-1 1,0 0-1,0 0 0,0 0 0,0 1 0,0-1 1,0 0-1,0 0 0,0 0 0,0 0 1,0-1-1,1 1 0,-1 0 0,0 0 0,1-1 1,-1 1-1,0-1 0,1 1 0,-1-1 1,1 0-1,2 1 0,8 1 70,0 0 0,1 0 0,-1-1-1,18-1 1,-22 0-57,5 0-360,-6 0 509,-1 1 1,1-2-1,0 1 0,-1-1 1,10-2-1,-14 3-268,-1-1-1,0 1 1,1-1 0,-1 0-1,1 1 1,-1-1 0,0 0-1,1 0 1,-1 0-1,0 0 1,2-2 0,-2 1-229,0 1 1,0 0 0,-1-1 0,1 1-1,0-1 1,-1 1 0,1-1-1,-1 1 1,0-1 0,1 1-1,-1-1 1,0 0 0,0-2-1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3265,'0'0'5979,"0"-7"-4965,0 234 4170,0-128-10795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5042,'0'0'785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3730,'143'151'5075,"-139"-133"-4329,-1 25 487,-4 53 1,-1-33-321,2 227 3465,0-289-4058,0-4-141,-3-336-5403,3 334 5110,1 0 0,0 0 1,-1 0-1,2 0 0,-1 0 0,0 0 0,1 0 0,0 0 0,0 1 0,1-1 0,-1 1 0,1 0 0,0 0 0,0 0 0,0 0 0,1 0 0,4-4 0,-5 5 232,0 1 0,1 0 0,-1-1 0,1 1 0,-1 1 1,1-1-1,-1 0 0,1 1 0,0 0 0,0 0 0,0 0 0,0 0 0,0 1 0,4-1 0,-7 3-42,0-1 0,-1 1-1,1-1 1,-1 1 0,1-1-1,-1 1 1,0 0 0,1-1 0,-1 1-1,0 0 1,0-1 0,0 1-1,0 0 1,-1 2 0,1 0 88,1 52 851,0-20-435,-1 0-1,-6 38 0,0-52-71,6-22-606,0 1 0,0-1 0,0 0 0,0 1 0,0-1 0,0 1 0,-1-1 0,1 0 0,0 1 0,0-1 0,0 1 0,0-1 0,-1 0 0,1 1 0,0-1 0,0 0 1,-1 1-1,1-1 0,0 0 0,0 1 0,-1-1 0,1 0 0,0 0 0,-1 0 0,1 1 0,-1-1 0,1 0 0,0 0 0,-1 0 0,1 0 0,0 1 0,-1-1 0,1 0 0,-1 0 1,1 0-1,-1 0 0,1 0 0,0 0 0,-1 0 0,1 0 0,-1 0 0,1 0 0,-1-1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3906,'0'0'8302,"2"20"-6634,0 8-1064,0 5 426,9 45 1,-9-70-705,-1 0 0,2 0 0,-1 0 0,1 0 0,5 10 0,-7-17-300,-1 0-1,1 1 1,-1-1 0,1 0-1,0 0 1,0 0 0,0 1-1,-1-1 1,1 0-1,0 0 1,0 0 0,0-1-1,0 1 1,1 0 0,-1 0-1,0 0 1,0-1 0,0 1-1,1-1 1,-1 1-1,0-1 1,1 1 0,-1-1-1,0 0 1,1 0 0,-1 0-1,0 0 1,1 0-1,-1 0 1,1 0 0,-1 0-1,0 0 1,1 0 0,-1-1-1,0 1 1,1-1 0,-1 1-1,0-1 1,0 1-1,1-1 1,-1 0 0,0 0-1,1-1 1,2-1-99,0 0 1,0-1-1,-1 0 1,0 0-1,0 0 1,0-1-1,0 1 1,-1-1-1,3-5 1,16-47-2352,-19 54 2203,10-42-3260,-4 2-1401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5955,'0'0'4348,"0"6"-3710,-6 500 6832,6-364-6731,0-140-1726,0-11-6131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13190,'0'0'3618,"173"6"-3874,-153-3-3218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46 944,'0'0'9714,"1"-7"-8596,1-1-710,1-22 3263,4 30-3231,3 2 218,-7 14-667,3 54 1023,-6 95 0,-2-64-1084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5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5170,'0'0'8319,"2"27"-6689,12 137 1022,-14-149-2058,-1-12-471,1-1-1,0 1 1,0 0-1,0-1 1,1 1-1,-1 0 1,0-1-1,1 1 1,1 4-1,-1-6 17,-1-5-947,0-76-8004,0 52 3729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4898,'133'42'3106,"-119"-36"-161,-1 24-320,-10 3-1104,1 3 64,-4-3-449,0-3-976,0-11-160,0-7-656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121 108 3650,'0'0'5592,"-1"-13"-4821,-2-7-314,1-12-82,1-8 4465,14 39-2660,-11 1-2164,1-1 1,-1 1-1,0 0 0,1 0 1,-1 0-1,0 0 0,1 0 1,-1 0-1,0 1 1,1-1-1,-1 1 0,4 1 1,-2 1-5,1 0 0,-1 0 0,0 0 0,0 1 0,-1 0 0,1-1 0,-1 1 0,1 0 0,-1 1 0,0-1 0,-1 1 0,1-1 0,1 6 0,2 5 43,0 0 0,-1 0 1,3 21-1,-2-4 56,-2 1-1,-1 0 1,-1 0-1,-2 1 1,-2-1-1,-5 35 1,4-54-88,-1 0-1,-1 0 1,0 0 0,-1 0 0,0-1-1,-1 0 1,-1 0 0,-16 20 0,19-26-166,0-1 0,0 0 1,-1 0-1,0 0 0,0-1 0,-1 0 1,1 0-1,-1 0 0,0-1 1,0 0-1,-1-1 0,1 1 1,-1-2-1,0 1 0,0-1 0,0 0 1,-12 1-1,-20-2-3896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36 5186,'0'0'7596,"1"-5"-6900,-1 0-480,0 3-87,0-1 0,1 1 0,-1 0 0,1 0 0,-1 0 0,1 0 0,0 0 0,-1 0 0,1 0 1,2-3-1,-62 126 2811,-19 71-3292,64-156 592,7-19-249,3-8-9,1-1 0,-1 1 0,2 0 1,-1 0-1,1 0 0,-1 17 0,3-26-329,0-9-3625,0-15-769,0-6-1798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8004,'0'0'6659,"114"202"-5555,-98-148-175,1-6-241,-7-6-240,-3-12-384,-4-9-32,-3-9-32,0-6-240,-27-6-15431</inkml:trace>
  <inkml:trace contextRef="#ctx0" brushRef="#br0" timeOffset="1">3 331 15367,'0'0'2977,"177"-15"-2977,-143-6-3473,-7-3-5155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6371,'0'0'5971,"0"84"-4899,-3-54 113,-4-6-145,4-6-400,-1-9-191,4-6-401,0-18-3010,0-12-2528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4:5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82 6099,'0'0'8492,"0"18"-7230,1 23-397,0-19-391,-4 44 1,-7-21-450,6-33-11,1 0 1,-2 19 0,4-20 165,0 1-1,1-1 1,0 1-1,1-1 1,3 22-1,-3-29-127,0-1 0,1 1 0,-1-1 0,1 1 0,-1-1 0,1 0 0,0 0 0,0 0 0,1 0 0,-1 0 0,1 0 0,-1-1 0,1 1 0,0-1 0,0 0 0,0 0 0,0 0 0,0 0 0,0 0 0,1-1 0,-1 1 0,5 0 0,3 1-9,1-1 0,0-1 0,-1 0 0,1 0 0,0-1 0,0-1 0,15-2 0,-24 2-67,0 0 1,0 0-1,0 0 0,0 0 0,0 0 0,0-1 0,0 0 1,-1 1-1,1-1 0,-1 0 0,1 0 0,-1 0 0,0-1 1,0 1-1,0 0 0,0-1 0,0 0 0,0 1 0,-1-1 0,1 0 1,-1 0-1,0 0 0,0 0 0,0 0 0,0 0 0,0-5 1,2-8-364,-1-1 1,-1 0 0,-2-30 0,0 22 173,1 25 220,1-1 0,-1 0-1,0 0 1,-1 0 0,1 0 0,0 0-1,0 0 1,0 1 0,0-1 0,-1 0 0,1 0-1,0 0 1,-1 1 0,1-1 0,-1 0-1,1 0 1,-1 1 0,1-1 0,-1 0-1,1 1 1,-1-1 0,0 0 0,1 1-1,-1-1 1,0 1 0,0-1 0,1 1-1,-1 0 1,0-1 0,0 1 0,0-1-1,-3 1 166,0-1 0,0 1 0,0 0 0,0 0-1,-7 1 1,-3-1 331,13 0-498,1 0 0,-1-1 0,0 1 0,1 0 0,-1-1-1,1 1 1,-1-1 0,1 1 0,-1-1 0,1 1 0,-1-1-1,1 0 1,-1 1 0,1-1 0,0 1 0,-1-1 0,1 0 0,0 1-1,0-1 1,-1 0 0,1 0 0,0 1 0,0-1 0,0 0-1,0 1 1,0-1 0,0-1 0,0 0 3,-4-26-1130,0-38 0,4 42-491,-1 0-1,-2 1 1,-6-31 0,-2 27 1080,11 27 703,-1-1 0,1 0 0,-1 0 0,0 0 1,0 0-1,1 1 0,-1-1 0,0 0 0,0 1 0,0-1 1,0 1-1,0-1 0,0 1 0,0-1 0,0 1 0,0 0 0,0-1 1,0 1-1,0 0 0,0 0 0,0 0 0,-2 0 0,3 1-101,-1-1-1,0 1 0,1 0 1,-1 0-1,0 0 0,1 0 0,-1 0 1,1 0-1,0 0 0,-1 0 1,1 0-1,0 0 0,0 0 0,-1 0 1,1 0-1,0 1 0,0-1 1,0 0-1,0 0 0,1 1 1,-1 1 94,-1 57-13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03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2913,'0'0'12646,"0"4"-11472,0 14-179,0-13 1473,0-7-2423,5-9-336,1 1 0,0 0 0,1 0 0,0 1 0,0 0-1,1 0 1,10-9 0,-16 16 136,45-47-1936,-47 63 2974,0 722 1694,0-764-5741,0-20-4026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0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9236,'0'0'6910,"9"-26"-6739,29-85-96,-22 69-36,-13 36-37,-1-1 1,0 1-1,0-1 1,0 0-1,-1 0 1,0 0-1,0 0 1,-1 0-1,0-9 1,0 14 63,0 5-54,-1 0-1,1 1 1,-1-1-1,1 0 1,0 1-1,0-1 1,1 4-1,0 12 47,-1 431 947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0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127 340 4386,'0'0'7409,"-19"-7"-6046,-3-3-934,8 4 55,0 1 1,0 0-1,-24-5 0,38 10-396,0 0-1,0 0 0,0 0 0,-1 0 0,1 0 0,0 0 0,0 0 1,-1 0-1,1 0 0,0 0 0,0 0 0,0 0 0,-1 0 0,1 0 0,0 0 1,0-1-1,0 1 0,-1 0 0,1 0 0,0 0 0,0 0 0,0 0 1,0-1-1,-1 1 0,1 0 0,0 0 0,0 0 0,0 0 0,0-1 0,0 1 1,0 0-1,0 0 0,0 0 0,-1-1 0,1 1 0,0 0 0,0 0 1,0 0-1,0-1 0,0 1 0,0 0 0,0 0 0,0-1 0,13-5 1239,219-11-737,-158 15-573,-1-3-1,76-16 0,-119 15-1,0-1 1,46-19-1,-75 24-76,-1 1 12,0 0-1323,0-1 1220,0 0 0,-1 1 0,1-1 0,0 1 0,-1-1 0,1 0 0,-1 1 0,0-1 0,0 1-1,1 0 1,-3-3 0,-21-35-1497,15 24 1458,0 0 0,-1 0-1,-1 1 1,0 0 0,-1 1 0,0 0-1,-25-19 1,37 32 236,0 0 1,0 0-1,0 0 0,0 0 1,0 0-1,0 0 0,0 0 1,0 0-1,0 0 0,0 0 1,0 0-1,0 0 0,-1 0 1,1 0-1,0 0 0,0 0 1,0-1-1,0 1 0,0 0 1,0 0-1,0 0 0,0 0 1,0 0-1,0 0 0,0 0 1,0 0-1,0 0 0,0 0 1,0-1-1,0 1 0,0 0 1,0 0-1,0 0 0,0 0 1,0 0-1,0 0 0,0 0 1,0 0-1,0 0 0,0 0 1,0-1-1,0 1 0,0 0 1,0 0-1,0 0 0,0 0 1,0 0-1,0 0 0,1 0 1,-1 0-1,0 0 0,0 0 1,0 0-1,0 0 0,0 0 1,0 0-1,0 0 0,0 0 1,0 0-1,0-1 0,0 1 1,0 0-1,1 0 0,-1 0 1,0 0-1,0 0 0,0 0 1,0 0-1,12-1 501,16 1-617,-15 4 109,0 0 0,0 1 0,0 0 0,-1 1 0,1 0 1,-1 1-1,17 12 0,-28-17-41,1-1 0,-1 1 0,1 0 0,-1-1 0,0 1 0,1 0 0,-1 0 0,0 0 1,0 0-1,0 0 0,-1 0 0,1 0 0,0 0 0,-1 0 0,1 3 0,0 36-95,-1-23 76,-1-3 48,-1 0-1,1-1 0,-2 1 1,0-1-1,-1 1 0,-1-1 1,-10 24-1,-1-8 97,0 0 0,-28 37 0,41-63-243,2-1 7,-1-1 0,1 0 0,0 0 0,-1 0 0,1-1 0,-1 1 0,0 0 0,1 0 0,-1-1 0,0 1 0,0-1 0,-3 2 0,1-27-10551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0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74 4210,'0'0'4613,"-3"-1"-4133,-1 0-298,1 1 0,-1 0-1,0 0 1,0 0 0,0 0 0,0 1 0,0-1-1,0 1 1,0 0 0,0 0 0,1 1 0,-1-1 0,0 1-1,1-1 1,-1 1 0,1 0 0,-4 3 0,0 1 3,0 0 1,1 1 0,0-1 0,0 1-1,0 0 1,-8 15 0,6-8 1,2 1 1,0-1 0,0 1 0,1 0 0,1 0-1,1 1 1,0-1 0,-1 20 0,2 6 870,6 80 1,-2-109-830,0 1 1,1-1 0,0 0-1,0 0 1,2-1 0,-1 1-1,2-1 1,-1 0 0,13 17-1,-14-21-145,1-1-1,-1 0 1,2 0-1,-1 0 1,0-1 0,1 0-1,0 0 1,1 0-1,-1-1 1,1 0-1,0 0 1,-1-1-1,2 0 1,-1 0-1,0 0 1,12 2-1,-11-4-22,1 0 0,-1 0 0,1-1 0,-1 0-1,1 0 1,-1-1 0,0 0 0,16-4 0,-17 2-52,0 0 1,0 0-1,0-1 1,-1 0-1,1 0 1,-1-1-1,0 0 1,0 0 0,8-10-1,11-12-219,-1-2 1,-1 0-1,32-58 0,-44 67-127,0-1-1,-2 0 0,-1-1 1,0 0-1,-2 0 0,0 0 0,3-31 1,-7-49-1115,-2 73 1090,0 23 364,0 0 1,-1 0-1,1 0 1,-1 0-1,0 0 1,-1 0-1,1 0 1,-1 0-1,0 1 1,-1-1 0,-4-9-1,4 12 76,0 0 0,1 0 0,-1 0 0,0 0 0,0 1 0,-1-1 0,1 1 0,-1-1 0,1 1 0,-1 0 0,0 1 0,1-1 0,-1 1 0,0 0 0,0-1 0,0 2 0,0-1 0,-6 0 0,-5 0 4,0 0-1,0 1 1,0 0 0,0 2-1,0 0 1,0 0-1,0 2 1,1-1-1,0 2 1,-1 0 0,2 1-1,-1 0 1,-21 14-1,-85 51-2325,65-40-3713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1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67 3426,'0'0'11802,"0"-18"-11458,0-30 524,0 48-762,0 4-130,-1 102 701,-16 122-1,-1-64 786,4 196 0,15-351-1650,1 5 411,-2-8-4193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1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6563,'0'0'6496,"4"21"-5191,68 303 4188,-63-287-4972,13 45 319,-19-74-752,0 0 1,0 0-1,1 0 0,0-1 1,1 1-1,0-1 0,8 9 1,-12-14-76,0-1 0,0 0 1,0 1-1,1-1 1,-1 0-1,0 0 0,1 0 1,-1 1-1,1-2 0,-1 1 1,1 0-1,0 0 1,-1 0-1,1-1 0,0 1 1,-1-1-1,1 1 0,0-1 1,0 0-1,0 0 0,-1 0 1,1 0-1,0 0 1,0 0-1,0 0 0,-1-1 1,1 1-1,0 0 0,0-1 1,-1 0-1,1 1 1,2-3-1,0 0 3,0 0 0,0 0 0,-1 0 0,0-1-1,1 1 1,-1-1 0,-1 0 0,1 0 0,-1-1 0,1 1 0,1-5 0,17-45-576,26-108 0,-16 46-972,-17 79 213,2 18-3133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12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6531,'0'0'9842,"0"5"-9052,1 9-293,-1-14-485,0 0 1,0 0-1,0 0 1,0 0-1,1 0 1,-1 0-1,0 1 0,0-1 1,0 0-1,0 0 1,0 0-1,0 0 1,0 0-1,0 0 0,0 0 1,0 0-1,0 0 1,1 0-1,-1 0 1,0 0-1,0 1 0,0-1 1,0 0-1,0 0 1,0 0-1,0 0 1,1 0-1,-1 0 0,0 0 1,0 0-1,0 0 1,0 0-1,0 0 1,0 0-1,0 0 0,1 0 1,-1-1-1,0 1 1,0 0-1,0 0 1,0 0-1,0 0 0,0 0 1,0 0-1,0 0 1,0 0-1,1 0 1,-1 0-1,0 0 0,16-24 701,-9 12-880,66-115-1594,-69 118 1639,-3 7 341,-1 20 680,0 560 483,0-577-1491,0-1 0,0 1 0,0-1 1,0 1-1,0-1 0,0 0 0,0 1 1,0-1-1,0 1 0,0-1 0,0 1 1,0-1-1,0 1 0,0-1 0,0 0 1,0 1-1,0-1 0,0 1 0,-1-1 1,1 1-1,0-1 0,0 0 0,0 1 1,-1-1-1,1 0 0,0 1 0,-1-1 1,1 0-1,0 1 0,-1-1 0,1 0 1,0 0-1,-1 1 0,1-1 0,-1 0 1,1 0-1,-1 1 0,-6-1-5454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38.4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0 392 11205,'0'0'4866,"22"-22"-4799,67-70-16,-78 81-144,0-1 1,0 0 0,-1 0 0,-1-1-1,0-1 1,-1 0 0,0 0 0,-1 0-1,-1-1 1,0 0 0,4-20 0,-7 20 156,0 0 0,-1 0 0,0 0 0,-1-21 0,-1 36 363,0 4-449,3 715 1260,-3-718-1193,0-5-551,0-75-4889,0 51 433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39.1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0 108 5651,'0'0'8427,"13"0"-7768,598 0 62,-610 0-736,-1 0 1,0 0-1,1 0 0,-1 0 1,0 0-1,0-1 1,1 1-1,-1 0 1,0 0-1,0 0 0,0 0 1,1-1-1,-1 1 1,0 0-1,0 0 1,0-1-1,0 1 1,1 0-1,-1 0 0,0-1 1,0 1-1,0 0 1,0-1-1,0 1 1,0 0-1,0 0 0,0-1 1,0 1-1,0 0 1,0-1-1,0 1 1,0 0-1,0 0 0,0-1 1,0 1-1,0 0 1,0-1-1,-1-1-160,1-68-7012,0 43 3055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39.4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1521,'0'0'13771,"14"0"-13274,-11 0-480,12 1 6,0 0 0,0 1 1,0 0-1,25 8 0,-18-3 23,-14-6-138,-1 2 0,1-1 1,0 1-1,-1 0 0,13 8 0,-18-10 56,1 1 0,-1 0 0,0 0 0,0 0 0,-1 0 0,1 0-1,0 0 1,-1 1 0,1-1 0,-1 0 0,0 1 0,0 0 0,0-1 0,0 1 0,0-1-1,0 1 1,-1 0 0,1 0 0,-1-1 0,0 1 0,0 4 0,1 5 46,-1-1 1,-1 1 0,0-1-1,0 1 1,-1-1 0,-1 0-1,0 0 1,0 0 0,-1 0-1,-10 18 1,11-23 25,-34 63 716,-55 76-1,86-139-1114,5-18-1730,1 7 1348,0-39-5610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39.8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1 283 10981,'0'0'4674,"18"-29"-5130,56-97-387,-63 108 310,-1-1 1,9-23-1,3-7-113,-23 51 800,1 0-1,-1-1 1,1 1-1,0 0 1,0-1-1,0 1 1,-1 0-1,2-1 1,-1 1-1,0 0 1,1 1-1,0 9 284,-2 114 1687,2 144 38,3-183-2615,17 95 0,-20-170-1884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0.4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0 181 11077,'0'0'2468,"29"1"-1580,-18 0-803,214 6 553,278-7-512,-503 0-130,1-1 1,-1 1-1,1 0 1,-1 0-1,1 0 1,-1 0-1,1-1 1,-1 1-1,1 0 1,-1 0-1,1-1 1,-1 1-1,1 0 1,-1-1-1,1 1 1,-1-1-1,0 1 1,1-1-1,-1 1 1,0 0-1,1-1 1,-1 1-1,0-1 1,0 1-1,1-1 1,-1 0-1,0 1 1,0-1-1,0 1 1,0-1-1,0 1 1,0-1-1,0 0 1,0-24-331,0 15 120,0-97-4196,0 73 736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0.7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2321,'0'0'11928,"22"5"-11525,74 20-358,-88-23-64,-1 1-1,1-1 1,-1 1-1,0 1 0,0-1 1,0 1-1,0 0 1,-1 1-1,1-1 0,-1 1 1,0 1-1,-1-1 1,1 1-1,-1 0 0,0 0 1,-1 1-1,1-1 1,-1 1-1,-1 0 0,1 0 1,4 13-1,-6-9 41,0-1 0,0 0 1,-1 0-1,-1 1 0,0-1 0,0 1 0,-1-1 0,0 1 0,0-1 0,-1 0 0,-1 0 0,0 0 0,0 0 1,-9 16-1,-6 7 90,-2-2 1,-1 0-1,-1-1 1,-40 41-1,37-49 7,24-21-226,0-1 0,1 1 1,-1 0-1,0-1 0,0 1 0,0-1 0,0 1 0,0-1 0,0 1 0,0-1 0,0 1 0,0-1 0,0 0 0,0 0 0,0 1 1,0-1-1,0 0 0,0 0 0,0 0 0,0 0 0,0 0 0,0-1 0,0 1 0,0 0 0,0 0 0,-2-1 0,1-7-4312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1.1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0 386 13206,'0'0'1993,"15"-28"-1507,-1 2-454,17-32-268,42-58-1,28-41-1857,-102 157 2136,1 0 0,0 0 0,0 0 0,0 0 0,0 0 0,0 1 0,0-1 0,0 0 0,0 0 0,0 0 0,0 0 0,0 0 0,0 0 0,0 0-1,0 0 1,0 1 0,1-1 0,-1 0 0,0 0 0,0 0 0,0 0 0,0 0 0,0 0 0,0 0 0,0 0 0,0 0 0,0 0 0,0 1 0,0-1 0,0 0 0,0 0 0,1 0 0,-1 0 0,0 0 0,0 0 0,0 0 0,0 0 0,0 0 0,0 0 0,0 0 0,0 0-1,1 0 1,-1 0 0,0 0 0,0 0 0,0 0 0,0 0 0,0 0 0,0 0 0,0 0 0,0 0 0,1 0 0,-1 0 0,0 0 0,0 0 0,0 0 0,0 0 0,0 0 0,0 0 0,0 0 0,0-1 0,0 1 0,0 0 0,1 0 0,-1 0 0,0 0 0,2 18 772,-1 24-345,-1 406 1997,0-148-8782,0-259 492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2.5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184 60 4322,'0'0'6592,"0"-3"-5306,0-21 1841,-27 24-838,24 1-2250,-1-1 0,0 1 0,1 0 0,-1 0 1,1 1-1,0-1 0,-1 1 0,1 0 0,0-1 0,0 1 0,0 1 0,0-1 0,0 0 0,1 1 0,-1 0 1,1-1-1,-1 1 0,1 0 0,-2 4 0,-7 10 148,1 0 1,-10 22-1,20-38-181,-10 20 59,2 0-1,1 1 1,1 0 0,0 0-1,-2 30 1,0 114 203,8-148-233,1 0 0,0 0 0,2 0 0,0 0-1,1 0 1,1 0 0,13 31 0,-13-38 10,1-1 0,0 1 1,0-1-1,1 0 0,1-1 1,-1 0-1,2 0 0,-1 0 0,1-1 1,0-1-1,1 1 0,19 10 0,-20-13-19,1-1-1,0 0 0,0-1 0,0 0 0,0-1 0,1 0 0,-1 0 0,1-1 0,-1-1 1,1 1-1,-1-2 0,1 1 0,0-2 0,-1 1 0,0-2 0,1 1 0,-1-1 0,0-1 1,-1 1-1,1-2 0,0 0 0,-1 0 0,0 0 0,-1-1 0,1 0 0,-1-1 0,0 0 1,12-14-1,-5 2-213,-1 0 0,0-2 0,-2 1 0,0-1 0,-1-1 0,-2 0 0,0-1 0,-1 1 0,-2-2 0,0 1 0,-1-1 0,-2 1 0,0-1 0,-1-39 0,-2 47 65,0-12-191,-4-37 0,2 56 279,1 0 1,-1 0-1,-1 0 1,0 0-1,0 0 1,-1 1-1,-9-16 1,5 12 63,0 0 0,-1 0 0,0 1 0,-1 1 0,0 0 0,-18-14 0,20 18 31,-1 1 0,1 0 1,-1 0-1,0 1 0,0 0 1,-1 0-1,1 1 1,-1 1-1,0-1 0,-14 0 1,-107 0 53,73 4-1106,83-6-6601,23-8-125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2.9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0 108 7411,'0'0'9493,"71"3"-8997,-5 0-224,11 10-80,7-7-48,-1-6-144,1 0-48,-7 0-96,-7-6-480,-20-22-481,-17 1-864,-13-6-944,-20-6-2978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3.3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9332,'0'0'6993,"34"18"-6846,109 61-131,-126-70-40,-1 2 0,17 13 1,-29-20-1,1 0 0,-1 0 0,0 0 0,0 1 0,0 0 0,5 8-1,-6-5-12,0 0 1,-1 0-1,0 0 0,0 0 0,-1 1 0,0-1 0,0 0 0,-1 1 0,-1 12 0,1-19 32,0 12-21,0 0 1,-1 0-1,-1 0 0,0 0 1,-1-1-1,0 1 0,-1-1 1,-1 1-1,0-1 0,-1-1 1,0 1-1,-15 21 0,21-33 26,-55 71 10,48-63-38,-2 0 0,1-1-1,-1 0 1,-1 0 0,-12 8-1,19-14-111,1-1-1,0 1 1,-1-1 0,1 0-1,-1 0 1,1 0-1,-1 0 1,0-1-1,1 1 1,-1-1-1,0 1 1,0-1 0,-3 0-1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3.7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208 67 5314,'0'0'8212,"-20"0"-5933,15-1-2136,0 1 1,0 0 0,0 1 0,0-1-1,0 1 1,0 0 0,0 0 0,1 1 0,-1-1-1,0 1 1,1 0 0,-1 0 0,1 0 0,-1 1-1,1 0 1,0 0 0,0 0 0,-6 7-1,2-3-60,0 1-1,0 0 1,1 0-1,0 1 0,0 0 1,1 0-1,1 1 0,0 0 1,0 0-1,0 0 0,1 0 1,1 1-1,0-1 0,-2 15 1,0 26 320,2 92 0,4-86-137,-1-52-242,0 29 266,6 54-1,-4-78-254,-1-1 0,2 1 0,-1-1 0,1 0 0,1 0 0,0 0 0,0 0 0,0-1 0,1 1-1,9 9 1,-11-14-23,1-1 1,0 1-1,0-1 0,1 0 0,-1-1 0,1 1 0,-1-1 1,1 0-1,0 0 0,0 0 0,0-1 0,0 1 0,0-1 0,0-1 1,0 1-1,0-1 0,0 0 0,0 0 0,0 0 0,1-1 1,-1 1-1,0-1 0,0-1 0,0 1 0,0-1 0,7-3 0,-4 0-19,-1 0 0,1 0-1,-1-1 1,0 0-1,-1 0 1,1-1-1,6-9 1,39-59-483,-36 47-167,-1-1 0,-2-1 0,0 0 0,-3-1 0,0 0 0,-2-1 0,-1 0 1,-2 0-1,-1 0 0,-1-1 0,-2 1 0,-3-39 0,1 62 712,0 1 0,0 0 0,-1-1 0,0 1 0,0 0 0,-1 0 0,0 0 0,-1 1 0,0-1 0,0 1 0,0 0 1,-1 0-1,0 0 0,0 0 0,-1 1 0,0 0 0,-10-9 0,7 9 335,0 0 0,-1 1 0,0-1 1,1 2-1,-1-1 0,-1 2 0,1-1 0,0 1 1,-1 1-1,0 0 0,0 0 0,1 1 0,-14 1 1,9 0-419,-12 0 139,9 0-3289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4.2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0 121 9124,'0'0'7684,"171"15"-7396,-94-21-288,-1-3 16,-2 3-48,-4 0-64,-13-9-224,-14 9 64,-16-9-321,-14 0-95,-13-4-737,0 1-560,0-3-2481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4.6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8388,'0'0'5909,"20"10"-5663,65 35-118,-79-42-116,1 1 1,-1 1-1,0-1 1,0 1-1,-1 0 1,1 1 0,-1-1-1,0 1 1,0 0-1,-1 0 1,0 0-1,0 1 1,0 0-1,-1 0 1,4 12-1,-6-17-2,3 12 95,0 1-1,-1-1 0,-1 1 0,0 0 0,-1-1 0,0 1 0,-1 0 0,-4 23 0,3-28-25,-1 0 1,0-1-1,0 1 0,-1-1 1,0 0-1,-1 1 0,0-1 1,0-1-1,-11 15 0,3-6-78,-1-1-1,-1 0 1,-25 21-1,36-33-39,-1-1 0,0 0 1,0 0-1,0-1 0,-1 1 1,-4 1-1,8-3-36,0-1-1,1 0 1,-1 1 0,0-1-1,0 0 1,1 0 0,-1 0 0,0 1-1,0-1 1,1 0 0,-1 0 0,0 0-1,0 0 1,0-1 0,1 1-1,-1 0 1,0 0 0,0 0 0,1 0-1,-1-1 1,0 1 0,1 0-1,-1-1 1,0 1 0,1-1 0,-1 1-1,0-1 1,1 1 0,-1-1-1,1 1 1,-1-1 0,1 1 0,-1-1-1,1 0 1,0 1 0,-1-1 0,1 0-1,0 1 1,-1-1 0,1 0-1,0 0 1,0 1 0,-1-1 0,1 0-1,0 0 1,0 1 0,0-3-1,-1-30-4141,1-18-3045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45.0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274 61 6163,'0'0'7142,"-16"5"-6182,4-1-765,-8 1 157,0 2 0,1 0 0,0 1 1,-24 14-1,34-16-236,0 1 1,1 0 0,0 0 0,0 1-1,1 0 1,0 0 0,0 0 0,1 1-1,-9 17 1,9-13-71,0 0 0,1 0 0,1 1 0,0 0 0,1 0 0,-2 27-1,0 17 621,3 1-1,8 87 0,-5-133-549,1 0 1,1 0-1,0 0 0,1 0 0,0-1 1,7 14-1,-9-21-70,1 0-1,0-1 1,0 1-1,0-1 0,1 1 1,-1-1-1,1 0 1,0 0-1,0 0 1,0-1-1,1 0 1,0 1-1,-1-1 1,1-1-1,0 1 1,0-1-1,6 2 1,-1-1 14,0-1 1,1 0-1,-1-1 1,0 0 0,0 0-1,1-1 1,-1 0-1,0-1 1,1 0-1,-1-1 1,10-3-1,-6 1-48,-1-1-1,0-1 0,-1 0 0,1-1 0,-1 0 1,0 0-1,14-14 0,-4 2-207,-2-2 0,0 0 0,-1-1 0,-2-1 0,0-1 0,-1-1 0,15-32-1,-22 37-74,0 0 0,-1 0-1,-1-1 1,-1 0 0,-1-1-1,-1 1 1,0-1 0,-2 0 0,-1-43-1,-2 55 285,0 0 0,-1 1 0,0-1 0,-1 1 0,0-1 0,0 1 0,-1 0 0,0 0 0,-1 1 0,0-1 0,0 1 0,-1 0 0,0 0 0,0 1 0,-1 0 0,0 0 0,0 0 0,-1 1 0,-11-7 0,5 3 211,0 2 0,-1 0 1,0 1-1,-1 0 0,1 1 0,-1 1 1,0 1-1,-1 0 0,1 1 1,-28-2-1,-25 5-543,45 0-3532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4.0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287 72 4018,'0'0'11704,"-3"-12"-10920,-12-34-208,14 45-541,1 0 0,-1 0-1,1 0 1,-1 0-1,1 1 1,-1-1-1,0 0 1,0 0 0,1 1-1,-1-1 1,0 0-1,0 1 1,0-1-1,0 1 1,0-1-1,0 1 1,0 0 0,0-1-1,0 1 1,0 0-1,0 0 1,0-1-1,0 1 1,0 0-1,-1 0 1,-23 4 282,23-3-303,-4 1 26,0 1 0,0-1 0,0 1 0,0 0 0,1 1 0,-1 0 0,1 0 0,0 0 0,0 0 0,-8 10 0,-3 5 87,-20 33 0,23-31-78,0 2 0,2-1 0,1 1 0,0 1 0,2 0 0,1 1 0,-5 29 0,5-10-97,3-1 0,1 2 0,5 58 0,0-79 19,1 1 1,1-1-1,2 0 1,0 0-1,1 0 0,16 34 1,78 126-331,-30-61 299,-66-113 78,0 1 0,-1-1 0,0 1 0,-1 0 0,0 0 0,1 17 1,-3-22-19,0 0 1,-1 1 0,0-1 0,0 0 0,-1 1 0,0-1 0,0 0 0,-1 0-1,1 1 1,-1-1 0,-1 0 0,1-1 0,-4 7 0,-5 2-210,0 0-1,-2-1 1,1 0 0,-1-1-1,-1 0 1,0-2 0,-1 1 0,-30 15-1,44-26 37,-19 8-861,14-10-1750,5-5-2480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4.4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13 407 9060,'0'0'1374,"21"-29"-1206,68-95-261,-79 110-194,-1 0 0,-1 0-1,0 0 1,11-30 0,-16 33-22,-1-1 0,0 1 0,0 0 0,-2-1 0,0-14 0,1 22 308,-1 1 0,0 0-1,-1-1 1,1 1 0,-1 0-1,1 0 1,-1-1 0,0 1-1,0 0 1,-1 0 0,1 0-1,0 0 1,-4-5 0,3 6 119,0 1 0,0-1 0,0 0 1,0 1-1,0-1 0,-1 1 1,1-1-1,0 1 0,-1 0 0,1 0 1,-1 0-1,1 1 0,-1-1 0,0 0 1,1 1-1,-1 0 0,-4 0 1,3-1 92,0 1 0,0 0 0,0 0 0,0 0 0,-1 1 0,1-1 0,0 1 1,0 0-1,0 0 0,0 1 0,0-1 0,0 1 0,1 0 0,-7 4 0,6-3-66,0 1 1,0 1-1,0-1 0,1 0 0,0 1 0,0 0 1,0 0-1,0 0 0,1 0 0,0 0 0,-2 6 1,-2 11 335,1 1 0,1-1 0,1 1 0,2-1 0,0 1 0,2 29 0,0-8 60,-1-13-67,2 1 0,1-1 1,2 0-1,1 0 0,1-1 0,2 0 1,19 46-1,-24-66-379,0-1 0,1 1 0,0-1 0,0 0 0,1 0 0,10 10 0,-13-16-75,0 0 0,1 0-1,0-1 1,-1 1 0,1-1-1,0 1 1,1-1 0,-1-1 0,0 1-1,0 0 1,1-1 0,-1 0-1,1 0 1,-1-1 0,1 1-1,6-1 1,-7 0-7,1 0 0,0 0 0,-1-1 0,1 1 0,-1-1 0,1-1 0,-1 1 0,1-1 0,-1 1 0,0-1 0,0 0 0,8-5 0,-6 2-44,0-1 0,0 1 0,0-1 1,-1 0-1,1 0 0,7-13 0,-3 2-395,-1 0-1,-1-1 0,-1 1 1,-1-1-1,8-33 1,-9 19-2628,-1-1 0,0-63 0,-4 23-6358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5.0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13 8228,'0'0'7585,"9"-12"-5494,-10 12-2017,-1 0 1,0 0-1,0 0 0,0 0 0,0 0 1,0 0-1,0 1 0,1-1 0,-1 1 0,0-1 1,-2 2-1,3-1-61,0 0 1,0 0 0,0 1-1,0-1 1,0 0-1,1 1 1,-1-1-1,0 1 1,1-1-1,-1 0 1,1 1-1,-1-1 1,1 1-1,0 0 1,-1 2-1,-2 28 394,0 0 0,4 55-1,0-25 125,-2-15-191,2 57 517,0-89-719,1-1 0,0 1 1,1-1-1,10 27 0,-12-37-125,1 0-1,0 0 0,0 0 1,0 0-1,0-1 0,1 1 1,0-1-1,0 1 0,0-1 1,0 0-1,0 0 1,0 0-1,1 0 0,0-1 1,6 4-1,-8-5-16,0 0 1,1-1-1,-1 1 1,1-1 0,-1 1-1,1-1 1,-1 0-1,1 0 1,-1 0-1,1 0 1,-1-1-1,1 1 1,-1 0-1,1-1 1,-1 0-1,0 0 1,1 0-1,-1 0 1,0 0-1,0 0 1,1 0 0,-1-1-1,0 1 1,0-1-1,-1 1 1,1-1-1,0 0 1,0 0-1,1-2 1,5-7-172,-1 0 0,0 0 0,-1 0 0,0-1 1,0 0-1,-1 0 0,-1 0 0,0-1 0,3-17 0,-2-3-1130,0 0 0,-1-55 0,-4 70 393,-1 0 0,-1 0 1,0 1-1,-5-18 0,4 25 445,0 0 0,-1 1 0,0 0 0,0-1 0,-1 1 0,0 1 0,-1-1 0,-7-8 0,12 15 672,-8-7-95,6 10 1257,1 7 2159,2 11-2783,1 0 0,0 0 0,1 0-1,1 1 1,1-2 0,9 27 0,35 82 855,40 119-256,-73-193-1138,-1 2-1,10 93 1,-17-51 1,-8 123 1,-1-192-195,-1 0-1,-1 0 1,-9 31 0,8-42-43,-1-1 0,0 1 1,-2-1-1,1-1 0,-2 1 1,-12 17-1,53-80-671,34-63 0,-12-8-4281,-36 62-295,-9 7-4056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5.5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1 178 4562,'0'0'6833,"0"-19"-6279,0-55 47,0 71-471,0 0 0,0 0 0,0 0 0,1 0 0,-1 0 0,1 0 1,-1 0-1,1 0 0,0 0 0,2-4 0,0-3 4660,2 133-2610,36 207 0,-39-315-2082,1 5 24,0 0 0,2-1-1,0 0 1,11 29 0,-15-46-119,0 0 0,0 0 0,1 0 0,-1 0 1,0 0-1,1 0 0,-1 0 0,1-1 0,-1 1 0,1 0 1,0-1-1,0 0 0,-1 1 0,1-1 0,0 0 1,0 0-1,0 0 0,1 0 0,-1 0 0,0-1 1,0 1-1,0-1 0,1 1 0,-1-1 0,0 0 1,0 0-1,1 0 0,-1 0 0,0 0 0,1 0 0,-1-1 1,0 1-1,0-1 0,0 0 0,1 1 0,-1-1 1,0 0-1,0 0 0,0 0 0,0-1 0,0 1 1,-1 0-1,1-1 0,0 0 0,2-2 0,3-4-38,-1-1 0,-1 1-1,1-1 1,-2 0-1,8-18 1,17-57-732,-17 39-245,-1 0 0,-3-1 0,-2 1-1,2-68 1,-8 75 282,-1-46-1044,0 76 1774,0-1 0,0 1 0,-1 0 0,-1 0 0,1 0-1,-1 0 1,-6-11 0,9 22 2466,-5 25-375,5-27-2118,0 0 0,0 0 0,0 0 0,0 0 0,0 0 1,0 0-1,0 0 0,0 0 0,1 0 0,-1 0 0,0 0 0,1 0 0,-1 0 1,0 0-1,1 0 0,0 0 0,-1 0 0,1 0 0,-1-1 0,1 1 0,0 0 1,0 0-1,-1-1 0,1 1 0,0 0 0,2 0 0,1 0-823,1 0-1,-1 0 1,1 0-1,-1-1 0,1 1 1,7-2-1,-4 1-737,27 0-6026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6.0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74 326 480,'0'0'16907,"-2"13"-16457,-7 36 249,9-49-690,0 0 0,0 1-1,0-1 1,0 0-1,0 0 1,0 0-1,0 0 1,0 0-1,0 0 1,0 0-1,0 0 1,0 1-1,0-1 1,0 0-1,0 0 1,0 0-1,0 0 1,0 0-1,0 0 1,0 0-1,0 1 1,0-1-1,0 0 1,0 0-1,0 0 1,0 0-1,0 0 1,0 0-1,0 0 1,0 1 0,0-1-1,0 0 1,0 0-1,1 0 1,-1 0-1,0 0 1,0 0-1,0 0 1,0 0-1,0 0 1,0 0-1,0 0 1,0 0-1,0 0 1,1 0-1,-1 0 1,0 0-1,0 0 1,0 1-1,0-1 1,0 0-1,0 0 1,1 0-1,-1-1 1,0 1-1,0 0 1,0 0-1,0 0 1,0 0 0,0 0-1,0 0 1,0 0-1,1 0 1,-1 0-1,0 0 1,9-10 295,7-18-125,42-98-895,-52 110 210,-1 0 0,0-1 0,-1 0 0,-1 1 0,-1-1 0,1-20 0,-3 26-15,0 5 163,0 0 0,0 0 0,0 0 0,-1 0-1,-2-8 1,3 12 322,-1 0 0,0 0-1,0 1 1,0-1 0,0 0 0,0 1 0,0-1-1,0 1 1,-1-1 0,1 1 0,0 0-1,-1-1 1,1 1 0,-1 0 0,0 0 0,1 0-1,-1 0 1,0 0 0,0 0 0,-3 0-1,-4-2 99,-1 1-1,0 1 1,0 0-1,0 0 1,-16 2-1,10-1 104,14 0-106,0 0 1,1 0-1,-1 1 1,0-1-1,0 1 1,1-1-1,-1 1 1,0-1-1,1 1 0,-1 0 1,0 0-1,1 0 1,-1 0-1,1 0 1,0 0-1,-1 1 1,1-1-1,0 0 0,0 1 1,-1-1-1,1 1 1,0-1-1,1 1 1,-1-1-1,0 1 0,0 0 1,1 0-1,-2 2 1,0 6 289,-1 1 0,1-1 0,0 20 0,2-27-284,-3 126 2384,4-80-1800,-1-18-250,2 0 0,1-1 0,1 0 0,1 0 0,2 0 0,2 0 0,0-1 0,16 34 0,-21-56-318,0 1 0,0-1 0,0 0 0,1 0 0,0 0 0,0 0 0,1-1 0,8 8-1,-10-11-58,1 0 0,-1 0 0,1-1 0,0 0 0,-1 1 0,1-2 0,0 1 0,1 0 0,-1-1-1,0 0 1,0 0 0,1-1 0,9 0 0,-10 0-23,0 0 1,0-1-1,1 1 0,-1-1 1,-1-1-1,1 1 0,0-1 1,0 0-1,0 0 1,-1 0-1,1-1 0,-1 1 1,8-7-1,-5 3-89,0-1 0,-1 0 1,1 0-1,-1-1 0,-1 0 0,1 0 0,3-9 0,0-1-724,-1-1 0,0 0 0,-2-1 0,0 0-1,-1 0 1,3-32 0,-6-15-4452,-2 3-4072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6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48 960,'0'0'7852,"1"-8"-6561,4-24-138,-2 25 2058,-2 16-2532,16 511 6551,-16-500-7045,-2-13-81,2-1 0,-1 1 0,1 0-1,0-1 1,3 11 0,-4-16-101,0-1 0,0 0 0,0 1 0,1-1 0,-1 0 0,0 0 0,0 0 0,0 1 0,0-1 0,1 0 0,-1 0 0,0 1 0,0-1 0,1 0 0,-1 0 0,0 0-1,0 0 1,1 0 0,-1 1 0,0-1 0,0 0 0,1 0 0,-1 0 0,0 0 0,1 0 0,-1 0 0,0 0 0,0 0 0,1 0 0,-1 0 0,0 0 0,1 0 0,-1 0 0,0 0 0,0 0 0,1 0 0,-1-1 0,0 1 0,1 0 0,-1 0 0,0 0 0,0 0 0,1 0 0,-1-1 0,0 1 0,0 0 0,0 0 0,1 0 0,-1-1 0,0 1 0,0 0 0,0 0 0,0-1-1,0 1 1,1 0 0,-1 0 0,0-1 0,0 1 0,0 0 0,0-1 0,0 1 0,0 0 0,0 0 0,0-1 0,0 1 0,0 0 0,0-1 0,0 1 0,0-1 0,5-21-470,-1-1 0,3-46-1,-6-56-2242,-1 79 1788,-1 10-207,1-7-2833,9-84 1,-8 121 3671,0 0 1,0 1 0,0-1-1,1 1 1,0 0-1,0-1 1,1 1 0,5-8-1,-7 11 348,1 0 0,-1 1 1,1-1-1,-1 0 0,1 1 0,0 0 0,0-1 0,0 1 0,0 0 0,0 0 0,0 0 0,0 0 0,0 1 0,1-1 0,-1 0 0,0 1 0,0-1 0,1 1 0,-1 0 0,0 0 0,0 0 0,1 0 0,2 1 0,-2-1 190,-1 1 1,0 0-1,1-1 0,-1 1 0,0 0 0,1 0 0,-1 0 0,0 1 0,0-1 0,0 0 0,0 1 0,0 0 0,0-1 0,2 4 0,0 0 249,0 0 0,0 1-1,0 0 1,5 12-1,-1 1 447,-1 1-1,7 31 0,-8-14-159,-2 1-1,-1 0 1,-4 63 0,0-33-2975,-15-68-3435,-1 0 233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7.1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6147,'0'0'7425,"1"8"-6585,10 158 1771,-6-50-1540,35 578 2778,-39-676-3793,-1-1-26,1-1 1,0 0-1,1 0 1,1 0-1,1 0 0,1 0 1,10 27-1,-13-39-48,-2-4 3,1 1-1,-1 0 1,0 0-1,1 0 1,-1 0-1,1-1 1,-1 1-1,1 0 1,-1 0-1,1-1 1,-1 1-1,1 0 1,0-1-1,-1 1 1,1-1-1,0 1 1,0-1 0,1 2-1,-2-6-707,-1-60-3844,-8 14-644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7.5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11957,'0'0'3458,"32"2"-2543,102 4-533,58-4-2576,-124-3-1282,-66 1 3490,-1 1 1,0-1-1,0 1 0,1-1 0,-1 1 0,0-1 0,0 1 0,0 0 0,0-1 0,0 1 0,0 0 0,0 0 1,0 0-1,0 0 0,0 0 0,0 0 0,-1 0 0,1 0 0,0 0 0,-1 0 0,1 0 0,-1 0 0,1 0 1,-1 1-1,1-1 0,-1 0 0,0 3 0,8 43 2142,-7-35-1420,10 74 1966,11 99 762,-21-155-3145,-2-20-245,2 0 0,-1 1 0,1-1 0,1 0 0,0 0 0,5 16 0,-4-58-6458,-3-16 432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7.9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25 265 12166,'0'0'5949,"17"-17"-5610,58-56-409,-71 68 4,0 0 0,0 0-1,-1-1 1,0 1 0,0-1-1,0 0 1,0 0 0,-1 0-1,0 0 1,0 0 0,-1 0-1,1-1 1,-1 1 0,-1-1-1,1 1 1,-1-1 0,-1 1-1,0-11 1,0-9-445,0 25 531,1 0-1,0-1 1,-1 1-1,1 0 1,-1 0 0,0 0-1,1-1 1,-1 1-1,0 0 1,0 0 0,0 0-1,0 0 1,0 0-1,0 0 1,0 0 0,0 1-1,0-1 1,0 0 0,0 1-1,0-1 1,0 0-1,-1 1 1,1-1 0,0 1-1,-1 0 1,1-1-1,0 1 1,-1 0 0,1 0-1,0 0 1,-1 0-1,0 0 1,-3 0 119,0 0 0,0 0 0,0 0 0,1 0 1,-1 1-1,0 0 0,1 0 0,-1 0 0,-5 2 0,6 0-64,0 0-1,0 0 1,0 0 0,1 1-1,-1-1 1,1 1-1,0 0 1,0 0 0,0 0-1,0 0 1,1 0-1,-1 1 1,1-1 0,0 1-1,1 0 1,-1-1-1,1 1 1,-1 9 0,-3 12 333,2 0 1,1 35 0,2-52-286,-1 6 29,0 11 88,1 0 0,1 0 0,1 0 1,7 29-1,-7-48-198,0 0 1,0 0-1,1 0 1,0 0-1,0-1 0,1 1 1,0-1-1,6 8 1,-6-10-32,-1 0 0,1-1 0,0 1 0,0-1 0,0 0 0,1 0 0,-1-1 0,1 1 0,-1-1 0,1 0 0,0 0 0,0-1 0,7 2 0,-6-1-24,1-1 1,0 0 0,0-1 0,0 1-1,0-1 1,0-1 0,0 1-1,0-1 1,0 0 0,0-1 0,0 0-1,0 0 1,-1 0 0,1-1 0,-1 0-1,0 0 1,8-5 0,-2-2-279,0 0 0,0-1 0,-1 0 0,0-1 0,-1-1 1,14-22-1,-5 6-1772,-2 0 0,-2-1 0,22-57 0,-13 0-5453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8.3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3666,'0'0'15943,"0"54"-15671,16 28 400,-2 32-111,-1 27 239,-10 25-368,-3 17-304,0-11 16,-3-28-144,-4-45-480,7-45-608,0-39-2018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5:59.6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 5090,'0'0'6755,"0"-3"-6064,0-3 270,1 18-387,5 55-14,67 311 818,12 70 680,-80-419-1968,2 12 165,15 54 0,-21-114-404,0-5-307,-4-85-3656,-11 30-1226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0.5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308 19 4562,'0'0'5643,"6"-3"-4227,0-1-1000,-4 3-273,0 0-1,0-1 1,0 1 0,0 0 0,0 0 0,0 0 0,1 1 0,-1-1 0,0 0 0,0 1 0,1-1-1,2 1 930,21 0 1750,-25 0-2730,0 0 0,-1 1 0,1-1 0,0 0 0,-1 0 0,1 1 0,-1-1 0,1 1 0,0-1 0,-1 0 0,1 1 0,-1-1 0,1 1 0,-1-1-1,0 1 1,1 0 0,-1-1 0,1 1 0,-1-1 0,0 1 0,0 0 0,1-1 0,-1 1 0,0 0 0,0-1 0,0 1 0,0 0 0,0-1 0,0 1 0,0 0 0,0 0-1,0-1 1,0 2 0,-1 32-220,0-27 369,-1 5-213,0-1 0,0 0 0,-1 0-1,-1 0 1,0 0 0,-5 11 0,-37 60 48,37-66-69,-16 25-57,-47 58 1,58-82-131,0-2 0,-1 0-1,-1 0 1,0-1 0,-35 22 0,45-32-105,0-1 0,0 0-1,0-1 1,0 1-1,0-1 1,-1 0-1,1 0 1,-1-1-1,1 0 1,-12 0-1,17-1 213,1 0 0,0 0-1,0-1 1,0 1-1,0 0 1,-1 0-1,1 0 1,0-1 0,0 1-1,0 0 1,0 0-1,0-1 1,0 1-1,0 0 1,0 0 0,0-1-1,0 1 1,0 0-1,0 0 1,0-1-1,0 1 1,0 0 0,0 0-1,0-1 1,0 1-1,0 0 1,0 0-1,0-1 1,0 1 0,1 0-1,-1 0 1,0 0-1,0-1 1,0 1-1,0 0 1,1 0 0,-1 0-1,0 0 1,0-1-1,0 1 1,0 0-1,1 0 1,-1 0 0,4-2 11,-1 0 1,1 0 0,0 1-1,-1 0 1,1-1-1,0 1 1,0 1 0,0-1-1,0 0 1,0 1 0,0 0-1,0 0 1,6 1 0,-1-1 85,1 1 111,-1 0 1,1 1 0,-1 0-1,0 0 1,0 1 0,0 0-1,0 1 1,0 0 0,-1 0-1,0 1 1,0 0 0,0 0-1,0 1 1,12 12 0,8 10 716,-2 0 0,30 44 0,55 95 2412,-105-157-3078,-3-5-37,1 0 1,0 1 0,0-1 0,0-1 0,6 6 0,-9-10-144,-1 1 0,1 0 0,-1-1 0,1 1 0,-1-1 0,1 1 0,0-1 0,-1 0 0,1 1 0,0-1 0,-1 0 0,1 1 0,0-1 1,0 0-1,-1 0 0,1 1 0,0-1 0,0 0 0,-1 0 0,1 0 0,0 0 0,0 0 0,0 0 0,-1 0 0,1 0 0,0-1 0,0 1 0,-1 0 0,1 0 1,0-1-1,0 1 0,-1 0 0,1-1 0,0 1 0,-1-1 0,1 1 0,-1-1 0,1 1 0,0-1 0,-1 1 0,1-1 0,-1 0 0,1 1 0,-1-1 0,0 0 1,1 1-1,-1-1 0,0 0 0,1 0 0,-1 1 0,0-1 0,0 0 0,0 0 0,0 0 0,7-28-746,-2 0 0,0 1 0,-1-43 0,0 20-1017,1-10-16,4-38-66,-7 30 6174,-2 81-3348,0 32-394,3 113 847,-1-128-1221,1 0-1,2-1 0,10 38 0,23 41 248,-32-93-433,1-1 0,0 0 0,0 0 0,2 0 0,13 15 0,-20-25-33,1 0-1,0-1 1,0 0 0,0 0 0,0 0-1,0 0 1,1 0 0,-1-1-1,0 1 1,7 1 0,-8-3-5,-1 1 0,1-1-1,0 1 1,0-1 0,0 0 0,0 0 0,0 0 0,0 0 0,0 0 0,0 0 0,-1-1 0,1 1 0,0-1 0,0 1 0,0-1 0,0 0 0,-1 1 0,1-1 0,0 0-1,-1 0 1,3-2 0,-1-1-50,1 0 0,-1-1 0,-1 1 0,1-1 0,-1 1 0,0-1-1,4-10 1,9-42-675,-8 10-671,-1 0 1,-2-1-1,-3 1 1,-7-74-1,5 110 1081,-1 0 0,0-1 0,-1 1 0,0 0 0,-1 0 0,0 1 0,-1-1 1,0 1-1,-7-11 0,9 17 457,1 0 0,-1 1 0,1-1 0,-1 1 1,0 0-1,0 0 0,-1 0 0,1 0 0,-1 1 0,1-1 0,-1 1 1,0 0-1,0 0 0,0 0 0,0 0 0,0 1 0,0 0 1,-1 0-1,1 0 0,0 0 0,-1 1 0,1-1 0,0 1 1,-1 0-1,1 1 0,-9 1 0,10-1-34,1 0 1,-1 0-1,0 0 0,1 1 0,-1-1 1,1 1-1,-1 0 0,1 0 0,0 0 0,0 0 1,0 0-1,0 0 0,0 0 0,0 1 1,1-1-1,-1 1 0,-1 3 0,-9 13-163,4-17-4718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1.4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44 5170,'0'0'5584,"-3"-2"-4482,3 2-1033,0 0 0,0 0 0,-1-1-1,1 1 1,0 0 0,0 0 0,-1 0 0,1-1-1,0 1 1,-1 0 0,1 0 0,0 0 0,-1 0-1,1 0 1,0 0 0,-1 0 0,1 0 0,-1 0-1,1 0 1,0 0 0,-1 0 0,1 0 0,0 0-1,-1 0 1,1 0 0,0 0 0,-1 0 0,1 0 0,0 1-1,-1-1 1,1 0 0,0 0 0,-1 0 0,1 0-1,0 1 1,0-1 0,-1 0 0,1 0 0,0 1-1,0-1 1,-1 0 0,1 1 0,0-1 0,-3 22 2528,3-13-3206,-2 290 3765,3-160-1894,-1-62-523,0-62-444,0-50-428,0 19-88,1-26-735,-2-1 0,-2 0 1,-9-44-1,4 45 113,2-1 1,2 0-1,2 0 1,4-46-1,-1 85 896,-1 0 0,1 0 0,-1 0 0,1 0 0,0 0 0,1 0 0,-1 0 0,1 0 0,0 1 0,0-1 0,0 1 0,0-1-1,0 1 1,6-6 0,-6 8 45,-1-1-1,1 0 0,0 1 0,0 0 1,0-1-1,1 1 0,-1 0 1,0 0-1,0 0 0,1 0 0,-1 1 1,0-1-1,1 1 0,-1-1 0,1 1 1,-1 0-1,1 0 0,-1 0 0,1 0 1,-1 0-1,0 0 0,1 1 1,-1-1-1,1 1 0,-1 0 0,4 1 1,-2 0 31,0 1 0,0-1 0,0 1 0,0 0 0,-1 0 0,1 0 0,-1 0 0,0 1 0,0-1 0,4 6 0,25 47 1053,-6 0-1,-2 2 1,24 89-1,14 128 1067,-52-238-2187,-10-48-175,0-34-1207,-8-69 0,-4 18-2509,-1-127 1,13 213 3700,0 0 0,1-1 0,0 1-1,1 0 1,0 0 0,0 1 0,7-16 0,-8 22 158,0 0 0,1 0 0,0 0 0,-1 0 0,1 0 0,0 1 1,1-1-1,-1 1 0,0-1 0,1 1 0,-1 0 0,1 0 0,0 0 0,0 1 0,-1-1 0,1 0 0,0 1 0,1 0 0,-1 0 0,0 0 0,0 0 0,0 0 0,1 1 0,-1-1 1,0 1-1,4 0 0,-4 0 87,1 1 1,-1-1-1,0 1 1,1 0 0,-1 0-1,0 0 1,0 0-1,0 1 1,0-1 0,0 1-1,0 0 1,0 0-1,0 0 1,-1 0-1,1 0 1,-1 1 0,0-1-1,1 1 1,-1-1-1,0 1 1,-1 0 0,1 0-1,0 0 1,-1 0-1,2 5 1,4 10 350,-1 0 0,-1 1 0,5 25 0,-7-28-188,7 45 723,5 83 1,-13-56-3592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2.1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7171,'0'0'10248,"3"0"-9661,-1 0-555,-1-1 4,0 1 0,0 0 0,0 0 1,1 0-1,-1 0 0,0 0 0,0 0 0,0 1 0,0-1 0,0 0 0,0 0 0,0 1 0,0-1 0,0 1 0,0-1 1,0 1-1,0-1 0,0 1 0,0 0 0,-1-1 0,1 1 0,0 0 0,0 0 0,-1-1 0,1 1 0,0 0 0,-1 0 0,1 0 1,-1 0-1,1 0 0,0 1 0,9 26 41,-2-1 1,0 1-1,5 40 1,3 90 42,-10-79-81,6 53 77,48 481 689,-59-598-732,1-1 1,0 1 0,1-1-1,8 22 1,-7-27 98,-1-9 14,-2-16-59,0-46-187,1 26-579,-2-1 0,-1 1 0,-2-1 1,-9-43-1,5 45-56,1 0 1,2 0 0,1-1 0,3-40 0,0 71 764,1 0 0,0 0 1,0-1-1,0 1 0,1 0 0,0 0 1,0 1-1,0-1 0,0 0 1,1 1-1,0-1 0,0 1 1,0 0-1,0 0 0,1 0 0,-1 0 1,1 1-1,0-1 0,0 1 1,1 0-1,-1 1 0,1-1 0,-1 0 1,7-1-1,-7 2-4,0 0 0,0 1 0,1-1 0,-1 1 0,0 0 0,1 0 0,-1 0 0,1 1 0,0 0 0,-1 0 0,1 0 0,-1 0 0,1 1 0,-1-1 0,1 1 0,-1 0 0,1 1 0,-1-1 0,0 1 0,0 0 0,1 0 0,-1 0 0,-1 1 0,1-1 0,0 1 0,-1 0 0,1 0 0,3 4 0,-1 1 47,0 0 0,0 1 0,-1 0 0,0 0-1,0 0 1,-1 0 0,-1 0 0,1 1 0,-2 0 0,1 0 0,-1 0 0,-1 0 0,0 0 0,0 14 0,-1-9-30,1-6-48,-1 0 1,0 0-1,0 1 1,-1-1-1,0 0 1,0 0-1,-1 0 1,-1 0-1,0 0 1,0-1-1,0 1 1,-7 10-1,3-8-42,-1-1 1,-1 1-1,0-2 0,0 1 1,-1-1-1,-18 13 0,21-17-205,0 0 1,0-1-1,0 0 0,-1-1 0,1 1 1,-1-1-1,0-1 0,0 1 0,-1-2 1,1 1-1,-15 0 0,21-1 7,0-1 1,0 0-1,0 0 0,1 0 0,-1 0 1,0-1-1,0 1 0,0 0 0,0-1 0,0 1 1,0-1-1,0 0 0,1 0 0,-3-1 1,3 1-41,0-1 1,0 1 0,0-1-1,1 1 1,-1-1 0,0 0-1,1 1 1,0-1 0,-1 0-1,1 1 1,0-1 0,0 0-1,0 0 1,0-2 0,-1-29-4937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2.4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6275,'0'0'7027,"10"163"-4594,0-79-592,3 0 192,-6 0-913,-4-24-527,4-21-129,-4-18-432,4-21-64,-1-12-96,-6-42-1153,0-15-1120,0-3-4210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2.8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28 4514,'0'0'12710,"121"-28"-17816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3.2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8740,'0'0'9370,"6"31"-7815,41 203 697,-37-175-1416,-2 0 0,1 109 0,-17-332-2787,3 101-1130,3 0-1,6-81 1,-3 137 2826,0 1-1,0 0 1,1 0 0,-1 0-1,1 0 1,1 0 0,-1 0-1,1 0 1,0 1 0,7-10-1,-8 12 328,0 1-1,1-1 0,-1 1 0,1 0 1,-1 0-1,1 0 0,0 0 1,0 0-1,0 1 0,0-1 0,0 1 1,0 0-1,0 0 0,1 0 0,-1 0 1,0 1-1,0-1 0,1 1 1,-1 0-1,0 0 0,5 0 0,-3 1 151,-1 0-1,0 0 0,0 1 0,0-1 1,0 1-1,0 0 0,-1 0 0,1 0 0,-1 1 1,1-1-1,-1 1 0,0 0 0,1 0 0,-1 0 1,-1 0-1,1 0 0,0 1 0,-1-1 1,0 1-1,0 0 0,2 4 0,5 11 744,-1 1 0,10 38 0,-18-56-923,8 30 1119,5 58 1,-2-6 135,-9-78-1411,-1-14-2792,-2-3 651,0 0-1,0 1 0,-7-21 1,-4-11-6619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3.9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92 127 704,'0'0'8562,"10"-7"-6826,28-24-460,-37 30-1159,0 1 0,0-1 0,-1 0 0,1 0 1,0 0-1,0 0 0,0 0 0,-1 0 0,1 0 0,-1 0 1,1 0-1,-1 0 0,1 0 0,-1 0 0,1 0 1,-1 0-1,0-1 0,0 1 0,1 0 0,-1 0 0,0 0 1,0-1-1,0 1 0,-1 0 0,1 0 0,0 0 1,-1-3-1,0-1 1206,1 2-1288,0 0 2404,-3 4-2410,-1-1 1,0 0 0,0 0-1,1 0 1,-1 0 0,0 0-1,-4-2 1,0 0-8,-1 0 0,0 1 0,0 0 1,0 1-1,-18 1 0,6-1-24,20 0 0,0 1 0,1-1 0,-1 0 0,1 0 0,-1 1 0,0-1 0,1 1 0,-1-1 0,1 0 0,-1 1 0,1-1 0,-1 1 0,1 0 0,-1-1 0,1 1 0,0-1 0,-1 1 0,1 0 0,0-1 0,-1 1 0,1-1 0,0 1 0,0 0 0,0 0 0,-1 1 0,-3 23-8,3-20 18,-3 43 701,3 72-1,2-56-126,-1-37-241,-1-4 102,4 41-1,-3-59-373,1-1-1,-1 1 1,1-1 0,1 1-1,-1-1 1,0 0-1,1 1 1,0-1-1,0 0 1,0 0-1,1 0 1,0 0 0,-1-1-1,1 1 1,4 3-1,-6-6-54,0 0 0,1 0 0,-1 0 0,1 0-1,-1 0 1,1 0 0,-1-1 0,1 1 0,0 0-1,-1-1 1,1 1 0,0-1 0,-1 0 0,1 0-1,0 1 1,0-1 0,-1 0 0,1 0 0,0-1-1,0 1 1,-1 0 0,1-1 0,0 1 0,-1-1-1,1 1 1,0-1 0,-1 0 0,1 1 0,-1-1-1,1 0 1,-1 0 0,0 0 0,1-1 0,-1 1-1,2-2 1,2-3 4,1 0 1,-1-1-1,-1 1 0,1-1 0,6-14 0,5-15-706,-2 0 1,-1-1-1,15-68 0,-19 56-1498,-3-1-1,1-80 0,-6 165 4692,5 37 1,23 83-727,-18-103-1104,-9-45-674,3 23-119,1 0 0,2 0-1,1-1 1,23 50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5.0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51 1 4498,'0'0'7542,"4"0"-6605,12 0 789,-17 0-1499,-1 1 1,1 0 0,-1 0-1,1 0 1,-1 1 0,1-1-1,0 0 1,0 0 0,0 1-1,-1-1 1,1 1-1,0-1 1,1 1 0,-1-1-1,-1 3 1,-15 31-670,15-31 683,-4 12-227,0 0 0,1 1-1,1 0 1,0 0-1,1 0 1,1 1 0,1-1-1,1 28 1,0-42-11,0 0 0,0 0 0,1 0-1,-1 0 1,1 0 0,-1 0 0,1 0 0,0-1 0,0 1 0,1 0 0,-1-1-1,0 1 1,3 3 0,0-2 10,0 0 0,0 0 0,0 0 0,0-1 0,0 0 0,1 0 0,4 3 0,42 19 195,-39-20-195,1 1-1,-1 0 1,-1 1 0,1 0-1,-1 1 1,0 0 0,11 11 0,-20-17-20,-1 0 0,1 1 0,-1-1 1,1 0-1,-1 1 0,0-1 0,0 1 1,0 0-1,0-1 0,-1 1 0,1 0 1,-1-1-1,1 1 0,-1 0 0,0 0 1,0 3-1,-4-5-145,2-1 115,1-1 0,-1 1 1,0 0-1,0-1 0,0 1 1,0-1-1,0 1 0,1-1 1,-1 0-1,0 0 1,1 0-1,-1 0 0,1 0 1,-1 0-1,1 0 0,-1 0 1,-1-3-1,-1 0-69,1 0 0,0-1 0,1 1 0,-1-1 1,1 1-1,-3-9 0,1-1-663,0-1 1,0 0 0,-2-28 0,5-68-6606,1 106 6957,0 1 0,0 0 0,0 0 0,1 0 0,-1 0 0,1 0 0,0 0 0,0 0 0,1 0 0,3-7 0,-4 10 479,0-1-1,1 0 0,-1 0 0,1 1 1,0-1-1,0 1 0,0-1 0,-1 1 1,1 0-1,0 0 0,1 0 0,-1 0 1,0 0-1,0 0 0,0 1 0,0-1 0,1 1 1,-1-1-1,5 1 0,3-1 753,0 0-1,1 1 0,-1 0 1,0 1-1,12 2 1,-18-2-505,1 0 0,-1 0 0,0 1 1,0-1-1,0 1 0,0 0 0,0 1 1,-1-1-1,1 1 0,-1-1 0,1 1 1,-1 0-1,0 0 0,3 5 0,1 1 222,-1 1 0,0-1 0,-1 1 0,0 1-1,0-1 1,-1 1 0,0-1 0,-1 1 0,3 20 0,-2 5 901,-1 63-1,-3-87-1271,0-11-571,-1-4-1363,-7-12-2439,-7-16-3121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5.4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8260,'0'0'3313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5.7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3 8404,'0'0'7798,"-15"-1"-7379,-45-1-54,58 2-343,0 0 0,0 1 0,1-1 1,-1 0-1,0 1 0,1-1 0,-1 1 0,0 0 0,1-1 0,-1 1 0,1 0 0,-1 0 0,1 0 0,-1 0 0,1 0 0,0 0 0,-1 1 0,1-1 0,0 0 0,0 1 0,0-1 0,0 1 0,0-1 0,0 1 0,0-1 0,1 1 0,-1-1 0,1 1 0,-1 2 0,-2 3 62,-2 10 210,0 0 0,1 0 0,1 0 0,1 0 0,0 0 0,1 1 0,3 27 0,-2-14 352,0-23-472,0 0 0,0 0 0,1-1 0,0 1-1,1 0 1,0-1 0,4 13 0,-5-17-145,0-1 0,1 0 0,-1 0 0,1 1 0,-1-1 0,1 0 0,-1-1 0,1 1 0,0 0 0,0 0 0,0-1 0,0 1 0,0-1 0,1 0 0,-1 1 0,0-1 0,1 0 0,-1 0 1,1-1-1,-1 1 0,0 0 0,1-1 0,0 0 0,-1 1 0,1-1 0,2 0 0,1 0 50,0 0 1,0 0-1,0-1 1,-1 1 0,1-1-1,0-1 1,7-1-1,-10 1-71,0 0-1,0 0 1,0 0-1,-1 0 1,1 0-1,0-1 1,-1 1-1,0-1 1,1 0-1,-1 0 1,0 0-1,3-6 0,4-7-462,-1 0 0,0-1 0,-1 0-1,-1 0 1,0 0 0,-2-1-1,0 0 1,0 0 0,-2-1-1,-1 1 1,0-27 0,-1 43 370,-1 0 0,1-1 0,-1 1-1,1 0 1,-1 0 0,0 0 0,0 0 0,0 0 0,0 0 0,0 1 0,0-1 0,-1 0 0,1 0 0,-1 1 0,1-1 0,-1 1 0,1-1 0,-1 1 0,0 0 0,0 0 0,1 0 0,-1 0 0,0 0-1,0 0 1,0 0 0,0 0 0,-1 1 0,1-1 0,0 1 0,-3-1 0,-9-1 369,-1 1 0,1 0 0,-23 2 0,16 0 472,10 1-619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6.5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76 3314,'0'0'6747,"0"-8"-5771,0-38 6145,0 50-6844,3 46 862,11 65-1,-2-24-21,-8-54-602,-2-9 88,7 32-1,-6-52-371,-1-8-124,0-7-10,9-120-1249,-9 82-646,2 1 0,2 0-1,14-52 1,-19 91 1461,1 0 0,0 0 0,0 0 0,0 0 0,5-6 0,-7 10 305,1 0-1,0-1 0,1 1 0,-1 0 1,0 0-1,0 0 0,0 0 0,1 0 1,-1 1-1,0-1 0,1 0 0,-1 0 0,1 1 1,-1-1-1,1 1 0,-1 0 0,1-1 1,-1 1-1,1 0 0,0 0 0,1 0 1,-2 0 144,1 0 0,0 1 0,-1-1 0,1 1 0,-1 0 0,1-1 0,-1 1 0,1 0 0,-1 0 0,1 0 0,-1 0 0,0 0 0,0 0 0,1 1 0,-1-1 0,0 0 0,0 0 0,0 1 0,0-1 0,-1 1 0,1-1 0,0 1 0,0 2 0,15 45 1749,-13-38-1373,5 16 468,41 173 2852,-48-195-4981,-8-36-18671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7.1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104 421 10325,'0'0'7086,"-5"-6"-6323,-15-18 21,20 24-747,-1-1 0,1 1 0,0-1 1,-1 1-1,0 0 0,1-1 0,-1 1 0,1 0 0,-1-1 0,1 1 0,-1 0 1,0 0-1,1 0 0,-1-1 0,1 1 0,-1 0 0,0 0 0,1 0 1,-1 0-1,0 0 0,1 0 0,-1 0 0,1 1 0,-1-1 0,0 0 0,1 0 1,-1 0-1,1 1 0,-1-1 0,0 0 0,1 0 0,-1 1 0,-13 14 576,12-12-471,-3 5 101,-1 0 1,2 0 0,-1 1 0,1-1 0,0 1-1,1 0 1,0 0 0,0 0 0,1 1 0,0-1-1,1 1 1,-1 17 0,3-35-525,-1 0 0,1 0 0,1 1 0,0-1 0,0 0 0,0 0 0,1 1 0,0-1 1,0 1-1,1 0 0,0 0 0,9-12 0,-12 19 268,-1-1 1,1 1-1,-1 0 1,1-1-1,-1 1 1,0 0-1,1-1 0,-1 1 1,1 0-1,0 0 1,-1-1-1,1 1 1,-1 0-1,1 0 1,-1 0-1,1 0 1,-1 0-1,1 0 1,0 0-1,-1 0 1,1 0-1,-1 0 0,1 0 1,-1 0-1,1 0 1,-1 1-1,1-1 1,0 0-1,-1 0 1,1 0-1,-1 1 1,1-1-1,-1 0 1,0 1-1,1-1 1,-1 1-1,1-1 0,-1 0 1,0 1-1,1-1 1,-1 1-1,1 0 1,11 24 228,5 30 743,13 35 490,-26-80-1275,1 0 1,0 0 0,0 0 0,1-1-1,1 0 1,8 10 0,-14-18-168,0 1 0,0-1 0,0 0 1,0 0-1,0 0 0,0 0 0,0 0 0,1 0 1,-1 0-1,0 0 0,0 0 0,1 0 0,-1-1 1,1 1-1,-1-1 0,1 1 0,-1-1 0,1 0 1,-1 1-1,1-1 0,-1 0 0,1 0 0,0 0 0,-1 0 1,1 0-1,-1 0 0,1-1 0,-1 1 0,1-1 1,-1 1-1,1-1 0,-1 1 0,1-1 0,-1 0 1,0 1-1,1-1 0,-1 0 0,0 0 0,0 0 1,0 0-1,0 0 0,0-1 0,0 1 0,2-2 1,3-6-94,0-1 1,0 0 0,-1 0 0,8-20 0,-11 25 11,76-218-6299,-64 169 4526,-1 0-1,5-69 1,-16 107 2998,-1 0 1,0 0-1,-2 0 1,-2-22-1,2 35-1010,0 0 0,0 0 0,0 0-1,0 0 1,-1 0 0,0 1 0,1-1 0,-1 0-1,0 1 1,-4-5 0,4 6-109,1-1 1,0 1-1,-1 0 1,1 0-1,-1 0 1,1 0-1,-1 0 1,1 0-1,-1 0 1,0 0-1,0 1 0,1-1 1,-1 1-1,0-1 1,0 1-1,0 0 1,1-1-1,-1 1 1,0 0-1,-3 0 1,5 1-23,0-1 1,-1 0-1,1 0 1,0 0 0,-1 1-1,1-1 1,0 0-1,0 0 1,-1 1-1,1-1 1,0 0 0,0 1-1,-1-1 1,1 0-1,0 0 1,0 1-1,0-1 1,0 0 0,-1 1-1,1-1 1,0 1-1,0-1 1,0 0-1,0 1 1,0-1 0,0 0-1,0 1 1,-5 28 174,2-1-1,-1 44 1,7 64 556,-2-98-561,-1-13-87,1 0 0,2-1-1,0 1 1,2 0 0,0-1 0,2 0 0,1 0-1,12 26 1,-17-45-90,-1-1 0,1 1 0,0-1 0,1 0 0,-1 1 0,1-1 0,0-1 0,6 6 0,-9-8-94,0-1 0,-1 1 0,1 0 1,1-1-1,-1 1 0,0 0 0,0-1 0,0 0 0,0 1 1,0-1-1,0 0 0,0 1 0,1-1 0,-1 0 0,0 0 1,0 0-1,0 0 0,1 0 0,-1 0 0,0 0 0,0 0 1,0-1-1,1 1 0,-1 0 0,0-1 0,0 1 0,0-1 1,0 1-1,0-1 0,0 0 0,0 1 0,0-1 0,0 0 1,0 0-1,0 0 0,-1 0 0,1 0 0,0 1 0,0-1 1,-1 0-1,1-1 0,0 0 0,1-3-948,0 0 0,0 0 0,0 0 1,2-10-1,1-27-10041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7.5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12198,'0'0'7635,"184"66"-7635,-161-66-1665,-12 0-1648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08.0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33 12230,'0'0'6579,"194"33"-5923,-134-33-592,4-3-64,-14-27-1921,-14-3-3585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23.9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1249,'0'0'6114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3.1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175 114 2257,'0'0'11827,"-5"-1"-10995,-1-1-395,0 1 0,0-1 0,-1 1 0,-9 0-1,13 1-386,1 0-1,-1 0 0,0 1 0,1-1 1,-1 1-1,0-1 0,1 1 0,-1 0 1,1 0-1,-1 0 0,1 0 0,-1 0 0,1 1 1,0-1-1,-4 4 0,-2 4-39,0 0 0,1 1 0,0 0-1,0 0 1,1 0 0,1 1 0,0 0 0,0 0 0,1 1-1,0-1 1,1 1 0,-2 18 0,-1 13 102,3 1 0,2 48 0,1-58-26,0 38 131,5 148 1002,-2-195-1018,0-1 1,2 1 0,1 0 0,1-1 0,1 0 0,17 36 0,-21-52-127,0 0-1,1 0 1,0-1-1,0 0 1,1 1-1,0-2 1,0 1-1,1-1 1,10 9-1,-11-12-35,-1 1-1,1-1 1,1-1-1,-1 1 1,0-1-1,1 0 1,-1 0-1,1-1 1,0 0-1,-1 0 1,1-1-1,11 0 1,-12 0-31,0 0 1,1-1-1,-1 0 1,0-1-1,0 1 0,0-1 1,-1 0-1,1-1 1,0 1-1,-1-1 1,1 0-1,-1-1 0,0 1 1,0-1-1,0 0 1,-1 0-1,5-5 1,4-8-10,0 0 0,-1-1 1,16-31-1,-25 44-4,13-26-292,-2 0 1,0-1-1,-3-1 0,0 0 1,-2 0-1,-2-1 0,-1 0 1,-1-1-1,-1-36 0,-3 55 165,-1-16-324,-3-37 0,2 59 402,-1-1 0,0 1 0,0 0-1,-1 0 1,-1 1 0,0-1 0,-8-14-1,2 7 44,-2 0 0,0 1 0,-1 1 0,-21-21 0,-64-47 263,67 60-476,1-2 0,2-2 0,-27-30 0,45 40 714,-6-11-7027,23 43 552,17 26 3766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3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69 6035,'0'0'7414,"0"0"-7303,-1 0 1,1-1-1,-1 1 1,0 0-1,1 0 1,-1 0-1,0 0 1,1-1-1,-1 1 1,0 0-1,0 0 1,1 0-1,-1 0 1,0 0-1,1 1 1,-1-1-1,0 0 1,0 0-1,1 33 582,5 134 2547,-3-143-2845,2-1-1,0 0 0,2 0 0,1 0 1,9 23-1,-14-40-321,1-1-1,0 1 1,0 0 0,1-1-1,-1 0 1,1 0-1,0 0 1,1 0 0,-1 0-1,1-1 1,10 8 0,-11-10-58,-1 0-1,1 0 1,0-1 0,0 1 0,1-1 0,-1 0 0,0 0 0,0 0 0,0-1 0,1 1 0,-1-1 0,0 0 0,1 0 0,-1-1 0,0 1-1,0-1 1,1 0 0,5-2 0,-4 0-36,0 1 0,0-1-1,-1-1 1,1 1 0,-1-1 0,0 0-1,0 0 1,0 0 0,-1-1 0,0 0-1,0 1 1,0-2 0,4-6-1,4-8-334,-1 0-1,11-29 0,-14 27-262,-2 1 0,0-1 0,-1 0 0,4-42 0,-7 14-1274,-3-54 0,1 104 1892,-4-30-297,4 29 340,0 1 0,0-1 0,0 0 0,0 0 1,0 0-1,-1 0 0,1 0 0,0 0 0,-1 0 0,1 1 0,-1-1 0,1 0 1,-1 0-1,1 1 0,-1-1 0,1 0 0,-1 0 0,0 1 0,1-1 0,-1 1 1,0-1-1,0 1 0,1-1 0,-1 1 0,0-1 0,0 1 0,-2-1 1,8 4-3253,7-3-5663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3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6659,'0'0'7001,"2"33"-6001,19 239 1876,-11 98 1238,-3-42-3119,-7-321-995,0-1-7,0-1 0,1 0 0,0 0 0,-1 0 0,1 0 0,1 0 0,2 8 0,-4-13-147,2 3 370,0-10-2791,-2-32-1707,0-18-3748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4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12678,'0'0'5157,"32"1"-4106,102 3-691,-112-3-351,0-1 0,-1-1 0,1-1 1,21-5-1,-6 0-178,-36 7 133,0 0-1,0-1 0,0 1 0,0 0 1,0 0-1,0 0 0,0 0 0,0 0 1,0 0-1,0 0 0,0 0 0,-1 0 1,1 1-1,0-1 0,0 0 0,0 1 1,0-1-1,0 0 0,0 1 0,0-1 1,-1 1-1,1 0 0,0-1 0,0 1 1,-1 0-1,1-1 0,0 1 0,0 1 1,0 1-24,0 0-1,0 0 1,0-1 0,-1 1 0,0 0 0,1 0 0,-1 6 0,0 5 211,30 243 1193,0-8 92,-10 70 573,-19-310-1970,-2-7-34,1 0 1,0-1 0,0 1 0,0 0 0,0 0 0,0 0 0,1 0 0,-1 0 0,1 0 0,-1 0 0,1-1-1,-1 1 1,1 0 0,0 0 0,0-1 0,0 1 0,0 0 0,0-1 0,0 1 0,3 1 0,-4-3-19,1-1 1,-1 1-1,0-1 1,1 0-1,-1 1 1,0-1-1,1 1 0,-1-1 1,0 0-1,0 1 1,1-1-1,-1 1 1,0-1-1,0 0 1,0 1-1,0-1 1,0 0-1,0 1 1,0-1-1,0 0 1,0 1-1,0-1 1,-1-1-1,1-1-65,0 1 32,1-25-760,-2-1 0,-1 1-1,-1 0 1,-7-29 0,-25-57-1864,20 69 1740,1-1 0,-7-48-1,15 32-532,2-91 0,4 137 1358,0 2 64,1-1 0,0 1 0,1 0 0,0 0 0,1 0 0,9-23 0,-9 29 179,0-1-1,1 1 1,0 0 0,1 0-1,-1 0 1,1 1 0,0-1-1,1 1 1,0 1 0,0-1-1,0 1 1,9-7-1,-11 10 44,0 0-1,0 0 0,0 0 0,0 0 1,1 1-1,-1-1 0,0 1 0,1 0 1,-1 0-1,1 1 0,-1-1 0,1 1 1,-1 0-1,1 1 0,-1-1 0,1 1 1,-1 0-1,1 0 0,-1 0 0,0 0 1,1 1-1,-1 0 0,0-1 0,0 2 1,0-1-1,0 0 0,-1 1 0,1 0 1,3 3-1,0 1 40,0-1 0,-1 1 0,0 0 0,-1 1 1,1-1-1,-1 1 0,-1 0 0,0 1 0,0-1 0,0 1 0,-1-1 0,0 1 1,2 13-1,-3-8-89,-1 1 0,0-1 0,-1 1 0,-3 26 0,2-34-126,0 0 0,-1 0 0,0 0 1,0 0-1,-1 0 0,1-1 0,-2 1 0,1-1 1,-1 1-1,0-1 0,-6 7 0,2-4-105,-1 1 0,-1-1 0,0-1 1,0 1-1,-16 8 0,20-13-505,-1-1 0,0 0 1,-1 0-1,1 0 0,-1-1 0,1 0 1,-1 0-1,0-1 0,1 0 1,-11 0-1,-13-1-5830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4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 6147,'0'0'6344,"0"28"-4436,0-18-1691,0 49 1642,14 101 0,-11-140-1414,4 29 949,2-1-1,29 88 1,-36-130-1311,1-1-1,-1 1 1,1-1 0,0 1 0,1-1-1,-1 0 1,1 0 0,6 6 0,-7-9-74,-1 0 0,1 0 0,0 0 0,0 0-1,0 0 1,0-1 0,1 0 0,-1 1 0,0-1 0,1 0 0,-1-1 0,0 1 0,1-1 0,-1 1 0,6-1 0,-6 0-11,0-1 0,0 1 0,1-1-1,-1 1 1,0-1 0,0 0 0,0 0-1,0 0 1,0-1 0,0 1 0,0-1 0,-1 1-1,1-1 1,4-4 0,-2 1-29,0 0 1,0 0-1,-1-1 0,1 0 1,-1 0-1,4-8 0,3-11-468,0 0 0,11-42-1,-19 55 189,7-30-987,-2 0 0,-2-1 0,-2 0 0,-1-1 0,-3 1 0,-4-46-1,-2 53 766,-1 19 1774,6 16-964,1 1 1,0-1-1,-1 1 1,1-1 0,-1 1-1,1 0 1,-1-1-1,1 1 1,-1-1-1,1 1 1,-1 0 0,1 0-1,-1-1 1,0 1-1,1 0 1,-1 0-1,1 0 1,-1-1 0,0 1-1,1 0 1,-2 0 461,3-28-4189,1 5-1075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5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2449,'0'0'11899,"0"-8"-11069,2-22-209,-1 23 1063,2 27-1239,24 805 3285,-26-791-3621,-1 6 39,-1-11 11,2 1-1,0-1 1,2 0 0,12 50 0,-13-75-152,-2-2-6,0-1 1,0 0-1,0 0 1,1 0-1,-1 1 0,0-1 1,1 0-1,-1 0 0,1 0 1,0 0-1,-1 0 1,1 0-1,0 0 0,-1 0 1,1 0-1,0 0 1,0 0-1,0-1 0,0 1 1,0 0-1,1 0 0,2-1-298,-4-7-267,0 4 334,0-17-883,1 7-182,-1 0 0,0 0 0,-1 0 0,-1 0 0,0 0 0,-7-23 0,-18-18-5252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2:55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13158,'0'0'3169,"180"-15"-1712,-110 12-1121,-6 0-336,-7 3-192,-11 0-2465,-16 0-4210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0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0 4530,'0'0'10247,"-27"1"-10185,27-1-56,-1 1-1,0 0 1,1-1 0,-1 1 0,1-1 0,-1 1-1,0 0 1,1 0 0,0-1 0,-1 1 0,1 0-1,-1 0 1,1 0 0,0-1 0,-1 1 0,1 0-1,0 0 1,0 0 0,0 0 0,0 0 0,0 0-1,0-1 1,0 1 0,0 0 0,0 0 0,0 0-1,1 0 1,-1 0 0,1 1 0,-1 6 17,4 28 302,13 62 0,-1-20 372,3 56 497,25 129 875,-41-247-1793,1-1-1,0 1 1,8 16-1,-3-21 79,-9-11-350,0 0-1,0 0 1,0 1-1,0-1 1,1 0 0,-1 0-1,0 0 1,0 0-1,0 0 1,0 0-1,1 0 1,-1 0 0,0 0-1,0 1 1,1-1-1,-1 0 1,0 0-1,0 0 1,0 0 0,1 0-1,-1 0 1,0 0-1,0 0 1,0-1-1,1 1 1,-1 0 0,0 0-1,0 0 1,1 0-1,-1 0 1,0 0-1,0 0 1,0 0-1,0 0 1,1-1 0,-1 1-1,0 0 1,0 0-1,0 0 1,0 0-1,0-1 1,1 1 0,-1 0-1,0 0 1,0 0-1,0-1 1,0 1-1,0 0 1,0 0 0,0 0-1,0-1 1,0 1-1,0 0 1,0 0-1,0-1 1,0 1 0,0 0-1,0 0 1,0 0-1,0-1 1,0 1-1,0 0 1,0 0 0,0 0-1,0-1 1,1-156-2834,-2 82 324,-7-64-3947,-1 4 2032,10 132 4524,-1-1 1,0 0 0,1 0-1,-1 0 1,1 1 0,0-1-1,1 1 1,-1-1 0,0 0-1,1 1 1,0 0 0,0-1 0,4-4-1,-1 3 220,-1 0 0,1 0 0,0 1 0,0 0 0,1 0 0,-1 0 0,9-4 0,2 1 451,1 1 0,-1 0-1,1 1 1,0 0 0,22-2 0,-11 4-582,14-2 30,-15-5-4643,-14 3-4706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1.5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422 24 10149,'0'0'2465,"-7"0"-2220,0-1 1,0 1 0,1-1 0,-1 0 0,0-1-1,1 1 1,-11-5 0,5 3 36,1 0-1,-1 1 1,0 0-1,0 1 1,0 1-1,-23 1 1,5 0-185,25-1-73,0 1 1,0 0 0,0 0 0,0 1 0,0 0 0,1 0-1,-1 0 1,1 0 0,-1 1 0,1-1 0,0 1-1,0 0 1,0 0 0,0 1 0,1-1 0,-1 1 0,1 0-1,0 0 1,-3 5 0,-8 11 220,2 0 1,-16 37-1,-26 75 677,47-113-725,2 1-1,0-1 0,2 1 0,0 0 1,0 24-1,9-46-159,2-1-86,-1-1-1,0 0 1,0-1-1,-1 1 1,1-2 0,9-8-1,35-43-1014,-28 30 359,18-21-923,-13 13-1241,45-41-1,-71 73 2802,0 1 0,1 0 0,-1 0 0,1-1 0,-1 1 0,1 1 0,0-1 0,0 0 0,0 1-1,0-1 1,0 1 0,0 0 0,0 0 0,1 0 0,-1 1 0,5-1 0,-7 1 116,-1 0 0,1 0 0,-1 0 0,1 0 0,-1 0 0,1 0 0,-1 0 0,1 0 0,-1 0 0,1 0 0,-1 0 0,1 1 0,-1-1 0,1 0 0,-1 0 0,1 1 0,-1-1 0,1 0 0,-1 1 0,0-1 0,1 0 0,-1 1 0,1-1 0,-1 0 0,0 1 0,0-1 0,1 1 0,-1-1 0,0 1 0,0-1 0,1 1 0,-1 0 0,4 15 873,-1 0-1,0 1 1,-1-1-1,-1 1 0,-1 19 1,0-28-657,1 271 5763,-1-278-6006,0 9 156,0 0 0,0 0 0,1 0 0,1 0 0,-1 0 0,2 0 0,-1 0 0,7 14 0,-8-22-168,0 0 1,0 0-1,0-1 0,1 1 1,-1-1-1,1 1 1,-1-1-1,1 1 0,0-1 1,-1 0-1,1 0 1,0 1-1,0-1 0,0-1 1,0 1-1,0 0 1,0 0-1,0-1 1,0 1-1,0-1 0,0 0 1,0 1-1,0-1 1,0 0-1,1 0 0,-1-1 1,0 1-1,0 0 1,0-1-1,3 0 0,-1 0-26,0-1 0,1 1 0,-1-1 0,0 0 0,0 0 0,0-1 0,0 1 0,-1-1 0,1 0 0,-1 0 0,0 0 0,1 0 0,2-5 0,3-7-298,0 0 1,-1-1-1,0 0 0,-2 0 1,0-1-1,-1 1 0,0-1 1,-1-1-1,2-24 0,-2-20-3796,-5-85 1,-1 56 1931,2 87 2676,0 1 404,0-1-1,0 1 0,1-1 0,-1 1 1,0-1-1,3-5 0,-3 9-786,0 0 0,0-1 0,0 1 0,1 0 0,-1-1 0,0 1 0,0-1 0,1 1 0,-1 0 0,0 0 0,0-1 0,1 1-1,-1 0 1,0-1 0,1 1 0,-1 0 0,1 0 0,-1 0 0,0 0 0,1-1 0,-1 1 0,1 0 0,0 0 0,0 0-69,0 0 0,0 0 0,0 1 0,0-1 0,1 0 0,-1 1 0,0-1 0,0 0 0,0 1 0,0 0 0,0-1 0,0 1 0,1 0 0,1 2 53,-1 0-1,1-1 1,0 1-1,-1 0 1,1 1-1,-1-1 1,0 0-1,0 1 1,-1-1 0,1 1-1,-1-1 1,1 1-1,0 4 1,10 55 675,-12-59-729,7 68 740,-5 118 0,-4-78-613,9-134-799,0 6 362,1-7-147,6-22-612,2-1 0,30-57 0,-40 91 948,0 1 1,0 1-1,2-1 0,-1 1 0,1 0 0,1 1 0,-1 0 0,2 0 0,-1 1 0,1 0 0,0 1 0,1 0 0,0 1 0,15-7 0,-19 10 159,-1 1 0,1 0-1,-1 0 1,1 1 0,0 0 0,0 0-1,0 1 1,0 0 0,10 1-1,-14-1 19,1 1-1,-1 0 0,0 0 0,1 0 0,-1 0 0,0 0 0,0 1 0,0-1 0,0 1 0,0 0 0,0 0 0,0 0 0,-1 0 0,1 0 1,-1 1-1,0-1 0,1 1 0,-1 0 0,2 4 0,12 25 639,-12-22-502,1 0 0,0-1 0,11 15 1,-15-21-215,1-1 1,0 0 0,0 0-1,0 0 1,1 0-1,-1 0 1,0 0 0,1-1-1,-1 1 1,1-1 0,-1 0-1,1 0 1,0 0 0,0 0-1,0 0 1,-1 0 0,1-1-1,3 1 1,0 0-55,0-1 0,0 0 1,0 0-1,0-1 0,0 1 1,0-1-1,0 0 0,-1-1 1,1 1-1,0-1 0,-1-1 1,1 1-1,-1-1 0,0 0 1,0 0-1,0 0 0,0-1 1,0 1-1,-1-1 0,0 0 0,1-1 1,-2 1-1,7-10 0,13-21-680,-1-1 0,20-47 0,2-3-73,-38 69 713,-6 9 2324,-4 14-2239,1-1-1,-1 1 1,1 0 0,1 0-1,-1 0 1,1 0 0,-2 11 0,-8 52-13,12-63-1,-7 68 33,4 0 0,8 96 0,4-90 44,4 1 0,30 100 0,7 42 3,-40-162-79,-3 1 0,-2 104 0,-5-161-4,-1 0 1,1 1-1,-1-1 0,1 0 1,-1 0-1,-1 1 0,1-1 1,-1 0-1,0-1 0,0 1 1,-1 0-1,1 0 0,-6 6 1,5-7 0,-1-1 1,0 1-1,0-1 1,0 0 0,0 0-1,-1-1 1,1 1-1,-1-1 1,1 0-1,-1 0 1,0 0 0,0-1-1,-9 2 1,2 0-26,0-1-1,0-1 1,0 0 0,-1-1 0,1 0 0,0-1 0,0 0-1,-19-5 1,24 4 2,-1 0 0,1-1-1,0 0 1,0 0 0,0-1-1,0 0 1,1 0 0,-1-1-1,1 1 1,0-1 0,1-1-1,-1 1 1,1-1 0,-6-9-1,4 5-22,0-1 0,1 0-1,1 0 1,0 0 0,1-1-1,0 0 1,-3-13-1,3 3-14,1 0 0,1 0 0,0-25 0,2 32 56,1 0-1,0 1 0,1-1 1,1 1-1,0-1 1,10-24-1,-5 20 2,1 1 0,1 1 0,0 0-1,19-24 1,85-98-319,22-30-3958,-94 108-947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2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18 5683,'0'0'5469,"-2"-3"-4445,1-1-734,-4-5 926,4 7 161,0 7 780,1 77-1830,-13 540 1448,3-201 893,9-420-2659,1 0 1,0-1-1,0 1 0,0 0 1,0 0-1,0 0 0,0 0 1,0 0-1,0 0 0,0-1 0,1 1 1,-1 0-1,0 0 0,0 0 1,1 0-1,-1-1 0,1 1 1,-1 0-1,1 0 0,-1-1 1,1 1-1,-1 0 0,1-1 1,-1 1-1,1-1 0,0 1 0,0-1 1,-1 1-1,1-1 0,0 1 1,1 0-1,-1-1-9,1-1 0,-1 1 0,0 0 1,1-1-1,-1 1 0,0-1 0,0 0 0,1 1 0,-1-1 1,0 0-1,0 0 0,0 1 0,0-1 0,0 0 0,0 0 0,0 0 1,0 0-1,-1 0 0,1-1 0,0 1 0,0 0 0,0-2 1,19-38-1229,-1-2 1,21-75-1,-10 29-1492,-7 29 908,-9 25 1647,-1 0-1,14-66 1,-28 92 3452,-4 15-2567,-5 16-779,3-1 245,1 0 0,2 0-1,0 0 1,-2 30 0,5-6 813,3 49 0,-1-87-878,0 0 1,0-1-1,0 1 1,1 0-1,0-1 1,1 0-1,-1 1 0,1-1 1,0 0-1,1 0 1,7 9-1,-9-12-219,1 0 0,-1 0-1,1-1 1,0 1-1,0-1 1,0 0 0,0 0-1,0 0 1,7 2 0,-7-3-358,0 0 1,0 0 0,0-1 0,0 1 0,0-1 0,0 0-1,0 1 1,0-2 0,0 1 0,1 0 0,-1-1 0,0 1-1,3-2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2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84 310 8388,'0'0'7619,"22"-17"-7389,66-61-281,-84 73-117,1 0 0,-1 0-1,0 0 1,0 0 0,0-1-1,-1 1 1,0-1 0,0 0 0,0 0-1,-1 0 1,1 0 0,-2-1 0,1 1-1,-1-1 1,0 1 0,0-1-1,-1 1 1,0-1 0,0-9 0,-1 6-602,2 5 127,-1 1 0,-1-1 0,1 1 0,-1-1 0,0 0 0,0 1 0,-2-7-1,2 9 481,0 0-1,0 1 1,0-1-1,0 0 1,-1 1-1,1-1 1,0 1-1,-1-1 1,1 1-1,-1 0 1,1 0-1,-1-1 1,0 1-1,0 0 1,1 1-1,-1-1 1,0 0-1,0 0 1,-2 0-1,-1-1 315,-1 1 0,0-1 0,1 1-1,-1 0 1,0 1 0,0-1 0,1 1 0,-1 0-1,0 1 1,0-1 0,1 1 0,-1 0 0,0 1-1,1-1 1,-1 1 0,1 0 0,0 1-1,-1-1 1,1 1 0,0 0 0,0 0 0,1 1-1,-1-1 1,1 1 0,0 0 0,-7 8 0,2 1 124,2 1 0,0-1 0,0 1 0,-5 20 0,8-24-1258,-2 1-4460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4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1 778 10085,'0'0'4914,"14"-27"-4431,8-14-423,61-117-115,-36 50-2213,44-151-1,-42 110 4026,-35 113 220,11 736 1669,-10-392-1388,-12-197-1698,-2-35 237,19 135-1,-18-202-715,-2-6-62,0 1-1,1-1 1,-1 0 0,1 0 0,0 1 0,0-1-1,0 0 1,0 0 0,1 0 0,-1 0 0,1 0-1,-1 0 1,1-1 0,0 1 0,4 3 0,-6-6-33,0 1 0,1-1 0,-1 0 0,0 0 0,0 0 1,1 1-1,-1-1 0,0 0 0,1 0 0,-1 0 0,0 0 1,1 0-1,-1 0 0,0 0 0,1 0 0,-1 0 0,0 0 1,1 0-1,-1 0 0,0 0 0,1 0 0,-1 0 0,0 0 1,1 0-1,-1 0 0,0 0 0,0 0 0,1 0 0,-1-1 1,0 1-1,1 0 0,-1 0 0,0-1 0,5-12-617,-4-24-804,-1 30 1018,0-58-3595,0-6-2701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4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10405,'0'0'2374,"38"0"-1627,123 0-512,-33 0-211,-123 0-32,0 0-1,0 0 1,-1 1 0,1-1-1,0 1 1,-1 1 0,1-1-1,-1 0 1,1 1 0,-1 0-1,0 0 1,7 5 0,-6-3 16,0 0 1,0 1-1,-1-1 0,0 1 1,0 0-1,0 1 1,0-1-1,-1 1 1,3 6-1,2 6 463,0 1 0,-2 0 0,0 1 0,-1 0 0,-1 0 0,2 28 0,-1 128 4019,-5-130-3430,3-35-974,-2-12-143,-1 1 1,0-1 0,1 1 0,-1-1 0,0 1 0,1-1-1,-1 1 1,0-1 0,0 1 0,1-1 0,-1 0 0,0 1-1,0-1 1,0 1 0,0-1 0,0 0 0,0 1 0,0-1-1,0 1 1,0-1 0,0 0 0,0 0 0,0-88-6939,0 30-1185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4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14295,'0'0'5058,"70"0"-18472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5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465 615 5955,'0'0'7830,"-7"1"-7104,-18 3 249,1-2 0,-45-2 1,35-1-668,-38 5 1,67-3-284,0 0 0,0 0 0,0 1 0,1 0 0,-1 0 0,1 0 1,-1 1-1,1-1 0,0 1 0,0 0 0,0 0 0,0 0 1,1 1-1,-1 0 0,-5 7 0,-4 7 76,2 0-1,-14 27 1,25-44-98,-20 41 335,2 1 1,1 0 0,3 1 0,2 1 0,-13 88 0,22-108 167,1 28 1,2-53-501,0 0-1,0 0 1,0 0-1,1 0 1,-1 0-1,0 0 1,0 0 0,0 0-1,0-1 1,0 1-1,0 0 1,0 0-1,0 0 1,0 0-1,1 0 1,-1 0-1,0 0 1,0 0-1,0 0 1,0 0-1,0 0 1,0 0-1,0 0 1,1 0 0,-1 0-1,0 0 1,0 0-1,0 0 1,0 0-1,0 0 1,0 0-1,0 0 1,1 0-1,-1 0 1,0 0-1,0 0 1,0 1-1,0-1 1,0 0-1,0 0 1,0 0 0,0 0-1,0 0 1,0 0-1,1 0 1,-1 0-1,0 0 1,0 0-1,0 1 1,0-1-1,0 0 1,0 0-1,0 0 1,0 0-1,0 0 1,0 0-1,0 0 1,0 1 0,0-1-1,0 0 1,0 0-1,0 0 1,0 0-1,0 0 1,0 0-1,0 0 1,0 1-1,0-1 1,4-2 11,1-1 0,-1 1 0,0-1 0,0 0 0,0 0 0,0 0 0,0 0 0,0-1 0,-1 1 0,0-1 0,0 0 0,0 0 0,0 0 0,4-8 0,4-5 11,52-81-1770,-5-3 1,82-193 0,-123 251 795,-3-2 0,-1 0 1,9-64-1,-14 37 686,0-105 0,-8 169 420,0-4 380,0-1 0,-1 1 0,-3-20-1,3 29-444,0 1-1,1-1 1,-1 1 0,0-1-1,0 1 1,0-1-1,0 1 1,-1 0 0,1 0-1,-1-1 1,1 1-1,-1 0 1,0 0 0,0 1-1,0-1 1,0 0-1,0 1 1,0-1 0,0 1-1,0-1 1,-1 1-1,-4-2 1,7 3-95,0 0 0,-1 0-1,1-1 1,-1 1 0,1 0 0,0 0-1,-1 0 1,1 0 0,-1 0 0,1 0-1,-1 0 1,1 0 0,0 0 0,-1 0-1,1 0 1,-1 0 0,1 0 0,-1 0-1,1 0 1,0 0 0,-1 1 0,1-1 0,-1 0-1,1 0 1,0 0 0,-1 1 0,1-1-1,0 0 1,-1 0 0,1 1 0,0-1-1,0 0 1,-1 1 0,1-1 0,0 0-1,0 1 1,-1-1 0,1 1 0,0 0-1,-1 18-184,2-9 223,-2 205 232,6 369 3013,-4-524-2484,3 0-1,23 117 1,-26-175-776,8 28 244,-8-29-260,-1 0 1,1 0 0,-1 0 0,1 0 0,-1-1 0,1 1-1,0 0 1,-1 0 0,1 0 0,0-1 0,-1 1 0,1 0-1,0-1 1,0 1 0,0-1 0,0 1 0,-1-1 0,1 1-1,0-1 1,0 0 0,0 1 0,0-1 0,0 0 0,2 0 0,-3 0-11,1 0 1,-1 0 0,1 0-1,-1 0 1,1-1 0,-1 1-1,1 0 1,-1 0 0,1-1-1,-1 1 1,1 0 0,-1-1-1,1 1 1,-1 0 0,0-1-1,1 1 1,-1-1 0,0 1-1,1 0 1,-1-1 0,0 1-1,1-1 1,-1 1 0,0-1-1,0 1 1,0-1 0,1 0-1,2-18-180,-2 17 157,1-34-1940,-2-44 1,-1 33-1094,1-8-2317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349 13 10101,'0'0'4788,"-21"-6"-20,-27 2-4609,31 3-52,0-1 0,-30 3 0,44 0-104,1-1 0,-1 1-1,1 0 1,0 0-1,-1 0 1,1 0 0,0 0-1,0 1 1,0-1 0,0 1-1,0-1 1,0 1 0,-3 4-1,-21 29-6,21-26 14,-14 20 286,2 0 0,1 2 0,1-1-1,2 2 1,1 0 0,1 1 0,2 0 0,2 0 0,-6 62 0,12-74 56,1-21-348,0 0 1,0 0-1,0 1 1,0-1-1,0 0 0,-1 0 1,1 0-1,0 1 1,0-1-1,0 0 1,0 0-1,0 0 0,0 1 1,0-1-1,1 0 1,-1 0-1,0 0 1,0 1-1,0-1 1,0 0-1,0 0 0,0 0 1,0 0-1,0 1 1,0-1-1,0 0 1,1 0-1,-1 0 0,0 0 1,0 1-1,0-1 1,0 0-1,1 0 1,-1 0-1,0 0 0,0 0 1,0 0-1,0 0 1,1 0-1,-1 0 1,0 1-1,0-1 1,0 0-1,1 0 0,-1 0 1,0 0-1,0 0 1,0 0-1,1 0 1,-1 0-1,0 0 0,0-1 1,0 1-1,1 0 1,-1 0-1,0 0 1,0 0-1,0 0 1,0 0-1,1 0 0,-1 0 1,0 0-1,0-1 1,4 0 4,0 0-11,0-1 0,1 0 0,-1 0 0,0 0 0,0 0-1,0-1 1,0 0 0,0 0 0,-1 0 0,0 0 0,4-4 0,34-46-329,-26 32 47,87-134-5012,-98 150 4702,-4 4 437,0-1-1,1 1 1,-1 0 0,1 0 0,0 0 0,-1 0 0,1 0 0,0 0 0,0 0 0,0 0 0,0 0 0,0 0 0,0 0 0,0 1 0,0-1 0,0 0 0,0 1 0,0-1-1,0 1 1,0-1 0,2 0 0,-2 1 155,-1 0-1,0 0 0,0 1 0,1-1 1,-1 0-1,0 0 0,0 0 0,0 0 1,1 0-1,-1 1 0,0-1 1,0 0-1,0 0 0,1 0 0,-1 1 1,0-1-1,0 0 0,0 0 0,0 1 1,0-1-1,0 0 0,0 0 0,0 1 1,1-1-1,-1 0 0,0 0 1,0 1-1,0-1 0,0 0 0,0 0 1,0 1-1,0-1 0,-1 0 0,1 0 1,0 1-1,0-1 0,0 0 0,0 0 1,0 1-1,0-1 0,3 104 2669,-3-52-832,2 1-1,17 90 1,-18-135-1671,1 0 0,1-1-1,0 1 1,0-1 0,0 0 0,6 10 0,-8-15-154,0-1 0,0 0 1,0 1-1,0-1 0,0 0 0,1 1 0,-1-1 0,0 0 0,1 0 0,-1 0 0,1 0 0,-1 0 1,1 0-1,-1-1 0,1 1 0,0 0 0,-1-1 0,1 0 0,0 1 0,-1-1 0,1 0 1,0 0-1,0 1 0,-1-1 0,1-1 0,0 1 0,0 0 0,-1 0 0,1-1 0,0 1 1,-1-1-1,1 1 0,0-1 0,2-1 0,1-3-147,1 1-1,-1-1 1,0 0 0,0-1 0,0 1-1,-1-1 1,0 0 0,0 0 0,-1 0-1,0-1 1,3-7 0,-5 13 84,16-35-4448,16-52 0,-16 25-6396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6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7443,'0'0'7764,"0"5"-7577,-4 1130 7496,4-1134-7685,0 0 1,0-1-1,0 1 0,0 0 0,0-1 1,0 1-1,0 0 0,0-1 0,0 1 1,0 0-1,0-1 0,1 1 0,-1 0 1,0-1-1,0 1 0,1 0 0,-1-1 1,0 1-1,1-1 0,-1 1 0,1-1 1,-1 1-1,1-1 0,-1 1 0,1-1 1,-1 1-1,2 0 0,-1-1-19,-1 0-1,1 0 1,0-1-1,0 1 1,-1 0 0,1 0-1,0 0 1,0-1-1,-1 1 1,1 0 0,0-1-1,-1 1 1,1-1-1,0 1 1,-1 0 0,1-1-1,-1 0 1,1 1-1,-1-1 1,1 1 0,-1-1-1,1 0 1,0 0-1,4-8-331,0 1 0,0-1 0,-1-1-1,-1 1 1,5-16 0,11-54-3481,-19 77 3664,10-51-4480,-2 5-1536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6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30 2049,'0'0'15532,"5"-5"-14875,12-15-140,-12 15-85,-7 6-419,1-1-1,0 0 0,-1 1 0,1-1 0,-1 1 0,1 0 0,0-1 1,-1 1-1,1 0 0,0 0 0,0 0 0,0 0 0,0 0 0,0 0 1,0 0-1,0 0 0,0 1 0,0-1 0,0 0 0,1 0 0,-2 3 1,-13 34 87,12-32-49,-4 20 175,2 0-1,0 0 0,1 0 0,2 1 0,1-1 1,2 31-1,-1-22 290,0-27-399,0 1-1,0 0 1,1 0 0,1 0-1,2 10 1,-3-16-109,0-1-1,-1 0 1,2 1 0,-1-1-1,0 0 1,0 0 0,1 0-1,-1 0 1,1 0 0,-1 0-1,1 0 1,0-1 0,0 1-1,0 0 1,0-1-1,0 0 1,0 1 0,1-1-1,-1 0 1,0 0 0,0 0-1,1-1 1,2 2 0,2-1-196,0 0 1,0 0-1,0-1 1,-1 0-1,1 0 1,0 0-1,0-1 1,0 0-1,0-1 1,-1 1-1,1-1 1,0 0-1,-1-1 1,0 0-1,0 0 1,0 0-1,0-1 1,0 0-1,7-6 1,49-36-4732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7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37 6867,'0'0'5232,"-3"-6"-4584,-8-18 32,8 18 3170,3 24-3810,14 648 4129,-11-567-3533,-3-75-452,1 14 290,8 56-1,0-63-115,-9-30-349,0-1 0,1 1 0,-1-1 0,0 1 0,0-1-1,1 1 1,-1-1 0,0 1 0,1-1 0,-1 1 0,0-1 0,1 0 0,-1 1 0,0-1 0,1 0 0,-1 1 0,1-1 0,-1 0 0,1 1 0,-1-1 0,1 0 0,-1 0-1,1 1 1,-1-1 0,1 0 0,0 0 0,-1 0 0,1 0 0,-1 0 0,1 0 0,0 0 0,0 0-1,0-1 0,0 1-1,0-1 1,0 0 0,0 1 0,0-1 0,-1 0 0,1 1-1,0-1 1,-1 0 0,1 0 0,0 0 0,-1 1 0,1-1-1,-1 0 1,1 0 0,-1 0 0,1-2 0,15-47-487,-1-1 1,10-80-1,-22 115 277,4-34-374,-4 26-356,0-1 0,13-39-1,-15 58 778,1 1 0,0-1 0,1 1 0,-1 0 0,1 0 0,0 0 0,0 0 0,1 1 0,-1-1 0,1 1 0,0 0 0,0 0 0,1 0 0,-1 0 0,1 1 0,8-5 0,-11 7 196,1 0 1,0-1 0,0 1 0,0 0 0,0 1-1,0-1 1,0 0 0,0 1 0,0 0 0,0 0 0,0 0-1,0 0 1,1 0 0,-1 1 0,0-1 0,0 1-1,0 0 1,0 0 0,0 0 0,-1 0 0,1 0 0,0 1-1,0-1 1,-1 1 0,1 0 0,-1 0 0,1 0-1,-1 0 1,0 0 0,0 0 0,0 1 0,0-1 0,0 1-1,-1-1 1,1 1 0,1 4 0,4 10 319,-2-1-1,0 2 1,-1-1 0,-1 0-1,1 22 1,0 92 713,-5-97-863,1-33-363,1-5-1902,13-48-4162,2 14-243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8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288 37 7395,'0'0'4141,"1"-6"-3135,0 1-409,4-9-343,-6 2 4938,-26 12-4160,19 0-1019,1 1 0,-1-1-1,1 1 1,0 0 0,0 1 0,-1 0 0,1 0-1,0 0 1,0 1 0,1 0 0,-1 0 0,1 1-1,-1 0 1,1 0 0,0 0 0,0 1 0,1 0-1,0 0 1,-10 12 0,1 3 45,1 1 1,1 1-1,1 0 0,1 1 0,-13 44 1,10-20 550,-11 95 1,19-44 102,5-98-712,0 1 1,0-1-1,0 0 0,0 0 0,0 0 1,0 0-1,0 0 0,0 0 0,0 0 1,0 0-1,0 1 0,0-1 0,0 0 0,0 0 1,1 0-1,-1 0 0,0 0 0,0 0 1,0 0-1,0 0 0,0 1 0,0-1 1,0 0-1,0 0 0,0 0 0,0 0 1,0 0-1,0 0 0,1 0 0,-1 0 1,0 0-1,0 0 0,0 0 0,0 0 0,0 0 1,0 0-1,0 0 0,0 0 0,1 0 1,-1 0-1,0 0 0,0 0 0,0 0 1,0 0-1,0 0 0,0 0 0,0 0 1,0 0-1,1 0 0,-1 0 0,0 0 1,0 0-1,0 0 0,0 0 0,0 0 0,5-1 0,-1 1 0,1-1-1,-1 0 1,0 0-1,1-1 1,-1 0-1,0 1 1,0-1 0,0 0-1,0-1 1,0 1-1,-1-1 1,1 0-1,-1 0 1,6-6 0,6-8-210,26-36 0,-30 38-12,67-102-1952,-64 94 1211,-2-1 0,0 0 0,10-32-1,-19 43 1611,-4 29 288,0 41 500,-1-11-458,5 47 0,-2-81-904,1 1 1,0-1 0,1-1 0,0 1 0,0 0 0,1-1 0,1 1 0,0-1 0,7 11 0,-9-19-164,-1-1 0,0 1 0,1 0 0,0-1 1,0 0-1,0 1 0,0-1 0,0-1 0,0 1 1,0 0-1,1-1 0,-1 1 0,1-1 0,-1 0 0,1 0 1,-1 0-1,1-1 0,0 1 0,-1-1 0,1 0 0,0 0 1,-1 0-1,1-1 0,0 1 0,-1-1 0,1 0 1,-1 0-1,1 0 0,-1 0 0,1-1 0,-1 1 0,0-1 1,0 0-1,0 0 0,0 0 0,0-1 0,0 1 1,4-5-1,0-1-1024,0-1 1,11-16 0,10-25-3978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9.0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12566,'0'0'2262,"1"32"118,-1-3-1751,9 184 2818,-2 40-106,-7-243-3235,2 9 0,-2-19-106,-1 0 1,1 0 0,0 0 0,0 0-1,0 0 1,0 0 0,0 1 0,0-1-1,0 0 1,0 0 0,1 0 0,-1 0-1,0 0 1,0 0 0,0 0 0,0 0-1,0 1 1,0-1 0,0 0 0,0 0-1,0 0 1,0 0 0,0 0 0,0 0-1,0 0 1,0 0 0,0 0 0,1 0-1,-1 1 1,0-1 0,0 0-1,0 0 1,0 0 0,0 0 0,0 0-1,0 0 1,0 0 0,1 0 0,-1 0-1,0 0 1,0 0 0,0 0 0,0 0-1,0 0 1,0 0 0,0 0 0,1 0-1,-1 0 1,0 0 0,0 0 0,0 0-1,0 0 1,0 0 0,0-1 0,2-1-22,-1 0 1,0-1 0,0 1 0,0-1 0,0 0 0,0 1 0,-1-1 0,1-5 0,12-89-906,-5 31-2057,23-91 0,-26 139 2408,1-1 1,1 1-1,0 0 0,1 1 1,1 0-1,1 0 1,0 1-1,1 0 0,20-21 1,-28 33 691,1 0 0,-1 0-1,1 1 1,0-1 0,0 1 0,1 0 0,-1 1-1,0-1 1,1 1 0,0-1 0,0 1 0,-1 1 0,1-1-1,0 1 1,0 0 0,1 0 0,-1 0 0,8 1 0,-11 0 21,-1 0 1,1 1-1,0-1 1,-1 1-1,1 0 1,0-1-1,-1 1 1,1 0-1,-1 0 1,1 0-1,-1 0 1,0 0-1,1 1 1,-1-1-1,0 0 1,0 0-1,0 1 1,0-1-1,0 1 1,0-1-1,0 1 1,0 0-1,-1-1 1,1 1-1,-1 0 1,2 3-1,1 8 447,0 0-1,2 20 0,-4-25-223,3 42 1308,-3 79 0,0 23 25,0-148-1668,-1 0 1,1 0 0,0 0 0,0 0 0,2 6 0,-2-9-38,-1-1 1,0 1 0,0 0-1,0-1 1,1 1 0,-1-1 0,0 1-1,1-1 1,-1 1 0,1-1 0,-1 1-1,0-1 1,1 0 0,-1 1-1,1-1 1,-1 0 0,1 1 0,-1-1-1,1 0 1,-1 1 0,1-1-1,0 0 1,-1 0 0,1 0 0,-1 0-1,1 0 1,0 1 0,-1-1 0,1 0-1,-1 0 1,1 0 0,0-1-1,-1 1 1,1 0 0,-1 0 0,1 0-1,-1 0 1,1 0 0,0-1-1,-1 1 1,1 0 0,-1-1 0,1 1-1,0-1 1,1-1-61,0 0 0,0-1 0,0 0 0,0 1 0,0-1 0,0 0 0,-1 0 0,1 0 0,-1 0 0,0 0 0,0 0 0,0 0-1,0 0 1,-1 0 0,1-4 0,2-4-97,18-92-2022,-15 66 517,2 0 0,1 0 1,17-39-1,-25 73 1557,1-2 90,0 0 1,0 1-1,1-1 1,5-8-1,-8 13 63,1 0-1,-1-1 1,0 1-1,1 0 0,-1-1 1,0 1-1,1 0 1,-1 0-1,1-1 0,-1 1 1,0 0-1,1 0 1,-1 0-1,1-1 0,-1 1 1,1 0-1,-1 0 1,0 0-1,1 0 0,-1 0 1,1 0-1,-1 0 0,1 0 1,-1 0-1,1 0 1,0 1 85,0-1 0,0 1 0,0 0 0,0-1 1,-1 1-1,1 0 0,0 0 0,0 0 0,-1-1 1,1 1-1,-1 0 0,1 0 0,-1 0 0,1 0 1,-1 0-1,1 2 0,9 29 1974,11 51 0,-7-18-955,-5-28-564,-6-22-378,0-1 0,1 0 0,0 0 0,1-1 0,1 1 0,0-1 0,8 13 0,-12-24-201,0 0 0,0 1-1,0-2 1,0 1 0,0 0-1,0 0 1,0-1 0,0 1 0,1-1-1,-1 1 1,0-1 0,1 0 0,0 0-1,-1 0 1,1 0 0,-1-1 0,1 1-1,0-1 1,0 1 0,-1-1-1,1 0 1,0 0 0,0-1 0,-1 1-1,1 0 1,0-1 0,-1 1 0,1-1-1,0 0 1,-1 0 0,1 0 0,-1-1-1,1 1 1,-1 0 0,0-1-1,0 1 1,0-1 0,1 0 0,2-4-1,4-5-270,0-1-1,-1 0 0,-1 0 0,0-1 1,-1 0-1,9-26 0,20-90-6318,-31 111 4933,6-26-4666,-2 12-1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9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374 1 4466,'0'0'11269,"2"32"-9503,0 14-1190,7 148 1612,-8-149-1829,-4 345 1318,-2-332-1557,-22 98 1,18-120-145,-2 0 1,-1 0-1,-30 60 1,36-84-76,-1 0 1,-1-1-1,0 1 0,-12 12 1,15-19 1,1-1-1,-1 0 1,1 0 0,-1 0-1,0-1 1,-1 0 0,1 0-1,0 0 1,-1-1-1,0 1 1,1-1 0,-8 1-1,8-2-28,0 0-1,0 0 0,-1 0 0,1-1 0,-1 0 0,1 0 0,0-1 0,-1 1 1,1-1-1,-10-3 0,12 3 68,-1-1-1,0 0 1,1 0 0,0 0 0,0-1 0,-1 1-1,2-1 1,-1 0 0,0 0 0,0 0 0,1 0-1,0 0 1,-1-1 0,-2-6 0,-2-5-103,1 0 0,0 0 0,1-1 0,1 0 0,0 0 0,1 0 1,-1-29-1,3-7-190,5-58 1,-1 86 69,0 0 1,2 1-1,0 0 1,2 0 0,0 0-1,12-22 1,-1 7-1262,2 1 1,39-54-1,-3 18-2072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09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225 1 7299,'0'0'9445,"-3"0"-8922,-1 0-434,1 0 1,-1 0 0,0 0 0,1 0 0,-1 1 0,1-1 0,-1 1-1,0 0 1,1 0 0,-1 0 0,1 1 0,0-1 0,0 1 0,-1 0-1,1 0 1,0 0 0,0 0 0,1 0 0,-1 1 0,0-1 0,-2 5-1,-8 9 320,0 1-1,2 0 0,0 1 0,1 0 0,1 1 1,-11 30-1,5-2 558,-16 79-1,25-93-528,2 0 0,1 45-1,3-77-432,-1 1-1,1-1 0,0 1 0,0 0 1,0-1-1,0 1 0,0-1 1,1 1-1,-1-1 0,0 1 1,1-1-1,-1 1 0,1-1 0,-1 0 1,1 1-1,1 1 0,-1-3-5,0 1-1,0-1 1,0 0-1,0 0 0,0 0 1,0 0-1,0 0 1,1 0-1,-1 0 1,0 0-1,0-1 0,0 1 1,0 0-1,0-1 1,0 1-1,0-1 1,0 1-1,0-1 0,0 1 1,0-1-1,-1 1 1,1-1-1,0 0 1,0 0-1,0 1 1,0-3-1,14-13-154,-1-1 0,-1-1 0,20-35 0,-19 29-165,37-63-1340,-22 36-2827,62-85 1,-85 129 3553,-5 5 784,-1 1 1,1-1-1,0 1 1,0 0 0,1-1-1,-1 1 1,0 0 0,0 0-1,1 0 1,-1 0 0,0 0-1,1 0 1,-1 0-1,1 0 1,-1 0 0,1 1-1,2-2 1,-3 9 1185,-1-4-751,-1 79 4850,0-57-4302,-2-1 0,0 0 0,-9 32-1,9-45-1075,-11 27 940,13-36-1108,0 0 0,0 0 1,0 0-1,0-1 1,-1 1-1,1-1 0,-1 1 1,1-1-1,-1 1 1,-1 0-1,-7 4-7354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4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 5747,'0'0'8243,"-16"144"-7330,16-51 640,0 9-513,0-5 33,3-16-449,4-27-464,-4-24-80,4-18-80,-4-12-304,0 0-1761,1-27-1713,-4-12-4770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5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9412,'0'0'4386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5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1953,'0'0'11941,"0"241"-8995,0-127-321,7-5-656,0-13-785,-1-30-383,-2-30-433,2-24-192,1-12-96,3-39-80,7-45-224,3-24-1425,-4-7-1552,1 10 63,-3 18-976,-1 12-2673</inkml:trace>
  <inkml:trace contextRef="#ctx0" brushRef="#br0" timeOffset="1">0 33 5651,'217'-33'4450,"-196"66"-1025,-1 28-431,0 11-721,-4 9-449,-2-6-623,-4-6-433,-4-21-127,1-20-497,0-19-144,3-9-48,0 0-1489,-3-13-1136,-1-20-721,-6-6-4834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3602,'0'0'12851,"2"12"-12152,43 217 1798,16 396 431,-32-254-2492,-26-337-416,-2-20-3,0 0 0,1 0-1,0 0 1,1-1 0,5 16-1,-7-28-15,-1 0 0,0-1 0,1 1 0,-1 0 0,1 0 0,-1-1 0,1 1-1,-1 0 1,1-1 0,0 1 0,-1 0 0,1-1 0,0 1 0,-1-1 0,2 1 0,-2-1-2,1 0 1,-1 0 0,1 1-1,-1-1 1,0 0 0,1-1-1,-1 1 1,0 0 0,1 0 0,-1 0-1,1 0 1,-1 0 0,0 0-1,1 0 1,-1-1 0,0 1-1,1 0 1,-1 0 0,0 0-1,0-1 1,1 1 0,-1 0 0,0 0-1,1-1 1,-1 1 0,0 0-1,0-1 1,0 1 0,1 0-1,-1-1 1,0 1 0,0 0-1,0-1 1,0 1 0,0 0 0,0-1-1,1 0 1,4-19-93,-1 0 0,0-1 0,1-30 0,-4 37-23,5-79-2197,-6-111 0,-5 161 1020,-2 0 0,-2 1 0,-2 0 0,-17-46 0,-13-46-716,30 81 1610,1 0-1,-2-68 0,11-33 2490,2 144-1797,0 0-1,0-1 0,1 1 1,0 0-1,1 0 0,0 0 0,1 1 1,0-1-1,5-9 0,-6 13-63,1 1 0,-1 1 0,1-1 0,0 0 0,0 1 1,0 0-1,1 0 0,-1 0 0,1 1 0,0-1 0,0 1 0,0 0 0,0 0 0,1 1 0,-1 0 0,1 0 0,7-2 0,-9 3-62,1 0 1,0 0-1,0 1 0,0-1 0,0 1 0,0 0 0,0 1 1,0-1-1,0 1 0,0 0 0,0 0 0,0 0 0,-1 1 0,1 0 1,9 4-1,-9-2-68,-1-1-1,1 1 1,0 0 0,-1 1 0,0-1 0,0 1-1,0-1 1,-1 1 0,1 1 0,-1-1 0,-1 0 0,5 11-1,-2-3 81,-1 1 0,0 0 0,-1 0 0,-1 0 0,1 17 0,-3 74 199,-1-95-403,0 1 0,0-1 0,-1 0 0,-1 1 0,0-1 0,0 0 0,-1 0 0,0-1 0,-1 1 0,0-1 0,-1 0 0,-7 9-1,8-12-226,0 0-1,0 0 1,-1-1-1,0 0 1,0 0-1,-1-1 1,-8 6-1,9-7-296,0 0-1,0-1 1,-1 0 0,1 0 0,0 0 0,-1-1-1,1 0 1,-1 0 0,-8 0 0,-23-1-5241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6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0 11797,'0'0'7385,"-4"35"-6112,-7 113 7,11-127-941,0 0 0,2-1 0,0 1 0,1-1 0,7 23 0,-5-22-60,-2-8-51,0-1 0,1 1 0,0-1 0,12 23 0,-15-33-218,0 0 0,0-1 0,0 1 0,0 0 0,1 0 1,-1 0-1,1-1 0,-1 1 0,1 0 0,-1-1 0,1 0 0,0 1 0,0-1 0,-1 0 0,1 0 0,0 0 0,0 0 0,0 0 0,0 0 0,1-1 0,-1 1 0,0-1 0,0 1 0,0-1 0,0 0 0,1 0 0,-1 0 0,0 0 0,0 0 0,0-1 0,1 1 0,-1-1 1,0 1-1,0-1 0,0 0 0,0 0 0,0 0 0,2-1 0,0-1-30,0 0 1,0 0-1,0 0 1,0 0 0,-1-1-1,0 0 1,1 0-1,3-7 1,21-40-263,-11 16-864,21-65 0,-32 80-542,-1-1-1,0 0 0,-2-1 1,1-38-1,-4 48 167,1 10 887,-1 0 1,0-1-1,0 1 1,0 0-1,0-1 1,0 1-1,-1 0 1,0-4-1,-5 4-3607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6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11733,'0'0'7364,"44"283"-6004,-31-115 97,-6 7-657,-7-7-223,0-23-289,0-52-288,0-45 0,0-33 0,7-15-544,-4-30-1601,-3-24-1713,0-15-9204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7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1 238 15383,'0'0'2289,"180"-57"-1889,-106 36-400,6 0-2801,3 3-7748</inkml:trace>
  <inkml:trace contextRef="#ctx0" brushRef="#br0" timeOffset="1">1254 1 576,'0'0'0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7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88 3602,'0'0'9172,"-2"-9"-8174,1 7-898,-2-13 725,0 0 1,1 0-1,0-16 0,0 143 675,27 129-358,-3-51 26,-10 232 853,-13-357-1780,5-163-7255,-4 47 1060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7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81 16552,'0'0'2513,"207"-39"-2513,-137 21-368,-3 6-3586,-13 0-7219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8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109 365 12726,'0'0'4338,"16"-31"-5301,52-101-641,-65 126 1384,0-1-1,0 1 0,-1 0 0,0-1 1,0 1-1,0-1 0,-1 0 0,0 0 1,0 0-1,-1 0 0,0-12 0,-1 0-817,1 16 840,0-1 0,0 0-1,0 0 1,-1 1-1,0-1 1,1 0 0,-1 1-1,-1-1 1,1 0 0,0 1-1,-1-1 1,0 1 0,0 0-1,0 0 1,0 0-1,-3-4 1,1 4 235,1 0 0,-1 1 1,1-1-1,-1 1 0,0 0 0,0 0 0,0 0 0,0 1 1,0-1-1,0 1 0,-1 0 0,1 0 0,0 0 0,-6 1 1,3-1 308,0 0 0,0 1 0,0 0 0,0 0 0,-8 2 0,13-1-231,-1 0 0,1-1 0,-1 1 0,1 0 0,0 0 1,0 1-1,-1-1 0,1 0 0,0 1 0,0 0 0,0-1 0,0 1 1,1 0-1,-1 0 0,0 0 0,1 0 0,-3 4 0,-1 3 180,1 0-1,0 0 1,1 0 0,-1 1-1,2 0 1,-1-1-1,0 14 1,-3 75 1803,6-81-1777,-1 15 150,0 10 744,7 77-1,-4-107-1065,0 0 0,0-1 0,1 1 1,1-1-1,0 0 0,0 0 0,1 0 0,1 0 0,-1-1 1,2 0-1,10 13 0,-12-18-149,0 0 1,0-1-1,1 1 0,0-1 0,-1-1 1,2 1-1,-1-1 0,0 0 1,1 0-1,-1-1 0,1 0 1,0 0-1,-1-1 0,1 1 1,0-2-1,0 1 0,0-1 1,0 0-1,0 0 0,0-1 0,0 0 1,0 0-1,0 0 0,-1-1 1,1 0-1,0-1 0,-1 1 1,0-1-1,1-1 0,-1 1 1,0-1-1,-1 0 0,9-7 1,-1-2-632,0 0 0,20-27 1,14-33-4682,-11 3-4735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8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8212,'0'0'7769,"2"14"-6641,37 527 5857,-39-520-6712,-1-13-116,1 1 1,1-1-1,-1 0 0,2 0 0,2 14 0,-4-22-153,0 0-1,1 1 1,-1-1-1,0 0 1,0 1-1,0-1 1,0 0-1,1 0 1,-1 1-1,0-1 1,0 0-1,0 0 1,1 0-1,-1 1 1,0-1-1,0 0 1,1 0-1,-1 0 0,0 0 1,1 1-1,-1-1 1,0 0-1,0 0 1,1 0-1,-1 0 1,0 0-1,1 0 1,-1 0-1,0 0 1,1 0-1,-1 0 1,0 0-1,1 0 1,-1 0-1,0 0 1,0 0-1,1-1 1,-1 1-1,0 0 1,1 0-1,-1 0 1,0 0-1,0 0 1,1-1-1,-1 1 1,0 0-1,0 0 1,0 0-1,1-1 1,-1 1-1,0 0 1,0 0-1,0-1 1,0 1-1,1 0 0,-1-1 1,0 1-1,0 0 1,0-1-1,0 1 1,0-1-1,6-12 2,0-1-1,-1 1 0,3-19 1,1 2-79,27-99-969,24-74-2945,-58 197 3774,3-9-442,0 0-1,1 0 0,0 1 0,10-17 1,-13 28 668,-1-1-1,1 1 1,0-1 0,-1 1 0,1 0-1,1 0 1,-1 1 0,0-1 0,1 1 0,-1-1-1,1 1 1,0 0 0,0 1 0,0-1 0,0 0-1,0 1 1,0 0 0,0 0 0,0 0-1,6 0 1,15 1 1802,46 5 0,-33-2-2128,-18-2-1722,-3-1-2313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8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322 1 5106,'0'0'12225,"-24"14"-11121,12-7-961,-4 1 49,0 2 1,0 0-1,1 1 1,0 0-1,1 1 1,0 1-1,1 0 1,1 1-1,-18 25 1,8-2 412,1 1 1,-22 54-1,35-71-394,1 0 0,1 1 0,1-1 0,1 1-1,0 0 1,0 33 0,4-55-212,0 0 1,0 0 0,0 0-1,0 0 1,0 1-1,0-1 1,0 0-1,0 0 1,0 0-1,0 1 1,0-1 0,0 0-1,0 0 1,0 0-1,0 1 1,0-1-1,0 0 1,0 0-1,0 0 1,0 1 0,0-1-1,0 0 1,0 0-1,0 0 1,0 1-1,1-1 1,-1 0-1,0 0 1,0 0 0,0 0-1,0 0 1,0 1-1,1-1 1,-1 0-1,0 0 1,0 0-1,0 0 1,1 0 0,-1 0-1,0 0 1,0 0-1,0 0 1,1 0-1,-1 1 1,0-1-1,0 0 1,1 0 0,2-1-38,0 1 0,0 0 0,1-1 0,-1 1-1,0-1 1,0 0 0,0 0 0,0 0 0,1 0 0,-2-1 0,1 1 0,0-1 0,0 0 0,4-3 0,40-39-535,-28 26 255,6-7-194,-3 4-651,28-21 0,-44 37 788,0 1 0,1-1 0,0 1-1,0 1 1,0 0 0,0 0 0,0 0-1,1 1 1,12-3 0,-18 4 348,0 1 0,0-1 0,0 1 0,0 0 0,1 0 0,-1 0 0,0 0 0,0 0 0,0 0 0,1 0-1,-1 1 1,0-1 0,0 1 0,0 0 0,0 0 0,0-1 0,0 1 0,0 0 0,0 1 0,-1-1 0,1 0 0,0 0 0,0 1 0,-1-1 0,1 1 0,-1 0 0,0-1 0,1 1 0,1 3 0,2 11 440,0 1-1,-2 0 1,0 0 0,0 0 0,-2 0-1,0 22 1,-2 389 3472,-2-371-3717,-3 0 0,-3 0 0,-2-1 0,-2 0 0,-26 68 0,34-112-150,-1 0 1,1-1-1,-2 1 1,-7 11-1,12-21-33,-1 1 0,1 0 0,0-1 0,-1 1 0,0-1 0,1 0 0,-1 0 0,-6 3 0,8-4-20,-1 0 1,0-1-1,1 1 1,-1-1-1,1 0 1,-1 1-1,0-1 0,1 0 1,-1 0-1,0 0 1,1 0-1,-1 0 1,0 0-1,1-1 1,-1 1-1,0-1 1,1 1-1,-1-1 1,-1 0-1,1 0-41,0-1 0,0 1-1,0 0 1,1-1 0,-1 0-1,0 1 1,1-1 0,-1 0-1,1 0 1,0 1 0,-1-1-1,1 0 1,0-1 0,0 1-1,0 0 1,0-2-1,-9-41-890,9 37 765,-5-57-1356,2 0-1,8-96 1,-2 129 1140,3 1 0,0 0 0,2 1-1,2-1 1,0 1 0,2 1 0,2 0-1,25-46 1,21-28-3240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9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278 193 5250,'0'0'4256,"5"-1"-3240,-3 0-849,0 1 0,0-1 0,0 0 0,0 0 0,0 0 0,0 0-1,0 0 1,0 0 0,0-1 0,0 1 0,-1 0 0,1-1 0,0 0 0,-1 1 0,0-1 0,1 0 0,-1 0-1,0 1 1,0-1 0,0 0 0,0 0 0,0-1 0,0 1 0,0-2 0,3-9 63,-1-1 0,-1 1 0,0-1 0,0-25 0,-34 15 610,26 17-762,5 6-22,0-1 1,-1 0-1,1 1 1,-1 0-1,1-1 0,-1 1 1,1 0-1,-1-1 1,0 1-1,1 0 1,-1 0-1,0 1 1,0-1-1,0 0 0,0 1 1,0-1-1,-2 0 1,-8-2 90,0 1-1,1 0 1,-2 1 0,1 1-1,-19 0 1,29 1-116,-1 0 0,0 0 0,1 0 0,-1 0 0,1 0 0,-1 1 0,1-1 0,0 1 0,0-1 0,-1 1 0,1 0 0,0 0 0,1 0 0,-1 0 0,0 1 1,1-1-1,-3 3 0,-25 50 347,22-41-274,-10 23 415,0 0 0,3 2 1,1-1-1,2 2 0,-12 79 1,22-88 5,1-30-512,0 0 0,0-1 0,0 1 0,0-1 0,0 1 0,0 0 0,0-1 0,0 1 0,0 0 0,0-1 0,0 1 0,0 0 0,0-1 0,1 1 0,-1-1 0,0 1 0,1 0 0,-1-1 0,0 1 0,1-1 0,-1 1 0,1 0 0,0-1-11,0 0 0,0 0 1,0 0-1,0 0 0,0 0 0,1 0 0,-1 0 0,0 0 1,0 0-1,0 0 0,0-1 0,0 1 0,0-1 0,0 1 1,0 0-1,0-1 0,0 0 0,0 1 0,0-1 0,0 0 1,17-14-239,-1-1 1,0 0-1,-1-1 0,24-35 1,-17 23-404,-12 15 303,96-125-5715,-91 111 4170,-15 40 3598,-4 20-326,-10 42 905,2-17-1037,3 0-1,-2 69 1,10-76-765,0-48-485,0-1 0,0 1 0,0-1 0,0 0 0,0 1 1,1-1-1,-1 0 0,0 1 0,1-1 0,-1 0 0,1 1 1,-1-1-1,1 0 0,-1 0 0,1 1 0,0-1 0,0 0 1,-1 0-1,1 0 0,0 0 0,0 0 0,0 0 0,0 0 0,1-1 1,-1 1-1,0 0 0,0 0 0,0-1 0,2 1 0,0 0-14,0-1 1,0 1-1,0-1 0,0 0 0,-1 0 0,1 0 0,0 0 0,0-1 0,0 1 0,0-1 0,0 0 0,-1 0 0,5-1 0,3-4-133,0-1 0,0 0 0,-1 0 0,1-1 1,-2 0-1,1-1 0,11-15 0,-13 16-96,92-116-6811,-58 63 335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9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5747,'0'0'11864,"-1"32"-9845,-2 208 1161,3 208 97,0-446-3309,0-8-174,-6-401-12480,6 399 12303,0 0-1,1-1 1,0 1-1,1 0 0,-1 0 1,2 0-1,-1 0 0,1 0 1,0 0-1,6-9 1,-6 12 315,0 1 0,1-1 1,-1 0-1,1 1 1,0 0-1,1 0 1,-1 0-1,1 0 0,-1 1 1,1-1-1,0 1 1,0 1-1,1-1 0,-1 1 1,8-3-1,-9 4 347,1-1 0,0 1 0,0 0 0,0 1 0,0-1 0,-1 1 0,1 0 0,0 0 0,0 0 0,0 1 0,0-1 0,0 1 0,5 2 0,-6-1-43,0 0 0,-1 0 0,1 0 0,-1 0 0,1 1 0,-1 0 0,0-1 0,0 1 0,0 0 0,0 1 0,0-1 0,-1 0 0,1 1 0,2 6 0,3 7 245,0-1-1,-2 1 0,0 0 0,-1 1 0,-1-1 1,3 26-1,0 110 867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0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6003,'0'0'8500,"9"10"-7508,-2-2-808,-1-3-71,-1 0 0,-1 1 1,1-1-1,-1 1 0,0 1 0,0-1 0,-1 0 0,1 1 0,-1 0 0,-1 0 0,0 0 0,3 10 0,5 49 796,2 90-1,-10 68 385,-3-127-919,-5 284 824,6-363-1597,1-33-1235,2-10 68,9-33-2692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0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13846,'0'0'5384,"29"0"-4658,94 2-507,-95-1-205,-17-2-14,0 1-1,0 1 0,0 0 0,12 3 0,-20-3-7,1 0-1,-1 1 1,0-1-1,0 1 0,0 0 1,0 0-1,0 0 1,-1 0-1,1 1 1,-1-1-1,1 1 0,-1-1 1,4 6-1,1 4-5,0 0 1,0 1-1,-1-1 0,0 1 0,-1 0 0,-1 1 1,0-1-1,3 25 0,5 118 1149,-9-92-201,-2-52-785,-1 3 107,1 0 0,0-1 0,1 1-1,1 0 1,0-1 0,1 1 0,11 25 0,-14-38-249,0-1-1,0 0 1,0 0 0,0 0 0,1 1 0,-1-1 0,0 0 0,0-1-1,1 1 1,-1 0 0,1 0 0,-1 0 0,0-1 0,1 1-1,0-1 1,-1 1 0,1-1 0,-1 0 0,1 1 0,-1-1 0,1 0-1,0 0 1,-1 0 0,1 0 0,0-1 0,-1 1 0,1 0 0,-1-1-1,1 1 1,-1-1 0,1 1 0,-1-1 0,1 0 0,-1 1-1,1-1 1,0-1 0,6-8-50,0 1 0,-1-1 0,0 0 0,-1-1 0,0 0-1,4-12 1,-7 17-44,11-22-798,-2 1 0,-1-1 0,-2-1 0,0 0 0,-2 0 1,-1-1-1,-2 0 0,2-39 0,-5 45-225,0 18 920,0-1 1,-1 1-1,0-1 0,0 1 0,-1-1 1,0 1-1,-1-8 0,-2 13 212,1 0 1,0 0-1,-1 0 0,1 1 0,-1 0 1,1 0-1,-1 0 0,1 0 1,-5 1-1,2-1-2056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1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 8452,'0'0'12179,"-3"36"-10418,-14 122-582,12-129-789,0 0 0,-18 51 0,3-14-96,24-78-1071,1 0-1,0 0 1,0 0-1,1 1 1,14-20-1,-14 22 350,1 1-1,-1-1 1,1 2-1,1-1 0,-1 1 1,1 0-1,1 0 1,-1 1-1,16-9 1,-17 12 591,-1-1 1,1 0-1,-1 0 1,0-1-1,-1 0 1,1 0 0,-1 0-1,9-12 1,15-14 149,-28 30-20,0-5 1793,0 5-1994,0 8 163,-1 19 1,-1 1-1,-2-1 0,-6 32 1,-2-12-101,0-4 72,2 1 1,2 0-1,-2 60 0,10-96-180,2-7-82,-2-1 26,2 0-24,1 0 0,-1-1 0,0 0 0,-1 0 0,1 0 0,0 0-1,0 0 1,-1 0 0,4-5 0,24-30-469,-10 11 156,-20 26 344,25-29-348,34-51 0,-52 69 354,0-1-1,-2 1 0,1-1 0,-1-1 1,-1 1-1,-1-1 0,1 1 0,1-21 1,-2-66 94,-5 98 34,0 0 0,-1 1 0,1-1-1,-1 1 1,1 0 0,-1-1 0,1 1 0,-1 1-1,-3-1 1,4 0 7,1 0-119,0 1 0,0-1 0,0 0 1,0 1-1,0-1 0,0 0 0,0 1 0,0-1 0,0 1 0,1 0 1,-1-1-1,0 1 0,0 0 0,0-1 0,1 1 0,-1 0 1,0 0-1,1 0 0,-1 0 0,1 0 0,-1-1 0,1 1 0,-1 0 1,1 0-1,-1 2 0,-7 30-16,7-29 12,-10 60-41,-3 92-1,11 64-732,3-154 121,14 275-742,-14-336 1399,0-1 0,0 1-1,-1 0 1,1-1 0,-1 1 0,0 0 0,0-1 0,-1 1-1,1-1 1,-1 0 0,0 1 0,0-1 0,-6 7 0,5-7-3,-1-1 0,1 1 0,-1-1 1,0 0-1,0-1 0,0 1 0,-1-1 0,1 1 1,-1-1-1,1 0 0,-1-1 0,-9 3 0,-4-1-3,1-1 0,-1 0 0,-24-1 0,40-1-18,-1 0 0,0 0 0,1 0 0,-1-1-1,1 1 1,-1-1 0,1 1 0,0-1 0,-1 0-1,1 0 1,0 0 0,-1 0 0,1 0 0,0 0-1,0-1 1,0 1 0,0-1 0,0 0 0,0 1-1,0-1 1,1 0 0,-1 0 0,1 0 0,-1 0-1,1-1 1,0 1 0,0 0 0,0 0 0,-1-5-1,-1-4-38,1-1-1,0 1 1,1-1-1,0 0 1,1-14-1,1 14 7,-1 0-68,2 0 0,-1 0-1,2 0 1,0 0 0,0 0 0,1 1-1,0 0 1,1-1 0,1 1-1,7-12 1,5-4-689,1 0 0,36-38 0,-27 37-1103,-9 9-2870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0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5 330 10213,'0'0'8372,"-2"-5"-7791,1 0-603,0 1 0,1 0-1,0 0 1,-1 0 0,1-1-1,1 1 1,-1 0 0,1 0-1,-1-1 1,1 1 0,1 0 0,0-4-1,26-57-898,-15 37 409,8-24-461,16-63 1,-35 111 1070,-2 4-81,0 0 0,0 0-1,1 0 1,-1 0-1,0 0 1,0-1-1,0 1 1,1 0-1,-1 0 1,0 0-1,0 0 1,0 0-1,1 0 1,-1 0-1,0 0 1,0 0-1,1 0 1,-1 0-1,0 0 1,0 0-1,0 0 1,1 0-1,-1 0 1,0 0 0,0 0-1,1 0 1,-1 0-1,0 1 1,0-1-1,0 0 1,1 0-1,-1 0 1,0 0-1,0 0 1,0 0-1,0 1 1,1-1-1,-1 0 1,0 0-1,0 0 1,0 1-1,6 11 243,13 73 766,10 100 0,-20-116-551,14 109 513,41 238 886,-62-409-1861,0 7 24,1 0 1,1 1-1,0-1 1,1-1-1,1 1 1,0-1-1,13 22 1,-19-35-52,0 0-1,0 0 1,0 1 0,0-1 0,0 0 0,0 0-1,0 0 1,0 0 0,0 0 0,0 0-1,0 0 1,0 1 0,0-1 0,1 0 0,-1 0-1,0 0 1,0 0 0,0 0 0,0 0-1,0 0 1,0 0 0,0 1 0,0-1 0,0 0-1,0 0 1,0 0 0,1 0 0,-1 0-1,0 0 1,0 0 0,0 0 0,0 0 0,0 0-1,0 0 1,0 0 0,1 0 0,-1 0-1,0 0 1,0 0 0,0 0 0,0 0 0,0 0-1,0 0 1,0 0 0,1 0 0,-1 0-1,0 0 1,0 0 0,0 0 0,0 0 0,0 0-1,0 0 1,0 0 0,1 0 0,-1 0-1,0 0 1,0-1 0,0 1 0,0 0 0,0 0-1,0 0 1,0 0 0,0-10-912,0 4 254,-1-36-3187,-8-11-3762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1.1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0 277 14247,'0'0'3857,"221"-54"-3857,-161 21-752,-10 6-2818,-6 3-3841</inkml:trace>
  <inkml:trace contextRef="#ctx0" brushRef="#br0" timeOffset="1">505 422 12742,'0'0'5330,"137"-154"-5698,-104 94-496,-13 0-705,-13 3-592,-7 6-1905,0 12-464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1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1 3330,'0'0'8315,"-14"26"-5946,5-9-1967,0-2-77,0 1 0,2 0 0,0 0 1,1 1-1,0-1 0,1 1 0,1 1 0,1-1 0,1 1 0,-1 21 0,3 4 558,-1 3 316,7 60 0,-4-91-1006,1-1 1,0 0-1,0 0 0,2 0 1,0-1-1,0 1 0,1-1 1,12 19-1,-14-28-178,-1 1-1,1 0 0,0-1 1,1 0-1,-1 0 1,1 0-1,0-1 0,0 1 1,0-1-1,0 0 1,0-1-1,1 1 0,-1-1 1,1 0-1,0-1 0,-1 1 1,1-1-1,0 0 1,0 0-1,0-1 0,0 0 1,0 0-1,0 0 1,0-1-1,0 0 0,-1 0 1,1 0-1,0-1 1,0 0-1,-1 0 0,1 0 1,9-7-1,-5 1-135,0-1 0,0-1 0,-1 0 0,0 0 0,-1-1 0,0 0 0,7-13 1,0-3-861,0-1 1,10-32 0,-17 37-417,-2 0 0,0-1 0,-2 1 1,3-42-1,-6 35-3598,-4-44 1,-2 52 4336,5 21 848,-1 0 0,1 1-1,-1-1 1,1 1 0,-1-1-1,0 1 1,1-1 0,-1 1-1,1-1 1,-1 1 0,0 0-1,1-1 1,-1 1 0,0 0-1,1 0 1,-1-1 0,0 1 0,0 0-1,1 0 1,-1 0 0,0 0-1,0 0 1,0 0 0,0 0-20,0 0 1,1 0 0,-1 0 0,1 0-1,-1 0 1,1 0 0,-1 0 0,1 0-1,-1 0 1,1 0 0,-1 1 0,1-1-1,-1 0 1,1 0 0,0 1 0,-1-1-1,1 0 1,-1 0 0,1 1 0,-1-1-1,1 0 1,0 1 0,-1-1 0,1 1-1,0-1 1,0 1 0,-1-1-1,1 0 1,0 1 0,0-1 0,-1 1-1,1 0 1,-4 15 1013,1 1-1,0 0 0,1 0 0,1 0 1,1 18-1,0-31-1039,-2 58 1602,5 192 1937,-3-248-3578,1 0-1,0 1 1,1-1 0,2 11 0,-3-16-94,-1 0 0,1 0 0,-1 0 1,1 1-1,-1-1 0,1 0 0,0 0 0,0 0 0,0 0 1,-1 0-1,1 0 0,0 0 0,0-1 0,0 1 0,0 0 1,0 0-1,0-1 0,1 1 0,-1-1 0,0 1 0,0-1 0,0 1 1,1-1-1,-1 0 0,0 0 0,0 1 0,1-1 0,-1 0 1,2 0-1,-2 0-12,0 0 0,0-1 0,0 1 0,0 0 0,0 0 0,0 0 0,0-1 0,0 1 0,0-1 0,-1 1 0,1 0 0,0-1 0,0 0 0,0 1 0,0-1 0,-1 1 0,1-1 0,0 0 0,-1 0 0,1 1 0,0-2 0,7-14-57,0 0 0,-2 0 0,0-1 0,5-26 0,-7 28-6,29-138-1576,-1 1-3652,-31 145 4774,1 0 0,0 1 0,1 0 0,0-1 0,0 1 0,0 0 0,0 0-1,1 1 1,8-10 0,-10 13 464,0 0-1,0 1 0,0-1 1,1 0-1,-1 1 1,1 0-1,-1 0 1,1 0-1,-1 0 0,1 0 1,0 0-1,-1 0 1,1 1-1,0 0 0,0-1 1,0 1-1,-1 0 1,1 0-1,0 1 0,0-1 1,-1 0-1,1 1 1,0 0-1,0 0 0,-1 0 1,1 0-1,2 1 1,38 21 253,-32-17-369,0 0 0,0 0 0,0-1-1,1-1 1,15 5 0,26-2-3280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1.8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244 1 11381,'0'0'6977,"-29"20"-5441,-93 75-348,114-88-1080,1 0 0,0 1 0,0 0 0,1 0-1,0 1 1,1 0 0,0 0 0,0 0 0,0 0 0,1 1 0,1 0 0,0 0 0,0 0 0,1 0 0,-1 11 0,1-12-40,-3 28 162,1-1-1,2 65 0,2-91-247,0 0-1,1 0 1,0 0-1,1 0 1,0 0-1,1 0 1,0 0-1,1-1 1,0 0-1,0 0 0,1 0 1,0 0-1,0 0 1,1-1-1,0 0 1,1 0-1,0-1 1,0 0-1,0 0 0,12 7 1,23 16-545,73 40 1,11 7 309,-109-65 255,0 1 1,-1 0-1,-1 1 1,26 31-1,-35-36-29,0 0 0,0 0 0,-1 1 0,0 0 1,-1 0-1,0 1 0,-1-1 0,0 1 0,0 0 0,-1-1 0,-1 1 0,0 0 0,0 0 0,-1 0 1,0 0-1,-1 0 0,0 0 0,-1 0 0,-1 0 0,1 0 0,-2-1 0,1 1 0,-1-1 1,-6 10-1,2-8-21,-1 0 0,0-1 0,0 0 1,-1 0-1,-1-1 0,0 0 0,0-1 1,-1 0-1,0-1 0,0-1 0,-1 0 0,0 0 1,0-1-1,-17 5 0,3-3 70,-1-1-1,0-1 1,0-2-1,-1 0 1,1-2 0,-39-2-1,65 0-15,1 0 0,-1 0 0,0 0 0,0 0 0,1 0 1,-1-1-1,0 1 0,0 0 0,1-1 0,-1 0 0,0 1 0,1-1 0,-1 0 0,0 0 0,1 0 0,-1 0 0,1 0 0,0 0 1,-1 0-1,1 0 0,0-1 0,0 1 0,0 0 0,0-1 0,0 1 0,-1-2 0,0-3-20,1 1 1,0-1-1,0 0 0,0 1 1,1-1-1,0 1 0,0-7 0,0 2-24,1-1-105,0 1 0,0-1 0,0 1-1,2 0 1,-1-1 0,1 1 0,6-13 0,5-6-1158,19-30 0,-23 43 713,36-62-3227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2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16 6739,'0'0'6291,"-18"1"-5934,-58-1 86,69 0-304,0-1 0,1 0-1,-1 0 1,0 0 0,-10-5-1,13 5-22,1 0-1,-1 0 1,0 0-1,1 0 1,-1 1 0,-7-1-1,7 1 60,-1 0 1,1 0-1,-1 0 0,0 1 1,1 0-1,-1 0 0,1 0 1,-6 2-1,8-2-119,-1 1 1,1 0-1,-1 0 0,1 0 1,0 0-1,-1 0 0,1 0 1,1 1-1,-1-1 0,0 1 1,0-1-1,1 1 0,-2 3 1,-10 23 419,1 1 1,1 0-1,1 0 1,2 1 0,1 0-1,2 1 1,1 0 0,0 49-1,4-81-469,0 0 0,0 0 0,0 1 0,-1-1 0,1 0 0,0 0 0,0 1 0,0-1 0,0 0 0,0 0 0,0 1 0,0-1 0,0 0 0,0 1 0,0-1 0,0 0 0,0 0 0,0 1 0,1-1 0,-1 0 0,0 0 0,0 1 0,0-1 0,0 0 0,0 0 0,0 1 0,1-1 0,-1 0 0,0 0 0,0 0 0,0 1 0,1-1 0,-1 0 0,0 0 0,0 0 0,1 0 0,-1 1 0,0-1 0,0 0 0,1 0 0,-1 0 0,2 0-15,0 0 1,0-1-1,-1 1 0,1-1 1,-1 1-1,1-1 0,0 0 1,-1 1-1,1-1 0,-1 0 1,1 0-1,-1 0 0,0 0 1,0-1-1,1 1 0,0-2 1,21-27-166,-15 19 73,109-181-6175,-70 110 1078,-37 66 4682,-9 14 1463,-1 9 465,0 23 565,-1 13-190,2 1 0,2-1 0,12 64 0,-13-99-1659,3 13 189,1 0-1,0-1 0,2 0 1,9 20-1,-15-36-283,1 0 0,-1 1 0,1-1 0,0 0-1,0-1 1,0 1 0,0 0 0,1-1 0,-1 0 0,1 0 0,0 0 0,0 0-1,0-1 1,0 1 0,1-1 0,-1 0 0,1 0 0,-1-1 0,1 0 0,0 1-1,-1-1 1,1-1 0,8 1 0,-10-1-39,0 0-1,0 0 1,0-1 0,0 0-1,0 0 1,0 1 0,0-2-1,0 1 1,0 0-1,0-1 1,-1 1 0,1-1-1,-1 0 1,1 1 0,-1-1-1,0-1 1,1 1 0,-1 0-1,2-3 1,4-6-133,-1-1 0,0 1 1,6-17-1,-4 10-188,4-8-780,-1-1 1,-1 0-1,-2-1 1,8-35 0,-13 37-1385,0 0 1,-1-44-1,-3 0-5020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2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1 59 5699</inkml:trace>
  <inkml:trace contextRef="#ctx0" brushRef="#br0" timeOffset="1">1 59 5699,'44'-18'3640,"75"-21"0,-118 39-3551,0-1 0,0 1 0,1 0 0,-1 0 0,0-1 0,0 1 0,0 0 0,0 0 0,0 0 0,0 0 0,1 1 0,-1-1 0,0 0 0,0 0 0,0 1-1,0-1 1,0 0 0,0 1 0,0-1 0,0 1 0,0 0 0,0-1 0,0 1 0,1 1 0,-2-1 45,1 1 0,0 0-1,-1-1 1,0 1 0,1 0 0,-1-1-1,0 1 1,0 0 0,0 0 0,0-1 0,0 4-1,0-4-75,-1 18 918,4 264 6031,7-207-6104,-9-70-844,0 0 1,1-1-1,0 1 1,0 0-1,0-1 1,1 0 0,0 1-1,0-1 1,0 0-1,6 7 1,-8-11-62,-1-1 0,1 1 0,0 0 0,0 0 0,0-1 0,0 1 0,0 0 0,0-1 0,0 1 0,0-1 0,0 1 0,0-1 0,0 0 0,0 1 0,0-1 0,0 0 0,0 0 0,0 0 0,1 0 0,-1 0 0,0 0 0,0 0 0,0 0 0,0 0 0,0-1 0,0 1 0,2-1 0,-1 0-35,0 0 1,-1 0-1,1-1 1,0 1-1,0-1 0,-1 1 1,1-1-1,0 1 1,-1-1-1,0 0 0,1 0 1,-1 0-1,1-3 1,6-13-275,0 0 1,-1-1 0,-2 0 0,5-20 0,9-86-3526,-4 29-2588,-15 93 6031,2-6-627,-1 1 0,2-1 0,3-9 1,-6 16 1051,1 1 1,-1-1 0,1 1 0,0 0-1,-1-1 1,1 1 0,0 0 0,0 0-1,0 0 1,0 0 0,0-1 0,0 1-1,0 1 1,0-1 0,1 0 0,-1 0 0,0 0-1,0 1 1,1-1 0,-1 0 0,1 1-1,-1-1 1,0 1 0,1 0 0,2-1-1,-3 1 110,0 0-1,0 0 0,0 0 0,0 0 0,-1 1 0,1-1 1,0 0-1,0 0 0,0 1 0,0-1 0,0 0 0,0 1 1,-1-1-1,1 1 0,0-1 0,0 1 0,-1-1 0,1 1 1,0 0-1,-1-1 0,2 2 0,7 21 1504,-6-15-1153,12 45 1611,-5-20-1130,0 0 1,25 50-1,-33-79-930,0 0-1,0 0 0,1-1 0,0 1 0,-1-1 0,1 0 1,1 0-1,-1 0 0,0 0 0,1 0 0,5 3 0,-7-5-118,0 0 1,0-1-1,-1 1 0,1-1 0,0 1 0,0-1 0,0 1 0,0-1 0,0 0 0,0 0 0,0 0 0,0 0 1,0-1-1,0 1 0,0 0 0,0-1 0,0 1 0,-1-1 0,1 0 0,0 1 0,0-1 0,-1 0 0,1 0 0,0 0 1,-1-1-1,1 1 0,-1 0 0,1 0 0,1-3 0,20-29-2781,1-8-1743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3.1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12742,'0'0'6195,"2"27"-4883,-1-5-1082,0 0-51,0 1-1,2-2 0,1 1 0,0 0 1,1-1-1,11 27 0,2 5 336,-2 0 0,-3 2 0,12 105 0,-9 169 454,-13-198-972,-3-125-23,2 24 65,-2-30-56,0 1-1,0 0 1,0-1-1,0 1 1,0 0-1,0 0 1,0-1-1,0 1 1,1 0-1,-1-1 1,0 1-1,0 0 1,1-1-1,-1 1 1,1-1-1,-1 1 1,0 0-1,1-1 1,-1 1-1,1-1 1,-1 1-1,1-1 1,-1 0-1,1 1 1,0-1-1,-1 1 1,2-1-1,-1-4-1234,-1-119-8515,0 64 2776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3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8356,'0'0'7635,"34"-3"-6973,112-9-459,-134 11-193,-1 0 1,0 1 0,0 0-1,1 1 1,11 2-1,-18-2 5,-1 1 1,0 0-1,1 0 0,-1 1 0,0-1 0,0 1 0,0-1 0,4 6 0,-8-8-14,11 9 173,-2 1 0,1 0 1,-1 1-1,-1 0 0,0 1 1,-1-1-1,0 1 0,0 1 1,-2-1-1,1 1 0,4 19 0,1 8 708,-2 1-1,6 60 0,-12-58-306,-2-28-367,0 1 1,1-1-1,0 0 0,1 0 1,6 15-1,-9-29-210,1 0 0,-1 0 0,0 0 0,1 0 0,-1-1 0,1 1 0,-1 0 0,1 0 0,0 0 0,-1-1 0,1 1 0,0 0 0,-1-1 1,1 1-1,0-1 0,0 1 0,0-1 0,-1 1 0,1-1 0,0 1 0,0-1 0,0 0 0,0 0 0,0 1 0,0-1 0,0 0 0,0 0 0,0 0 0,0 0 0,0 0 0,0 0 0,0 0 0,0 0 0,0-1 0,-1 1 0,1 0 0,0 0 0,0-1 0,0 1 0,0-1 0,0 1 0,0-1 0,-1 1 0,1-1 0,1 0 0,4-7-161,0 0 0,-1-1 0,1 1 0,-2-1 0,1 0 0,3-11-1,-5 13 69,8-22-898,-1-1 1,-1 1 0,-2-2-1,7-55 1,-5-128-3493,-26 219 6491,3 7-3249,-5-2-2084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14.1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6243,'0'0'10103,"15"18"-8724,0-1-801,-1 0-1,22 37 0,-30-39-312,0 0-1,-1 0 1,-1 0 0,-1 1 0,0-1 0,-1 1-1,0 0 1,-1 24 0,1 5 289,15 252 2341,-17-287-2797,1 0-5,-1 1 0,2-1 0,-1 1 0,1-1 0,4 11 0,-6-21-92,1 1-1,-1-1 1,0 1-1,0-1 1,0 1-1,0-1 0,0 1 1,1-1-1,-1 1 1,0-1-1,0 0 1,1 1-1,-1-1 1,0 1-1,1-1 1,-1 0-1,0 1 1,1-1-1,-1 0 1,1 0-1,-1 1 0,0-1 1,1 0-1,-1 0 1,1 0-1,-1 1 1,1-1-1,-1 0 1,1 0-1,-1 0 1,1 0-1,-1 0 1,1 0-1,-1 0 1,1 0-1,-1 0 0,1 0 1,-1 0-1,0 0 1,1 0-1,-1-1 1,1 1-1,-1 0 1,1 0-1,-1 0 1,1-1-1,-1 1 1,0 0-1,1-1 1,-1 1-1,0 0 0,1-1 1,-1 1-1,1-1 1,17-25-222,8-34-2262,-2-1-1,25-105 0,9-24-6915,-43 160 10237,-14 30-710,-1-1 0,0 1 0,0 0 0,0-1 0,1 1 0,-1-1 0,0 1 0,1-1-1,-1 1 1,0 0 0,1-1 0,-1 1 0,0 0 0,1-1 0,-1 1 0,1 0 0,-1-1 0,1 1 0,-1 0 0,1 0-1,-1 0 1,1 0 0,-1-1 0,1 1 0,-1 0 0,1 0 0,-1 0 0,1 0 0,-1 0 0,1 0 0,-1 0 0,1 0-1,-1 0 1,1 0 0,-1 1 0,1-1 0,-1 0 0,1 0 0,-1 0 0,1 1 0,-1-1 0,0 0 0,1 0 0,-1 1-1,1-1 1,-1 0 0,0 1 0,1-1 0,-1 1 0,0-1 0,1 0 0,-1 1 0,0-1 0,0 1 0,1-1 0,-1 1-1,0-1 1,0 2 0,6 13 780,0 0 0,-2 1 0,0 0 0,3 24-1,-1-3-33,-1-10-416,14 57 584,-17-76-964,1 0 0,0 0 0,0-1 0,1 1 0,0-1 0,1 0 0,8 12 0,-10-16-78,1-1 0,-1 1 0,0-1 0,0 0 0,1 0 0,0 0 1,-1 0-1,1-1 0,0 1 0,0-1 0,0 0 0,-1 0 0,1-1 0,8 1 0,2 0-94,-1-1-1,0-1 1,16-2 0,-20 1-56,0 0 1,0-1-1,-1 0 0,1 0 1,-1-1-1,1-1 1,-1 1-1,0-1 0,-1 0 1,1-1-1,-1 0 0,0 0 1,-1 0-1,1-1 1,-1 0-1,-1 0 0,9-14 1,-6 8-316,-1 0 0,0-1 0,-1 0 0,0 0 0,-1-1 0,-1 1 1,0-1-1,-1 0 0,2-29 0,-5 40 350,1-3 4,-1-1 0,0 1 0,0 0 0,-1 0 0,-2-14 0,2 19 200,0 0 1,0 0 0,0 0-1,0 0 1,0 0 0,-1 0-1,1 1 1,0-1 0,-1 0-1,0 1 1,1-1-1,-1 1 1,0-1 0,0 1-1,0 0 1,1 0 0,-2 0-1,1 0 1,0 0-1,0 0 1,0 1 0,-3-1-1,-1-1 224,1 0-1,-1 1 0,0 0 0,0 0 0,-1 1 0,1-1 0,0 2 1,0-1-1,-8 2 0,13-2-288,1 0 1,-1 0 0,0 1-1,1-1 1,-1 0 0,1 1-1,-1-1 1,1 0 0,-1 1-1,1-1 1,-1 1 0,1-1-1,-1 1 1,1-1 0,0 1-1,-1-1 1,1 1 0,0 0-1,-1-1 1,1 1 0,0-1-1,0 1 1,0 0-1,-1 1 1,-2 19 91,0 0 0,2 0 1,0 1-1,4 32 0,-1-22-94,0-9-70,1 1 1,1-1-1,1 0 0,1 0 0,11 27 1,55 111-500,-28-70 297,-18-31-7,-2 1-1,19 82 1,-35-107-21,-1 0 1,-2 0-1,-1 1 0,-2 0 0,-5 59 0,1-81 180,0 0-1,-1 0 0,0-1 0,-2 1 1,0-1-1,0 0 0,-1 0 0,-1 0 1,0-1-1,-1 0 0,-11 15 0,11-19 45,0 0 0,0 0 0,-1-1 0,0 0-1,-1-1 1,0 0 0,0-1 0,0 0 0,0 0-1,-1-1 1,0 0 0,0-1 0,-1 0-1,-19 3 1,21-5 108,0 0-1,0-1 1,0 0-1,-1-1 1,1 0-1,0 0 1,-15-3-1,22 2 17,-1 0-1,1 0 1,0-1-1,0 1 1,-1-1-1,1 0 1,0 1 0,1-1-1,-1-1 1,0 1-1,0 0 1,1-1-1,-1 1 1,1-1-1,0 0 1,0 0-1,0 0 1,0 0-1,1 0 1,-1 0 0,1 0-1,-1 0 1,0-6-1,-2-7 108,1 1 0,1-1 0,0 0 0,1 1 0,1-1 0,1 0-1,0 0 1,0 1 0,2-1 0,0 1 0,1-1 0,0 1 0,2 0 0,-1 1 0,15-25 0,6-6-72,2 2 0,2 0 1,50-54-1,174-158-1871,-140 146-2492,-42 36-1531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3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6 6755,'0'0'3815,"-8"-6"-2737,6 21-750,12 458 4383,0-3-1770,-10-356-2514,1 125 397,-1-227-707,0-11-85,-1 1 1,1 0-1,0-1 0,0 1 0,0 0 0,0 0 0,1-1 1,-1 1-1,0 0 0,1-1 0,-1 1 0,1-1 0,0 1 1,-1 0-1,1-1 0,1 2 0,-1-4-18,-1-1-1,1 1 0,-1 0 1,1-1-1,-1 0 0,1 1 1,-1-1-1,0 1 0,0-1 1,0 1-1,0-1 0,0 1 1,-1-3-1,2-58-451,-1-75-1944,-2 114 1748,0 1 1,-2-1 0,0 1-1,-9-23 1,-2 1-478,-39-128-1410,45 138 2136,2-1 1,1 0-1,-1-38 1,6-89-763,2 147 1161,0 0 0,1 0 0,1 0 0,0 0 0,10-27 0,-11 35 105,2 0-1,-1-1 0,1 1 0,0 0 1,0 1-1,1-1 0,0 1 0,0-1 1,0 2-1,1-1 0,0 1 0,12-9 1,-15 12 8,0 0 0,0 0 0,1 0 0,-1 1 0,1-1 0,-1 1 0,1 0 0,-1 0 0,1 0 0,0 0 0,-1 1 0,1-1 0,0 1 0,-1 0 0,1 0 0,0 1 0,0-1 0,-1 1 0,1 0 0,0 0 0,-1 0 0,1 0 0,-1 0 0,0 1 0,1 0 0,-1 0 0,0 0 0,0 0 0,0 0 0,0 0 0,0 1 0,-1 0 0,1-1 0,-1 1 0,3 4 0,1 3 138,-2 0 0,0 0 0,0 0 0,-1 1 0,0 0 0,3 21 0,-2 69 1045,-3-86-1244,-2 0 0,0 0 1,0 0-1,-2 0 1,0-1-1,0 1 0,-2-1 1,1 0-1,-2 0 0,0 0 1,-1-1-1,0 0 1,-1 0-1,0 0 0,-1-1 1,-19 19-1,26-28-107,-1-1 0,0 1 0,0-1-1,0 0 1,-1 1 0,1-2 0,0 1 0,-1 0-1,1-1 1,-1 1 0,1-1 0,-1 0 0,0 0 0,0-1-1,-5 1 1,8-1-60,-1 1 0,1-1-1,0 0 1,0 0 0,0 0 0,0-1 0,0 1-1,0 0 1,0 0 0,0-1 0,0 1 0,0 0-1,0-1 1,0 1 0,0-1 0,0 1-1,0-1 1,0 0 0,0 1 0,0-1 0,0 0-1,-1-1 1,1 0-291,0-1-1,-1 0 0,1 1 1,0-1-1,0 0 0,1 0 1,-2-5-1,-3-42-5933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3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1105,'0'0'11335,"0"-1"-11258,0 1-1,0-1 0,0 1 1,0-1-1,0 1 0,1-1 0,-1 1 1,0-1-1,0 1 0,0-1 1,0 1-1,1 0 0,-1-1 1,0 1-1,0-1 0,1 1 0,-1 0 1,0-1-1,1 1 0,15 0-644,-6 0-3236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3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114 383 6723</inkml:trace>
  <inkml:trace contextRef="#ctx0" brushRef="#br0" timeOffset="1">114 383 6723,'162'-71'3567,"-142"59"-2252,-20 12-1296,0 0 1,0 0-1,0 0 0,1 0 0,-1 0 1,0-1-1,0 1 0,0 0 0,0 0 0,0 0 1,0 0-1,0 0 0,0 0 0,0 0 1,0 0-1,0 0 0,1 0 0,-1-1 0,0 1 1,0 0-1,0 0 0,0 0 0,0 0 1,0 0-1,0 0 0,0 0 0,0-1 1,0 1-1,0 0 0,0 0 0,0 0 0,0 0 1,0 0-1,0 0 0,0-1 0,0 1 1,0 0-1,0 0 0,0 0 0,0 0 1,-1 0-1,1 0 0,0 0 0,0 0 0,0-1 1,0 1-1,0 0 0,0 0 0,0 0 1,0 0-1,0 0 0,0 0 0,-1 0 0,1 0 1,0 0-1,0 0 0,0 0 0,0 0 1,0 0-1,-24 0 2018,19 0-1359,-86-3 1454,73 3-2042,13 1-62,1-1-1,-1 1 0,1 0 1,-1 0-1,1 0 1,0 1-1,-1 0 0,1 0 1,0 0-1,0 0 1,0 0-1,1 1 0,-1 0 1,1 0-1,-1 0 1,1 0-1,0 0 1,0 1-1,0-1 0,-4 8 1,-1 3 130,0 0 0,1 1 0,0-1 0,-8 30 0,8-16 181,1 1 1,1 0-1,-1 30 1,3 89 1197,2-147-1510,1 1 0,0-1-1,0 0 1,1 1 0,-1-1 0,0 0 0,0 1 0,1-1 0,-1 0 0,0 0 0,1 1 0,-1-1 0,1 0-1,0 0 1,-1 0 0,1 0 0,0 0 0,0 0 0,0 0 0,0 0 0,0 0 0,0 0 0,0 0 0,0 0-1,0-1 1,0 1 0,0 0 0,2 0 0,-1-1-14,1 1-1,-1-1 1,0 0-1,0 0 1,0 0-1,1 0 1,-1 0-1,0 0 1,0-1-1,1 1 1,-1-1-1,0 1 1,0-1-1,0 0 1,0 0-1,0 0 1,3-2 0,0-1 15,0 0 0,0-1 1,0 1-1,0-1 0,-1 0 1,0 0-1,8-12 0,23-47-24,-33 58-13,24-49-1195,-2 0 1,29-108-1,-42 113-1795,-1 0 0,-2-1 0,1-89 0,-9 61-704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4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59 2193,'0'0'12211,"-4"-13"-11461,2 5-629,-9-28 353,11 36-468,0 0 0,0 0 0,0 0 0,0 0 0,-1 0 0,1 0 0,0 0 0,0 0 0,0 0 0,0 1 0,0-1 1,0 0-1,0 0 0,0 0 0,0 0 0,0 0 0,-1 0 0,1 0 0,0 0 0,0 0 0,0 0 0,0 0 0,0 0 0,0 0 0,0 0 0,0 0 0,-1 0 0,1 0 0,0 0 0,0 0 0,0 0 0,0 0 0,0 0 0,0 0 0,0 0 0,0 0 0,0 0 0,-1 0 0,1 0 0,0 0 0,0-1 0,0 1 0,0 0 0,0 0 0,0 0 0,0 0 0,0 0 0,0 0 0,0 0 0,0 0 0,0 0 0,0 0 0,0-1 0,-1 1 0,1 0 0,0 0 0,0 0 0,0 0 0,0 0 0,0 0 0,0 0 0,0 0 0,0-1 0,-1 27 574,20 136 1334,-5-66-1061,17 405 2017,-21-277-2429,-9-202-437,0 2-10,7 41 0,-2-51-1474,-5-14 1303,-1 0 0,0-1 0,1 1 0,-1-1 0,0 1 0,1-1 0,-1 1 0,0-1 0,0 0 0,0 1 0,1-1 0,-1 1 0,0-1 0,0 1 0,0-1 0,0 0 0,0 1 0,0-1 0,0 1 0,0-1 0,0 1 0,0-1 0,-1 0 0,1-26-4882,0-3-4345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4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1 116 9076,'0'0'7038,"4"-19"-6550,11-57-189,-10 58 24,-2 16-206,-1 7 3,1 3 11,-1 1-1,-1-1 0,2 16 0,0 9 222,37 257 1032,29 178 548,-65-443-1848,-1-5 65,1 0-1,1 0 0,9 27 1,-13-46-137,-1 1 1,1-1-1,-1 1 1,1-1-1,-1 0 1,1 1-1,0-1 0,0 0 1,0 1-1,0-1 1,0 0-1,0 0 1,0 0-1,0 0 1,0 0-1,0 0 1,2 1-1,-2-2-13,0 0-1,-1 0 1,1-1-1,-1 1 0,1 0 1,0 0-1,-1-1 0,1 1 1,-1 0-1,1-1 0,-1 1 1,1 0-1,-1-1 1,0 1-1,1-1 0,-1 1 1,1-1-1,-1 1 0,0-1 1,1 1-1,-1-1 1,0 1-1,0-1 0,1 0 1,-1 1-1,0-1 0,0 0 1,3-9-175,0 0-1,-1 0 1,1-15 0,4-98-5218,-7 63-225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5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363 1 11429,'0'0'5283,"-29"10"-4971,6-2-281,1-1-24,1 1 1,0 1-1,1 0 0,0 2 0,1 0 0,0 1 0,-21 17 0,25-15-8,-1 0 0,2 1 1,-15 18-1,23-25-3,0 1 0,1 0 1,0 0-1,0 1 0,1 0 0,0-1 0,1 1 0,-3 12 0,2-5 72,2 0 0,0 0-1,0 0 1,2 1 0,2 28-1,-1-38 75,1 0 0,-1 0 0,1 0-1,1 0 1,0 0 0,0 0 0,0-1-1,1 1 1,0-1 0,0 0 0,1 0-1,0-1 1,10 11 0,-5-8-3,0-1-1,1 0 1,0-1-1,0 0 1,1 0-1,0-2 1,0 1 0,0-1-1,1-1 1,18 4-1,-11-4-250,1-1-1,0-1 1,-1-1-1,1 0 0,0-2 1,20-2-1,-33 1-108,-1 1-1,0-1 0,0 0 1,0 0-1,0-1 0,-1 0 1,1 0-1,-1-1 0,0 0 0,8-6 1,-2 0-961,-1 0 0,0-1 0,17-23 0,7-16-4362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5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 8388,'0'0'7889,"-3"30"-6441,-14 232 1567,16-199-2292,0 42 429,2-91-972,1 1-1,0-1 1,0 0 0,2-1 0,5 17 0,-8-26-155,1-1 1,-1 0-1,1 0 1,0 0-1,-1 0 1,1 0-1,1 0 1,-1-1-1,0 1 1,1-1-1,-1 1 1,1-1 0,0 0-1,-1 0 1,1 0-1,4 2 1,-5-4-24,0 1 0,-1-1 0,1 0 0,0 1 0,0-1 0,0 0 0,0 0 0,-1 0 0,1 0 0,0-1 0,0 1 0,0 0 0,0-1 0,-1 0 0,1 1 0,0-1 0,0 0 0,-1 0 0,1 1 0,-1-2 0,1 1 0,-1 0 0,1 0 0,-1 0 0,0 0 0,1-1 0,-1 1 0,0-1 0,0 1 0,0-1 0,1-2 0,10-16-133,-1 1 0,-2-2 0,0 0 0,9-31 0,-6 12-922,8-66 0,-17 79 39,-1-1 1,-2-42-1,-1 65 881,1 1 1,-1 0 0,0-1 0,0 1-1,-1 0 1,1 0 0,-1 0 0,0 0-1,0 0 1,0 0 0,0 0 0,-1 1-1,0-1 1,0 1 0,0 0 0,0-1-1,0 1 1,0 1 0,-1-1-1,-5-3 1,4 3 139,-1 0-1,0 0 0,0 1 0,0 0 1,0 0-1,0 0 0,-1 1 1,1 0-1,-1 0 0,1 0 1,-1 1-1,1 0 0,-8 1 1,12 0 46,-1 0 0,0 0 1,1 0-1,-1 0 1,1 0-1,-1 0 1,1 1-1,0 0 1,0-1-1,0 1 1,0 0-1,0 0 1,0 0-1,0 0 1,0 0-1,1 0 0,-3 5 1,1-3-367,1 1 0,0-1 0,0 0-1,0 1 1,1-1 0,-1 1 0,1 0 0,0-1 0,0 8 0,1-5-4927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5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58 102 7139,'0'0'10154,"-10"-2"-9265,-28-6-25,29 6-130,23 550 5164,-14-546-5896,0 0 1,0-1-1,0 1 0,1 0 0,-1-1 0,0 1 0,1 0 0,-1-1 0,1 1 0,0-1 0,0 1 0,-1-1 0,1 1 0,2 1 0,-3-3-6,0 0 0,0 0 0,1 0-1,-1 1 1,0-1 0,1 0 0,-1 0 0,0 0-1,1 0 1,-1 1 0,0-1 0,1 0-1,-1 0 1,0 0 0,1 0 0,-1 0 0,1 0-1,-1 0 1,0 0 0,1 0 0,-1 0-1,0 0 1,1-1 0,-1 1 0,0 0 0,1 0-1,12-13-314,-4-7-164,0-1 0,-1 0 0,8-30 0,-9 26 21,45-189-5585,-13 46-487,-35 152 5959,1 0 1,1 0-1,13-26 0,-17 38 760,0 1 0,1-1 0,-1 1-1,1-1 1,0 1 0,0 0-1,0 0 1,6-4 0,-7 6 74,-1 0 1,1 0 0,0 0 0,0 0 0,-1 0-1,1 1 1,0-1 0,0 1 0,0 0-1,0-1 1,0 1 0,0 0 0,0 0 0,0 0-1,0 0 1,0 1 0,0-1 0,0 0-1,3 2 1,-3-1-104,0-1 0,0 1 0,-1 1 0,1-1 0,0 0 0,0 0 0,-1 1 0,1-1 0,0 1 0,-1-1 0,0 1 0,1-1 0,-1 1 0,0 0 0,0 0 0,0 0 0,1 3 0,11 38 1115,-10-30-785,11 66 632,-3 1 1,0 82-1,-3-28-626,-7-125-477,4 29 132,-5-37-157,0 0-1,0 0 0,0 0 0,1 0 1,-1 0-1,0 1 0,1-1 0,-1 0 1,1 0-1,-1 0 0,1 0 0,0 0 0,-1-1 1,1 1-1,0 0 0,0 0 0,-1 0 1,1 0-1,0-1 0,0 1 0,0 0 1,0-1-1,0 1 0,2 0 0,-3-1-52,1 0-1,0 0 0,-1 0 0,1 0 1,-1 0-1,1 0 0,-1 0 1,1 0-1,-1 0 0,1-1 1,-1 1-1,1 0 0,-1 0 0,1 0 1,-1-1-1,0 1 0,1 0 1,-1 0-1,1-1 0,-1 1 1,0 0-1,1-1 0,-1 1 0,1-1 1,-1 1-1,0 0 0,1-1 1,5-16-1408,-5 13 1084,9-39-3215,-3-10-3164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6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174 595 15063,'0'0'5731,"-2"6"-5518,-7 24 70,2 0-1,1 0 1,-3 63 0,6-59-75,-15 383 2212,18-416-2412,0-1-1,0 1 1,0 0-1,0-1 1,0 1 0,0 0-1,0-1 1,0 1-1,0 0 1,0-1 0,1 1-1,-1 0 1,0-1-1,0 1 1,1-1 0,-1 1-1,0 0 1,1-1-1,-1 1 1,0-1 0,1 1-1,-1-1 1,1 1-1,-1-1 1,1 1 0,-1-1-1,1 1 1,0-1-1,-1 0 1,1 1 0,0-1-1,0 0-9,0 0 1,1 0-1,-1 0 0,0 0 0,0-1 1,0 1-1,0 0 0,0-1 0,0 1 1,0-1-1,0 1 0,0-1 0,0 0 1,0 1-1,0-1 0,0 0 0,0 0 1,-1 1-1,2-3 0,7-10-65,0-1 1,-1 0-1,0 0 1,10-30-1,-10 25-32,10-25-869,-2-1 1,-2 0-1,-2-1 0,-2 0 0,-2-1 1,3-67-1,-10-126-8703,-3 208 10597,-1 1-1,-2 0 1,-1 0-1,-11-31 1,8 26 390,0 0-1,-4-46 1,11 34-635,1 20-9,-6-33 0,7 60-584,0 0 0,-1 0 0,1 0 0,-1 0 0,1 0 1,-1 0-1,1 0 0,-1 0 0,0 0 0,0 0 0,1 1 0,-1-1 1,0 0-1,0 0 0,0 1 0,0-1 0,0 1 0,0-1 1,0 1-1,0-1 0,0 1 0,0-1 0,0 1 0,0 0 0,0-1 1,0 1-1,0 0 0,-1 0 0,0 0 0,-2 0 15,1 0-1,-1 0 0,1 0 1,-1 1-1,1 0 0,-1-1 1,1 1-1,0 0 1,-4 2-1,3-1-88,-1 1 0,1 0 0,0 0 0,0 1-1,0-1 1,0 1 0,1 0 0,-5 5 0,-23 38 34,30-46-45,-12 21 17,1 0-1,2 1 1,0 1 0,1 0-1,-10 44 1,13-31 173,0-1-1,3 2 1,1 48-1,2-74-136,0 0 0,2 0 0,-1-1 0,1 1 0,1 0 0,0-1 0,1 1 0,0-1-1,7 13 1,-6-15-50,1-1 0,-1 0-1,2 0 1,-1 0 0,1-1-1,0 0 1,1-1 0,0 1-1,0-1 1,0-1 0,12 7-1,-6-5-21,1-1 0,0 0 1,0-1-1,1-1 0,-1 0 0,1-1 0,21 1 0,118-2-290,-84-3 286,-63 1 21,1 0 0,-1 1 1,1 0-1,-1 0 0,0 0 0,0 1 1,1 1-1,-1 0 0,-1 0 1,1 0-1,0 1 0,-1 0 0,0 0 1,1 1-1,-2 0 0,1 0 0,-1 1 1,0 0-1,0 0 0,9 12 0,-2-1 23,-1 0 0,-1 0 0,0 1 0,-2 1-1,0 0 1,12 37 0,-14-29 99,-1 0 0,-1 0 0,-2 0 0,1 49 0,-4-64-214,0-10-586,-2-4-889,-2-4 328,0 1 0,1-1 0,0 1 0,0-1 0,-4-11 0,5 11 201,-17-40-9358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6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11749,'0'0'7220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7.5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 41 3105,'0'0'7908,"9"-7"-6470,29-19-45,-28 19 1411,-14 7-1777,-1 0-932,-1 0 1,1 0-1,0 0 1,-1 1-1,1 0 1,0 0 0,-1 0-1,1 0 1,0 1-1,0 0 1,0 0-1,0 0 1,0 1-1,1 0 1,-6 3-1,0 2-74,1 1-1,-1 0 0,2 1 1,-1 0-1,1 0 0,1 0 1,-1 1-1,2 1 0,0-1 1,0 1-1,1 0 0,1 0 1,0 0-1,0 1 0,1 0 1,1-1-1,0 1 0,1 0 1,0 0-1,2 20 0,0-25-11,0-1 0,1 1 0,-1 0 1,2-1-1,-1 0 0,1 0 0,0 1 0,1-2 0,-1 1 0,1 0 0,1-1 0,-1 0 0,1 0 0,0 0 0,6 5 0,12 10 14,1-2-1,41 26 1,-6-4 68,-47-32-22,-1 0-1,1 1 0,-2 1 1,1 0-1,10 15 0,-17-19-23,0-1 0,0 1 0,-1-1 0,0 1 0,0 0 0,-1 0 0,0 1 0,0-1 0,0 0 0,-1 1 1,0-1-1,-1 9 0,0-7 7,1-2-8,-1 0 1,0 0 0,-1 0 0,0-1 0,0 1-1,-3 9 1,4-15-40,-1 1-1,0 0 0,0-1 1,0 1-1,0-1 1,0 1-1,0-1 1,-1 0-1,1 1 0,0-1 1,-1 0-1,1 0 1,-1 0-1,1 0 0,-1 0 1,1 0-1,-1-1 1,0 1-1,1 0 0,-1-1 1,0 1-1,0-1 1,1 0-1,-1 1 1,0-1-1,0 0 0,0 0 1,-2-1-1,3 2-9,0-1 0,0-1 0,0 1-1,-1 0 1,1 0 0,0 0 0,0 0 0,0-1 0,0 1-1,0-1 1,0 1 0,0-1 0,0 1 0,0-1 0,0 1-1,0-1 1,0 0 0,0 0 0,0 1 0,0-1 0,1 0-1,-1 0 1,0 0 0,1 0 0,-2-2 0,0-2-25,0 0 1,1 0-1,0 0 1,0 0-1,0-6 1,0 3-36,-5-49-1596,4-64 0,2 120 1653,0-19-437,1 0-1,1 0 0,1-1 0,0 1 0,2 1 0,0-1 0,1 1 0,1 0 0,1 0 0,1 1 0,0 0 0,14-18 0,-16 24 537,2 0 1,0 1-1,0 0 0,1 0 0,20-16 0,-24 23 183,0 0 0,0 0 0,1 0 0,-1 1-1,1 0 1,-1 1 0,1-1 0,0 1 0,0 1 0,0-1-1,0 1 1,0 0 0,9 1 0,-12 0-108,0 0 0,0 1 1,0-1-1,0 1 0,0 0 1,-1 0-1,1 1 0,0-1 1,0 1-1,-1-1 0,1 1 1,-1 1-1,1-1 0,-1 0 1,5 5-1,-3-1 70,1 0-1,-1 0 1,0 1 0,0-1-1,-1 1 1,0 1 0,4 8-1,0 5 159,-1-1 0,-1 1-1,0 1 1,4 42 0,-6 98 456,-4-119-1129,-20-63-15537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3:27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17000,'0'0'4914,"0"-21"-16055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29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70 3506,'0'0'11434,"0"-11"-10906,0-22-341,0 7 3212,-10 42-2812,-2 2-529,1 1 0,0 1 0,1 0-1,2 0 1,-7 22 0,12-34-167,1 0-1,0 1 1,1-1 0,-1 1-1,2-1 1,-1 0-1,1 1 1,1-1 0,-1 1-1,1-1 1,1 1-1,0-1 1,0 0 0,0 0-1,1 0 1,7 14-1,8 5-684,26 30-1,-26-35 677,-2 0-1,22 37 0,-30-41 221,0 0 0,0 1-1,-2 0 1,-1 1-1,0-1 1,-1 1 0,-1 0-1,-1 0 1,-1 0-1,-1 0 1,-4 38 0,4-56-94,0-1 1,0 1-1,-1-1 1,1 1 0,-1-1-1,1 1 1,-1-1 0,0 0-1,1 1 1,-1-1-1,0 0 1,0 0 0,0 1-1,0-1 1,0 0-1,0 0 1,0 0 0,0 0-1,-1 0 1,1-1 0,0 1-1,-1 0 1,1-1-1,0 1 1,-3 0 0,1 0-67,0 0 1,-1-1 0,1 1 0,-1-1 0,1 0 0,-1 0 0,1 0 0,-1 0 0,-4-2 0,8 2-10,-1 0 0,1 0 1,-1 0-1,0 0 0,1-1 1,-1 1-1,1 0 0,-1 0 1,1-1-1,-1 1 0,1 0 0,-1-1 1,1 1-1,0-1 0,-1 1 1,1 0-1,-1-1 0,1 1 1,0-1-1,-1 1 0,1-1 0,0 1 1,0-1-1,-1-1 0,-5-31-2987,5-13-2717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29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11 410 7267,'0'0'4130,"18"-33"-3319,59-107-619,-33 52-288,-25 28-736,-17 52 586,-1 0 0,0 0 0,0 0 0,-1-14 0,0 12 187,0 9 63,0 0-1,0 0 1,0 0-1,0 0 1,0 0-1,-1 0 1,1 0-1,0 0 0,-1 0 1,1 0-1,-1 0 1,1 1-1,-1-1 1,1 0-1,-1 0 1,1 0-1,-1 1 1,0-1-1,1 0 0,-1 1 1,0-1-1,0 1 1,0-1-1,1 1 1,-1-1-1,0 1 1,0-1-1,0 1 1,0 0-1,0 0 0,-2-1 1,-35-1 677,26 3-325,9-1-290,0 0 0,-1 1 0,1-1 1,0 1-1,0 0 0,0 0 1,0 0-1,0 0 0,0 1 0,0-1 1,1 1-1,-1 0 0,0 0 1,1 0-1,-1 0 0,1 0 0,0 0 1,0 1-1,0-1 0,0 1 1,0-1-1,0 1 0,1 0 1,-2 3-1,-3 7 254,1 1 1,0-1 0,1 1-1,-3 19 1,0 13 1097,3 1 0,4 86 0,0-117-1110,0-7-148,0 1 1,0 0-1,1 0 1,0-1-1,1 1 1,0-1-1,1 1 1,0-1-1,0 0 1,1 0-1,0 0 1,7 10-1,-9-16-133,1 0 1,0 0-1,-1 0 1,1 0-1,0-1 1,0 1-1,1-1 0,-1 0 1,0 0-1,1 0 1,-1 0-1,1-1 0,0 1 1,-1-1-1,1 0 1,0 0-1,0 0 0,0-1 1,0 1-1,0-1 1,0 0-1,0 0 0,0 0 1,0-1-1,6-1 1,-3 0-47,1 0 0,-1 0 0,0-1 0,0 0 0,0-1 0,-1 0 0,1 0 0,-1 0 1,0-1-1,0 1 0,0-1 0,5-8 0,4-5-737,-1-2-1,0 0 1,-2 0 0,0-1-1,10-27 1,4-30-4503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0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6723,'0'0'5877,"0"-3"-5250,0 0 528,-1 8-434,1 20-170,2 42-139,26 181 1236,-7-62-265,22 269 1506,-23-283-1880,-19-161-966,-1-9-36,0 0 0,0-1 0,0 1 0,0 0 0,1 0 0,-1-1 0,0 1 0,1 0-1,0-1 1,-1 1 0,1 0 0,0-1 0,0 1 0,0-1 0,0 1 0,0-1 0,0 1 0,0-1 0,0 0 0,3 2 0,-4-2-7,0-1-1,1 0 1,-1 0-1,0 0 1,1 0 0,-1 0-1,0 0 1,0 0-1,1 0 1,-1 0-1,0 0 1,1 0 0,-1 0-1,0 0 1,0 0-1,1 0 1,-1 0 0,0 0-1,0 0 1,1 0-1,-1-1 1,0 1 0,0 0-1,1 0 1,-1 0-1,0 0 1,0-1 0,1 1-1,-1 0 1,0 0-1,0 0 1,0-1 0,0 1-1,1 0 1,-1 0-1,0-1 1,0 1 0,0 0-1,0 0 1,0-1-1,0 1 1,0 0-1,0-1 1,0 1 0,0-1-1,4-14-118,-1 0 0,0 0-1,-2-1 1,1-21 0,-1 12-133,2-185-3311,-1 16-2049,-2 181 4699,1-1-1,0 1 1,1 0 0,1-1-1,8-24 1,-10 35 871,0 1-1,0-1 1,0 1 0,1-1 0,-1 1-1,1 0 1,-1-1 0,1 1 0,0 0 0,0 0-1,0 0 1,0 1 0,0-1 0,1 0-1,-1 1 1,1-1 0,-1 1 0,1 0 0,-1 0-1,1 0 1,-1 0 0,1 0 0,0 1 0,0-1-1,-1 1 1,1-1 0,0 1 0,0 0-1,0 0 1,-1 1 0,1-1 0,0 1 0,0-1-1,2 2 1,1 0 351,-1 0-1,1 0 1,-1 1-1,0 0 1,0 0-1,0 1 1,0-1 0,-1 1-1,1 0 1,-1 0-1,0 0 1,0 1-1,-1-1 1,1 1-1,4 8 1,0 2 256,0 0 0,-1 1-1,-1-1 1,6 22 0,-7-12 93,0 0 0,-2 0 0,-1 0 0,-2 39 0,0-40-394,0-16-200,-1 0 0,1 1 0,-1-1-1,0 0 1,-1 0 0,0 0 0,-6 14 0,5-17-55,1 1-1,-1-1 1,-1-1-1,1 1 1,-1 0-1,0-1 1,0 0-1,0 0 1,0 0-1,-1 0 1,-8 5-1,4-5-91,1 1 0,-1-1-1,0 0 1,0-1 0,0 0-1,-1 0 1,-15 1 0,-2-1-1896,-38-1-1,64-2 1864,1 0 116,-3 0-302,1 0 0,0 0 0,0 0 0,-1 0 0,1-1 0,0 1 0,0-1 0,-1 1 0,-3-2 0,5 0-141,-1 1 0,0-1-1,1 1 1,-1-1 0,1 0-1,0 0 1,-1 0 0,1 0-1,-1-2 1,2 4 416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0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13 269 5122,'0'0'6798,"16"-29"-6203,50-96-197,-61 115-354,0-1 1,0 0 0,4-16-1,-8 22-9,-1 1 0,1-1 0,-1 1 0,0-1 0,-1-6 0,1-7 67,-1 17-85,1 1-1,0 0 0,0 0 0,0 0 0,0-1 0,-1 1 0,1 0 1,0 0-1,0 0 0,0 0 0,-1 0 0,1 0 0,0-1 1,0 1-1,0 0 0,-1 0 0,1 0 0,0 0 0,0 0 0,-1 0 1,1 0-1,0 0 0,0 0 0,-1 0 0,1 0 0,0 0 0,0 0 1,-1 0-1,1 0 0,0 0 0,-1 0 0,0 1 84,-3-2-37,1 2 0,-1-1 0,1 0 0,0 1 0,-1-1 0,1 1 0,0 0 0,-1 0 0,1 0 0,0 1 0,0-1 0,0 1-1,0-1 1,0 1 0,0 0 0,-3 4 0,2-2 4,0 1-1,0 0 0,1 0 1,0 0-1,0 1 0,0-1 1,0 1-1,1 0 1,-2 6-1,-2 14 402,1 1 0,1 0-1,1 1 1,2-1 0,2 44 0,0-22 428,-2-39-675,2 0 1,-1 0 0,2 0-1,-1-1 1,1 1-1,0-1 1,7 16-1,-8-22-179,1 1 1,0-1-1,0 1 0,0-1 0,1 0 0,-1 0 0,1 0 1,-1 0-1,1-1 0,0 1 0,0-1 0,0 1 1,1-1-1,-1 0 0,1 0 0,-1-1 0,1 1 1,-1-1-1,1 1 0,0-1 0,0-1 0,4 2 1,-4-2-45,1 1 0,-1-1 0,1 0 0,0 0 1,-1 0-1,1-1 0,0 0 0,-1 0 0,1 0 1,-1 0-1,0-1 0,1 0 0,-1 0 1,0 0-1,0 0 0,0-1 0,0 1 0,-1-1 1,1 0-1,-1 0 0,1 0 0,4-7 0,2-3-333,-1-1-1,0 0 1,-1-1-1,-1 1 1,6-18-1,-4 9-1549,8-32 0,-1-26-3829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1.0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7395,'0'0'5891,"-3"7"-4738,1 34 253,3 41 1,0-18-421,43 589 4083,-14-459-4474,-29-191-598,13 45 71,-14-46-72,1 0-1,0 0 1,0 0 0,0 0 0,0 0-1,0 0 1,1 0 0,-1 0 0,0-1 0,1 1-1,0 0 1,-1-1 0,1 1 0,0-1 0,0 0-1,0 0 1,3 2 0,-5-3-11,0 0 0,1 1 0,-1-1 0,0 0 0,1 0 1,-1 0-1,0 0 0,1 0 0,-1 0 0,0 0 0,1 0 0,-1 0 0,0 0 0,1 0 0,-1 0 0,0 0 1,1-1-1,-1 1 0,0 0 0,0 0 0,1 0 0,-1 0 0,0 0 0,1-1 0,-1 1 0,0 0 1,0 0-1,1-1 0,-1 1 0,0 0 0,0 0 0,0-1 0,0 1 0,1 0 0,-1 0 0,0-1 1,0 1-1,0 0 0,0-1 0,3-18-770,-3 18 728,-1-168-10201,-8 109 2289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1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9588,'0'0'6865,"4"21"-6260,39 246 1895,-37-229-1934,1 1-1,2-1 1,2 0 0,22 53-1,-30-84-480,0-1 1,1 0-1,-1 0 0,1 0 0,0 0 0,9 8 0,-11-12-74,1 0 0,0 0 0,-1 0-1,1-1 1,0 1 0,0-1 0,0 1 0,0-1-1,1 0 1,-1 0 0,0-1 0,0 1-1,1 0 1,-1-1 0,6 0 0,-6 0-28,0 0 1,1-1 0,-1 1 0,0-1-1,0 0 1,0 0 0,0 0 0,-1 0-1,1 0 1,0-1 0,0 1 0,-1-1-1,1 0 1,-1 0 0,1 0 0,-1 0-1,0 0 1,0 0 0,0-1-1,0 1 1,0-1 0,2-4 0,3-6-184,-1 0 0,0-1 0,6-24-1,-9 32 122,8-41-1523,-2 0 0,-1 0 0,-3-1 0,-1-89 1,-4 111 1060,1 13 183,-1-1 0,-2-19 0,1 30 561,1 0 1,-1-1-1,0 1 1,0-1 0,0 1-1,-1 0 1,1 0-1,-1 0 1,0 0 0,0 0-1,0 0 1,0 0-1,-5-5 1,7 8-300,0 0-1,0 0 1,0-1-1,-1 1 1,1 0-1,0-1 1,0 1 0,0 0-1,0-1 1,0 1-1,0 0 1,0-1-1,0 1 1,0 0 0,0-1-1,0 1 1,0 0-1,0 0 1,0-1-1,0 1 1,0 0 0,1-1-1,-1 1 1,0 0-1,0-1 1,0 1-1,1-1 1,7-5-5272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2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18 160,'-3'2'19401,"1"118"-18539,0-29 83,3 0-1,15 101 0,-15-187-873,4 19 179,-5-23-238,0-1-1,0 1 1,0 0 0,0-1-1,1 1 1,-1 0 0,0-1-1,1 1 1,-1 0 0,0-1-1,1 1 1,-1-1 0,0 1-1,1-1 1,-1 1 0,1-1-1,-1 1 1,1-1 0,-1 0-1,1 1 1,0-1 0,-1 1-1,1-1 1,-1 0 0,2 1-1,-2-2-6,1 1 0,-1 0-1,0 0 1,1 0-1,-1-1 1,0 1 0,0 0-1,1-1 1,-1 1 0,0 0-1,0 0 1,0-1 0,1 1-1,-1 0 1,0-1 0,0 1-1,0-1 1,0 1-1,0 0 1,0-1 0,0 1-1,0 0 1,0-1 0,0 1-1,0-1 1,0 1 0,0 0-1,0-1 1,0 1-1,0 0 1,0-1 0,0 1-1,0-1 1,-1-4-13,0-87-684,-1 21-1102,13-127 0,-9 182 1396,2-1-1,0 1 1,11-28-1,-12 37 396,0 1 1,0-1-1,0 1 0,1 0 0,0 0 1,1 0-1,-1 1 0,1 0 0,0-1 1,0 2-1,8-7 0,-10 10 94,0-1 0,-1 1 0,1 0 0,0 0 0,0 0-1,0 0 1,0 0 0,0 1 0,0-1 0,1 1 0,-1 0 0,0 0 0,0 0 0,0 0 0,0 1 0,0-1 0,0 1 0,0 0-1,0-1 1,0 2 0,0-1 0,0 0 0,0 0 0,0 1 0,-1 0 0,1 0 0,-1-1 0,1 1 0,-1 1 0,0-1-1,0 0 1,0 0 0,0 1 0,0-1 0,0 1 0,-1 0 0,3 3 0,6 16 254,-1 0 0,-1 0 0,-1 1 0,4 24 0,12 98 890,-14-79-722,-4-29-280,-3-18-93,1 0 0,1 0 0,8 25 0,-13-71-743,4-41 0,0 35 60,2 0 1,0 0 0,3 0-1,0 1 1,22-52-1,-29 80 521,1 0 0,-1 0 0,1 0 1,0 0-1,0 1 0,1-1 0,-1 1 0,1 0 0,-1-1 0,1 1 0,0 0 1,0 1-1,0-1 0,1 0 0,-1 1 0,1 0 0,-1 0 0,1 0 0,0 0 1,0 0-1,0 1 0,0 0 0,0 0 0,0 0 0,0 0 0,0 1 0,1-1 1,-1 1-1,6 1 0,-8-1 52,1 0 1,0 0 0,0 0-1,-1 1 1,1 0-1,-1-1 1,1 1-1,-1 0 1,1 0 0,-1 0-1,1 1 1,-1-1-1,0 0 1,1 1-1,2 3 1,-1-1 45,-1-1 1,0 1-1,1 1 0,-2-1 1,1 0-1,0 1 1,2 8-1,2 7 153,-2-1-1,0 1 1,3 27 0,-7-40-203,6 63 703,0 89 1,-7-157-981,-6-10-1667,-21-51-4215,13 23 85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2.8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91 4738,'0'0'3642,"1"-16"-2786,4-44 740,-4 45 2979,-1 19-3695,6 132 2413,27 149-1,-22-205-2465,-9-68-693,-2 0 18,2 1 0,0-1 0,1 0 0,0 0 0,0 0 0,1 0 0,10 18 0,-14-29-149,0-1 1,0 0-1,0 1 1,0-1-1,0 0 1,0 1-1,0-1 1,1 0-1,-1 1 1,0-1-1,0 0 1,0 1-1,0-1 1,1 0-1,-1 0 1,0 1-1,0-1 1,1 0-1,-1 0 1,0 1-1,0-1 1,1 0-1,-1 0 1,0 0-1,1 0 0,-1 1 1,0-1-1,1 0 1,-1 0-1,0 0 1,1 0-1,-1 0 1,0 0-1,1 0 1,-1 0-1,0 0 1,1 0-1,-1 0 1,0 0-1,1 0 1,-1 0-1,0 0 1,1-1-1,0 1 1,4-19-68,4-159-1467,10-75-3034,-17 240 4329,1 0 1,0-1-1,1 1 0,1 0 1,6-13-1,-10 24 260,0 1-1,0-1 1,0 0-1,0 1 1,0-1-1,0 1 1,0-1-1,0 1 1,1 0-1,-1-1 1,1 1-1,-1 0 1,1 0-1,-1 0 1,1 0-1,0 0 1,2-1 0,-3 2 39,0 0 0,1 0 0,-1 0 1,1 0-1,-1 0 0,0 0 0,1 0 1,-1 0-1,0 1 0,1-1 0,-1 1 1,0-1-1,0 1 0,1-1 0,-1 1 1,0 0-1,0-1 0,2 2 0,1 3 125,1-1 1,-1 1-1,1-1 0,-1 1 0,-1 1 0,1-1 1,-1 0-1,4 10 0,5 16 315,-2 0 1,-1 1-1,-1 1 1,3 36-1,-5-32 66,1 1-1,21 62 1,-26-94-548,0-1 0,1 1 0,0 0 0,7 10-1,-9-15-60,0 1-1,0-1 1,1 0-1,-1 1 1,1-1-1,-1 0 0,1 0 1,-1 0-1,1 0 1,0 0-1,0-1 1,-1 1-1,1 0 1,0-1-1,0 1 0,0-1 1,-1 0-1,1 1 1,4-1-1,-6 0-9,1 0 0,0 0 0,-1-1-1,1 1 1,0 0 0,0 0 0,-1 0-1,1-1 1,0 1 0,-1 0 0,1-1-1,0 1 1,-1-1 0,1 1 0,-1-1 0,1 1-1,-1-1 1,1 1 0,-1-1 0,1 1-1,-1-1 1,0 1 0,1-1 0,0-1-1,5-18-439,-3 12 147,44-219-10075,-40 187 7481,9-36-3109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3.4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5635,'0'0'13134,"4"30"-11422,20 212 820,-24-226-2353,12 135 981,-9-129-1062,1 0 1,0 0-1,2-1 0,14 36 0,-19-56-110,-1 1 0,1 0 0,0-1 0,-1 1 0,1-1 0,0 1 1,0-1-1,0 1 0,0-1 0,1 0 0,-1 1 0,0-1 0,0 0 0,1 0 0,-1 0 0,1 0 0,-1 0 0,1 0 0,-1 0 0,1-1 0,0 1 0,-1-1 0,1 1 0,0-1 0,0 1 0,-1-1 0,4 0 0,-3 0-48,0-1 0,0 0 1,0 0-1,0 0 0,0 0 0,0 0 1,0 0-1,0 0 0,0-1 1,0 1-1,0-1 0,-1 1 0,1-1 1,-1 0-1,1 1 0,-1-1 0,0 0 1,1 0-1,-1 0 0,1-4 0,9-20-914,-1 0-1,-1 0 1,6-32 0,11-88-5195,-16 82 2474,-6 39 2349,12-56-1664,1 30 7657,-17 50-4440,0 1 0,0 0 0,0-1 0,1 1 0,-1-1 0,0 1 0,0 0 0,0-1 0,1 1-1,-1 0 1,0-1 0,0 1 0,1 0 0,-1-1 0,0 1 0,1 0 0,-1-1 0,0 1 0,1 0 0,-1 0 0,1 0 0,-1-1 0,0 1-1,1 0 1,-1 0 0,1 0 0,-1 0 0,0 0 0,1 0 0,-1 0 0,1 0 0,-1 0 0,1 0 0,-1 0 0,1 0 0,-1 0 0,0 0-1,1 0 1,-1 0 0,1 0 0,-1 1 0,1-1-72,0 1-1,0-1 0,-1 1 1,1 0-1,-1-1 1,1 1-1,0 0 0,-1 0 1,1-1-1,-1 1 1,0 0-1,1 0 0,-1 0 1,0 0-1,1 0 1,-1-1-1,0 1 1,0 0-1,0 0 0,0 0 1,0 1-1,1 77 627,3 0 1,25 144-1,-7-127-486,-1-8 237,17 168 0,-34-198-660,-3 0 0,-7 66 0,4-108 101,0 0 0,-1 0 0,-1-1 0,0 1-1,-1-1 1,-1 0 0,0 0 0,-1-1 0,-1 1 0,0-2 0,-1 1 0,-17 19 0,23-29 19,0-1 0,-1 0 0,1 0 0,-1 0 0,0 0 0,0-1 0,0 1 0,0-1 0,0 0 0,0 0 0,-1 0 0,1-1 0,-1 0 0,1 0 0,-1 0 0,1 0 0,-1-1 0,0 1 1,1-1-1,-1 0 0,0-1 0,-6 0 0,9 0 20,0 0 0,0 0 0,0 1 0,0-1 0,1-1 1,-1 1-1,0 0 0,0 0 0,1-1 0,-1 1 0,1-1 0,-1 1 1,1-1-1,0 0 0,-1 1 0,1-1 0,0 0 0,0 0 1,0 0-1,0 0 0,1 0 0,-1 0 0,1 0 0,-1-2 0,-1-8-13,0 0-1,1 1 0,0-16 1,1 18-14,-2-15-33,2 0 1,1 0-1,1 0 0,1 0 0,0 0 0,10-29 0,21-34-1442,56-102 0,-45 99-1072,-11 21-1143,3 5-2331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4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353 124 0,'0'0'12046,"-3"0"-9388,-14-4-1923,7-8-615,-1 1 0,0-1 0,-1 2 1,0 0-1,-1 0 0,0 1 0,-21-11 0,31 18-96,-1-1 106,0 1 1,0-1 0,-1 1-1,0-1 1,1 1 0,-1 0 0,0 1-1,0-1 1,0 1 0,0 0-1,0 0 1,0 1 0,-8-1 0,8 2-13,0 0 0,0 0-1,1 1 1,-1-1 0,1 1 0,-1 0 0,1 0 0,-1 0 0,1 1 0,0-1 0,0 1 0,-7 7 0,-3 2 230,-23 29 1,34-38-241,1 1-1,-1 0 1,1-1-1,0 1 1,0 0-1,1 1 1,-1-1-1,1 0 1,0 0-1,0 1 1,0 4-1,0 51 700,2-34-591,-2 37 138,-1-16 126,7 63-1,-3-99-406,1-1 0,0 1 0,0-1 0,1 1-1,0-1 1,1 0 0,0-1 0,0 1 0,1-1 0,8 9 0,-12-15-61,1 0 0,0 0 0,-1 0 0,1-1 0,1 1 0,-1-1 0,0 0 0,1 0 0,-1 0 0,1 0 0,-1-1 0,1 1 0,6 0 0,-7-1-15,1-1 0,-1 0 0,0 0-1,1 0 1,-1-1 0,0 1 0,0-1 0,1 0-1,-1 0 1,0 0 0,0 0 0,0-1 0,0 1-1,0-1 1,0 1 0,-1-1 0,1 0 0,4-5-1,3-3-184,0 0-1,-1-1 1,0-1-1,-1 1 0,0-1 1,7-18-1,35-81-2543,-36 73 474,-2 0 1,-2-1-1,-1-1 1,7-57 6132,-15 111-1273,2 42-383,-1 8-921,3 0 1,22 105 0,-20-148-1183,-7-20-133,0-1 0,1 1-1,-1 0 1,0 0-1,1-1 1,-1 1 0,1 0-1,-1-1 1,1 1 0,-1 0-1,1-1 1,-1 1-1,1-1 1,-1 1 0,1-1-1,0 1 1,-1-1 0,1 1-1,0-1 1,1 1-1,-2-16-2810,0-12-544,0 0-2831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4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21402,'0'0'3810,"0"-60"-9077,0 44-447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7.6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88 3458,'0'0'6301,"0"-8"-5607,0-50 2593,0 61-3082,16 438 2516,5-174-1230,5 48 529,-25-302-1820,-1-12-163,0 1 0,0-1 0,0 1-1,0-1 1,0 1 0,0-1 0,0 1 0,1-1 0,-1 1 0,1-1 0,-1 0-1,1 1 1,-1-1 0,1 0 0,1 3 0,-1-4-25,-1 0 0,0 0 0,0 0 0,0 0 1,0 1-1,0-1 0,1 0 0,-1 0 0,0 0 0,0 0 0,0 0 1,0 0-1,1 0 0,-1 0 0,0 0 0,0 0 0,0 0 0,0 0 0,1 0 1,-1 0-1,0 0 0,0 0 0,0 0 0,1 0 0,-1 0 0,0 0 0,0 0 1,0 0-1,0 0 0,1 0 0,-1 0 0,0 0 0,0 0 0,0-1 1,0 1-1,0 0 0,1 0 0,-1 0 0,0 0 0,0 0 0,0 0 0,0-1 1,0 1-1,0 0 0,0 0 0,0 0 0,0 0 0,1-1 0,-1 1 0,0 0 1,0 0-1,0-1 0,11-109-3823,-3-170 1,-8 252 3747,0 12-311,-1-1-1,-1 0 0,-1 1 0,0-1 0,-11-29 0,3 12 414,1-1-1,2 1 0,1-2 0,2 1 1,-1-64-1,6-53 1122,0 148-1134,0 0 0,1 0 0,0 0-1,0 0 1,0 0 0,0 0 0,0 0-1,1 0 1,0 0 0,-1 0 0,1 1-1,1-1 1,-1 1 0,1-1 0,-1 1 0,1 0-1,0 0 1,0 0 0,0 1 0,1-1-1,-1 1 1,0-1 0,1 1 0,0 0-1,0 0 1,-1 1 0,6-2 0,5-2 111,1 1 1,-1 1-1,1 0 0,-1 1 1,1 0-1,19 1 1,-15 1 6,-5 0 91,0 0 0,20 3 0,-29-2-173,0 0 0,0 1 0,0-1 0,0 1 0,-1 0 0,1 0 0,0 1 0,-1-1 0,0 1 0,5 4 0,1 1 105,-1 2 0,1-1 0,-2 1 0,1 1 0,-2-1 1,1 1-1,-2 1 0,1-1 0,-1 1 0,-1 0 0,0 1 0,4 19 0,-3-8 166,-2 0-1,-1 0 1,-1 1-1,-1-1 1,-4 48-1,1-58-260,-1 0 0,0 0 0,-1 1-1,-1-2 1,0 1 0,-1-1-1,0 0 1,-1 0 0,0 0 0,-10 11-1,2-4-54,-1 0 0,-1-2-1,-1 0 1,0-1-1,-21 14 1,29-23-65,1-1 1,-2 0 0,1-1 0,0-1-1,-1 1 1,0-1 0,0-1 0,-1 0-1,1-1 1,-1 0 0,0-1 0,0 0-1,-15 0 1,25-2-35,0 0 0,0 0 0,0 0 0,-1 0 0,1 0 0,0 0 0,0-1 0,0 1 0,-1-1 0,1 0-1,0 1 1,0-1 0,0 0 0,0 0 0,0 0 0,1-1 0,-1 1 0,0 0 0,0-1 0,1 1 0,-2-3 0,1 1-101,1 0 1,-1-1-1,1 1 0,0-1 1,0 1-1,0-1 1,0 0-1,1 1 0,0-1 1,-1 0-1,2-5 1,-1 8 166,0-4-254,0 0 0,0 0 0,0 0 0,1 0-1,1-5 1,-1 8 216,-1 0-1,1 1 0,0-1 0,0 1 0,0-1 1,0 1-1,0-1 0,0 1 0,0 0 1,0 0-1,0-1 0,0 1 0,1 0 0,-1 0 1,1 0-1,-1 0 0,1 0 0,-1 1 1,4-2-1,6-1 138,1 1 0,0 0 0,0 1 1,0 0-1,0 1 0,0 0 0,0 1 1,0 0-1,0 1 0,0 0 0,0 1 1,-1 1-1,1 0 0,17 8 0,-12-1 249,0 0 0,0 1 0,-1 0 0,0 2 1,-1 0-1,23 27 0,69 107 2054,-71-93-1641,-31-47-631,1-1 0,0 0 0,0 0 0,0 0 0,11 8 0,-15-14-114,-1 0 1,0 0 0,0-1-1,0 1 1,1 0 0,-1-1-1,0 1 1,1-1 0,-1 1-1,0-1 1,1 0 0,-1 0-1,0 1 1,1-1 0,-1 0-1,1 0 1,-1 0 0,2-1-1,-1 0-24,-1 1-1,1-1 0,-1 0 1,0 0-1,1 0 0,-1 0 1,0 0-1,0 0 0,0-1 1,0 1-1,0 0 0,0-1 1,0 1-1,0 0 0,0-1 1,0 1-1,-1-1 0,1 0 1,0-2-1,7-22-2072,-2 0 0,5-31 0,-6-6-5968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9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369 44 6531,'0'0'5731,"4"-5"-4968,11-17-190,-11 16 1692,-4 6-2205,-1-1-1,1 0 0,-1 1 0,1-1 1,-1 1-1,1-1 0,-1 1 0,1-1 1,-1 1-1,0-1 0,1 1 1,-1 0-1,0-1 0,1 1 0,-1 0 1,0-1-1,1 1 0,-1 0 0,0 0 1,0 0-1,1 0 0,-1 0 1,0 0-1,0 0 0,1 0 0,-2 0 1,-28-1-85,24 1 93,-21-1-23,-23 0-38,47 1-4,-1 1 0,0-1 0,0 1 0,0 0 0,1 0 0,-1 0 0,1 0 0,-1 0 0,-6 4 0,-2 4 6,-5 1 19,1 2-1,0 0 1,1 0 0,0 1 0,-13 17 0,17-16 59,1 1-1,0-1 1,1 2-1,1-1 1,0 1-1,2 1 0,-1-1 1,-6 35-1,6-13 542,2 0 1,1 74-1,4-107-556,0-1 0,0 1 0,0-1 1,1 1-1,-1-1 0,1 1 0,3 7 0,-4-11-59,1 1 0,0-1 0,0 0 0,1 1 0,-1-1 1,0 0-1,0 0 0,0 0 0,1 0 0,-1 0 0,1 0 0,-1-1 0,1 1 0,-1 0 0,1-1 1,-1 1-1,1-1 0,-1 1 0,1-1 0,0 0 0,-1 0 0,1 0 0,0 0 0,1 0 0,3 0 1,0 0 0,0-1 0,0 1-1,0-1 1,0-1 0,-1 1 0,1-1 0,0 0-1,-1-1 1,1 1 0,-1-1 0,0 0-1,0 0 1,0 0 0,0-1 0,5-6-1,6-6-135,0-1-1,25-38 0,-25 33-151,196-282-6083,-207 297 6267,-5 6 99,0 0-1,1 0 1,-1 0 0,1 0-1,-1 0 1,1 1-1,-1-1 1,1 0-1,0 0 1,0 0 0,-1 1-1,1-1 1,0 0-1,0 1 1,0-1-1,0 0 1,0 1 0,0-1-1,0 1 1,1-1-1,0 12 609,-2 380 6413,1-365-6597,5 38 1,-5-57-369,0 0 1,1 0 0,0 0 0,0 0 0,1 0 0,0-1 0,0 1 0,0-1 0,1 0 0,5 7 0,-7-11-59,-1 0-1,1-1 0,-1 1 0,1-1 1,-1 0-1,1 1 0,0-1 0,0 0 1,0 0-1,0 0 0,0 0 0,0-1 0,0 1 1,0 0-1,0-1 0,0 0 0,0 1 1,0-1-1,0 0 0,0 0 0,0 0 1,1 0-1,-1 0 0,0-1 0,2 0 1,-1 0-11,0 0 0,0 0 0,0-1 0,0 1 1,0-1-1,0 0 0,-1 1 0,1-1 0,-1 0 1,1-1-1,-1 1 0,0 0 0,0-1 0,0 1 0,3-6 1,5-11-432,-1-1 0,-1 0 0,-1 0 1,0-1-1,-2 0 0,-1 0 0,3-29 1,0-159-5938,-7 164 4939,-3-31 795,-1-1 3160,4 77-2460,0 0 1,0-1-1,0 1 1,1 0-1,-1-1 1,0 1-1,0 0 0,0-1 1,0 1-1,0 0 1,0 0-1,0-1 1,1 1-1,-1 0 1,0-1-1,0 1 1,0 0-1,1 0 1,-1 0-1,0-1 1,0 1-1,1 0 1,-1 0-1,0 0 1,1-1-1,-1 1 1,0 0-1,0 0 0,1 0 1,-1 0-1,0 0 1,1 0-1,-1 0 1,0 0-1,1 0 1,-1 0-1,0 0 1,1 0-1,-1 0 1,1 0-34,0 0 0,0 0 0,0 0 0,0 1 0,0-1 0,0 0 0,0 1 0,0-1 0,0 1 0,0-1 0,0 1 0,0-1 0,1 2 0,0 1 54,0-1 0,0 1 0,0 0-1,0 0 1,-1 0 0,1 0 0,-1 1 0,0-1 0,0 0-1,1 4 1,5 40 960,-6-41-908,9 129 1902,-8 155 1,-3-146-1647,3-125-533,7-40-332,17-52-1286,63-124 1,-76 175 1590,0-1-1,1 2 1,1 0 0,1 1 0,1 0 0,1 1 0,1 1 0,0 1-1,31-21 1,-40 32 204,1 0 0,1 1-1,-1 0 1,0 1 0,1 0-1,0 1 1,0 0 0,0 0-1,1 2 1,-1 0 0,0 0 0,1 1-1,17 2 1,-28-2 0,1 1 1,-1-1-1,0 1 1,1 0 0,-1 0-1,0 0 1,1 0-1,-1 0 1,0 1-1,0-1 1,0 1-1,0-1 1,0 1-1,0 0 1,0 0-1,-1 0 1,1 0-1,-1 0 1,1 0-1,-1 0 1,0 0-1,0 1 1,0-1-1,1 4 1,3 8 211,-1 0 1,-1 0-1,2 19 0,0-3 210,-1-6-30,2 0 0,1 0 0,14 34 0,-19-52-394,1 0 0,1 0 0,-1 0 1,1 0-1,0-1 0,0 0 1,0 1-1,1-2 0,0 1 0,0 0 1,0-1-1,1 0 0,-1 0 1,1-1-1,0 1 0,0-1 0,0-1 1,7 3-1,-1-2-7,0 0 0,1-1 1,-1 0-1,1-1 0,-1 0 0,1-1 0,0-1 1,-1 0-1,1-1 0,17-4 0,-23 3-39,0-1-1,0-1 1,0 1-1,0-1 0,-1 0 1,0 0-1,0-1 1,0 0-1,6-7 1,3-8-337,23-37 0,-27 39-145,0-2 0,-2 1 0,9-28 0,-14 37 179,-2 1 0,1-1 0,-1 1 1,-1-1-1,0 1 0,-1-1 0,0 0 0,0 0 1,-3-13-1,2 22 321,0-1-1,0 1 1,0 0 0,-1 0 0,1 0-1,-1-1 1,1 1 0,-1 0 0,0 1 0,1-1-1,-1 0 1,0 0 0,0 1 0,0-1 0,-1 1-1,1 0 1,0 0 0,0 0 0,-1 0-1,1 0 1,-1 0 0,1 0 0,-1 1 0,-3-1-1,-7-1 178,-1 0-1,1 0 1,-17 2-1,5-2-52,14 2 69,0-1 0,0 1 0,-11 2 0,20-2-154,0 0 1,-1 1-1,1-1 0,0 1 0,0 0 0,0-1 0,-1 1 0,1 0 1,0 0-1,0 1 0,1-1 0,-1 0 0,0 1 0,0-1 0,1 1 0,-1-1 1,0 1-1,1 0 0,-2 3 0,-1 4 14,1 1 0,0-1 0,1 1 0,0 0 0,0 0 0,1 0 0,0 0 0,1 0 0,0 0 0,2 13-1,-1 16 90,-1 1-6,-1 1-22,7 63 0,7-39 4,21 68 0,-18-76-59,17 61 145,42 166 77,-62-220-301,-2 0 0,3 93 1,-16-96-21,2-60 31,0 1-1,0 0 1,-1-1 0,1 1 0,-1 0-1,0-1 1,1 1 0,-1-1 0,0 1-1,0-1 1,0 1 0,0-1 0,0 0-1,0 1 1,-1-1 0,1 0 0,0 0-1,-1 0 1,1 0 0,0 0 0,-1 0-1,1 0 1,-1-1 0,0 1 0,1 0-1,-1-1 1,0 1 0,1-1 0,-1 0-1,0 1 1,-2-1 0,-2 0-14,1 0 0,-1 0 0,1 0 1,-1-1-1,1 0 0,0 0 0,-1 0 1,-9-4-1,9 2 5,1 0 1,-1-1 0,1 0 0,0 1-1,0-2 1,0 1 0,1 0-1,0-1 1,-1 0 0,2 0 0,-1 0-1,0-1 1,1 1 0,0-1 0,-2-6-1,-1-3-65,1 0-1,0 0 1,1 0 0,0-1-1,0-16 1,0-6-440,2 0 0,5-70 0,-1 88 269,1 0 0,1 0 1,1 0-1,0 1 1,2 0-1,0 0 0,11-19 1,14-16-2409,61-76-1,-52 78-1186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39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15 1649,'0'0'9633,"0"-3"-8541,-2-8-65,-2 13 561,-4 26-567,4 20-823,3 91 1,3-55 82,-2 572 2805,0-655-3052,0 0-1,0 0 0,0 0 1,0 0-1,0 0 0,0 0 0,0 0 1,0 0-1,1 0 0,-1-1 1,0 1-1,1 0 0,-1 0 0,2 1 1,-2-2-26,1 0 1,-1 0-1,0 0 1,1 0-1,-1 0 1,1 0-1,-1-1 1,1 1-1,-1 0 0,0 0 1,1-1-1,-1 1 1,1 0-1,-1 0 1,0-1-1,1 1 1,-1 0-1,0-1 1,1 1-1,-1-1 1,0 1-1,0 0 1,0-1-1,1 1 1,-1-1-1,0 1 1,0-1-1,0 1 0,0-1 1,0 1-1,0-1 1,0 0-1,13-34-723,10-53-1,2-4-1926,16-15-2844,-34 92 4217,0 1 0,1 1 0,1-1 0,0 1 0,13-13 0,6-3 3695,16-11 6859,-23 22-6637,-21 18-2610,0 0 0,0 0 0,0 0 0,0-1 0,0 1 0,0 0 0,1 0 0,-1 0 0,0 0 0,0 0 0,0-1 0,0 1 0,0 0 0,0 0 0,0 0 0,0 0 0,0 0 0,0-1 0,0 1 0,0 0 0,0 0 0,0 0 0,0 0 0,0-1 0,0 1 0,0 0 0,0 0 0,0 0 0,0 0 0,0-1 0,0 1 0,0 0 0,0 0 0,0 0 0,0 0 0,0 0 0,0-1 0,-1 1 0,1 0 0,0 0 0,0 0 0,0 0 0,0 0 0,0 0 0,0 0 0,-1-1 0,1 1 0,0 0 0,0 0 0,0 0 0,0 0 0,0 0 0,-1 0 0,1 0 0,0 0 0,0 0-1,-1 0 1,-1 0-28,-1 1 0,0 0-1,0 0 1,1 0-1,-1 0 1,1 0 0,-1 0-1,1 0 1,-1 1-1,1 0 1,0-1 0,0 1-1,0 0 1,0 0-1,0 0 1,-2 3 0,-31 42 78,33-43-89,-7 11 2,1 1-1,1-1 0,0 2 1,1-1-1,1 1 0,1-1 1,0 1-1,1 1 0,1-1 1,1 0-1,0 0 1,1 1-1,1-1 0,3 19 1,-4-34-2,1 0 0,-1 0 1,1 0-1,0 0 0,0 0 1,0-1-1,0 1 0,0 0 1,0 0-1,0-1 0,0 1 1,1-1-1,-1 1 0,1-1 1,-1 1-1,1-1 0,0 0 1,1 1-1,1 0 1,0 0 0,0 0 0,0-1 0,0 1 0,0-1 0,0 0 0,0-1 0,8 2 0,-6-2-197,1 0 0,0 0 1,0-1-1,-1 0 1,1 0-1,0 0 1,-1-1-1,1 0 1,-1 0-1,0 0 0,9-6 1,23-26-3649,-2-2-3990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1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264 36 2225,'0'0'2535,"7"-18"-977,-7 18-1437,1 0 1,-1 0-1,0 0 0,1 0 1,-1 0-1,0 0 1,0 0-1,1-1 1,-1 1-1,0 0 1,1 0-1,-1 0 1,0 0-1,0 0 1,1 0-1,-1-1 1,0 1-1,0 0 1,1 0-1,-1 0 1,0-1-1,0 1 1,0 0-1,1 0 0,-1-1 1,0 1-1,0 0 1,0 0-1,0-1 1,0 1-1,0 0 1,1 0-1,-1-1 1,0 1-1,0 0 1,0-1-1,0 1 1,0 0-1,0-1 1,0 1-1,0 0 1,0 0-1,0-1 1,-1 1-1,1 0 0,0-1 1,0 1-1,0-1 1,0-3 1486,-23 4-1159,9-1-314,12 1-92,-1-1-1,1 1 1,-1 0-1,1 0 1,-1 0 0,1 0-1,0 0 1,-1 1-1,1-1 1,-1 1 0,1-1-1,0 1 1,-1 0-1,1 0 1,0 0 0,0 0-1,0 1 1,0-1-1,0 0 1,0 1-1,-3 2 1,-3 5 101,-1 0 1,0 0-1,-1-1 0,-15 10 1,16-13-137,2 0 0,-1 1 0,1 0 0,0 0 0,0 1 1,0 0-1,1 0 0,0 0 0,-9 17 0,7-6 107,0 1-1,2 0 1,0 0-1,2 0 1,-5 31-1,2 97 1939,7-146-2035,0-1-1,1 1 1,-1-1-1,0 1 1,0-1-1,0 0 1,0 1-1,1-1 1,-1 1-1,0-1 1,0 0-1,1 1 1,-1-1-1,0 1 1,1-1-1,-1 0 1,0 0-1,1 1 1,-1-1-1,0 0 1,1 1-1,-1-1 1,1 0-1,-1 0 1,0 0-1,1 0 1,-1 1-1,1-1 1,-1 0-1,1 0 1,-1 0-1,1 0 1,-1 0-1,1 0 1,-1 0-1,1 0 1,-1 0-1,0 0 1,1-1-1,-1 1 1,1 0-1,-1 0 1,1 0-1,-1 0 1,1-1-1,2 0 18,-1 0 0,1 0 0,-1 0-1,1 0 1,-1 0 0,0-1-1,1 1 1,2-3 0,8-12-153,0-1 0,-1-1 0,-1 0 0,17-37 0,-7 14-775,-20 40 864,45-79-2669,-39 70 1912,0 1 1,0 0-1,0 1 0,1-1 0,16-12 1,-23 20 835,0 0 1,0 0 0,1 0-1,-1 0 1,0 1-1,0-1 1,1 0 0,-1 0-1,0 1 1,1-1 0,-1 1-1,1-1 1,-1 1-1,1 0 1,-1 0 0,1-1-1,-1 1 1,1 0 0,-1 0-1,1 0 1,-1 1-1,1-1 1,-1 0 0,0 0-1,1 1 1,-1-1 0,1 1-1,-1 0 1,1-1-1,-1 1 1,0 0 0,0 0-1,1-1 1,-1 1 0,0 0-1,0 0 1,0 1-1,0-1 1,0 0 0,0 0-1,0 0 1,-1 1 0,1-1-1,0 0 1,0 2-1,3 7 794,0 0-1,0 0 1,-1 1-1,3 19 1,-5-24-811,11 102 3024,-12-106-3037,0-1 0,0 0 0,0 0-1,1 1 1,-1-1 0,0 0 0,1 0-1,-1 0 1,0 0 0,1 0 0,0 1-1,-1-1 1,1 0 0,0 0 0,-1 0 0,1 0-1,0-1 1,0 1 0,0 0 0,0 0-1,0 0 1,0-1 0,0 1 0,0 0 0,0-1-1,0 1 1,0-1 0,0 1 0,0-1-1,1 0 1,-1 0 0,0 1 0,2-1-1,-2 0-144,1 0-1,0-1 0,-1 1 0,1 0 0,-1-1 0,1 0 0,0 1 0,-1-1 0,1 0 0,-1 1 0,0-1 0,1 0 0,-1 0 0,0 0 0,1 0 0,-1-1 0,0 1 0,0 0 0,0 0 0,0-1 0,0 1 0,0-2 0,9-21-3419,-2-3-1933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1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0 226 8996,'0'0'6275,"17"195"-4418,-10-123-529,-4-12-495,4 1-209,-7-13-32,0-21-416,0-9-15,0-57-4019,0-9-560,0 2-4338</inkml:trace>
  <inkml:trace contextRef="#ctx0" brushRef="#br0" timeOffset="1">47 39 15175,'0'0'2385,"137"-39"-10661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2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88 6035,'0'0'6160,"3"-10"-5570,11-30-214,-13 38-244,-1 0-1,1 0 1,0 0 0,-1 0 0,1 0 0,-1 0-1,0 0 1,1 0 0,-1 0 0,0 0 0,0 0 0,-1-3-1,0-4 2048,-7 10-2174,1-1 0,-1 1 1,1 0-1,-1 0 0,0 1 0,1 0 0,0 0 1,0 1-1,-1 0 0,2 1 0,-1-1 0,0 1 0,1 0 1,-1 1-1,1 0 0,-7 7 0,-103 89 59,110-95-40,1 1 1,-1-1-1,1 1 0,1 0 0,-1 0 0,1 0 1,1 1-1,-1 0 0,1-1 0,1 1 0,-3 9 1,-1 13 388,-5 47 1,10-71-355,-7 191 2486,8-196-2522,0 0 0,0 0-1,0-1 1,1 1 0,-1 0 0,0-1 0,0 1-1,0 0 1,1-1 0,-1 1 0,0 0 0,0-1-1,1 1 1,-1-1 0,1 1 0,-1 0 0,1-1-1,-1 1 1,1-1 0,-1 1 0,1-1 0,-1 0 0,1 1-1,-1-1 1,1 1 0,0-1 0,-1 0 0,1 0-1,0 1 1,-1-1 0,1 0 0,0 0 0,-1 0-1,1 0 1,0 0 0,0 0 0,1 0 0,1 0 2,0 0 1,-1 0-1,1-1 1,0 1-1,0-1 1,0 0-1,0 0 1,3-1-1,0-3-22,0 0 1,0 0-1,0 0 0,0-1 0,-1 0 0,0 0 0,0 0 0,-1 0 0,1-1 0,4-12 0,-5 14-53,91-176-4248,-42 54-1822,-49 117 5425,0-1 0,-1 0 0,-1 0 0,0 0-1,-1 0 1,1-17 4215,-2 43-484,14 371 635,-14-384-3818,0-2 65,0 1-1,0-1 0,0 0 1,0 1-1,0-1 1,0 1-1,0-1 0,0 1 1,0-1-1,0 1 1,0-1-1,1 1 0,-1-1 1,0 0-1,0 1 1,0-1-1,1 1 0,-1-1 1,0 0-1,0 1 1,1-1-1,-1 1 0,0-1 1,1 0-1,-1 0 1,0 1-1,1-1 0,-1 0 1,1 1-1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3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0 187 12038,'0'0'5314,"24"207"-3249,-14-131-320,-3-16-721,-4-15-304,-3-18 65,0-18-385,10-36-400,0-36-624,10-30-481,0-7-1488,10 1-1265,10 6-2417</inkml:trace>
  <inkml:trace contextRef="#ctx0" brushRef="#br0" timeOffset="1">438 0 2401,'0'0'6803,"34"160"-3473,-28-67-289,8-3-912,-4-11-688,0-31-817,-4-9 80,-2-27-704,2-12-1200,-6-27-11190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4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57 4802,'0'0'6899,"-1"-9"-6416,-6-25-237,7 33-242,-1 0 0,0 0 0,1 0 1,-1 0-1,0 0 0,0 1 0,1-1 0,-1 0 1,0 0-1,0 1 0,0-1 0,0 1 0,0-1 1,0 1-1,0-1 0,0 1 0,0 0 1,0-1-1,0 1 0,0 0 0,0 0 0,0 0 1,0 0-1,-1 0 0,1 0 0,0 0 0,0 0 1,0 0-1,0 0 0,-1 1 0,-4 0 2,2-1-22,0 1-1,0-1 1,0 1 0,0 0 0,0 1 0,0-1 0,0 1 0,0 0 0,0 0-1,1 0 1,-1 0 0,1 1 0,-1-1 0,1 1 0,0 0 0,0 0 0,0 0-1,0 0 1,1 1 0,-1-1 0,-2 7 0,-6 9-7,2 0 0,0 0 1,-6 22-1,9-23 45,3-10-230,-2 4 276,1 1 1,-6 26 0,8-8-3578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5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88 2289,'0'0'7118,"-3"-1"-6400,-8-4 2809,8-7-75,3 10-3439,-6 1 20,5 1-28,-5-6 120,6 6-29,0-7-1118,0 3 1062,0 3-10,0-46-54,0 46 120,0 3-107,11 461 364,1-11-47,-13-415-290,1-15 34,0-1 0,1 1 0,1-1 1,5 28-1,-2-37 135,0-11 3,-5-2-189,1-1-1,0 1 1,-1 0-1,1-1 0,-1 1 1,1-1-1,-1 1 1,0-1-1,1 0 1,-1 1-1,0-3 0,2-50-1494,-1-2-3813,-1 22-2530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6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8948,'0'0'8084,"14"-11"-7577,-7 4-466,2 1-1,-1-1 1,1 2 0,0-1 0,0 1 0,0 1 0,1-1-1,0 2 1,0-1 0,0 2 0,0-1 0,18-1 0,266 0 530,-1 25-115,-227-17-750,-89-4-4951,-14 0 1275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6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6627,'0'0'7668,"174"-3"-5716,-84-3-687,0 0-673,-3 6-480,-13 0-112,-11 0-256,-19 0-720,-14 0-1585,-10 6-3410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6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23 3826,'0'0'8542,"-6"-4"-7397,-19-10-209,24 13-869,0 1 0,0-1 0,0 1 0,0 0 0,0-1 0,0 1 0,0 0 0,0-1-1,0 1 1,0 0 0,0 0 0,0 0 0,0 0 0,0 0 0,0 0 0,0 0 0,0 0 0,0 1-1,0-1 1,0 0 0,0 1 0,0-1 0,0 0 0,0 1 0,0-1 0,0 1 0,1-1 0,-1 1-1,0 0 1,0-1 0,0 1 0,1 0 0,-1 0 0,0 0 0,1-1 0,-1 1 0,1 0 0,-1 0-1,1 0 1,-1 0 0,1 0 0,0 0 0,-1 1 0,-1 5-64,0 0 0,0 0 0,1 0 0,-1 12-1,2-16 156,-4 208 300,5-125-230,2 67 628,7 1 1,43 220-1,-51-366-854,-1 4 19,1-1 0,1 1 0,0-1-1,1 0 1,0 0 0,1 0 0,8 13-1,-12-22-17,0 0 1,0 0-1,1-1 0,-1 1 0,1-1 0,-1 1 0,1-1 0,0 1 1,-1-1-1,1 0 0,3 2 0,-4-3-19,0 0 1,-1 0-1,1 0 0,0 0 1,0 0-1,-1 0 0,1 0 1,0 0-1,0 0 0,-1 0 1,1 0-1,0-1 0,0 1 1,-1 0-1,1 0 0,0-1 1,-1 1-1,1-1 0,0 1 1,-1 0-1,1-1 0,-1 1 1,1-1-1,-1 0 0,1 1 1,-1-1-1,1 1 0,-1-1 1,0 0-1,1 1 0,-1-1 1,0 0-1,1 1 0,-1-1 1,0 0-1,0 1 0,1-3 1,3-13-1449,-1 0 0,-1-1 0,2-29 0,-4 45 1349,1-54-6758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7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14 244 7780,'0'0'4258,"0"178"-1777,0-103-384,3-6-1169,7-6-384,-3-21-224,-1-15-192,1-21-95,-4-6-33,4-15-1425,-7-30-2017,0-9-5346</inkml:trace>
  <inkml:trace contextRef="#ctx0" brushRef="#br0" timeOffset="1">0 22 11637,'0'0'5299,"171"-22"-11590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7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64 6883,'0'0'5998,"0"39"-4115,-3 274 1609,3-247-2627,14 437 1627,-8-464-2484,2-29-11,-8-10 2,0 0 0,0 0 0,1 0 0,-1 1-1,0-1 1,0 0 0,1 0 0,-1 0 0,0 0 0,0 0 0,1 0 0,-1 0 0,0 0-1,0 0 1,1 0 0,-1 0 0,0 0 0,0 0 0,1 0 0,-1-1 0,0 1 0,0 0-1,1 0 1,-1 0 0,0 0 0,0 0 0,0 0 0,1-1 0,-1 1 0,0 0 0,0 0-1,0 0 1,0-1 0,1 1 0,-1 0 0,0 0 0,0 0 0,0-1 0,0 1-1,0 0 1,0 0 0,0-1 0,0 1 0,0 0 0,1 0 0,-1-1 0,0 1 0,4-21-370,0 1 0,-1-1 0,-1 0 0,-1 0 0,-2-28 0,1 17-594,0-18-570,2 11-251,-3 0 0,-1 1 0,-13-71 0,6 69-799,-5-77-1,9-42 3171,6 146-327,0 0 0,0 0 0,2 0 1,-1 0-1,2 1 0,-1-1 0,2 1 0,0 0 0,0 0 0,1 0 1,0 1-1,1 0 0,14-17 0,-17 22-30,1 1 0,0 0-1,1 0 1,-1 0 0,1 0 0,0 1 0,0 0-1,0 0 1,1 1 0,-1 0 0,1 0 0,0 0-1,0 1 1,0 0 0,0 0 0,0 1 0,0 0-1,1 0 1,-1 0 0,0 1 0,1 1 0,-1-1-1,0 1 1,0 0 0,0 1 0,8 2-1,-9-2-63,1 1-1,-1 0 1,0 0-1,0 1 0,-1-1 1,1 1-1,-1 1 1,1-1-1,-1 1 0,-1 0 1,1 0-1,-1 0 0,0 1 1,0 0-1,0-1 1,-1 2-1,4 6 0,-1 1 184,-1 0 0,-1 0-1,1 1 1,-2 0 0,0-1 0,1 28-1,-2-10 123,-4 44 0,1-66-425,-1 1 0,0-1 0,0 0-1,-1 0 1,-1 0 0,1 0 0,-11 18 0,8-18-59,-1 1 0,0-1 0,0-1 0,-1 1 0,0-2 0,-1 1 0,-18 14 0,22-20-237,-1 1-1,1-1 1,0 0-1,-1-1 1,1 0 0,-1 1-1,0-2 1,0 1-1,0-1 1,0 0-1,0 0 1,0 0 0,0-1-1,0 0 1,0 0-1,0-1 1,-10-2-1,14 3 44,0 0 0,0-1 0,0 0 0,0 1 0,1-1 0,-1 0 0,0 0 1,1 0-1,-1 0 0,1 0 0,-1-1 0,1 1 0,0 0 0,-3-3 0,1-1-718,1 0 1,-1 0-1,1-1 1,-3-8-1,5 14 888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49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429 29 4082,'0'0'4842,"-15"-4"-4103,-2 0-460,1-1 295,-1 0 0,0 2 0,0 0-1,-18 0 1,0 1 613,-31 2-465,60 0-703,1 1-1,0 0 0,0 0 0,-1 0 1,1 1-1,0-1 0,0 1 0,0 0 1,-6 4-1,-1 2 115,0 1 1,1 0-1,0 0 1,0 1 0,1 1-1,0-1 1,-10 17-1,15-19-104,0 0 0,1 1 0,-1 0 0,2 0 0,-1 0 0,1 1 0,1-1 0,0 1 0,0 0 0,1-1 0,0 17 0,1-10-35,-1 30 136,2 0 0,2-1-1,14 73 1,190 645 2404,-125-526-1659,-78-225-736,-3-10-67,-2-3-315,-11-11-863,2-1 0,-1 0 0,2 0 0,0-1 0,0 0 0,-7-18 0,-7-16-4382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0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6979,'0'0'5747,"230"-52"-5747,-169 43-64,-1 3-2721,-20-6-6036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0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58 7171,'0'0'5419,"0"-10"-4552,0-28-235,0 28 841,0 13-1388,-14 330 2447,1-3-318,13-69-992,0-261-1223,0 1 1,0-1-1,0 0 0,0 1 0,0-1 0,0 0 0,0 1 0,0-1 0,0 0 1,0 0-1,0 1 0,0-1 0,0 0 0,0 1 0,0-1 0,0 0 1,0 0-1,0 1 0,1-1 0,-1 0 0,0 1 0,0-1 0,0 0 1,0 0-1,1 0 0,-1 1 0,0-1 0,0 0 0,1 0 0,-1 0 1,0 1-1,0-1 0,1 0 0,-1 0 0,0 0 0,0 0 0,1 0 1,-1 0-1,0 0 0,1 0 0,-1 0 0,0 0 0,0 0 0,1 0 1,-1 0-1,0 0 0,1 0 0,-1 0 0,0 0 0,1 0 0,-1 0 1,4 0-111,-4-3-2255,0-33-5934,0 15-1790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0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0 5891,'0'0'8035,"-23"26"-6746,-6 7-677,-34 48 1,60-75-522,-1-1 1,1 1 0,1 0-1,-1 0 1,1 0 0,0 0 0,0 0-1,1 0 1,0 1 0,0-1 0,0 1-1,1 7 1,-1 10 296,0 0 132,1 0-1,1 0 1,5 31 0,-5-49-461,0 0 1,0-1-1,1 1 1,0-1-1,0 0 0,0 1 1,1-1-1,0 0 1,0 0-1,0 0 0,0-1 1,1 1-1,0-1 1,0 0-1,0 0 0,0 0 1,0-1-1,1 1 1,8 3-1,-7-4-45,0 0 0,0-1-1,0 0 1,1 0 0,0-1 0,-1 1-1,1-2 1,-1 1 0,1-1 0,0 0-1,0 0 1,-1-1 0,1 0 0,0 0-1,-1 0 1,1-1 0,-1 0 0,0 0-1,0-1 1,1 0 0,-2 0 0,1 0-1,0-1 1,-1 0 0,7-5 0,4-5-242,0-1 1,-1 0 0,-1-2 0,-1 1 0,0-2 0,15-26 0,-18 27-911,-1 1 1,0-2 0,-1 1-1,-1-1 1,-1 0 0,-1 0-1,0-1 1,-1 0 0,2-32-1,-6 2-3173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1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15 3265,'117'-15'5091,"-171"18"-1169,11 30-2706,10 0-303,12 0 191,21-11-400,0-4-704,37-18-1920,-3 0-706,-1-27-3488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1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 1617,'0'0'12331,"4"0"-11419,15 1-205,-19-1-685,0 0 0,1 0-1,-1 0 1,0 0 0,1 0 0,-1 0-1,0 0 1,0 0 0,1 0 0,-1 0-1,0 0 1,1 0 0,-1 1 0,0-1-1,0 0 1,1 0 0,-1 0 0,0 0-1,0 1 1,0-1 0,1 0-1,-1 0 1,0 0 0,0 1 0,0-1-1,0 0 1,1 0 0,-1 1 0,0-1-1,0 0 1,0 1 0,0-1 0,0 0-1,0 0 1,0 1 0,0-1 0,0 0-1,0 1 1,0-1 0,5 39 1458,-1 76 1,-2-29-502,6 158 782,6 112-467,-13-334-1243,-2-18-38,1 0 0,0 0 0,0 0 0,1 0 0,-1 0 0,1-1 0,0 1 1,0 0-1,0 0 0,0-1 0,4 8 0,-5-11-10,1 1 0,-1-1 0,0 0 0,0 0 0,1 1 0,-1-1 0,0 0 0,0 0 0,1 0 0,-1 1-1,0-1 1,1 0 0,-1 0 0,0 0 0,1 0 0,-1 0 0,0 0 0,1 0 0,-1 0 0,0 0 0,1 0 0,-1 0 0,0 0 0,1 0 0,-1 0 0,0 0-1,1 0 1,-1 0 0,1 0 0,0-1 1,-1 1 0,1-1-1,0 1 1,0-1-1,-1 1 1,1-1 0,-1 0-1,1 1 1,0-1-1,-1 0 1,0 0 0,1 1-1,-1-1 1,1 0-1,-1 0 1,1-1 0,6-25-219,-1 0 0,-1-1 1,-2 0-1,1-49 0,-4 64 35,3-54-1745,-3-1 1,-14-105-1,8 133 1080,2 0-1,1 0 0,3-1 0,4-45 1,-2 77 951,0 1 1,0 0-1,1 0 1,0 0-1,0 0 1,1 0-1,0 1 1,0-1 0,1 1-1,0 0 1,0 1-1,1-1 1,0 1-1,0 0 1,0 0-1,1 1 1,0 0-1,0 0 1,0 1-1,1-1 1,-1 2-1,1-1 1,0 1 0,0 0-1,0 1 1,0 0-1,1 0 1,15-1-1,-7 2 255,0 0 1,-1 1-1,1 1 0,0 1 1,22 5-1,-34-6-275,0 0-1,-1 1 1,1-1 0,-1 1 0,0 0 0,1 1-1,-1-1 1,0 1 0,0-1 0,-1 1-1,1 0 1,0 1 0,-1-1 0,0 1-1,0-1 1,0 1 0,0 0 0,-1 0-1,1 0 1,-1 1 0,0-1 0,0 1-1,2 7 1,-2-2-10,0 1 0,0 0 1,-1 0-1,0-1 0,-1 1 0,0 0 0,-1 0 0,0 0 1,-1-1-1,0 1 0,0 0 0,-1-1 0,-1 0 0,0 0 1,0 0-1,-1 0 0,0-1 0,-1 1 0,-9 10 0,6-9-65,-2 0-1,0-1 0,0 0 1,0-1-1,-1-1 0,-26 15 0,29-19-131,-1 0 0,1 0 0,-1-1-1,0 0 1,0-1 0,0 0 0,0-1-1,0 0 1,0 0 0,-19-2 0,28 1 19,-1 0 0,1 0 1,0 0-1,0 0 1,-1-1-1,1 1 1,0 0-1,0-1 0,0 1 1,0-1-1,0 1 1,-1-1-1,1 0 1,0 1-1,0-1 0,0 0 1,1 0-1,-1 0 1,0 0-1,0 0 1,0 0-1,1 0 0,-2-1 1,1-1-349,0-1 1,0 0 0,0 1-1,1-1 1,-1 0-1,1-5 1,0 9 379,-2-52-6479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2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13366,'0'0'1201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6:52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325 169 976,'0'0'7190,"-9"-3"-5845,-26-9-136,25 7 567,10 1-1545,1 3 64,-2-11-190,-1 0-1,0 0 1,0 0 0,-1 0-1,0 1 1,-1-1-1,-1 1 1,-10-18 0,14 27-121,-1 0 0,0 0 1,1 1-1,-1-1 0,0 1 1,0-1-1,0 1 0,0 0 1,0 0-1,-1 0 0,1 0 1,0 0-1,0 1 0,-1-1 1,1 1-1,-1-1 0,1 1 1,0 0-1,-1 0 0,1 0 1,-1 0-1,-3 1 0,0-1 0,0 1-1,0 0 0,1 1 0,-1-1 0,0 1 0,0 0 0,1 0 0,-6 4 0,-5 5-661,1 1 0,-18 18-1,0 0-3027,6-8-1379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3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71 9156,'0'0'11176,"0"-6"-10272,0 4-845,-1 0 7,1 0 0,-1-1 1,1 1-1,0 0 1,0 0-1,0 0 0,0-1 1,0 1-1,1 0 1,-1 0-1,1 0 0,-1 0 1,1 0-1,0-1 1,0 1-1,0 0 0,0 1 1,0-1-1,0 0 1,0 0-1,1 0 0,-1 1 1,1-1-1,1-1 1,-2 2-320,0 0 0,0 0 0,1 0 0,-1 0 0,0 0 0,0 1 0,1-1 0,-1 0 0,1 1 0,-1-1 0,0 1 0,1-1 0,-1 1 0,3-1 0,-3 2-21,0-1 0,-1 1 0,1 0 0,0-1 0,-1 1 0,1 0 0,-1 0 0,1-1 0,-1 1 0,1 0 0,-1 0 0,1 0 0,-1 0 0,0 0 0,1 0 0,-1-1 0,0 1 0,0 0 0,0 0 0,0 0 0,0 0 0,0 0 0,0 1 0,4 27-5603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3.8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11957,'0'0'8788,"0"9"-16535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5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81 7700,'0'0'5039,"0"-9"-4332,0-25-116,0 6 2607,-11 26-2729,0-1-459,0 2 0,1-1 0,-1 1-1,0 1 1,-16 1 0,23-1-14,0 1 0,0 0 0,1 0-1,-1 0 1,0 0 0,1 1 0,-1-1 0,1 1 0,-1 0 0,1 0-1,0 0 1,0 1 0,0-1 0,0 1 0,0-1 0,0 1 0,1 0-1,0 0 1,-3 5 0,-1 2-2,1 0 0,0 1 0,1 0 1,1 0-1,0 0 0,0 0 0,-2 22 0,1 87 44,4-92 16,2 14 255,2 0-1,1-1 1,2 1-1,2-2 0,2 1 1,2-1-1,1-1 1,2 0-1,34 59 1,-43-84-217,2 0 1,0 0 0,0-1 0,2 0 0,-1-1-1,18 16 1,-23-24-54,0 0-1,1 0 1,-1-1-1,1 1 1,-1-1-1,1-1 1,0 1 0,0-1-1,0 0 1,1 0-1,-1-1 1,0 0-1,1 0 1,-1 0-1,1-1 1,-1 0-1,1 0 1,9-2 0,-10 1-21,-1 0 0,0-1 1,1 0-1,-1 0 0,0 0 1,0 0-1,0-1 0,-1 0 1,1 0-1,-1 0 0,1-1 1,5-6-1,-3 3-47,-1 0 1,-1-1-1,0 1 0,0-1 0,0-1 1,6-16-1,-4 6-533,-1-1 0,-1 0 0,-1 0 1,-1 0-1,-1 0 0,0-27 0,-1 44 248,-1 0-1,0-1 0,0 1 1,-1-1-1,1 1 0,-1 0 0,1 0 1,-1-1-1,0 1 0,0 0 1,-1 0-1,-2-5 0,3 6-143,-1 0 1,0 1-1,0 0 0,0 0 1,0-1-1,0 1 0,0 0 0,0 0 1,0 1-1,0-1 0,0 0 0,0 1 1,-1-1-1,1 1 0,0 0 0,0 0 1,-1 0-1,1 0 0,-3 0 0,-11 0-2591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6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8820,'0'0'6344,"27"-1"-6221,85-3-123,-68 2-52,-31 2-17,1-1 0,26 4 0,-39-3 56,1 1 1,0-1-1,0 1 0,-1-1 0,1 1 0,0 0 0,-1 0 1,1 0-1,-1 0 0,1 0 0,-1 0 0,1 0 1,-1 0-1,0 1 0,1-1 0,-1 0 0,0 1 1,0-1-1,0 1 0,0-1 0,0 1 0,-1 0 0,1-1 1,0 1-1,-1 0 0,1 0 0,-1-1 0,1 3 1,0 7 67,1-1 1,-2 1-1,0 18 1,-1-12 99,1 269 1419,1-322-5168,2-14-2857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6.5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1 277 4562,'0'0'1329,"77"-157"-1601,-61 112-1729,1 3 1040,-10 9-223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6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1 2609,'0'0'3148,"-26"2"-2667,-81 10-39,102-11-380,1-1-1,0 1 1,0 0 0,0 0-1,0 1 1,0-1-1,-7 5 1,10-6-28,0 1-1,0 0 1,0 0 0,0 0 0,1 0 0,-1 0 0,0 0 0,1 0 0,-1 0 0,0 0 0,1 0 0,-1 0-1,1 1 1,-1 0 0,-1 5 155,-1 3 253,0 0-1,1 0 1,0 1-1,1-1 0,0 0 1,0 1-1,3 17 1,-2-2 394,0 0-279,2 0-1,0 0 1,2 0 0,1-1 0,1 1 0,1-1 0,1 0 0,1-1 0,2 0 0,0-1 0,25 39 0,-33-58-482,0 0 0,1 0 0,0 0 0,-1 0 0,1-1 0,1 1 0,-1-1 0,0 0 0,1 0 0,0-1 0,-1 1 0,1-1 0,0 0 0,0-1 0,0 1 0,7 0 0,-8-1-81,0-1 0,1 0-1,-1 0 1,0 0-1,0 0 1,0-1-1,0 0 1,0 0-1,0 0 1,0 0-1,0-1 1,0 1 0,0-1-1,0 0 1,-1 0-1,1 0 1,-1-1-1,0 1 1,1-1-1,-1 0 1,2-3 0,6-7-645,-2 1 1,0-2 0,0 1 0,-1-1-1,8-21 1,11-41-5064,-12 16-1668</inkml:trace>
  <inkml:trace contextRef="#ctx0" brushRef="#br0" timeOffset="1">199 1 10277,'58'28'1402,"65"43"0,-119-69-1304,-1 1 0,0-1 0,0 1 0,0 0 0,0 0 1,-1 0-1,1 0 0,-1 0 0,4 7 0,-5-7 13,0 0-1,0 0 0,-1 0 1,1 0-1,-1 0 1,1 0-1,-1 6 1,0 2 243,-1 36 2103,12 86 1,11 12 306,-22-267-4787,1 54 302,-2 36 1039,0 13-46,1 0 0,4-28-1,-4 42 650,1 0 0,0 0 0,0 0 0,1 1-1,0-1 1,0 1 0,0-1 0,0 1 0,0 0-1,1-1 1,0 1 0,0 0 0,0 1-1,6-6 1,-4 5 159,0 0 0,0 0 0,1 1 1,0 0-1,0 0 0,-1 1 0,1-1 0,1 1 0,-1 1 0,12-3 0,1 2 178,1 1 1,24 1-1,-11 1-1666,-28-1-2095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7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 5074,'0'0'9314,"0"-7"-5862,29 408-1475,-8-186-1259,-19-193-642,10 219 1120,-12-241-1049,0-5-112,-1-65-825,3-103-2692,-2 167 3286,1 1-1,0-1 0,0 1 1,0-1-1,1 1 0,-1-1 0,1 1 1,1 0-1,-1 0 0,1 0 1,-1 0-1,2 0 0,-1 1 0,0-1 1,1 1-1,0 0 0,6-6 1,-4 6 194,0 0 1,0 1 0,0 0 0,0 0 0,1 0 0,-1 0 0,1 1 0,0 0 0,-1 1 0,1-1-1,0 1 1,0 1 0,11-1 0,-11 1 233,-1 0 74,0 0 0,0 0 0,1 0 0,-1 1 0,0 0-1,9 3 1,-13-3-238,0 0-1,0 0 0,0 0 0,0 0 1,-1 1-1,1-1 0,0 1 0,-1-1 0,1 1 1,-1 0-1,1 0 0,-1-1 0,0 1 1,0 0-1,0 0 0,0 0 0,0 0 1,0 0-1,-1 1 0,1-1 0,0 4 1,2 13 211,-1 1 1,0 0 0,-2 0-1,0 0 1,-5 32 0,3-42-270,0 0 1,-1-1-1,0 1 1,-1 0-1,0-1 1,-1 0-1,0 0 1,0 0-1,-1 0 1,0-1-1,0 0 1,-1 0-1,-12 10 1,12-11-416,-1-1 1,0 0-1,1-1 1,-2 0 0,1 0-1,-1-1 1,1 0-1,-1 0 1,0-1-1,-1 0 1,1-1-1,0 0 1,-1 0-1,-14 0 1,-16-2-5060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8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52 2097,'0'0'7670,"2"-7"-6501,1-2-634,1-6-195,-3-5 4147,-1 20-4079,-9 0-320,6-1-77,0 1 1,0 0-1,0 0 0,0 0 0,0 1 0,0-1 0,0 1 0,0-1 0,0 1 0,1 0 0,-1 0 0,0 0 0,0 1 0,-5 2 0,-2 6 12,-1-1 0,1 2 0,1-1 0,0 1 0,1 1 0,0-1 0,0 2 0,1-1 0,1 1 0,0 0 0,1 0 1,-7 26-1,3 0 415,1 0 1,3 0-1,-2 53 1,6-25 882,2-67-1294,-1 1-1,0-1 1,1 0 0,-1 0 0,0 1 0,1-1 0,-1 0 0,1 0 0,-1 0-1,0 0 1,1 0 0,-1 1 0,1-1 0,-1 0 0,1 0 0,-1 0 0,1 0-1,-1 0 1,0 0 0,1-1 0,-1 1 0,1 0 0,1 0 56,2 0-54,1-1 0,-1 0 0,0 0-1,0 0 1,0 0 0,1-1 0,-1 0-1,0 1 1,-1-2 0,1 1 0,0 0-1,-1-1 1,1 1 0,-1-1 0,0 0 0,4-4-1,7-9-167,0-1-1,12-20 0,-7 10-194,-9 11-58,-1 1 0,0-2-1,11-30 1,-6 13 22,-13 58 637,2 0 1,8 41 0,15 42 753,-26-106-1049,0 0 0,1 0 0,-1-1 0,0 1 0,0 0 0,1-1 0,-1 1 0,1 0 0,-1-1-1,0 1 1,1 0 0,-1-1 0,1 1 0,0-1 0,-1 1 0,1-1 0,-1 1 0,1-1-1,0 1 1,-1-1 0,1 0 0,0 1 0,-1-1 0,1 0 0,0 0 0,0 0 0,-1 1 0,1-1-1,0 0 1,0 0 0,0 0 0,-1 0 0,1 0 0,0 0 0,0 0 0,-1-1 0,1 1-1,0 0 1,0 0 0,-1-1 0,1 1 0,0 0 0,-1-1 0,1 1 0,0 0 0,-1-1 0,1 1-1,-1-1 1,1 1 0,0-1 0,-1 0 0,1 1 0,-1-1 0,0 1 0,1-1 0,-1 0-1,1-1 1,9-28-3325,0-13-1996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09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10613,'0'0'5941,"6"29"-4460,24 96-406,5 40 1119,-31-125-1561,1 62 0,-6-92-623,-1-13-103,-1-17-149,1-113-2065,3 75 1135,-1 49 993,1 1 0,0 0 0,0-1 0,1 1 1,0 0-1,1 0 0,-1 0 0,1 0 0,1 0 0,0 1 0,0 0 0,8-12 1,-8 15 136,-1-1 1,1 1-1,0 0 1,0 0 0,0 0-1,1 1 1,0-1-1,-1 1 1,1 0 0,0 1-1,1-1 1,-1 1-1,0 0 1,1 0-1,-1 0 1,1 1 0,-1 0-1,1 0 1,8 0-1,-11 1 130,0 0-1,0 0 0,0 1 0,1-1 1,-1 1-1,0-1 0,0 1 1,0 0-1,0 0 0,0 1 0,0-1 1,-1 1-1,1-1 0,0 1 0,-1 0 1,1 0-1,-1 0 0,1 0 0,-1 0 1,0 1-1,3 4 0,5 3 152,102 120 1793,-8-9-1989,-97-114-46,-1 0-1,2-1 0,-1 1 0,15 8 1,-21-14-25,0 0 1,1-1-1,-1 1 1,0 0-1,1 0 1,-1-1-1,1 1 1,-1-1-1,1 1 1,-1-1-1,1 0 1,-1 1-1,1-1 1,-1 0-1,1 0 1,-1 0 0,1 0-1,0 0 1,-1-1-1,1 1 1,-1 0-1,1-1 1,-1 1-1,1-1 1,-1 0-1,0 1 1,1-1-1,-1 0 1,0 0-1,1 0 1,-1 0-1,0 0 1,0 0-1,0 0 1,0 0-1,0 0 1,0-1 0,0 1-1,1-2 1,7-19-496,0 0 0,-2-1 0,0 1 0,4-35 1,-2 16-293,30-148-632,-27 132 2870,-6 34 2110,-6 26-3277,0 50 242,3 0 0,12 75 0,2-36-496,-4 1-1,3 134 1,-16-192-82,2-10 25,-2 0 1,-2 0-1,-7 46 1,8-65 35,0-1 1,0 1 0,-1-1-1,0 0 1,0 1 0,-1-1-1,1 0 1,-1-1 0,0 1-1,0 0 1,-1-1 0,0 0-1,1 0 1,-1 0 0,0 0-1,-1 0 1,1-1-1,-1 0 1,0 0 0,1 0-1,-1 0 1,-11 3 0,4-3-100,0-1 1,0 0 0,0-1-1,-1 0 1,1-1-1,0 0 1,-1-1 0,1 0-1,-15-4 1,22 3 73,1 0 0,0-1 0,0 1 0,0-1 0,0 0 0,0 0 0,1 0 0,-1-1 1,1 1-1,0-1 0,0 0 0,0 0 0,1 0 0,-1 0 0,1 0 0,0 0 0,0-1 0,0 1 0,1-1 0,0 0 0,-2-8 1,1 3 42,1 1 0,0-1 0,0 0 0,1 1 0,0-1 0,1 1 0,0-1 0,0 1 0,1-1 0,4-12 0,-1 11 48,1 0 1,0 1-1,0-1 0,16-18 0,39-38 47,-49 54-114,113-107-3491,-96 91-720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0.2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1 350 6915,'0'0'7302,"30"8"-6072,96 24-539,-117-30-627,-1-1 0,1 0 0,-1 0 0,1 0 0,10-2 0,-15 1-36,0-1 0,-1 1 1,1-1-1,-1 0 0,1 0 0,-1-1 0,1 1 0,-1-1 1,5-3-1,-2 1-19,-1-1 0,-1 0-1,1 0 1,-1-1 0,1 1 0,-2-1 0,1 0 0,-1 0 0,5-10 0,-7 13-20,5-10-282,0-1 0,-2 0-1,1 0 1,-2 0 0,3-20-1,-3 10-1705,-1 0 0,-3-38-1,0 58 1901,0 0 0,0 0 0,0 0-1,0 0 1,-1 0 0,0 0 0,0 0 0,0 0-1,0 1 1,-1-1 0,1 1 0,-1 0-1,0 0 1,0 0 0,0 0 0,0 0 0,0 1-1,-1-1 1,0 1 0,1 0 0,-5-2 0,-1-1 544,1 1 1,-1 1-1,0 0 1,0 0-1,0 1 1,0 0 0,0 0-1,-17 0 1,24 2-410,1 0 1,-1 1-1,0-1 1,0 1 0,0-1-1,0 1 1,1 0-1,-1-1 1,0 1 0,1 0-1,-1 0 1,1 0-1,-1 1 1,1-1 0,-1 0-1,1 1 1,0-1-1,0 0 1,-1 1 0,1-1-1,0 1 1,0 0-1,1-1 1,-1 1 0,0 0-1,1 0 1,-1 0-1,1-1 1,-1 1 0,1 0-1,-1 3 1,-1 10 159,1-1 0,0 1 0,2 17 1,-1-15 69,0 33-43,2 67-422,-1-110-323,0 0 0,0 0 1,1 0-1,3 8 0,10 10-4160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0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37 5378,'0'0'5840,"-2"-6"-5066,-7-18-8,7 18 1696,2 11-2363,2 82 691,19 134-1,1-61-108,-9-56-300,4 1 1,34 114-1,-50-214-387,13 29 55,-13-33-55,-1 0 1,0-1 0,1 1-1,-1 0 1,1 0-1,-1-1 1,1 1 0,-1 0-1,1-1 1,-1 1-1,1-1 1,0 1 0,0-1-1,-1 1 1,1-1-1,0 1 1,0-1-1,-1 1 1,1-1 0,0 0-1,0 0 1,0 1-1,-1-1 1,1 0 0,0 0-1,0 0 1,0 0-1,0 0 1,0 0 0,-1 0-1,1 0 1,0 0-1,0-1 1,1 1 0,-1-1-52,0 1 1,-1-1 0,1 1 0,0-1 0,-1 1-1,1-1 1,-1 1 0,1-1 0,-1 0 0,1 1 0,-1-1-1,1 0 1,-1 1 0,0-1 0,1 0 0,-1 0 0,1-1-1,5-34-2501,-5-16-2300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1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10805,'0'0'2646,"35"-8"-1541,117-24 29,-142 30-1012,0 0-1,1 1 1,-1 0 0,1 1-1,-1 0 1,1 1 0,-1 0-1,1 1 1,-1 0 0,18 6 0,-14-2 66,-1 1 0,0 1 0,0 0 0,0 1 0,11 11 0,-21-18-145,7 5 81,-2 1-1,1-1 1,-1 1 0,0 1-1,0-1 1,-1 1-1,0 1 1,-1-1-1,0 1 1,-1 0-1,0 0 1,0 1 0,-1 0-1,0 0 1,3 17-1,-4-7-59,-1 0 0,0 0-1,-2 0 1,0 1-1,-2-1 1,0 0 0,-1 0-1,-2 0 1,0 0 0,-1-1-1,0 0 1,-2 0 0,-15 28-1,8-23-170,-1-1 0,-1 0 0,0-1 0,-2-1 0,-1-1 0,-1-1 0,0 0 0,-2-2 0,-36 24 0,52-38-299,0 0 0,0 0-1,-1-1 1,0 0-1,1 0 1,-1-1-1,0 0 1,0 0-1,0-1 1,-15 1-1,22-2 263,1 0-1,-1 0 1,1-1-1,-1 1 1,1 0-1,-1 0 1,1 0-1,-1-1 1,1 1-1,0 0 1,-1 0-1,1-1 0,-1 1 1,1 0-1,0-1 1,-1 1-1,1 0 1,0-1-1,-1 1 1,1-1-1,0 1 1,-1-1-1,1 1 1,0-1-1,0 1 1,0-1-1,0 1 1,-1-1-1,1 1 1,0-1-1,0 1 1,0-1-1,0 1 1,0-1-1,0 1 1,0-1-1,0 1 1,0-1-1,1 1 1,-1-1-1,0 1 1,0-1-1,1 0 1,-1-4-1382,0-26-4532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1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 28 4114,'0'0'8273,"2"-5"-7070,5-13-400,-6 14-21,-21 4-99,4-1-591,4 1-29,-1 0-1,-24 4 1,32-3-54,1 0 1,-1 1-1,1 0 0,-1-1 1,1 1-1,0 1 0,0-1 1,0 1-1,0-1 0,0 1 1,-5 5-1,-2 4 101,1 1-1,0 0 1,0 0-1,1 1 1,1 0-1,0 1 1,2 0-1,-1 0 1,2 1-1,0-1 1,0 1-1,-2 25 0,0 16 872,2 1 0,4 68-1,2-72-556,-1 24 456,0-78-874,0 0-1,0 0 1,0 0-1,0 0 0,0 1 1,0-1-1,0 0 0,0 0 1,0 0-1,0 0 1,0 1-1,0-1 0,0 0 1,0 0-1,0 0 0,0 0 1,0 1-1,0-1 1,1 0-1,-1 0 0,0 0 1,0 0-1,0 0 1,0 1-1,0-1 0,0 0 1,1 0-1,-1 0 0,0 0 1,0 0-1,0 0 1,0 0-1,1 0 0,-1 0 1,0 0-1,0 0 1,0 0-1,0 0 0,1 0 1,-1 0-1,0 0 0,0 0 1,0 0-1,0 0 1,1 0-1,-1 0 0,0 0 1,0 0-1,0 0 1,0 0-1,1 0 0,-1 0 1,0 0-1,0 0 0,0 0 1,1-1-1,8-5 94,-1-3-129,-1 0-1,0-1 1,-1 1 0,0-1 0,5-12-1,23-60-625,-16 36-11,60-150-4983,-32 63-999,-45 129 6619,5-13-330,0 12 2962,-3 10 106,10 164 3334,12 93-2933,-24-252-3014,10 46 235,-10-51-325,0-1-1,0 0 0,1 0 0,-1 0 1,1 0-1,0-1 0,1 1 0,-1 0 0,1-1 1,4 6-1,-7-9-66,1 0 1,-1 1 0,0-1-1,1 1 1,-1-1-1,1 0 1,-1 0-1,1 1 1,-1-1-1,1 0 1,-1 0-1,1 1 1,-1-1 0,1 0-1,-1 0 1,1 0-1,-1 0 1,1 0-1,-1 0 1,1 0-1,-1 0 1,1 0-1,-1 0 1,1 0 0,0 0-1,-1 0 1,1 0-1,-1 0 1,1-1-1,-1 1 1,1 0-1,-1 0 1,1-1-1,-1 1 1,0 0 0,1-1-1,-1 1 1,1 0-1,-1-1 1,0 1-1,1-1 1,-1 1-1,0 0 1,1-1 0,-1 1-1,0-1 1,0 1-1,1-1 1,-1 1-1,0-1 1,0 0-1,0 1 1,0-1-1,0 1 1,0-1 0,0 1-1,0-1 1,1-39-3256,-1-7-2061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2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25 9268,'0'0'7481,"-6"-6"-6806,5 4-657,0 1 0,0-1-1,0 1 1,-1 0 0,1-1 0,-1 1 0,1 0 0,-1 0-1,1 0 1,-1 0 0,1 0 0,-1 0 0,0 1-1,0-1 1,1 0 0,-5 0 0,4 2-4,-1-1 0,1 0 0,0 1 1,-1 0-1,1 0 0,-1 0 0,1 0 0,0 0 1,0 0-1,0 0 0,0 1 0,0-1 0,0 1 1,0-1-1,0 1 0,-2 2 0,-4 3 97,0 1 0,0 0 0,0 1-1,1 0 1,0 0 0,1 0 0,0 1 0,1 0-1,-1 0 1,2 1 0,0-1 0,0 1 0,1 0-1,0 0 1,1 0 0,-2 17 0,4-19-45,-1 3 39,1 1-1,2 18 1,-1-26-95,0-1-1,0 0 0,0 1 1,1-1-1,-1 0 1,1 0-1,0 0 1,0 0-1,1-1 0,-1 1 1,4 3-1,9 8-25,1-1 0,0-1 0,1 0 0,0-1 0,32 16 0,-6-3-320,-41-24 306,0 0 0,0 0 0,0 1 0,0-1 0,-1 1 0,1-1 0,0 1-1,-1 0 1,1-1 0,-1 1 0,0 0 0,1 0 0,-1 0 0,0 0 0,0 0 0,-1 0 0,1 0 0,0 1-1,-1-1 1,1 0 0,-1 0 0,1 0 0,-1 3 0,0-2-2,-1-1 0,1 1 1,-1-1-1,0 1 0,0-1 0,0 1 0,0-1 1,0 0-1,0 1 0,-1-1 0,1 0 1,-1 0-1,1 0 0,-1 0 0,0 0 0,0-1 1,0 1-1,0 0 0,-3 1 0,-10 7-158,0-1-1,0 0 0,-1-1 1,0-1-1,-29 8 1,35-12-1927,0-1 0,0-1 1,-17 1-1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2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41 7187,'0'0'7812,"0"-4"-7191,0 2-543,0 1-1,0-1 0,0 1 1,0-1-1,0 1 0,0-1 1,-1 0-1,1 1 0,-1 0 1,1-1-1,-1 1 0,1-1 1,-1 1-1,0 0 0,0-1 1,-1-1-1,1 2-3,-1 0 0,0 0 1,0 0-1,1 0 0,-1 0 0,0 1 1,0-1-1,0 1 0,0-1 0,0 1 1,0 0-1,0-1 0,0 1 0,0 0 1,-2 1-1,0-1-26,1-1-24,0 1-1,0 0 1,1 0-1,-1 0 0,0 0 1,0 0-1,1 1 1,-1-1-1,0 1 0,1 0 1,-1-1-1,1 1 1,-1 0-1,1 1 1,-1-1-1,1 0 0,0 1 1,-1 0-1,1-1 1,0 1-1,0 0 0,-2 2 1,-14 16 80,0 1-1,1 1 1,-17 28-1,27-38-60,1 0 0,0 0-1,1 1 1,0 0-1,1 0 1,0 0-1,1 0 1,-2 21 0,1 43 1444,8 84 0,-4-159-1461,0 5 45,1-1 0,-1 1 1,2-1-1,-1 1 0,3 6 1,-4-11-57,1-1 0,0 1 0,0-1 0,0 1 0,-1-1 0,2 1 0,-1-1 0,0 1 0,0-1 0,0 0 0,1 0 0,-1 1 0,0-1 0,1 0 0,-1 0 0,1-1 1,-1 1-1,1 0 0,0 0 0,-1-1 0,1 1 0,0-1 0,0 1 0,2-1 0,-2 0-12,0 0 0,0 1 0,0-1 0,0-1 0,0 1 0,0 0 0,0 0 0,0-1 0,-1 1 0,1-1 0,0 0 0,0 1 0,0-1 0,-1 0 0,1 0 0,0 0 0,-1 0 0,2-2 0,2-2-2,0 0-1,0-1 0,-1 1 0,5-9 1,22-38-1220,-2-2 0,-2-1 1,-3-1-1,22-74 0,-42 114 383,-1 0 0,-1 0-1,0 0 1,-1-31 0,-1 43 893,0 2 767,0 12 1081,-2 111 1672,5 145-1490,-1-246-1589,1-4-1958,-2-6-5673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3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 9396,'0'0'7780,"6"32"-5790,45 204 1038,-9-6-352,-44-263-2680,4-48 1,0 30-465,-2 27 241,0-19-826,3 1 0,9-56 1,-11 88 822,1 0 0,1 0 0,0 0 0,1 0 1,-1 0-1,2 1 0,-1-1 0,2 1 1,-1 0-1,1 1 0,0-1 0,1 1 0,0 1 1,15-15-1,-17 19 353,0 1 0,0-1 1,0 1-1,0-1 0,1 1 1,-1 1-1,1-1 0,-1 1 1,1 0-1,0 0 0,-1 1 0,1 0 1,0 0-1,-1 0 0,1 0 1,0 1-1,-1 0 0,1 0 1,-1 1-1,1-1 0,-1 1 1,0 1-1,0-1 0,0 1 1,0-1-1,8 7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7:13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22 18040,'0'0'1025,"-3"-21"-9381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94 2369,'0'0'5309,"0"-19"-2516,0 14-2568,1 0-1,-1 0 0,1 0 0,1 0 0,-1 0 0,1 1 0,4-10 1,4-13 1236,-13 52 596,-37 90-2008,9-28-15,-35 119 28,-56 166 847,122-370-907,-1 0 1,1-1-1,0 1 1,-1 0-1,1-1 0,-1 1 1,0 0-1,0-1 0,1 1 1,-1-1-1,0 0 0,0 1 1,0-1-1,-2 2 1,3-25-2254,0 2 520,0-16-2084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6035,'0'0'3743,"12"-4"-3586,37-14-47,-48 17-73,1 0 1,0 0-1,0 1 1,0-1-1,0 0 1,0 1-1,0 0 1,0-1-1,0 1 0,0 0 1,0 0-1,0 0 1,0 0-1,0 0 1,0 1-1,0-1 1,0 1-1,-1-1 1,1 1-1,0 0 1,0-1-1,2 2 1,-2 1 29,-1-1 1,1 0-1,-1 1 0,1-1 1,-1 0-1,0 1 0,0 0 1,0-1-1,0 1 0,-1 0 1,2 3-1,1 6 10,28 128 2287,17 172 0,-31-187-1356,-7-50-544,17 97 337,-26-167-788,7 24 172,-8-28-194,0 0 0,0 0 0,0 0 1,1 0-1,-1 0 0,0 0 1,1-1-1,-1 1 0,1 0 1,-1 0-1,1 0 0,0-1 1,-1 1-1,1 0 0,0-1 0,-1 1 1,1-1-1,0 1 0,0 0 1,-1-1-1,1 0 0,0 1 1,1 0-1,-2-16-2587,0 11 1850,0-1 0,0 1 0,-1-1 0,1 1 0,-1-1 0,0 1 0,0 0 0,-1-1 0,1 1 0,-5-6 0,-18-21-5953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13510,'0'0'2369,"180"-33"-2641,-140 21-3217,-6-1-5043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6403,'0'0'5715,"2"2"-5163,0 0-410,0 1-1,-1-1 1,0 0 0,1 1 0,-1-1 0,0 1-1,0-1 1,-1 1 0,1 0 0,0-1 0,-1 1 0,0 0-1,0 0 1,1 2 0,-2 52 822,-1-30-872,1 159 500,19 421 3132,-17-593-3647,5 24 35,-6-36-97,0 0 0,1 0 0,-1 0 1,1 0-1,0-1 0,0 1 0,0 0 0,0 0 0,0-1 1,0 1-1,0 0 0,0-1 0,1 1 0,1 1 0,-2-3-12,-1 0-1,0 0 0,0 0 1,0 0-1,0 0 0,0 0 1,1 0-1,-1 0 0,0 0 0,0 0 1,0 0-1,0 0 0,0 0 1,1 0-1,-1 0 0,0 0 1,0 0-1,0 0 0,0 0 1,0 0-1,0 0 0,1 0 0,-1 0 1,0 0-1,0-1 0,0 1 1,0 0-1,0 0 0,0 0 1,0 0-1,0 0 0,0 0 1,1 0-1,-1-1 0,0 1 0,0 0 1,0 0-1,0 0 0,0 0 1,0 0-1,0-1 0,0 1 1,0 0-1,0 0 0,0 0 1,0 0-1,0 0 0,0 0 0,0-1 1,0 1-1,0 0 0,0 0 1,0-13-147,0 11 109,-12-301-4079,1-4 1943,10 275 2077,2 1 1,1 0-1,12-59 0,-11 80 82,0 0 1,0 0-1,1 0 0,1 1 0,-1 0 0,2 0 0,-1 0 0,1 0 0,1 1 0,-1 0 0,1 0 0,1 0 0,-1 1 0,1 1 0,14-10 0,-15 12 92,-1 0-1,1 1 1,0 0 0,0 0-1,0 1 1,0 0-1,0 0 1,0 0-1,0 1 1,1 0-1,-1 1 1,1-1 0,-1 2-1,1-1 1,-1 1-1,11 2 1,-16-2-47,0 0 0,0 0 0,-1 0 0,1 0 1,-1 1-1,1-1 0,-1 0 0,1 1 0,-1-1 0,0 1 0,0 0 0,1-1 1,-1 1-1,-1 0 0,1 0 0,0-1 0,0 1 0,-1 0 0,1 0 0,-1 0 1,1 4-1,1 5 127,-1 0 1,-1 20-1,-1-16 25,2-2-62,-1-1-1,-1 0 1,0 1-1,-1-1 1,0 0-1,0 0 1,-2 0-1,1-1 1,-2 1-1,1-1 1,-2 0-1,-9 16 1,4-10-26,0-2 1,-2 1-1,0-2 1,0 0-1,-20 15 0,26-23-235,0 0 1,-1-1-1,0-1 0,0 1 0,0-1 0,0-1 0,-1 1 0,1-1 0,-1-1 0,0 0 0,0 0 0,0 0 0,-12-1 0,19-1-135,0 0 0,0 0 1,0 0-1,0 0 1,0 0-1,1 0 0,-1-1 1,0 1-1,0-1 1,-2-1-1,1 0-379,1 0 0,0 0 0,0 0-1,0 0 1,0 0 0,-3-6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4578,'0'0'7494,"0"0"-7414,1 0-1,-1 0 1,0 0-1,1 0 1,-1 0-1,1 0 1,-1 0-1,1 0 1,-1 0-1,1 0 1,-1 1 0,1-1-1,-1 0 1,0 0-1,1 1 1,-1-1-1,1 0 1,-1 0-1,0 1 1,1 0-1,2 12 703,-1 1 0,-1-1-1,0 28 1,0 9-195,7 198-4,-3-31 185,-1-173-87,1-1 0,22 82 0,-24-114-578,0 0 1,1-1 0,1 1 0,10 18 0,-14-27-99,0 0 0,1 0 0,-1 0 0,0-1 0,1 1 0,-1 0 0,1-1 0,-1 1 0,1-1 0,0 0 0,0 0 0,0 1 0,0-1 0,-1 0 0,1 0 0,1-1 0,-1 1 0,0 0 0,0-1 1,0 1-1,0-1 0,0 0 0,1 0 0,-1 1 0,0-2 0,0 1 0,0 0 0,0 0 0,1-1 0,-1 1 0,4-2 0,-2-1-58,0 1 1,0-1-1,-1 0 1,1 0-1,-1-1 1,0 1 0,0-1-1,0 0 1,0 1-1,-1-1 1,1 0-1,-1-1 1,0 1-1,0 0 1,1-5-1,-2 6-4,11-29-1178,-2 0-1,-1 0 1,9-65-1,8-32-555,-20 109 2594,1 0 1,1 1 0,11-18 0,-18 35-652,1 8 338,-3 65-7,0-9 227,2-1 1,11 74 0,-6-113-314,-1-7-1650,-4-4-4852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3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9396,'0'0'3794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5346,'137'-7'1583,"-110"1"-219,-27 6-1289,0 0 0,0 0 1,1 0-1,-1 0 0,0-1 0,0 1 1,0 0-1,0 0 0,1 0 0,-1-1 1,0 1-1,0 0 0,0 0 0,0-1 0,0 1 1,0 0-1,0 0 0,0 0 0,1-1 1,-1 1-1,0 0 0,0 0 0,0-1 1,0 1-1,0 0 0,0 0 0,-1-1 0,1 1 1,0 0-1,0 0 0,0-1 0,0 1 1,1-8 2175,0 8-2137,-1 0-1,0-1 0,1 1 1,-1-1-1,1 1 0,-1-1 1,1 1-1,-1 0 0,1 0 1,0-1-1,-1 1 1,1 0-1,-1 0 0,1-1 1,-1 1-1,1 0 0,0 0 1,-1 0-1,1 0 0,0 0 1,-1 0-1,1 0 0,-1 0 1,1 0-1,0 0 1,-1 0-1,1 1 0,-1-1 1,1 0-1,0 1 0,1 0-51,-1 0 0,0 0 0,0 0-1,0 0 1,0 1 0,0-1 0,0 0 0,0 1-1,-1-1 1,1 0 0,1 4 0,1 6-186,0 0-1,2 19 1,-4-27 278,8 94 389,-4 124 0,-5-190-394,0 372 1673,3-388-1731,0-12-72,1-9-147,-2-7-662,0-1 0,-1 0 0,0 0 0,-1 0 0,-1-14 0,-1-10-3178,2-14-4834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3714,'0'0'9281,"4"0"-8118,18 0 681,-24 6-481,-7 4-1227,0-1 0,0-1 0,-1 0 0,0 0-1,0-1 1,-1 0 0,-12 6 0,-6 4-6,-20 13-6,22-15-370,1 1 0,1 2 1,-34 29-1,58-46 161,-1 0 1,1 1-1,0-1 1,0 0-1,0 0 1,0 1-1,0-1 1,1 1 0,-1-1-1,0 1 1,1-1-1,-1 1 1,1-1-1,-1 1 1,1 0-1,0-1 1,0 1-1,0-1 1,-1 1-1,2 0 1,-1-1-1,0 1 1,0 0-1,0-1 1,1 1-1,-1-1 1,1 1 0,-1-1-1,1 1 1,0-1-1,0 1 1,0-1-1,1 2 1,3 4 47,1 0 0,-1-1 0,2 0 1,-1 0-1,8 5 0,-7-5 99,27 22 422,4 5 1096,65 41 0,-96-70-1479,0 0 0,0-1 0,1 0-1,-1 0 1,1-1 0,-1 1 0,1-2 0,0 1-1,0-1 1,0-1 0,-1 1 0,17-2-1,-23 1-138,0-1 0,0 1 1,0 0-1,0-1 0,0 1 0,0 0 0,0-1 0,-1 1 0,1-1 0,0 0 0,0 1 0,0-1 0,-1 1 0,1-1 0,0 0 0,-1 0 0,1 0 0,0 1 0,-1-1 0,1 0 1,-1 0-1,0 0 0,1 0 0,-1 0 0,0 0 0,1 0 0,-1 0 0,0-2 0,2-33-2982,-2 28 1730,0-28-5278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45 7203,'0'0'5624,"-1"-2"-5042,-1-2-288,-1 1 0,0 0 1,0 0-1,0 0 0,0 0 1,-1 0-1,1 1 0,-1 0 1,1 0-1,-1 0 0,0 0 0,0 0 1,0 1-1,0-1 0,-7 0 1,7 0-213,0 2 1,-1-1 0,1 1-1,0-1 1,-1 1 0,1 0 0,0 1-1,-1-1 1,1 1 0,0 0-1,-1 0 1,1 0 0,0 0-1,0 1 1,0 0 0,0-1 0,0 2-1,1-1 1,-1 0 0,0 1-1,-3 4 1,-4 3-23,0 2 1,2-1-1,-1 1 0,1 1 1,1 0-1,-12 24 0,-30 91 406,34-85-247,0-1-47,5-14 139,0 1-1,2 1 1,-6 33-1,15-63-306,0 0-1,0 0 1,0 0-1,0 0 1,0 0-1,0 0 0,0 0 1,0 0-1,0 0 1,0 0-1,1 0 1,-1 0-1,0 0 1,0 0-1,0 0 0,0 0 1,0 0-1,0 0 1,0 0-1,0 0 1,0 0-1,0 0 1,1 0-1,-1 1 1,0-1-1,0 0 0,0 0 1,0 0-1,0 0 1,0 0-1,0 0 1,0 0-1,0 0 1,0 0-1,0 0 0,0 0 1,0 0-1,0 0 1,0 1-1,0-1 1,31-38-934,-2-1 0,44-80 0,-56 91 203,41-88-2071,8-10 685,-66 126 2153,0 0-1,0 0 1,0 0 0,0 0 0,0 0-1,0 0 1,0 0 0,0 0 0,0 1-1,0-1 1,0 0 0,0 0 0,0 0-1,0 0 1,0 0 0,0 0 0,0 0-1,1 0 1,-1 0 0,0 0 0,0 0-1,0 0 1,0 1 0,0-1 0,0 0-1,0 0 1,0 0 0,0 0 0,0 0-1,1 0 1,-1 0 0,0 0 0,0 0-1,0 0 1,0 0 0,0 0 0,0 0-1,0 0 1,0 0 0,1 0 0,-1 0-1,0 0 1,0 0 0,0 0 0,0 0-1,0 0 1,0 0 0,0-1 0,0 1-1,0 0 1,0 0 0,1 0 0,-1 0-1,0 0 1,0 0 0,0 0 0,0 0-1,0 0 1,0 0 0,0 0 0,0 0-1,0-1 1,0 1 0,0 0 0,0 0-1,0 0 1,0 0 0,0 0 0,0 0-1,2 14 1123,-1 28-508,-1-33-207,0 366 4059,0-355-4356,0 7 44,3 32 1,-2-52-201,0 0 0,0 0 1,1 0-1,0-1 1,0 1-1,1 0 1,0-1-1,0 1 0,6 8 1,-8-14-409,8 10 940,-4-11-3846,-3-31-16686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5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31 2001,'0'0'12176,"-1"-5"-11047,1 4-1055,-1-1 1,1 1 0,0-1-1,-1 1 1,1-1 0,-1 1-1,0 0 1,1-1 0,-1 1 0,0 0-1,0 0 1,0 0 0,-1-2-1,1 2-17,-1 0-1,1 1 1,-1-1 0,1 1-1,-1-1 1,1 1-1,-1-1 1,1 1 0,-1 0-1,1 0 1,-1 0-1,1 0 1,-1 0 0,0 0-1,1 0 1,-1 0-1,1 1 1,-2 0 0,-1 0 25,0 0 0,0 0 0,0 1 0,0-1 0,0 1 0,0 0 0,1 1 0,-1-1 0,1 1 0,0-1 0,0 1 0,-5 5 0,-2 4 363,-18 27 1,21-28-245,-8 12 169,1 1 0,1 1-1,-14 37 1,22-50-283,1 0 1,1 0-1,0 1 0,1 0 0,0-1 0,1 1 0,0 0 0,1 0 0,2 20 0,-2-32-93,1 1 0,-1-1-1,0 0 1,1 1-1,-1-1 1,1 0-1,-1 0 1,1 1-1,0-1 1,0 0 0,-1 0-1,1 0 1,0 0-1,0 0 1,0 0-1,0 0 1,0 0-1,0 0 1,0 0 0,1-1-1,0 2 1,27 5-450,-26-7 384,26 2-1090,0-1 0,0-1 1,38-6-1,33-1-18,-100 7 1202,1 0 1,0 0-1,-1 0 0,1 0 0,-1 0 1,1 1-1,-1-1 0,1 0 0,-1 0 1,1 0-1,-1 1 0,1-1 0,-1 0 1,1 1-1,-1-1 0,1 0 0,-1 1 1,1-1-1,-1 1 0,0-1 0,1 1 1,-1-1-1,0 0 0,1 1 1,-1 0-1,0-1 0,0 1 0,0-1 1,1 1-1,-1-1 0,0 1 0,0-1 1,0 1-1,0 1 0,-1 23 881,0-18-677,-1 5 2,-1-1 1,0 0 0,-1 0 0,0 0 0,0 0 0,-1-1 0,-1 1 0,0-1-1,0-1 1,-1 1 0,0-1 0,-1 0 0,-9 9 0,14-16-214,1 0 0,0 0 0,0 0 1,-1-1-1,1 1 0,-1-1 0,1 1 1,-1-1-1,0 0 0,1 0 0,-1 0 0,0 0 1,0-1-1,0 1 0,0-1 0,-5 1 1,7-2-25,0 1 0,0-1 0,0 1 0,0-1 1,0 1-1,0-1 0,1 1 0,-1-1 1,0 0-1,0 1 0,1-1 0,-1 0 0,0 0 1,1 1-1,-1-1 0,1 0 0,-1 0 1,1 0-1,-1 0 0,1 0 0,0 0 0,-1 0 1,1 0-1,0 0 0,0 0 0,0 0 1,0 0-1,0 0 0,0-2 0,-2-39-756,3 33 452,-1-14-377,-1 0-283,2 1 1,3-29 0,-2 44 816,-1 0 0,1 0 1,0 1-1,0-1 0,1 1 1,0-1-1,0 1 1,0 0-1,1 0 0,0 1 1,8-10-1,-6 9 203,1 0-1,0 0 1,1 1 0,-1 0-1,1 0 1,0 1 0,0 0-1,0 0 1,1 1 0,16-5-1,-21 7 89,0 0 0,0 0-1,0 1 1,0-1 0,0 1-1,0 0 1,0 0-1,0 0 1,0 1 0,0-1-1,0 1 1,0 0 0,0 0-1,-1 0 1,1 1 0,0-1-1,-1 1 1,1 0 0,-1 0-1,1 0 1,-1 1-1,0-1 1,0 1 0,0 0-1,0 0 1,4 5 0,-1 3 287,1 0 0,-2 1 0,1-1 0,-2 1 0,7 25 0,8 68 1287,1 5-599,-14-96-1262,-3-19-1432,-2-27-2993,-1 28 4002,0-45-8058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6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16039,'0'0'1377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6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7475,'0'0'337</inkml:trace>
  <inkml:trace contextRef="#ctx0" brushRef="#br0" timeOffset="1">10 304 13750,'0'0'6291,"-10"0"-13878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0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7267,'0'0'5568,"0"5"-5061,0-3-415,1 0-1,-1 0 1,0 0 0,1 1-1,0-1 1,-1 0 0,1 0-1,0 0 1,0 0-1,0 0 1,0 0 0,1 0-1,-1-1 1,0 1 0,1 0-1,-1 0 1,1-1-1,0 1 1,-1-1 0,1 0-1,0 0 1,0 1 0,0-1-1,0 0 1,3 1 0,10 5 112,1 0 0,0 0 1,0-2-1,1 0 0,0-1 1,0 0-1,26 1 1,127-2 244,-97-5-474,406 2 22,-199-12 153,-225 12-9,608-6 353,-397-16-447,49-1-11,203 23 57,-374 12 166,0 0 202,-34-12 1420,-112 0-2080,0 1 0,0-1-1,0 1 1,0-1 0,0 1 0,0 0 0,0-1-1,0 1 1,0 0 0,-2 2 0,-7 3-1545,-17 3-3354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25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0 100 2257,'0'0'3250,"0"-15"-2736,0-70 6949,0 88-7343,3 41 986,2 1 1,15 64-1,-1-9 446,-11-17-231,-6-49-319,12 53-1,-14-87-992,0 0 0,0 0 0,0-1 0,0 1-1,0 0 1,0 0 0,1 0 0,-1-1 0,0 1-1,0 0 1,0 0 0,0 0 0,1 0 0,-1 0-1,0-1 1,0 1 0,0 0 0,1 0 0,-1 0 0,0 0-1,0 0 1,0 0 0,1 0 0,-1 0 0,0 0-1,0 0 1,0 0 0,1 0 0,-1 0 0,0 0-1,0 0 1,1 0 0,-1 0 0,0 0 0,0 0 0,0 0-1,1 0 1,-1 0 0,0 0 0,0 0 0,0 1-1,1-1 1,-1 0 0,0 0 0,0 0 0,0 0-1,0 0 1,1 1 0,-1-1 0,0 0 0,0 0 0,0 0-1,0 1 1,0-1 0,0 0 0,0 0 0,1 0-1,-1 1 1,0-1 0,0 0 0,0 0 0,0 1-1,0-1 1,0 0 0,0 1 0,4-25-621,-1 0 0,0-1 0,-3-46 1,0 42-496,1-18-646,0 21 495,-1 0 0,-1 0 1,-7-42-1,6 59 1442,0-1-1,0 0 1,1 0 0,0 1 0,1-1-1,0 0 1,2-18 0,-1 27-126,-1 0-1,1 0 1,0 1 0,-1-1 0,1 0-1,0 0 1,-1 0 0,1 0 0,0 0-1,0 1 1,0-1 0,-1 0 0,1 1 0,0-1-1,0 1 1,0-1 0,0 1 0,0-1-1,0 1 1,1 0 0,-1-1 0,0 1-1,0 0 1,2 0 0,32-1 444,-24 1-279,-8 1-152,1-1 1,-1 1 0,1 0-1,-1 0 1,0 0 0,1 0-1,-1 0 1,0 1 0,0-1-1,0 1 1,0 0-1,0 0 1,0 0 0,0 1-1,-1-1 1,1 1 0,-1-1-1,0 1 1,4 4 0,4 8 361,-1 0 1,13 29 0,-12-24-52,17 43 666,-3 1-1,-2 1 1,13 70 0,-27-104-672,-5-20-287,-2-4 9,1 1 0,0 0-1,0-1 1,1 0-1,0 1 1,1-1 0,6 10-1,-10-17-97,0 0 1,0 0-1,0 1 0,1-1 0,-1 0 1,0 0-1,0 0 0,0 0 0,1 1 1,-1-1-1,0 0 0,0 0 0,1 0 0,-1 0 1,0 0-1,0 0 0,1 0 0,-1 0 1,0 0-1,0 0 0,1 0 0,-1 0 1,0 0-1,0 0 0,1 0 0,-1 0 1,0 0-1,0 0 0,1 0 0,-1 0 1,0 0-1,0-1 0,0 1 0,1 0 1,-1 0-1,0 0 0,0 0 0,0 0 1,1-1-1,-1 1 0,0 0 0,0 0 1,0 0-1,0-1 0,1 1 0,-1 0 0,0 0 1,0-1-1,0 1 0,0 0 0,0 0 1,0-1-1,0 1 0,0-1 0,3-9-60,0-1-1,-1 1 0,0-1 0,-1-10 1,2-5-280,3-29-796,-2 14-638,2-1 1,1 1-1,14-41 1,-19 76 1350,1-1 1,0 1-1,0 0 0,0 1 1,1-1-1,0 0 1,0 1-1,0 0 0,7-7 1,-10 11 458,1 0 1,-1 0 0,1 0 0,0-1 0,-1 1 0,1 1 0,0-1 0,0 0-1,-1 0 1,1 1 0,0-1 0,0 1 0,0-1 0,0 1 0,0 0 0,0 0-1,0 0 1,0 0 0,0 0 0,0 0 0,0 1 0,0-1 0,0 1 0,-1-1-1,1 1 1,0-1 0,0 1 0,0 0 0,-1 0 0,1 0 0,0 0 0,-1 0-1,1 1 1,-1-1 0,0 0 0,1 1 0,1 2 0,5 6 626,-1-1-1,0 1 1,0 0 0,9 21 0,18 52 1923,-16-36-1470,-7-20-637,-6-13-320,1 1 0,16 26-1,-22-41-303,1 1-1,-1 0 1,1 0 0,0 0-1,-1-1 1,1 1-1,0 0 1,0-1-1,-1 1 1,1-1-1,0 1 1,0-1 0,0 1-1,0-1 1,0 0-1,0 1 1,0-1-1,0 0 1,0 0-1,0 1 1,0-1-1,0 0 1,0 0 0,1 0-1,6 0-6318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2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1 130 800,'0'0'4957,"1"-7"-4858,2-7 359,1 0 0,0 0 1,10-21-1,-7 15 392,3-6 3342,-9 29-4365,4 45 203,1 90 0,-5-62 342,6 528 4688,-7-574-4611,0-29-369,0-3-1280,-9-72-4691,7 34 2076,0-4-801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2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2401,'0'0'7806,"5"1"-6877,-2 0-823,-1 0 0,1 1 0,0-1 0,-1 0 0,0 1 0,1-1 0,-1 1 0,0 0 0,1-1 0,-1 1 0,0 0 0,0 1 0,-1-1 0,1 0 0,0 0 0,-1 1 0,3 4 0,4 9 521,11 33 0,-15-36-465,74 257 2639,-10-28-570,-66-238-2181,0 5 116,2-1 1,-1 1-1,7 10 0,-9-17-133,0 0 0,0-1 0,0 1 0,0-1 0,1 1 0,-1-1 0,0 1 0,1-1 0,-1 0-1,1 0 1,-1 0 0,1 0 0,0 0 0,-1 0 0,1 0 0,0 0 0,0-1 0,0 1 0,0-1 0,-1 1-1,1-1 1,2 0 0,-2 0-31,-1 0-1,1-1 1,-1 1-1,1 0 1,-1-1 0,0 1-1,1-1 1,-1 0-1,0 0 1,1 1-1,-1-1 1,0 0-1,0 0 1,0 0-1,1 0 1,-1 0 0,0 0-1,-1-1 1,1 1-1,0 0 1,0 0-1,0-1 1,0-1-1,14-37-113,-13 31 46,11-42-968,-3 0-1,6-73 1,9-53-929,-24 173 1947,8-40 78,2 0 0,2 2 0,26-63 0,-26 83 1186,-12 20-672,-1 2-543,1 0 0,-1 0 0,1 0 0,-1 0 0,1 0 0,-1 0 0,0 0 0,1 0 0,-1 0 0,1 0 0,-1 0 0,1 0 0,-1 0 0,1 0 0,-1 0 0,0 1 0,1-1 0,-1 0 0,1 0 0,-1 1 0,0-1 0,1 0 0,-1 0 0,1 1 0,-1-1 0,0 0 0,1 1 0,-1-1 0,0 0 0,0 1 0,1-1 0,-1 1 0,0-1 0,0 0 0,0 1 0,0-1 0,1 1 0,6 19 142,-1 0-1,-1 1 1,-1-1-1,3 31 1,-4-30-68,34 367 1121,-9-78-95,-27-299-1109,-1-2 47,1 1 0,0-1 1,1 1-1,0-1 0,0 0 1,1 0-1,0 0 0,1 0 0,0 0 1,5 8-1,-5-43-6058,-4 2 2311,0-2-1985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3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1 473 2225,'0'0'12387,"12"-13"-11408,87-92-42,-75 78-989,-2-2 1,35-54 0,-50 70-302,0-1-1,-1 1 1,-1-1 0,0 0-1,-1 0 1,0 0 0,-1-1-1,-1 1 1,1-27 0,-2 38 253,-1 1 1,0-1 0,0 1 0,-1 0-1,1-1 1,0 1 0,-1-1 0,1 1-1,-1 0 1,0-1 0,0 1 0,0 0-1,-2-4 1,2 5 93,-1 0-1,0-1 1,0 1 0,0 0 0,0 0-1,0 0 1,0 0 0,0 1-1,0-1 1,0 1 0,0-1-1,0 1 1,0-1 0,-1 1-1,1 0 1,-3 0 0,-5 0 29,0 0-1,0 0 1,0 0 0,0 1 0,0 1 0,0 0 0,0 0-1,0 1 1,1 0 0,-10 5 0,13-5 72,1 1 0,-1-1 0,1 1 0,0 0 1,1 0-1,-1 0 0,1 1 0,0 0 0,0 0 0,0 0 0,0 0 1,1 1-1,0-1 0,0 1 0,1 0 0,0-1 0,-4 13 0,2 4 503,1 1-1,1-1 1,2 44-1,0-38-73,0 18 872,11 81 1,-9-111-1138,1-1 1,1 0-1,1 1 0,0-1 1,1-1-1,0 1 0,1-1 1,1 0-1,9 12 0,-14-22-243,-1 0 0,1-1-1,1 0 1,-1 1 0,0-1 0,1-1-1,-1 1 1,1 0 0,0-1-1,0 0 1,0 0 0,0 0 0,0 0-1,0-1 1,1 1 0,-1-1 0,1 0-1,-1-1 1,0 1 0,1-1-1,0 0 1,-1 0 0,1 0 0,-1 0-1,0-1 1,1 0 0,-1 0 0,1 0-1,-1-1 1,0 1 0,0-1-1,0 0 1,0 0 0,0 0 0,0-1-1,0 0 1,5-4 0,3-6-510,-1 0 1,-1 0-1,0-1 0,0 0 1,14-30-1,-14 22-2485,13-41 1,-6-9-5794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4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8244,'0'0'8457,"4"17"-7537,-2-7-773,6 23 542,-1 2 1,1 41-1,-3 333 2802,-5-292-2834,1-168-2175,2 0 0,3 0-1,2 0 1,2 1 0,2 0-1,2 1 1,29-65-1,-38 102 1193,1 0 0,0 1-1,1 0 1,0 0-1,12-14 1,-17 22 552,1 0 0,0 1 0,0-1 0,0 1 0,0 0 0,0-1 0,0 1 0,1 1 0,-1-1 0,1 0 0,-1 1 0,1 0 0,0 0 0,0 0 0,-1 0-1,1 0 1,0 1 0,0 0 0,0 0 0,0 0 0,0 0 0,6 2 0,-8-2-103,-1 0-1,1 1 1,-1 0-1,0-1 1,1 1 0,-1 0-1,0-1 1,1 1-1,-1 0 1,0 0-1,0 0 1,1 0-1,-1 0 1,0 0 0,0 1-1,0-1 1,-1 0-1,2 3 1,9 26 1108,-10-25-1000,7 37 914,-1-1-1,-3 1 1,-1 55 0,1 0-217,-4-85-920,2 0-1,-1-1 1,1 1 0,1 0 0,0 0-1,1-1 1,0 0 0,1 0-1,6 12 1,-9-22-87,0 0-1,0 0 0,0 0 1,-1 0-1,2 0 0,-1-1 1,0 1-1,0 0 0,0-1 1,0 0-1,0 0 0,0 1 1,0-1-1,1 0 0,-1-1 1,0 1-1,3-1 1,7 0-331,-8 1 293,1-1 0,0 0 1,-1 0-1,1 0 1,-1-1-1,1 0 0,-1 0 1,0 0-1,0 0 0,0-1 1,0 1-1,0-1 1,5-4-1,9-10-344,21-25 0,-23 24 116,8-7-340,-2-1 0,-1-1 1,-2-1-1,30-54 1,-40 63 650,-1-2 1,0 1-1,-1-1 1,-1 0-1,-1 0 1,-1 0-1,-1-1 1,0-34-1,-3 54 81,0-3 88,1 1 0,-2 0-1,1-1 1,0 1 0,-1 0-1,-2-8 1,2 10-118,0 1 0,1 0 0,-1-1 1,0 1-1,0 0 0,0 0 0,-1 0 1,1 0-1,0 0 0,0 0 0,-1 0 1,1 0-1,0 0 0,-1 0 0,1 1 1,-1-1-1,1 0 0,-1 1 0,1 0 0,-1-1 1,-2 1-1,-5-2 33,-1 0 0,1 1 0,0 1 0,-12 0 1,18 0-26,0 0 1,0 1 0,0-1 0,0 1 0,0 0-1,0-1 1,0 2 0,1-1 0,-1 0 0,0 0-1,1 1 1,-1 0 0,1-1 0,0 1 0,-1 0-1,1 0 1,-4 5 0,1 1 82,0 2 0,0-1 0,0 1 0,1-1 1,1 1-1,0 0 0,0 0 0,1 1 0,-2 12 0,-2 103 220,5-99-358,3 153-141,0-137-112,3 0-1,12 51 0,54 133-596,1 8 597,-64-202 182,-2 1 0,-1-1 0,-2 1 0,-1 0 0,-3 36 1,1-68 99,0 0 0,0 0 0,0 0 0,-1 0 0,1-1 0,-1 1 0,0 0 0,1 0 1,-1-1-1,0 1 0,0 0 0,0-1 0,0 1 0,0-1 0,0 1 0,-1-1 0,1 0 0,0 1 0,-1-1 1,1 0-1,-1 0 0,1 0 0,-1 0 0,0 0 0,1 0 0,-1-1 0,0 1 0,0-1 0,1 1 1,-4 0-1,0-1 7,-1 1 1,1-1 0,0 0 0,-1 0 0,1 0-1,0-1 1,0 0 0,-1 0 0,-8-3 0,8 0 18,-1 1 0,0-1 1,1 1-1,0-2 0,0 1 0,0-1 1,1 0-1,0 0 0,0 0 1,0-1-1,0 0 0,1 0 0,0 0 1,0 0-1,1-1 0,-1 1 1,2-1-1,-5-13 0,0-3-53,2 0 1,0 0-1,1-1 0,0-39 0,2 26-1541,2 0-1,8-73 0,-2 88-2129,14-38 0,-20 59 3603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4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0 323 9732,'0'0'7897,"19"-20"-8009,5-4-9,83-97-819,-96 107 671,1-1-639,0 1-1,-1-2 1,0 0 0,-2 0 0,14-30 0,-22 45 925,-1 1 0,0-1 0,0 1 0,1-1 0,-1 1-1,0-1 1,0 1 0,0-1 0,0 1 0,1-1 0,-1 0 0,0 1 0,0-1-1,0 1 1,0-1 0,0 1 0,0-1 0,-1 1 0,1-1 0,0 0 0,0 1-1,0-1 1,0 1 0,-1-1 0,1 1 0,0-1 0,-1 1 0,1-1 0,0 1-1,-1 0 1,1-1 0,0 1 0,-1-1 0,1 1 0,-1 0 0,1-1 0,-1 1-1,1 0 1,-1 0 0,1-1 0,-1 1 0,1 0 0,-1 0 0,1 0 0,-1-1-1,1 1 1,-1 0 0,0 0 0,1 0 0,-2 0 0,-1 1 160,-1-1 1,0 1-1,1-1 0,-1 1 1,0 0-1,-3 2 1,-1 1-47,0-1 1,1 1 0,-1 1 0,1 0 0,0 0 0,1 0-1,-1 1 1,1-1 0,0 2 0,1-1 0,0 1 0,-1-1 0,2 2-1,-1-1 1,1 0 0,1 1 0,-1 0 0,1 0 0,-4 16-1,1 5 468,1 1 0,1 0 0,1 1 0,3 36 0,0-56-400,-1 9 207,2 0 0,0 1 0,1-1 0,9 38 0,-10-54-386,0 0 0,0 0-1,1-1 1,-1 1 0,1 0 0,0-1 0,0 1 0,0-1-1,1 0 1,-1 0 0,1 0 0,0 0 0,-1 0-1,1 0 1,1-1 0,-1 1 0,0-1 0,1 0 0,-1 0-1,1 0 1,-1-1 0,1 1 0,0-1 0,0 0-1,0 0 1,0 0 0,0-1 0,0 1 0,0-1-1,0 0 1,7 0 0,-6-1-67,1 0 0,0 0 1,-1-1-1,1 1 0,-1-1 0,1 0 0,-1 0 0,0-1 1,0 0-1,0 0 0,0 0 0,-1 0 0,1-1 0,-1 0 0,0 0 1,4-4-1,5-9-877,0 0 1,21-37-1,-32 50 764,10-19-2489,15-34 0,-1-24-6171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4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0 12614,'0'0'3039,"-1"29"-633,-1-4-1915,-5 175 2374,7 148-232,1-387-4238,2 0-1,1 1 1,3 0-1,15-59 0,-14 73 437,0 1 0,1-1 0,2 1 0,0 1 0,1 0 0,1 0 0,1 2 0,21-24 0,-27 36 1637,-1 0 0,2 1 1,-1 1-1,1 0 1,0 0-1,0 0 0,15-5 1,-21 9-47,1 1 1,0 0-1,-1 0 1,1 0-1,0 0 1,0 1-1,0-1 1,-1 1-1,1 0 1,7 1 0,-9 0-223,0-1 0,1 1 0,-1 0 1,0 0-1,0 0 0,0 0 0,0 0 1,0 0-1,0 1 0,0-1 1,0 1-1,0-1 0,-1 1 0,1 0 1,0 0-1,-1 0 0,0 0 0,3 3 1,1 7 206,0-1 0,-1 1 1,0-1-1,-1 1 0,0 0 0,-1 0 1,1 17-1,0 93 1625,-4-78-1277,1 9-304,0-58-3511,0-21-1486,0-12-3575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5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371 90 11877,'0'0'8226,"-9"-4"-8085,-31-15-74,35 17-65,-1 0 1,1 1 0,-1-1-1,1 1 1,-1 0 0,1 1-1,-1-1 1,0 1 0,1 0 0,-10 2-1,-6-1 97,16-1-80,-1-1 1,1 1 0,-1 1-1,1-1 1,0 1 0,-1-1 0,1 2-1,0-1 1,0 1 0,0-1-1,0 1 1,0 1 0,0-1 0,0 1-1,1 0 1,-1 0 0,1 0-1,0 0 1,0 1 0,0 0-1,0 0 1,1 0 0,-1 0 0,1 0-1,-3 7 1,-8 12 100,1 0-1,1 1 1,1 1 0,1-1 0,2 2 0,-8 35-1,7-17 243,2 0-1,3 1 0,0 45 1,5-55-170,-1-35-191,0 1 0,0-1 0,0 1 0,0-1 0,0 1 0,0-1 0,0 0 0,0 1 0,0-1 0,0 1 0,0-1 0,0 1 0,1-1 0,-1 0 0,0 1 0,0-1 0,0 1 0,1-1 0,-1 0 0,0 1 0,0-1 0,1 0 0,-1 1-1,0-1 1,1 0 0,-1 0 0,0 1 0,1-1 0,-1 0 0,1 0 0,-1 0 0,0 1 0,1-1 0,0 0 0,2 0-4,1 0-1,0 0 1,-1 0-1,1 0 0,-1 0 1,1-1-1,0 0 1,-1 0-1,1 0 0,-1 0 1,0-1-1,1 1 1,-1-1-1,0 0 0,0 0 1,0 0-1,0 0 1,0 0-1,3-5 0,12-11-256,-1 0 0,-1-2 0,16-26-1,40-74-2454,-55 90 1231,0-2 0,-3 1 0,0-2 0,-2 0-1,-2 0 1,8-39 0,-9-15-3470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5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32 7732,'0'0'10973,"-8"-7"-10242,3 2-620,3 2-74,0 1 1,0 0-1,0 0 1,0 0-1,-1 1 1,1-1-1,-1 0 1,-2-1 0,5 3-32,-1 0 0,1 0 1,-1 0-1,1 0 1,0 0-1,-1 0 1,1 0-1,-1 0 1,1 0-1,-1 0 1,1 0-1,0 0 1,-1 0-1,1 0 1,-1 0-1,1 0 0,0 1 1,-1-1-1,1 0 1,0 0-1,-1 0 1,1 1-1,-1-1 1,1 0-1,-1 1 1,0 0 10,1 1 0,-1-1 0,0 1 0,0-1 0,1 1 1,-1-1-1,1 1 0,-1-1 0,1 1 0,-1 2 0,-8 83 688,4 162 0,6-157-399,-2-18-75,0 15 264,3 0 1,17 105 0,-17-183-484,7 31 76,-8-40-91,-1-1 1,0 0-1,0 0 0,1 0 1,-1 0-1,1 1 1,-1-1-1,1 0 0,0 0 1,-1 0-1,1 0 0,0 0 1,0 0-1,0-1 1,-1 1-1,1 0 0,0 0 1,0 0-1,0-1 1,0 1-1,1-1 0,-1 1 1,0-1-1,0 1 0,0-1 1,2 1-1,-3-1-10,0 0 0,1 0 0,-1 0 0,0 0 0,1 0 1,-1 0-1,0-1 0,1 1 0,-1 0 0,0 0 0,1 0 0,-1 0 0,0 0 0,0-1 0,1 1 0,-1 0 0,0 0 0,0 0 0,1-1 0,-1 1 0,0 0 0,0 0 0,0-1 0,1 1 1,-1 0-1,0 0 0,0-1 0,0 1 0,0 0 0,0-1 0,0 1 0,0 0 0,1-1 0,4-16-796,0-1-1,0 1 1,1-21-1,2-28-4287,-1 3-2164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6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365 81 14839,'0'0'5416,"-18"-7"-5286,-58-23-76,72 28-22,0 1-1,0-1 1,0 1 0,0 0 0,0 1 0,0-1-1,0 1 1,0 0 0,0 0 0,-1 0 0,1 0-1,0 1 1,0-1 0,0 1 0,0 0 0,0 0-1,0 1 1,0-1 0,0 1 0,-7 4 0,4 0 108,1 1 1,-1-1-1,1 1 1,0 1-1,1-1 1,0 1-1,-5 8 1,4-6 17,-14 25 266,2 1 0,1 1 0,2 0 1,2 2-1,-16 67 0,26-90-247,1 1 0,0 0-1,1 21 1,6-42-257,22-25-577,-1-2 0,41-63 0,30-82-5770,-63 104 2086,-6 10-1598</inkml:trace>
  <inkml:trace contextRef="#ctx0" brushRef="#br0" timeOffset="1">365 81 7491,'-40'-81'5795,"40"150"-2161,0 19-225,0 14-1472,10-9-672,3-24-353,7-21-544,0-30-288,4-18-80,9-15-128,0-42-352,4-15-1825,-3-9-2097,-14 6-1217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6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5923,'0'0'8532,"0"7"-7604,3 28 1334,13 69-1,2 8-637,-2 159 228,11 94-487,-25-350-1316,2 9 45,8 31 0,-11-49-89,1-1 1,-1 0-1,1 0 0,1 0 0,-1 0 0,1 0 0,0-1 1,0 1-1,0-1 0,1 0 0,5 6 0,-8-9-14,0 0 0,0 0 1,0-1-1,0 1 0,0 0 0,0 0 0,0-1 0,0 1 1,0-1-1,1 1 0,-1-1 0,0 0 0,0 1 0,1-1 0,-1 0 1,0 0-1,0 0 0,1 0 0,-1 0 0,0 0 0,1 0 1,-1 0-1,0 0 0,0-1 0,1 1 0,-1-1 0,0 1 0,0-1 1,0 1-1,2-2 0,0 0-61,0-1 1,0 0 0,-1 1-1,0-1 1,1 0-1,-1 0 1,0 0 0,0 0-1,2-6 1,9-23-1235,-1 0 0,-2-1 0,-1-1-1,9-62 1,0-142-11685,-18 233 12679,3-22 879,3 15 8754,-3 30-7460,0 71 1693,5 79-82,-5-134-2969,2-1 0,17 62 0,-21-92-519,10 27 80,-10-29-107,-1 0 0,1 0 0,-1 0 0,1 0 0,0 0 0,-1 0 0,1 0 0,0 0 0,-1-1 0,1 1 0,0 0 0,0 0 0,0-1 0,0 1 0,0-1 0,0 1 0,0-1 0,0 1 0,0-1 0,0 0 0,0 1 0,2-1 0,-3 0-53,0 0 0,1 0 0,-1 0 0,0 0 0,1 0 0,-1 0 0,0 0 0,1 0 0,-1 0 0,0 0 0,1 0 0,-1-1 0,0 1 0,1 0 0,-1 0 0,0 0 0,0 0 0,1-1 0,-1 1 0,0 0 0,0 0 0,0-1 0,1 1 0,-1 0 0,0 0 0,0-1 0,0 1 0,0 0 0,1-1 0,-1 1 0,0 0 0,0-1 0,0 1 0,0 0 0,0-1 0,0 1 0,0 0 0,0-1 0,0 1 0,0 0 0,0-1 0,0 1 0,0 0 0,0-1 0,0 1 0,-1 0 0,1-1 0,0-3-591,0-23-3442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6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14583,'0'0'5330,"0"-63"-10100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7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 9748,'0'0'6660,"-5"0"-6183,1-1-393,4 1-71,-1 0 0,0 0 0,1-1 0,-1 1 0,0 0 0,0 0 0,1 0 0,-1 0 0,0 0 0,0 0 0,1 0 0,-1 0 0,0 0 0,0 0 0,1 0 0,-1 1 0,0-1 0,0 0 0,1 1 0,-1-1 0,0 0 0,1 1 0,-1-1 0,1 1 0,-1-1 0,0 0 0,1 1 0,-1 0 0,1-1 0,-1 1 0,1-1 0,0 1 0,-1 0 0,1-1 0,-1 1 0,1 0 0,0-1 0,0 1 0,-1 0 0,1 0 0,0-1 0,0 1 0,0 1 0,0 966 5889,-1-941-5873,1 24 52,1-48-83,-1 0 0,0 0 1,1 0-1,0 0 0,0 0 1,0 0-1,0 0 0,0-1 0,0 1 1,1 0-1,-1-1 0,4 4 1,-5-5-20,0-1 1,0 0 0,0 0-1,0 0 1,0 0 0,0 1-1,0-1 1,1 0 0,-1 0-1,0 0 1,0 0 0,0 0-1,0 1 1,0-1 0,0 0-1,0 0 1,1 0 0,-1 0-1,0 0 1,0 0 0,0 0-1,0 0 1,1 1 0,-1-1-1,0 0 1,0 0 0,0 0-1,0 0 1,1 0 0,-1 0-1,0 0 1,0 0 0,0 0-1,0 0 1,1 0-1,-1 0 1,0 0 0,0 0-1,0-1 1,0 1 0,1 0-1,-1 0 1,0 0 0,0 0-1,0 0 1,0 0 0,1 0-1,-1 0 1,0 0 0,0-1-1,0 1 1,0 0 0,0 0-1,0 0 1,0 0 0,0 0-1,1-1 1,-1 1 0,0 0-1,0 0 1,0 0 0,0 0-1,0-1 1,0 1 0,0 0-1,0 0 1,0 0 0,0-1-1,0-15-576,0 12 261,0-103-8524,0 75 3553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7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33 6019,'0'0'11981,"2"-7"-11589,-2 6-387,0 0 1,1 0-1,-1 0 0,0 0 0,0 0 0,0 0 0,0 0 0,1 0 0,-1 0 0,-1 0 0,1 0 0,0 0 0,0 0 0,0 0 0,0 0 0,-1 0 1,1 0-1,0 0 0,-1 0 0,1 0 0,-1 1 0,1-1 0,-1 0 0,-1-1 0,0 2-3,0 0 0,0 0 0,0 0-1,0 1 1,0-1 0,0 1 0,0-1 0,0 1-1,0 0 1,0 0 0,0-1 0,1 2 0,-1-1-1,0 0 1,1 0 0,-3 3 0,-12 6 19,2 2 0,-1 0 0,2 0 0,-1 1 0,-19 27 0,26-30-11,0-1 0,1 1 0,1 0 0,0 0 1,0 1-1,1-1 0,0 1 0,1 0 0,0 0 0,-2 21 0,4 76 1340,1-106-1335,1-1-1,-1 1 0,0 0 1,1-1-1,0 1 0,-1-1 1,1 1-1,0 0 0,-1-1 1,1 1-1,0-1 1,0 0-1,0 1 0,0-1 1,1 0-1,-1 0 0,0 0 1,0 0-1,1 0 0,-1 0 1,1 0-1,-1 0 1,1 0-1,-1 0 0,1-1 1,0 1-1,-1-1 0,1 1 1,-1-1-1,1 0 0,3 0 1,0 1-186,-1 0 0,1-1 0,0 0 1,0 0-1,0 0 0,0-1 0,0 0 0,0 0 1,-1 0-1,10-3 0,-8 0-329,-1 1 0,0-1 1,1 0-1,-2 0 0,6-6 0,27-28-4910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8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346 40 11701,'0'0'6379,"-5"-5"-6280,-13-16-67,15 20 3,1-1 0,-1 0 0,0 1 0,1 0 0,-1-1 0,0 1 0,0 0 0,0 1 0,0-1 0,0 0 0,0 1 0,0 0 0,0-1 0,0 1 0,0 1 0,0-1 0,0 0 0,-6 2 1,-4-1 120,-1-1-25,3 0-24,-1 0 0,1 0 0,-13 3 0,20-1-85,-1-1-1,0 1 1,1-1 0,-1 1 0,1 0 0,-1 1 0,1-1 0,0 1 0,0 0 0,-5 4 0,-1 4 137,-1 1 1,1-1-1,1 1 1,0 1-1,1 0 0,0 0 1,1 1-1,0 0 0,1 0 1,-7 28-1,5-12 410,2 1 0,1 0-1,2 0 1,0 41 0,3-71-558,0 0 1,0 0-1,0-1 1,0 1 0,0 0-1,0 0 1,0 0-1,0 0 1,0 0-1,1 0 1,-1-1-1,0 1 1,0 0 0,1 0-1,-1 0 1,1 0-1,-1-1 1,1 1-1,-1 0 1,1-1-1,-1 1 1,1 0-1,-1-1 1,1 1 0,0-1-1,0 1 1,-1 0-1,2-1 1,0 1-12,0-1 0,0 0 0,-1 0 0,1 0 0,0 0 0,0 0 0,0-1 0,0 1 1,-1-1-1,1 1 0,0-1 0,0 0 0,2-1 0,6-4-21,0 0 1,0-1-1,0-1 0,-1 0 1,-1 0-1,1-1 0,7-10 1,-5 7-42,9-9-83,163-192-4002,-182 212 4128,3-3-110,-1 0-1,1-1 1,-1 0 0,0 1 0,0-1-1,-1 0 1,0 0 0,0-1-1,0 1 1,2-8 0,-4 19 450,0 0 0,-1-1 1,0 1-1,0 0 0,0 0 0,-4 9 1,-3 11 294,-4 31 326,3 0 0,2 1 0,2 111-1,5-155-844,-1-4-47,1 0-1,1 0 0,2 16 0,-3-24-48,1 0-1,-1 0 0,1 0 1,-1 0-1,1 0 0,0-1 0,0 1 1,0 0-1,0 0 0,0-1 1,0 1-1,1-1 0,-1 1 1,0-1-1,1 1 0,-1-1 1,1 0-1,-1 0 0,1 0 1,0 0-1,0 0 0,-1 0 0,4 1 1,-3-1-15,1-1 1,-1 1-1,1-1 1,-1 1-1,1-1 1,-1 0-1,1 0 1,-1 0-1,1 0 0,-1 0 1,1-1-1,-1 1 1,1-1-1,-1 1 1,0-1-1,1 0 1,-1 0-1,0 0 1,1 0-1,-1-1 1,0 1-1,0-1 1,0 1-1,0-1 0,2-2 1,3-4-149,-1-1-1,-1 1 1,0-1 0,0 0-1,4-11 1,1 1-286,6-15-1207,-1 0 0,-2-1 0,14-56 0,-22 64-772,0 1-1,-2-1 0,-1-29 0,-2 31-1372,0-7 15692,0 64-7479,0 33-1761,-1 0-310,9 89 1,-6-135-2108,1-1 0,1 1 1,1-1-1,0 0 0,2 0 1,0-1-1,1 0 0,0 0 0,16 22 1,-21-34-215,1-1-1,-1 0 1,1 0 0,0 0 0,0 0 0,0-1 0,1 0 0,-1 0 0,10 5-1,-11-7-36,-1 0 0,1 0-1,0 0 1,0-1-1,-1 1 1,1-1 0,0 1-1,0-1 1,0 0-1,0 0 1,-1 0-1,1-1 1,0 1 0,0-1-1,0 1 1,-1-1-1,1 0 1,0 0-1,-1 0 1,5-3 0,0-1-72,-1 1 1,-1-2-1,1 1 1,-1 0-1,0-1 1,0 0-1,4-8 1,31-52-814,-38 63 853,45-100-1239,-36 76 463,0 1 0,2 0 1,1 1-1,30-42 1,-43 65 751,1 1 0,-1-1 0,1 0 1,0 0-1,0 1 0,-1-1 0,1 1 0,0-1 1,0 1-1,1 0 0,-1 0 0,0-1 0,0 2 1,0-1-1,1 0 0,-1 0 0,0 1 0,1-1 1,-1 1-1,1 0 0,3 0 0,-5 0 73,0 0-1,0 0 1,0 0-1,-1 0 1,1 0 0,0 1-1,0-1 1,0 0-1,-1 0 1,1 1-1,0-1 1,0 0-1,-1 1 1,1-1-1,0 1 1,-1-1-1,1 1 1,-1-1-1,1 1 1,-1-1 0,1 1-1,-1 0 1,1-1-1,0 2 1,2 6 97,1-1 1,-1 1-1,-1 0 1,1 0-1,-1 0 1,1 14-1,3 59 1114,-5-64-923,6 127-716,-7-166-2513,0-10-2919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8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19 192,'0'0'9575,"-3"-3"-8481,2 1-999,0 1-1,0 0 1,-1-1-1,1 1 1,0 0-1,-1 0 1,1 0 0,-1 0-1,1 1 1,-1-1-1,0 0 1,1 1-1,-1-1 1,0 1 0,0-1-1,1 1 1,-1 0-1,0 0 1,-2 0 0,4 22 526,-20 238 665,6-128-632,-32 477 5100,45-592-5890,1-42-2983,0-15-1205,0-9-3482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19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 5090,'-6'4'13789,"1"-2"-14366,-26-3 645,11 0 27,-31 3 0,47 0-90,0-1 0,0 1 0,0 0-1,1 1 1,-1-1 0,0 1-1,1-1 1,0 1 0,0 0-1,0 0 1,0 0 0,-4 6-1,-2 1-3,-10 12 139,0 1-1,1 1 1,2 0 0,0 1 0,2 1-1,1 0 1,-17 48 0,28-68 45,0-1-1,1 0 1,0 0 0,0 1 0,0-1 0,1 7 0,8-23-247,24-28-457,8-12-3241,73-71 1,-110 119 3507,0-1 0,0 1 0,1 0 0,0 1 0,-1-1 0,1 1 0,0-1 0,0 1 0,1 0 0,-1 1 0,0-1-1,1 1 1,-1 0 0,1 0 0,-1 0 0,6 0 0,-9 1 284,-1 0 0,0 0 0,1 0 0,-1 0 0,0 0 0,1 0 0,-1 0 0,0 0 0,1 0 0,-1 0 0,0 0 0,1 0 0,-1 0-1,0 1 1,1-1 0,-1 0 0,0 0 0,1 0 0,-1 1 0,0-1 0,1 0 0,-1 0 0,0 1 0,0-1 0,1 0 0,-1 0 0,0 1 0,0-1 0,0 0 0,0 1 0,1-1-1,-1 0 1,0 1 0,0-1 0,0 0 0,0 1 0,4 20 1391,-1-1-1,-1 1 0,-1 35 1,0-6 344,0-18-657,-1-18-654,0 1 0,1 0-1,1 0 1,0-1 0,1 1 0,0-1 0,6 15 0,-7-27-392,-1 0-1,0 1 1,0-1 0,1 0 0,0 0-1,-1 0 1,1 0 0,0-1 0,0 1-1,0 0 1,0-1 0,0 1 0,0-1-1,0 0 1,5 3 0,-5-4-61,-1 1 1,1-1 0,-1 0 0,1 0-1,0 1 1,-1-1 0,1 0-1,0 0 1,-1 0 0,1-1-1,0 1 1,-1 0 0,1 0-1,0-1 1,-1 1 0,1-1-1,-1 0 1,1 1 0,-1-1-1,1 0 1,-1 0 0,0 0 0,1 0-1,-1 0 1,0 0 0,0-1-1,2-1 1,2-3-142,-1-1 1,0 0-1,0-1 1,0 1-1,-1-1 1,4-14-1,-1 0-2410,4-32 0,-8 8-3948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6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54 6355,'0'0'7761,"-2"2"-7153,0-1-426,1-1 1,0 1-1,-1 0 1,1 0-1,0 0 0,0 0 1,0 1-1,0-1 1,0 0-1,0 0 0,0 1 1,0-1-1,0 2 1,-1 23-114,2-17-93,-1 69 242,3 123-291,1-150 1240,19 96-1,-18-171-323,-4-14-1617,4-130-2451,-1 142 3044,1-1 0,1 1 0,1 0 0,13-34 1,-14 45 218,31-71 106,-31 76-132,0 0 0,0 1 0,1 0 0,0 0 0,1 1 0,11-12 0,-17 19-13,0 0 0,0 0 1,0 0-1,1-1 0,-1 1 0,1 1 0,-1-1 0,1 0 0,-1 0 0,1 0 0,-1 1 0,1-1 0,0 1 0,-1-1 0,1 1 1,0 0-1,-1 0 0,1 0 0,0 0 0,-1 0 0,1 0 0,0 0 0,-1 0 0,1 1 0,0-1 0,-1 0 0,1 1 0,0 0 0,-1-1 1,1 1-1,-1 0 0,2 1 0,1 1 55,0 1 1,-1-1-1,1 1 1,-1 0 0,0 0-1,0 0 1,0 0-1,-1 1 1,4 7-1,15 41 1050,-2 0 0,15 72 0,10 116 2002,-29-157-2505,-13-67-465,-2-11-112,1-1 1,0 0 0,0 0-1,0 0 1,0 0 0,1 0 0,0 0-1,4 7 1,-3-37-1831,-2-67-4240,2 43 228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6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44 5442,'0'0'7214,"0"-6"-6130,3-30 4001,-18 35-4264,12 1-807,1 0-1,-1-1 0,0 1 0,0 0 0,1 0 0,-1 1 0,0-1 0,0 0 0,1 1 0,-1 0 0,0-1 0,1 1 0,-1 0 0,1 1 0,-1-1 0,1 0 0,-3 2 0,-7 8 3,-1 1 1,1 0-1,1 1 0,0 0 0,1 1 1,1 0-1,0 1 0,0-1 0,2 2 1,0-1-1,1 1 0,-7 24 0,1 6 430,3-1-1,1 2 1,-2 57-1,9-34 513,1-70-956,0 1 0,0-1 0,0 0 0,0 0 0,0 0 0,-1 1 0,1-1 0,0 0 0,0 0 0,0 1 0,0-1 0,0 0 0,0 0 0,0 0 0,0 1 1,0-1-1,0 0 0,0 0 0,1 1 0,-1-1 0,0 0 0,0 0 0,0 0 0,0 1 0,0-1 0,0 0 0,0 0 0,0 0 0,1 1 0,-1-1 0,0 0 0,0 0 0,0 0 0,1 0 0,-1 0 0,0 1 1,0-1-1,0 0 0,1 0 0,-1 0 0,0 0 0,0 0 0,2 0-8,-1-1 0,1 1 0,-1-1 0,0 0 0,1 1 0,-1-1 1,0 0-1,0 0 0,0 0 0,0 0 0,0 0 0,0 0 0,0 0 0,0-1 0,0 1 0,1-3 1,14-26-250,-12 20 114,10-24-1030,-1 1 0,-2-2 0,8-40 0,0-48-6418,-16 110 7756,0 14 1618,3 9 132,35 129 4439,-28-88-4717,26 63-1,-37-108-1533,1 1-1,1-1 1,-1 0-1,1 1 0,0-2 1,8 10-1,-9-13-117,-1 1 1,0-1-1,1 0 1,-1-1-1,1 1 1,0 0-1,0-1 1,-1 1-1,1-1 1,0 0-1,0 0 1,0 0-1,1-1 1,-1 1-1,0-1 1,5 1-1,-6-1-53,-1-1 1,0 1-1,0 0 1,1-1-1,-1 1 0,0-1 1,0 1-1,0-1 1,0 0-1,0 1 0,0-1 1,0 0-1,0 0 0,0 0 1,0 0-1,0 0 1,0 0-1,-1 0 0,1 0 1,0 0-1,-1 0 1,1 0-1,-1 0 0,1 0 1,-1-1-1,1 1 0,-1 0 1,0 0-1,0-1 1,1 0-1,0-9-849,1 1 0,-1-19 0,-1 20 153,1-45-5070,-1-1-4949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7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4210,'0'0'9252,"2"-2"-8435,-2 2-768,0 0 0,0-1 0,0 1 0,0 0 0,0 0 1,1-1-1,-1 1 0,0 0 0,0-1 0,0 1 0,0 0 1,1 0-1,-1-1 0,0 1 0,0 0 0,1 0 0,-1 0 0,0-1 1,0 1-1,1 0 0,-1 0 0,0 0 0,1 0 0,-1 0 1,0 0-1,1 0 0,-1-1 0,0 1 0,1 0 0,-1 0 1,0 0-1,1 0 0,-1 0 0,0 0 0,0 1 0,1-1 1,1 13 1975,0 0-2260,63 583 2428,-35-302-1342,-29-291-851,-1-3-4,0 1-1,-1 0 0,1-1 1,0 1-1,0 0 0,1 0 0,-1-1 1,0 1-1,0 0 0,0-1 1,0 1-1,1 0 0,-1-1 1,0 1-1,1 0 0,-1-1 0,0 1 1,1 0-1,-1-1 0,1 1 1,-1-1-1,1 1 0,-1-1 1,1 1-1,-1-1 0,1 1 1,-1-1-1,2 1 0,-2-5-865,0-121-9929,0 91 5162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7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17 5811,'0'0'7262,"4"-3"-6731,12-9-459,-19 11-61,1 1 0,-1 0-1,1 0 1,-1 0 0,1 0 0,-1 0 0,1 1 0,-4 0 0,-1 3 41,0 0-1,1 0 0,0 1 1,0-1-1,1 1 0,-1 1 1,1-1-1,-9 12 0,6-5 101,0 0-1,0 1 0,-9 22 0,9-15 237,2 0-1,0 0 1,1 1-1,-3 38 1,3 85 1984,5-127-2077,0-16-289,0 1 0,0-1 0,0 0 0,0 1 0,0-1-1,0 0 1,0 1 0,1-1 0,-1 0 0,0 1 0,1-1 0,-1 0-1,1 1 1,-1-1 0,1 0 0,0 0 0,0 0 0,-1 1 0,1-1-1,0 0 1,0 0 0,1 1 0,1-1-7,0 0 0,-1 0-1,1-1 1,0 1 0,0-1 0,-1 1 0,1-1-1,0 0 1,5 0 0,-5 0-66,1-1 0,-1 1 0,0 0 1,0-1-1,0 0 0,0 0 0,0 0 0,0 0 0,0-1 1,0 1-1,0-1 0,0 1 0,-1-1 0,6-4 0,0-3-771,1 1 0,11-19 0,-3 6-1125,26-29-3994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8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58 4946,'0'0'10069,"-4"-6"-8887,2 3-1056,-1-1 1,0 1 0,0-1 0,0 1-1,0 0 1,0 0 0,-1 1 0,1-1-1,-1 0 1,0 1 0,1 0-1,-1 0 1,0 0 0,0 1 0,-1-1-1,1 1 1,-7-1 0,-6-1 78,-33 0 0,45 2-193,1 1 0,-1 1 0,1-1 0,0 1-1,-1-1 1,1 1 0,-1 1 0,1-1 0,0 1 0,0-1 0,0 1 0,-7 4 0,3 1 71,1 0 0,0 1-1,0 0 1,0 0-1,1 0 1,0 1-1,1 0 1,0 0 0,0 1-1,1-1 1,1 1-1,-1 0 1,1 0 0,-1 11-1,-1 12 570,2 1 0,1 65 0,3-57-114,-1-30-395,-1-5-36,1-1 0,0 1 0,1-1-1,-1 0 1,4 12 0,-4-17-102,1 0 0,-1 1 0,1-1 0,-1 0 0,1 0-1,0 0 1,-1 0 0,1 0 0,0 0 0,0-1 0,-1 1 0,1 0 0,0 0 0,0 0 0,0-1-1,0 1 1,0-1 0,0 1 0,1-1 0,-1 1 0,0-1 0,0 1 0,0-1 0,0 0 0,1 0 0,-1 0-1,0 1 1,0-1 0,0 0 0,1-1 0,-1 1 0,0 0 0,0 0 0,0 0 0,1-1 0,0 0 0,1 0-21,0 0 0,0-1 0,0 1 0,0-1 0,-1 0 1,1 0-1,0 0 0,-1 0 0,1-1 0,-1 1 1,0-1-1,0 1 0,0-1 0,0 0 0,-1 1 0,1-1 1,-1 0-1,2-5 0,1 1-70,18-35-2287,30-85 0,-43 99-501,-1 0-1,4-34 1,-13 106 10654,5 7-4537,14 52-582,-11-71-1749,19 56 1,-22-77-773,1 1-1,0-1 1,1 0 0,0-1-1,1 0 1,0 1 0,17 17-1,-22-26-131,0-1 1,0 1-1,0 0 0,0 0 0,1-1 0,-1 1 1,0-1-1,1 0 0,-1 0 0,1 0 0,0 0 0,-1 0 1,1 0-1,0-1 0,0 0 0,3 1 0,-4-1-17,0-1 0,0 1-1,0-1 1,0 1 0,0-1-1,-1 1 1,1-1 0,0 0-1,0 0 1,-1 0-1,1 0 1,-1 0 0,1-1-1,-1 1 1,0 0 0,1-1-1,-1 1 1,0-1 0,0 1-1,0-1 1,0 1 0,0-1-1,0 0 1,0 0-1,0-1 1,9-25-547,-1 0 0,-2 0 0,8-50 0,0-94-4512,-8 71 61,-2 89 6491,-5 12-1399,0-1 0,1 1-1,-1 0 1,0 0 0,0 0 0,1 0-1,-1 0 1,0 0 0,0 0 0,1 0-1,-1 0 1,0 0 0,1 0 0,-1 0-1,0 0 1,0 0 0,1 0 0,-1 0-1,0 0 1,0 0 0,1 0 0,-1 0-1,0 1 1,0-1 0,1 0 0,-1 0-1,0 0 1,0 0 0,1 1 0,-1-1-1,0 0 1,0 0 0,0 0 0,0 1-1,1-1 1,-1 0 0,0 0 0,0 1-1,0-1 1,0 0 0,0 0 0,0 1-1,0-1 1,0 0 0,1 0 0,-1 1-1,0-1 1,6 18 893,0 0 1,0 0-1,-2 0 1,4 36-1,-2-18-313,37 242 2483,-42-267-2997,-1-10-143,0 0-1,0 1 1,0-1 0,0 0 0,0 1 0,0-1 0,1 1 0,-1-1 0,0 0 0,1 1 0,0-1 0,-1 0 0,1 0 0,0 0 0,-1 1 0,1-1 0,1 1 0,-1-19-614,-1-31-365,-1 0-861,6-53 0,-4 87 1133,1-1 1,1 1-1,1 0 1,0 0-1,0 0 1,2 0-1,0 1 0,9-16 1,-12 24 599,1 0 1,0 0 0,0 0-1,1 0 1,0 1-1,-1 0 1,1 0-1,1 0 1,-1 1 0,0-1-1,1 1 1,0 1-1,0-1 1,0 1-1,0 0 1,0 0 0,0 1-1,7-2 1,-7 3 240,-1-1 1,1 1-1,0 0 1,0 0-1,-1 1 1,1 0 0,0 0-1,-1 0 1,1 0-1,-1 1 1,1 0-1,-1 0 1,0 1-1,0-1 1,0 1-1,0 0 1,-1 1-1,1-1 1,-1 1 0,6 5-1,1 5 235,-1 0-1,0 0 1,-1 1-1,0 1 1,-1-1-1,9 27 1,27 106 1081,-29-87-1003,-14-58-337,2 8-1924,-10-16-2097,1-1 2624,-23-21-7055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9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485 0 5250,'0'0'10907,"8"1"-4680,-14 2-6202,0 0 1,0 0 0,0 1-1,1 0 1,-1 0 0,1 0-1,0 1 1,0 0 0,1-1-1,0 2 1,-5 5 0,-4 4 12,-52 61-14,3 3 0,3 2 0,4 2 0,4 3 0,-57 131 0,106-213-23,0 1 0,0 0 0,1 0 0,-1-1 0,1 1 0,0 0 0,0 9 0,1-14-13,1 1 0,0-1 0,0 1-1,0-1 1,0 0 0,0 1-1,0-1 1,0 0 0,0 0-1,-1 0 1,1 0 0,0 0 0,0 0-1,0 0 1,0 0 0,0 0-1,1-1 1,2 1-12,22-2 46,0-1 0,0-2 0,0 0 0,-1-2 0,27-10 0,-15 4-5,64-11-1,-58 18-18,1 3-1,0 1 0,52 6 1,-91-3-69,10 1 351,-15-2-309,0 0 0,0 0 1,0 0-1,1 0 0,-1 0 0,0 1 1,0-1-1,0 0 0,0 0 1,1 0-1,-1 0 0,0 0 0,0 0 1,0 0-1,1 0 0,-1 0 1,0-1-1,0 1 0,0 0 1,0 0-1,1 0 0,-1 0 0,0 0 1,0 0-1,0 0 0,0 0 1,0 0-1,1 0 0,-1-1 0,0 1 1,0 0-1,0 0 0,0 0 1,0 0-1,0 0 0,0 0 1,0-1-1,1 1 0,-1 0 0,0 0 1,0 0-1,0 0 0,0-1 1,0 1-1,0 0 0,0 0 0,0 0 1,0 0-1,0-1 0,0 1 1,0 0-1,0 0 0,-16-38-3977,-3-1-3468,5 14-2317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9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4 7411,'0'0'6675,"0"-3"-6136,-1 2 322,-2 8-321,-6 22-112,-8 45 19,9 5 422,5 143 0,4-126-219,-1 487 2418,-1-554-2986,1-13-53,0 0 0,0-1 0,2 1 0,4 22 0,-6-36-22,1-1 0,-1 0 0,0 0 0,1 0 1,-1 1-1,1-1 0,-1 0 0,1 0 0,0 0 0,-1 0 1,1 0-1,0 0 0,0 0 0,0 0 0,0 0 0,0-1 1,0 1-1,0 0 0,1 1 0,-1-2-11,-1 0 0,0 0 0,1 0 1,-1 0-1,0 0 0,1 0 0,-1 0 0,0 0 1,1 0-1,-1 0 0,0 0 0,1-1 0,-1 1 0,0 0 1,1 0-1,-1 0 0,0 0 0,0 0 0,1-1 0,-1 1 1,0 0-1,0 0 0,1 0 0,-1-1 0,0 1 0,1 0 1,3-16-333,-2-16-1357,-2-37 1,1-26-5683,4 50 217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0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5 11557,'0'0'5483,"-12"-1"-5206,7 0-258,0 0 7,1 0 0,-1 1 0,0-1 0,0 1 0,1 0 0,-1 1 0,0-1 0,0 1 0,1 0 0,-1 0 0,0 0 0,1 1 0,-1-1 0,1 1 0,0 0 0,0 0 0,0 1 0,0 0 0,-5 3 0,-12 12 294,1 2-1,-32 39 1,46-51-211,0 0 0,0 0-1,1 1 1,0 0 0,1 0 0,0 0 0,0 0 0,1 1 0,0-1-1,1 1 1,-2 14 0,3-13-54,1-5-39,0 1 0,0 0-1,0 0 1,2 9 0,-2-14-15,1 0 0,0 0 0,0 0 1,0 0-1,0 1 0,0-1 0,0 0 1,0-1-1,0 1 0,1 0 0,-1 0 1,1 0-1,0-1 0,-1 1 0,1-1 1,3 2-1,7 4-28,1-1-1,0-1 1,-1 0 0,19 3-1,-15-4-46,0 1 1,-1 1-1,27 13 0,-39-17 63,1 0 0,-1 0 0,0 0 0,0 1 0,0-1-1,0 1 1,-1 0 0,1 0 0,-1 0 0,1 0 0,-1 0 0,0 0 0,0 1 0,-1-1 0,1 1 0,-1-1 0,1 1 0,-1 0 0,0-1 0,0 8 0,0-3 0,0 1 1,-1 0-1,0-1 1,-1 1 0,0 0-1,0-1 1,-1 1-1,0-1 1,-1 1 0,1-1-1,-2 0 1,1 0-1,-1 0 1,0-1 0,-1 0-1,0 1 1,0-1-1,0-1 1,-9 9 0,8-9-87,-9 10 216,-28 23 0,40-36-283,-1 0-1,-1 0 1,1 0-1,0-1 0,-1 1 1,1-1-1,-1 0 0,0-1 1,0 1-1,0-1 1,0 0-1,-9 1 0,14-2 128,0 0 0,0 0 0,0 0 0,-1 0 0,1 0 0,0 0 0,0 0 0,0 0 0,0 0 0,-1 0 0,1 0-1,0 0 1,0 0 0,0 0 0,0 0 0,0 0 0,-1-1 0,1 1 0,0 0 0,0 0 0,0 0 0,0 0 0,0 0 0,0 0 0,-1 0 0,1-1-1,0 1 1,0 0 0,0 0 0,0 0 0,0 0 0,0 0 0,0-1 0,0 1 0,0 0 0,0 0 0,0 0 0,0 0 0,0-1 0,0 1 0,0 0-1,0 0 1,0 0 0,0 0 0,0-1 0,0 1 0,-1-27-1924,1-10-1528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0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289 11 4258,'0'0'9554,"-21"-9"-7679,3 9-1132,14-1-655,-1 0 0,0 1 0,1 0-1,-1 0 1,1 0 0,-1 1-1,1 0 1,-1 0 0,1 0 0,-1 0-1,1 0 1,-7 4 0,-5 7 68,2-1 1,0 2-1,0 0 1,1 1 0,1 0-1,0 1 1,1 0-1,1 1 1,0 0-1,1 1 1,1 0-1,0 0 1,1 1 0,2 0-1,-1 0 1,2 0-1,0 1 1,-1 27-1,2 141 1896,4-108-1033,-1-75-946,0 0 0,0 0 0,1-1 1,-1 1-1,1 0 0,0 0 0,0 0 0,2 5 0,-3-8-53,1 0 1,0 0-1,-1 0 0,1-1 0,0 1 1,0 0-1,-1-1 0,1 1 0,0 0 1,0-1-1,0 1 0,0-1 0,0 1 1,0-1-1,0 0 0,0 1 0,0-1 1,0 0-1,0 0 0,0 0 0,0 1 1,0-1-1,0 0 0,0-1 1,0 1-1,0 0 0,0 0 0,0 0 1,0-1-1,0 1 0,0 0 0,0-1 1,0 1-1,0-1 0,2 0 0,0-1-6,1 0 0,0 0 0,0 0 0,-1-1-1,0 1 1,1-1 0,-1 0 0,0 0-1,0 0 1,3-5 0,23-40-85,-23 37 25,31-56-1388,-3-2 0,-3-1-1,-3-2 1,26-104 0,-46 147 2334,-8 54 1774,-1 9-2526,1-17 121,5 180 1722,-2-165-1900,2 0 0,1 0 0,1 0 0,13 34 0,-19-86-10047,-1-16 3836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1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6547,'0'0'6350,"0"4"-5494,4 453 5544,22-2-4292,-25-450-2084,2 34 207,13 53-1,-15-87-196,6 16 93,-7-21-121,0 1 0,0 0 0,0-1-1,1 1 1,-1-1 0,0 1-1,1 0 1,-1-1 0,1 1 0,-1-1-1,1 1 1,-1-1 0,1 1 0,-1-1-1,1 0 1,-1 1 0,1-1-1,-1 0 1,1 1 0,0-1 0,-1 0-1,1 0 1,-1 1 0,2-1 0,-1-1-30,0 0 1,-1 0 0,1 0-1,-1 0 1,1 0 0,0-1 0,-1 1-1,0 0 1,1 0 0,-1 0-1,0-1 1,0 1 0,1 0 0,-1 0-1,0-1 1,0 1 0,-1-2-1,2-1-82,2-140-6401,-3 102 2580,0-4-3762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1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288 7 11013,'0'0'8599,"0"0"-8596,0 1 0,0-1 0,1 0 0,-1 0 1,0 0-1,0 0 0,0 0 0,0 0 0,1-1 1,-1 1-1,0 0 0,0 0 0,0 0 0,0 0 0,0 0 1,1 0-1,-1 0 0,0 0 0,0 0 0,0 0 1,0 0-1,0 0 0,0-1 0,1 1 0,-1 0 0,0 0 1,0 0-1,0 0 0,0 0 0,0-1 0,0 1 1,0 0-1,0 0 0,0 0 0,0 0 0,0 0 1,0-1-1,0 1 0,0 0 0,0 0 0,0 0 0,0 0 1,0-1-1,0 1 0,0 0 0,0 0 0,0 0 1,0 0-1,0 0 0,0-1 0,0 1 0,0 0 0,0 0 1,0 0-1,0 0 0,0 0 0,0-1 0,-1 1 1,1 0-1,0 0 0,0 0 0,0 0 0,0 0 1,0 0-1,0 0 0,-1-1 0,-2 1-8,0 0 1,0 0-1,0 0 0,0 1 1,0-1-1,0 1 0,0 0 1,0 0-1,0 0 0,-5 2 0,-34 19-36,2-1 19,15-8-97,0 1 0,1 1 0,1 1 0,-24 21 0,44-35 142,1 1-1,-1 0 1,1 0-1,0 0 0,0 0 1,0 0-1,0 0 0,1 1 1,0-1-1,-1 1 0,1-1 1,0 1-1,1-1 1,-1 1-1,1 0 0,-1-1 1,1 1-1,0 0 0,0-1 1,1 1-1,-1 0 1,1-1-1,0 1 0,0-1 1,0 1-1,0-1 0,0 1 1,1-1-1,0 0 0,0 0 1,0 0-1,0 0 1,0 0-1,0 0 0,1 0 1,0-1-1,-1 1 0,5 2 1,17 14 145,0-2 0,1 0 0,1-1 0,0-2 0,1-1 0,1-1 0,49 14 0,-75-25-56,0 0-304,0-1 0,0 1-1,1-1 1,-1 1-1,0-1 1,1 0-1,-1 0 1,4 0-1,-5 0-11,0-1 0,-1 1 0,1-1 0,0 1-1,-1-1 1,1 1 0,-1-1 0,1 1-1,-1-1 1,1 0 0,-1 1 0,0-1 0,1 0-1,-1 1 1,0-1 0,1 0 0,-1 1 0,0-1-1,0 0 1,0 0 0,1 1 0,-1-1 0,0 0-1,0 0 1,0 1 0,0-1 0,-1 0 0,1-1-1,0-29-5677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1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2017,'0'0'13641,"0"-4"-12643,1 25-225,2 0 1,6 27 0,1 5-203,34 470 2040,-35-350-2026,-7-111-303,-1-27-98,1 0 1,2 0-1,11 47 0,-16-85-361,0 0 0,1 0 0,0 0 0,0 0 0,0 0 0,0 0 0,1-6 0,0-8-397,-1-111-9727,-3 85 1614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2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310 81 8100,'0'0'5311,"0"-9"-4652,0-30 411,0 38-938,0 0-1,0 0 1,0 0 0,0 0-1,0 0 1,0 0 0,-1 0-1,1 0 1,0 0-1,-1 0 1,1 0 0,-1 0-1,1 0 1,-1 0-1,1 0 1,-1 0 0,0 1-1,0-1 1,1 0-1,-1 0 1,0 1 0,0-1-1,0 1 1,0-1-1,1 0 1,-1 1 0,-2-1-1,-24-4 912,20 5-614,-1-2-261,-1 1-1,0 1 1,1 0-1,-1 0 1,-15 2-1,20-1-129,-1 0 1,1 1-1,-1-1 0,1 1 1,-1 0-1,1 0 0,0 0 1,0 1-1,0-1 0,0 1 1,-6 6-1,4-3 6,-15 15 128,-34 43 1,49-55-129,0 0 0,1 0 0,0 0 0,0 1 0,1-1 1,1 1-1,-1 0 0,2 1 0,-2 10 0,-3 46 715,4 0 1,6 76-1,-3-140-737,0 0 0,1-1 0,-1 1 0,0 0 0,1-1 0,0 1 0,-1-1 1,1 1-1,0-1 0,0 0 0,1 1 0,-1-1 0,0 0 0,1 0 0,-1 1 0,1-1 0,2 2 0,-2-3-18,0 0-1,-1 0 1,1 0-1,0 0 1,0-1-1,0 1 1,-1 0-1,1-1 1,0 0 0,0 1-1,0-1 1,0 0-1,0 0 1,0 0-1,0 0 1,0 0-1,0-1 1,0 1-1,0-1 1,0 1-1,-1-1 1,1 0 0,0 1-1,2-2 1,-1 0-18,0 0 1,0 0-1,0 0 1,0-1-1,0 1 1,0-1-1,0 1 1,-1-1-1,1 0 1,2-4-1,19-36-331,-23 40 321,28-61-1577,-2-2 1,-3-1-1,28-134 0,-53 220 2947,1 1 1,0-1-1,5 31 0,13 78-669,-12-85-521,28 140 0,-28-171-1302,-3-22-2523,0-24-566,-2-18-1234,-1-7-3172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2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10965,'0'0'7123,"8"37"-4682,4 19-1613,34 165 1722,-29-124-1640,-4 0-1,1 114 1,-14-208-936,0-11-97,-3-335-5581,3 331 5402,0-1 1,1 0-1,1 0 1,0 0 0,1 1-1,0-1 1,1 1-1,0 0 1,7-12-1,-8 18 372,0 1 0,0 0 1,1 0-1,0 0 0,0 0 0,0 0 0,1 1 0,-1 0 0,1 0 0,0 0 1,0 0-1,1 1 0,-1 0 0,1 0 0,0 0 0,-1 1 0,1 0 0,0 0 1,1 0-1,8-1 0,-4 2 338,1 0 0,-1 0 0,1 1 0,-1 0 0,1 1 0,21 4 0,-25-3-328,-1 1 1,0-1-1,0 1 0,0 1 0,0-1 0,0 1 0,-1 0 0,1 1 0,-1-1 0,0 1 0,5 7 1,-9-10-327,4 4-2574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3.7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 2849,'0'0'6435,"0"-18"-7283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3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55 4786,'0'0'8743,"0"-7"-8210,1-22-90,3 13-132,-3 16-296,-1 0-1,0 0 1,0-1 0,1 1 0,-1 0 0,0 0 0,0 0 0,1-1 0,-1 1 0,0 0 0,1 0-1,-1 0 1,0 0 0,1 0 0,-1 0 0,0 0 0,0 0 0,1 0 0,-1 0 0,0 0 0,1 0 0,-1 0-1,0 0 1,1 0 0,-1 0 0,0 0 0,1 0 0,1 1 33,-1 0-1,1 0 1,0 1-1,-1-1 1,1 0 0,-1 1-1,1-1 1,-1 0-1,0 1 1,2 2 0,7 13 20,0 1 0,-1 0 0,11 31 0,14 67 472,-28-96-451,70 338 1677,-19-82-610,-54-262-1106,11 36 279,-13-46-289,0-1 0,1 0 0,-1 0 0,1 0 0,0 0 0,0 0 0,0 0 0,0 0 0,1 0 0,-1-1 0,4 3 0,0-1-35,-5-10-515,-1-66-5815,0 27-849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3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 4162,'0'0'8820,"114"90"-7620,-114-48-175,-7 0-337,-20 3-175,-6 0-273,3-2-224,3-13 0,7-12-16,7-18-881,3 0-2368,3-21-5539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3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7700,'0'0'5455,"3"26"-3769,-1-6-1345,3 33 972,18 73 0,-15-92-387,1-1 0,2 0-1,21 45 1,-30-74-849,0 0 0,1-1 0,-1 1 0,1 0 0,0-1 0,-1 1 0,5 3 0,-5-6-55,0 1 1,0-1 0,0 0-1,0 0 1,0 0-1,0 0 1,1 0 0,-1 0-1,0-1 1,0 1 0,1-1-1,-1 0 1,0 1 0,5-1-1,-6 0-20,0 0 0,1 0 0,-1-1 0,0 1 0,1 0 0,-1 0 0,0-1 0,1 1 0,-1-1 0,0 1 0,1-1 1,-1 0-1,0 1 0,0-1 0,0 0 0,0 0 0,0 0 0,0 0 0,1-1 0,13-24-61,-12 19 35,7-17-566,-1-1 1,-2 0 0,0 0 0,-2 0 0,4-41 0,-2-132-4248,-8 165 4829,1 36 106,1 0-1,-1 0 1,0 0 0,1 0-1,-1 0 1,1 0 0,0 0 0,2 4-1,-3-6-190,1 0-1,-1 0 0,1 0 0,0 0 1,0 0-1,-1 0 0,1 0 0,0 0 1,0 0-1,0 0 0,0-1 0,0 1 1,0 0-1,0-1 0,0 1 0,0-1 1,1 1-1,-1-1 0,0 1 0,0-1 1,0 0-1,1 0 0,-1 1 0,0-1 0,2 0 1,10 0-5366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4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3330,'1'0'13504,"86"542"-8339,-19-107-3161,-67-429-1989,4 24 80,16 54 0,-13-68-186,-6-18-275,-1-11-420,-1-7-163,1 0-1443,-1 0-1,-5-32 1,0 34-1690,-13-32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4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8932,'0'0'10053,"187"43"-9237,-120-43-816,-3 0-16,-4 0-1745,-13-6-2032,-14-6-4371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4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32 11445,'0'0'8017,"-1"-12"-7139,-1 10-875,1 1 1,0-1-1,0 1 1,-1 0 0,1-1-1,-1 1 1,1 0-1,-1 0 1,1 0-1,-1 0 1,0 0-1,0 0 1,1 1-1,-1-1 1,0 0-1,0 1 1,0-1-1,0 1 1,0 0-1,0 0 1,-2 0-1,-49 1-9,42 0 4,6 0-1,0 0 0,0 0-1,0 1 1,0-1 0,1 1-1,-1 0 1,0 1 0,1-1-1,0 1 1,-1 0 0,1 0-1,0 0 1,1 1 0,-1-1-1,0 1 1,-2 4 0,-3 4-8,0-1 1,2 1-1,-1 0 1,-8 23-1,4-3 290,2 0 0,2 1 0,0 0 0,3 1 1,0-1-1,3 1 0,1 43 0,1-77-275,0 1-1,0-1 1,0 1 0,0-1-1,0 1 1,0-1 0,0 1-1,1-1 1,-1 1 0,0-1-1,0 1 1,0-1 0,1 1-1,-1-1 1,0 0-1,1 1 1,-1-1 0,0 1-1,1-1 1,-1 0 0,0 1-1,1-1 1,-1 0 0,1 0-1,-1 1 1,1-1 0,-1 0-1,0 0 1,1 1 0,-1-1-1,1 0 1,-1 0 0,1 0-1,-1 0 1,1 0 0,-1 0-1,1 0 1,-1 0 0,1 0-1,-1 0 1,1 0 0,-1 0-1,1 0 1,-1-1 0,1 1-1,-1 0 1,1 0-1,-1 0 1,1-1 0,-1 1-1,1 0 1,-1-1 0,4-1-21,0 0 1,0 0 0,0 0 0,-1-1-1,7-4 1,2-6-319,-1 0 0,0-1 0,0-1 0,-2 1 0,12-24 0,34-86-4756,-54 122 4959,33-84-6647,-21 67 5048,-5 16 2019,-8 3-171,1 1 1,-1-1 0,1 0-1,-1 1 1,1-1 0,-1 1-1,0-1 1,1 1 0,-1-1-1,0 0 1,0 1-1,1-1 1,-1 1 0,0 0-1,0-1 1,1 1 0,-1-1-1,0 1 1,0-1 0,0 1-1,0 0 1,15 146 8909,-4-22-5763,-8-103-2792,2-1 0,0 0 0,13 36 1,-15-52-395,-1 0 0,1 1 1,0-1-1,0 0 0,0 0 1,1 0-1,0-1 1,6 7-1,-9-10-78,1 0 0,0 1 0,0-1 0,-1 0 0,1 0 0,0 0 0,0 0 0,0 0 1,1 0-1,-1-1 0,0 1 0,0-1 0,0 1 0,0-1 0,1 0 0,-1 0 0,0 0 0,0 0 0,0 0 0,1-1 0,-1 1 0,0 0 0,0-1 1,4-1-1,-3 0-75,-1 0 0,1 0 0,-1 0 1,0 0-1,0-1 0,0 1 0,0-1 1,0 1-1,0-1 0,-1 0 0,1 0 1,-1 0-1,0 1 0,1-1 0,-2 0 0,1-1 1,0 1-1,0-5 0,1 1-185,4-17-2098,-1 1 1,3-36-1,-7 7-3885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5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11605,'0'0'7713,"9"17"-6779,-7-13-859,7 15 219,0 0-1,-1 1 0,-1 0 1,-1 0-1,4 27 0,3 151 1941,-6-50-1183,-7-136-1067,0-262-5229,1 232 4755,0 0 0,1 0 0,1 0 0,0 0 1,2 0-1,10-28 0,-12 38 536,0 1-1,0 0 1,1 0-1,0 0 1,0 0-1,1 0 1,0 1-1,0 0 1,0 0-1,1 0 1,0 1-1,0 0 1,0 0-1,1 1 1,0-1-1,0 1 1,11-4-1,-9 5 394,0 1 0,0 1 1,0 0-1,1 0 0,-1 1 0,16 1 0,-22 0-318,0 0 0,1 0 1,-1 0-1,0 1 0,0-1 0,1 1 1,-1 0-1,-1 0 0,1 0 0,0 0 1,0 0-1,-1 1 0,1-1 0,-1 1 1,0 0-1,0-1 0,0 1 0,0 0 1,0 0-1,-1 1 0,2 2 1,6 13 321,-1 0 0,6 25 0,-13-41-390,18 63 643,-4 1 0,11 98 1,-24-344-4673,-1 159 3473,1-1 0,1 1 0,1 0-1,1 0 1,1 0 0,0 0-1,13-24 1,-15 36 401,0 0 1,1 1-1,0-1 1,1 1-1,0 0 0,0 0 1,0 1-1,10-8 0,-11 11 213,0-1-1,0 1 1,1 0-1,0 0 1,-1 1 0,1 0-1,0 0 1,0 0-1,0 1 1,0-1-1,1 2 1,-1-1-1,7 0 1,-10 1-4,1 0 0,-1 0 0,0 1 0,1-1 0,-1 1-1,0-1 1,0 1 0,0 0 0,1 0 0,-1 1 0,0-1 0,0 1 0,0-1 0,3 4 0,-3-2 4,0 0 0,0 1 1,0-1-1,0 1 0,-1-1 0,0 1 1,0 0-1,0 0 0,0 0 1,2 6-1,2 11 300,0 1 0,-1-1-1,-1 1 1,1 26 0,-3 91 684,-3-88-1091,1-49-412,-10-2-3116,9 0 3168,-1 0-1,1 0 1,0-1 0,0 1 0,0 0 0,-1-1-1,1 1 1,0-1 0,0 0 0,0 1 0,0-1-1,0 0 1,0 0 0,0 1 0,0-1 0,1 0-1,-1 0 1,0 0 0,0 0 0,1 0 0,-1 0-1,0 0 1,1 0 0,-1-1 0,1 1 0,-1-2-1,1 2 61,-8-21-9727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6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338 130 2081,'0'0'9172,"-6"-11"-8075,-17-37-49,21 42-575,-1 1 1,0 0-1,0 0 0,0 0 1,0 1-1,-1-1 0,0 1 1,0 0-1,-5-5 1,6 6-51,-1 1-279,1 0-1,-1 0 1,0 0-1,1 1 1,-1-1 0,0 1-1,0 0 1,0 0-1,0 0 1,0 1-1,0-1 1,0 1 0,0 0-1,0 0 1,-5 1-1,2 0-125,1 0 0,0 0 0,-1 0-1,1 0 1,0 1 0,0 0 0,0 1 0,-11 5-1,8-1 27,1 1 1,0 0-1,0 0 0,1 1 0,0 0 1,0 0-1,1 0 0,0 1 0,1 0 0,-7 17 1,1 1 378,2 1 0,-10 51 0,13-39 234,2 0 0,2 54 0,2-86-606,0-8-52,0-1 0,0 0 1,0 1-1,0-1 0,0 0 0,0 1 0,0-1 1,1 0-1,-1 1 0,0-1 0,0 0 0,0 1 1,0-1-1,0 0 0,0 0 0,1 1 0,-1-1 1,0 0-1,0 1 0,0-1 0,1 0 0,-1 0 1,0 0-1,0 1 0,1-1 0,-1 0 0,0 0 1,1 0-1,-1 1 0,0-1 0,1 0 0,-1 0 1,0 0-1,1 0 0,14-3-24,15-14-71,-19 6-195,0-1 1,-1 0 0,0-1-1,14-25 1,29-64-2710,-38 71 1673,3-6-531,18-35-1929,-31 67 3960,-3 7 800,-1 15 1195,-1-11-1990,-2 83 3555,0-14-1552,10 93-1,-7-159-2091,1-1 0,-1 0 0,2 0 0,-1 1-1,1-2 1,5 11 0,-8-16-90,1 0 1,0-1-1,0 1 0,0-1 0,0 1 0,0-1 0,0 1 1,0-1-1,1 0 0,-1 1 0,0-1 0,1 0 0,-1 0 1,1 0-1,-1 0 0,1 0 0,0-1 0,-1 1 1,1 0-1,0-1 0,0 1 0,-1-1 0,1 1 0,0-1 1,0 0-1,0 0 0,-1 0 0,1 0 0,0 0 1,0 0-1,0-1 0,-1 1 0,1-1 0,0 1 0,1-1 1,-1-1-83,0 1 0,0-1 0,0 1 0,0-1 0,-1 0 0,1 0 0,-1 0 0,1 0 0,-1 0 0,0 0 0,1 0 0,-1 0 0,0 0 0,-1-1 0,1 1 0,0 0 0,0-5 0,2-1-259,4-18-2041,-1 0 0,-1 0 0,2-51 0,-6 14-4874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6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1 0 15095</inkml:trace>
  <inkml:trace contextRef="#ctx0" brushRef="#br0" timeOffset="1">1 0 15095,'12'3'550,"1"0"0,-1 1 0,0 0 0,0 0 0,0 1-1,0 1 1,11 8 0,-20-11-340,1 1 0,-1 0 1,0 0-1,-1 1 0,1-1 0,-1 1 0,0-1 0,0 1 0,0 0 0,-1 0 0,1-1 0,-1 1 1,-1 0-1,1 0 0,0 8 0,9 71 1744,1 21 457,41 168 0,-49-263-2325,6 22 48,-8-31-135,-1 0 1,0-1-1,0 1 1,1 0-1,-1 0 1,1 0-1,-1 0 1,1 0-1,-1 0 1,1-1-1,-1 1 1,1 0-1,0 0 1,0-1-1,-1 1 1,1 0-1,0-1 1,0 1-1,0-1 1,-1 1-1,1-1 1,2 1-1,-3-1-9,0 0 0,0 0 0,1 0-1,-1 0 1,0 0 0,1 0 0,-1 0-1,0-1 1,0 1 0,1 0-1,-1 0 1,0 0 0,0 0 0,1-1-1,-1 1 1,0 0 0,0 0 0,0 0-1,1-1 1,-1 1 0,0 0 0,0 0-1,0-1 1,0 1 0,0 0 0,1 0-1,-1-1 1,0 1 0,0 0-1,0-1 1,0 1 0,0 0 0,0 0-1,0-1 1,0 1 0,0 0 0,0-1-1,0 1 1,6-44-1348,1-52 0,5-40-1709,-9 118 2068,1 1-1,0-1 0,2 1 0,0-1 1,12-24-1,-9 26 258,0 1 0,1 1-1,1-1 1,0 1 0,1 1 0,24-22 0,-28 28 1030,0 1 0,0 1 0,0-1 0,1 1 0,-1 1 0,1 0 0,0 0 0,0 1 0,1 0 0,-1 0 0,1 1 0,0 0 0,18 0 0,-23 2-71,0 1 1,1-1 0,-1 1 0,0 1 0,0-1 0,0 1 0,0 0 0,0 0-1,0 1 1,0-1 0,-1 1 0,1 0 0,-1 0 0,0 1 0,0-1 0,0 1-1,0 0 1,-1 0 0,1 0 0,-1 0 0,0 1 0,0-1 0,2 6 0,6 13 380,-1 0 1,-1 1 0,10 38 0,-17-55-492,6 20 202,-2 1-1,-1 0 0,-1 0 1,0 37-1,-4-63-740,-8-2-3381,-18-1-1450,-10-1-3875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9.1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2369,'0'0'7174,"1"-3"-6171,3-7-178,-2 11 276,-2 20 490,0-5-1973,0 388 4600,0-404-4199,0 0 1,0 0 0,0 0-1,0 0 1,0 0 0,0-1-1,0 1 1,1 0 0,-1 0-1,0 0 1,0 0 0,0 0-1,0 0 1,0 0-1,0 0 1,0 0 0,0 0-1,1-1 1,-1 1 0,0 0-1,0 0 1,0 0 0,0 0-1,0 0 1,1 0-1,-1 0 1,0 0 0,0 0-1,0 0 1,0 0 0,0 0-1,0 0 1,1 0 0,-1 0-1,0 0 1,0 0 0,0 1-1,0-1 1,0 0-1,0 0 1,1 0 0,-1 0-1,0 0 1,0 0 0,0 0-1,0 0 1,0 0 0,0 0-1,0 1 1,0-1 0,0 0-1,1 0 1,-1 0-1,0 0 1,0 1 0,7-16-24,0-13-778,2-33-1,-2-34-4209,-6 42 77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9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0 0 9412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39.8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0 145 9412,'24'-11'624,"0"1"-1,39-10 0,-62 19-565,1 1 0,-1 0 0,0 0 0,0 0 0,1 0-1,-1 0 1,0 0 0,0 1 0,1-1 0,-1 0 0,0 1-1,0-1 1,0 1 0,1-1 0,-1 1 0,0-1 0,0 1-1,0 0 1,0-1 0,0 1 0,0 0 0,0 0 0,0 0-1,-1 0 1,1 0 0,0 0 0,0 0 0,0 1-1,1 4 212,0-1 0,0 0 0,0 0 0,-1 1-1,2 5 1,0 3 406,20 62 1170,-4 1 1,15 118-1,-33-180-2415,-2-33-287,1-15 85,-1-3-233,7-54 1,-4 77 873,1 0 0,0 0 0,1 0 0,0 0 0,1 0 0,1 1 0,11-20 0,6-4 245,2 0 0,2 1 1,1 2-1,36-33 0,-58 61-37,-4 3 11,0 0 0,0 0 0,0 0 0,0 0 0,0 0 1,0 1-1,1-1 0,-1 1 0,0 0 0,1 0 0,-1 0 0,1 0 0,0 0 0,-1 0 0,6 0 0,-7 1-67,0 0 0,0 1 0,0-1 0,0 0 0,0 1 0,0-1 0,0 1 0,-1-1 0,1 1 0,0 0 0,0-1 0,0 1-1,-1 0 1,1-1 0,0 1 0,-1 0 0,1 0 0,-1 0 0,1-1 0,-1 1 0,1 0 0,-1 0 0,1 0 0,-1 0 0,0 0 0,0 0 0,1 0 0,-1 0 0,0 0 0,0 2 0,2 4 97,12 50 1209,8 73 0,-5-24-152,-14-86-906,6 27 374,1 0 0,2-1 0,30 75 0,-42-119-633,1-1-1,-1 0 1,1 0 0,-1 0-1,1 0 1,0 0 0,-1 0-1,1 0 1,0 0-1,0 0 1,-1 0 0,1-1-1,0 1 1,0 0 0,0 0-1,0-1 1,0 1-1,0-1 1,2 1 0,-2 0-7,0-1 1,0 0 0,-1-1-1,1 1 1,0 0-1,0 0 1,0 0 0,0 0-1,-1-1 1,1 1-1,0 0 1,0-1 0,0 1-1,-1-1 1,1 1 0,0-1-1,-1 1 1,1-1-1,0 1 1,0-2 0,2-2-21,1 0 0,-1-1 0,0 1 0,0-1 0,-1 0 0,3-7 0,2-5-122,18-47-1562,23-92 0,-42 116 1317,-1 0-1,-2-1 0,-3-49 1,0 49 89,0 39 288,0 1-1,0-1 0,0 1 1,0-1-1,0 1 0,-1 0 1,1-1-1,-1 1 0,1-1 1,-1 1-1,1 0 0,-1-1 1,1 1-1,-1 0 0,0 0 0,0-1 1,0 1-1,0 0 0,0 0 1,0 0-1,0 0 0,0 0 1,0 1-1,0-1 0,-3-1 1,0 0 38,0 1 0,0 0 0,0 0 0,-1 0 0,1 0-1,0 1 1,-8 0 0,10 0-27,1 1 0,0-1 0,-1 1 0,1 0 0,-1-1 0,1 1 0,0 0 0,0 0-1,0 0 1,-1 0 0,1 0 0,0 0 0,0 0 0,0 0 0,0 0 0,1 0-1,-1 1 1,0-1 0,0 0 0,1 1 0,-1-1 0,1 0 0,-1 1 0,0 2 0,-9 40 101,10-42-94,-7 57 624,3 1 0,4 79 0,1-120-451,-1-2 109,1 1 1,1-1-1,1 1 1,9 29-1,-10-40-219,1 1 0,0 0 0,1-1 0,0 0-1,0 1 1,0-1 0,1-1 0,0 1 0,0-1 0,1 0 0,0 0 0,8 6 0,-12-10-69,0 0 0,1-1-1,0 1 1,-1-1 0,1 1 0,0-1 0,0 0 0,0 0 0,0 0 0,0-1 0,0 1 0,0-1 0,0 0 0,0 1 0,0-1 0,0 0 0,0-1 0,0 1 0,0-1 0,4 0 0,-3-1-60,-1 1-1,1-1 1,-1 0 0,0 0 0,1 0 0,-1 0-1,0 0 1,0-1 0,-1 0 0,1 1 0,0-1-1,-1 0 1,0 0 0,0-1 0,3-3 0,3-9-1410,0-2 0,-1 1 1,9-35-1,-5-2-3892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0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6467,'0'0'8889,"4"16"-7659,11 41 862,13 98 0,-21 146 2057,-8-223-3691,1-139-1377,4-141-5009,-2 176 4481,2 0 1,0-1 0,2 2 0,1-1 0,14-35 0,-19 55 1254,1 0 1,0 0 0,1 0 0,-1 0-1,1 1 1,0 0 0,1-1 0,7-7-1,-9 11 437,-1 1-1,1-1 1,0 0-1,-1 1 1,1-1-1,0 1 0,0 0 1,0 0-1,0 0 1,0 0-1,0 1 1,0-1-1,0 1 1,1 0-1,-1 0 1,0 0-1,0 0 0,0 0 1,0 1-1,4 0 1,-5 0-51,1 1 1,0-1 0,-1 1-1,1-1 1,-1 1 0,0 0-1,1 0 1,-1 0 0,0 0-1,0 0 1,0 0 0,0 1-1,-1-1 1,1 1 0,-1-1-1,1 1 1,-1 0 0,0 0-1,0-1 1,0 1-1,0 4 1,1-2 31,6 19 637,-2 0 0,0 1 0,-1-1-1,1 43 1,-5 104 1575,-2-86-1698,1-60 261,0-16-2733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0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248 22 2305,'0'0'12163,"-3"-2"-10757,1 0-1172,-1 0 1,0 0-1,0 0 1,-1 0-1,1 0 1,0 1-1,0 0 1,-1 0-1,1 0 1,-1 0-1,1 0 0,-1 1 1,1-1-1,-1 1 1,0 0-1,-4 0 1,4 0-165,1 0 0,-1 0 1,0 1-1,0-1 0,0 1 1,1 0-1,-1 0 0,0 0 1,1 0-1,-1 1 0,-4 2 1,4-1-13,1 0 1,-1 0-1,1 0 0,0 0 1,0 1-1,0-1 0,1 1 1,-1 0-1,1 0 0,-2 4 1,-7 16 294,1 0 0,1 0 1,1 0-1,1 1 1,1 0-1,1 1 0,2-1 1,-1 48-1,4-73-350,0 0 1,0 1-1,-1-1 1,1 0 0,0 1-1,0-1 1,0 0-1,0 1 1,1-1-1,-1 0 1,0 1-1,0-1 1,0 1-1,0-1 1,0 0-1,0 0 1,0 1-1,1-1 1,-1 0-1,0 1 1,0-1-1,0 0 1,1 1 0,-1-1-1,0 0 1,0 0-1,1 1 1,0-1 1,0 0 1,0 0 0,0 0-1,0 0 1,0 1 0,0-1-1,0-1 1,0 1 0,0 0-1,0 0 1,0 0 0,0 0-1,0-1 1,0 1 0,-1 0-1,1-1 1,0 1 0,0-1-1,0 1 1,0-1 0,-1 0-1,1 1 1,0-1 0,1-1-1,18-21-72,-3-4-674,17-30 0,14-23-2187,-45 75 2576,1 1-1,-1 0 0,1 1 1,0-1-1,0 1 0,5-5 1,-8 8 330,0-1 0,1 0-1,-1 0 1,0 1 0,1-1 0,-1 0 0,0 1 0,1-1-1,-1 1 1,0 0 0,1 0 0,-1-1 0,1 1 0,-1 0 0,1 0-1,-1 0 1,0 0 0,1 1 0,-1-1 0,1 0 0,-1 0 0,0 1-1,1-1 1,-1 1 0,0-1 0,1 1 0,-1 0 0,2 1 0,0 2 237,1 0 1,-1 1 0,0-1 0,0 1 0,0 0 0,-1 0 0,0 0 0,0 1 0,2 7 0,0-2 103,87 282 4276,-78-237-4310,-3 0 1,-3 1-1,2 80 0,-9-117-289,-1 0 0,0 1 0,-1-1 0,-1 0 0,-9 28 0,10-41 1,0-1 1,-1 0-1,0 1 1,0-1-1,-1-1 1,1 1-1,-1 0 1,0-1-1,-1 0 1,1 0-1,-1 0 0,0 0 1,0-1-1,-1 0 1,1 0-1,-1 0 1,0-1-1,0 0 1,0 0-1,-9 2 1,6-2-85,0 0 0,1-1 0,-1 0 0,0-1 0,-1 0 0,1 0 1,0-1-1,0 0 0,0-1 0,0 0 0,0 0 0,0-1 0,0 0 0,0-1 1,1 0-1,-1 0 0,1-1 0,0 0 0,0-1 0,0 1 0,0-1 1,1-1-1,0 0 0,-9-9 0,7 6-383,1-1 1,1-1-1,0 0 1,1 0-1,0 0 1,0 0-1,1-1 1,1 0-1,0 0 0,0-1 1,2 1-1,-1-1 1,1 1-1,1-1 1,1-16-1,-1-33-3348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1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44 160,'0'0'13980,"0"-5"-12459,3-18-286,-3 23-1205,0-1 0,0 0 0,0 1 0,-1-1 0,1 1 0,0-1 0,0 0 0,0 1 0,0-1 0,-1 1 0,1-1 0,0 0 0,0 1 0,-1-1 0,1 1 0,0-1 0,-1 1 0,1-1 0,-1 1 0,1-1 0,-1 1 0,1 0 0,0-1 0,-1 1 0,0 0 0,1-1 0,-1 1 0,1 0 0,-1 0 0,1-1 0,-1 1 0,0 0 0,1 0 0,-1 0 0,1 0 0,-1 0 0,0 0 0,1 0 0,-1 0 0,0 0 0,1 0 0,-1 0 0,1 0 0,-1 0 0,-1 1 0,-1-1 76,-2 0 7,-1 0 1,0 0 0,1 1 0,-1-1-1,-7 3 1,10-2-52,1 1 0,-1-1 0,0 1 0,1-1 0,-1 1 0,1 0 1,-1 0-1,1 0 0,0 0 0,0 1 0,-3 3 0,-6 10 216,0 0 0,2 0-1,0 1 1,0 0 0,-7 26 0,-21 92 1235,31-106-1116,1-1 0,1 0 0,1 39 0,5-55-377,4-12-34,4-9-38,-10 9 50,18-25-797,-1-1 0,-1-1 0,21-48 0,-9 16-1864,-13 27 887,-10 20 337,1-1 0,0 1 1,1 0-1,16-20 0,-22 31 1452,0 0 0,0 0 0,0 0 0,-1 0 0,1 1 0,0-1-1,0 0 1,0 0 0,0 1 0,0-1 0,1 1 0,-1-1 0,0 1 0,0-1-1,0 1 1,0 0 0,0-1 0,3 1 0,-3 0 109,0 0 1,0 1-1,-1-1 0,1 0 1,0 1-1,0-1 1,0 1-1,0-1 0,-1 1 1,1-1-1,0 1 0,0-1 1,-1 1-1,1 0 1,0-1-1,-1 1 0,1 0 1,0 1-1,3 5 837,-1 0 0,0 0 1,-1 0-1,4 14 0,-3-10-876,42 167 5003,-33-120-4370,-3 0 1,2 102-1,-11-120-658,1-8-51,-1 0 1,-2 0-1,-9 50 0,9-73-15,0-1-1,0 1 0,-1-1 1,-1 0-1,1 0 1,-1 0-1,0 0 0,-1-1 1,0 0-1,0 0 0,-1 0 1,0 0-1,0-1 0,0 0 1,-1 0-1,0-1 0,0 0 1,-8 5-1,5-6-66,-1 0 1,1-1-1,-1 0 0,0 0 1,1-1-1,-1-1 0,0 0 1,0 0-1,-17-2 0,26 1 43,-1 0-69,0 0 0,0-1-1,0 1 1,0-1 0,0 1-1,0-1 1,0 0 0,0 0 0,0 0-1,0-1 1,1 1 0,-1-1-1,1 1 1,-1-1 0,1 0 0,-1 0-1,-3-4 1,2 1-131,0 0 0,1 0 0,0-1 0,0 1 0,0-1 0,0 0 0,1 0 0,-2-8 0,-1-7-1395,1-1-1,1 0 1,1 0-1,2-23 1,0-24-7132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1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15 576,'0'0'16506,"6"-2"-15534,18-8-247,-23 10-685,-1-1 0,1 1-1,-1 0 1,1 0-1,-1 0 1,0-1 0,1 1-1,-1 0 1,1 0 0,-1 0-1,1 0 1,-1 0 0,1 0-1,-1 0 1,1 0 0,-1 0-1,1 0 1,-1 0 0,1 0-1,-1 1 1,0-1 0,1 0-1,-1 0 1,1 0-1,-1 1 1,1-1 0,-1 0-1,0 0 1,1 1 0,-1-1-1,1 1 1,4 13-12,-4-8 167,34 159 1983,-28-120-1381,2 0-1,29 84 0,-36-124-733,0-1 0,0 1 1,1-1-1,-1 1 0,7 7 0,-8-11-55,1 1-1,-1-1 1,0 0 0,0 0-1,1 0 1,-1 0-1,1-1 1,-1 1-1,1 0 1,-1 0 0,1-1-1,-1 1 1,1-1-1,0 0 1,-1 1 0,1-1-1,0 0 1,-1 0-1,4 0 1,-4 0-9,0 0 1,0 0-1,0 0 1,0-1-1,0 1 1,0 0-1,-1 0 1,1-1-1,0 1 1,0 0-1,0-1 1,0 1-1,-1-1 1,1 0-1,0 1 1,0-1-1,-1 1 1,1-1-1,0 0 1,0-1-1,4-5-74,-1-1-1,0 0 1,0 0-1,0 0 0,-1-1 1,3-12-1,11-61-1261,-15 72 1090,7-55-2223,-2 0-1,-2-69 1,-5 133 2710,-4 22-1150,1-6-2249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42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5 656,'1'-1'17569,"10"-1"-17116,24 1-148,6 1 325,61 6 1,-95-3-2222,-16 1-1866,-12-1-1030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6.7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11 140 6131,'0'0'7064,"0"-9"-6263,0-27-54,0 27 3497,0 15-4238,17 787 1957,-16-781-1739,1 1-1,0 0 1,6 18-1,-4-84-4268,-4 31 2192,-1 1 0,-1-1 0,-1 1 0,-7-28 0,2 16 799,1 0 1,-3-60-1,7-67 3684,3 112-2227,1 25-146,0 0 0,2 1 0,1-1 0,0 1 0,2-1-1,0 1 1,2 1 0,0 0 0,2 0 0,0 0 0,1 1 0,18-24 0,-22 33 17,-4 7-200,-1 0 0,1 0 0,0 0 0,0 0-1,1 0 1,-1 0 0,1 1 0,0 0 0,-1 0 0,2 0 0,-1 0-1,0 0 1,0 1 0,7-3 0,11-2 174,-1 1 0,1 1 0,0 1 0,0 1 1,1 1-1,-1 0 0,41 4 0,-62-1-214,1 0 0,0 0 0,0-1 0,-1 1 0,1 0 0,-1 1 0,1-1 0,-1 0 0,1 0 0,-1 1 0,0-1 0,1 1 0,-1-1 1,0 1-1,0-1 0,0 1 0,1 3 0,14 33 592,-15-35-571,9 25 413,-2 1 0,5 31 0,-11-44-393,0 0 0,-1-1 0,0 1 0,-2 0 0,-3 28 0,2-36-47,-1-1-1,1 1 1,-2 0-1,1-1 1,-1 0-1,0 0 1,-6 9-1,-39 46 132,37-48-132,-9 13-27,-2-2 1,-1 0 0,0-1 0,-2-2-1,-1 0 1,-39 23 0,58-41-88,1-1-1,0 0 1,-1 0 0,0-1-1,1 0 1,-1-1 0,0 0-1,0 0 1,0 0 0,-13-1-1,19-1 53,0 1-1,1 0 1,-1 0-1,0 0 0,0-1 1,0 1-1,0-1 0,1 0 1,-1 1-1,0-1 0,1 0 1,-1 0-1,0 0 1,1 0-1,-1 0 0,1-1 1,0 1-1,-1 0 0,1-1 1,0 1-1,0-1 0,0 1 1,0-1-1,0 1 1,0-1-1,0 0 0,1 0 1,-1 1-1,0-1 0,0-3 1,-1-6-186,1-1 1,-1 1 0,2 0-1,0-13 1,0 12 39,0 8 180,1 0 0,-1 0 1,1 0-1,-1 0 0,1 1 1,0-1-1,1 0 0,-1 0 0,1 1 1,-1-1-1,1 0 0,0 1 1,1 0-1,-1-1 0,0 1 1,1 0-1,0 0 0,0 1 1,0-1-1,0 0 0,0 1 0,0 0 1,1 0-1,-1 0 0,1 0 1,-1 0-1,7-1 0,0 0 49,1 0 1,-1 1-1,0 0 0,0 1 0,1 0 0,-1 0 0,1 1 0,-1 1 0,18 2 0,-21-1 5,-1 0-1,1 0 1,-1 1 0,0 0-1,0 0 1,0 0-1,-1 1 1,1 0 0,-1 0-1,1 0 1,-2 1-1,6 5 1,8 10 317,25 37 1,-37-49-264,150 249 3422,-154-246-3280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7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1 5635,'0'0'9092,"-63"183"-8292,42-123 65,5-8-337,-1-13-464,10-12-64,1-21-80,2-6-2209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8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271 117 6627,'0'0'6526,"-6"-16"-6265,-28-73 369,33 88-512,0 0-1,-1 0 1,1 0 0,0 0 0,-1 0 0,1 0-1,-1 0 1,1 1 0,-1-1 0,1 0 0,-1 1-1,0-1 1,1 1 0,-1 0 0,0-1 0,1 1-1,-1 0 1,0 0 0,-3 1 0,0-1-103,0 0 1,1 0 0,-1 1-1,0-1 1,0 1-1,-5 2 1,5 0-7,1-1 0,0 1 0,0 0 0,1 0 0,-1 0 0,1 0 0,-1 1 0,1-1 0,-3 5 0,-25 40 20,25-37-1,-5 10 142,0 1 0,2 0 0,1 1 0,0 0 0,2 0 0,0 1 1,2 0-1,1 0 0,1 0 0,0 0 0,2 0 0,5 41 0,-4-59-134,1-1 1,-1 0-1,1 1 0,0-1 0,1 0 0,-1 0 0,1 0 0,0-1 0,0 1 0,0-1 0,1 1 0,0-1 1,0 0-1,0 0 0,0-1 0,0 1 0,1-1 0,8 5 0,8 3 51,0-1 0,1-1 1,25 8-1,-29-11-89,15 5 84,-7-4-56,-1 2-1,0 1 1,33 19 0,-52-26-33,-1 0 0,1 1 0,-1 0 0,0 0 0,0 0 0,0 1 0,-1-1 0,0 1 0,0 0 0,0 0 0,0 1 0,-1-1 0,0 1 0,0 0 0,-1 0 0,1 0 0,-1 0 0,0 0 0,1 10 0,-2-8 13,0 1-1,0-1 1,0 1 0,-1-1-1,-1 0 1,0 1 0,0-1-1,0 0 1,-1 1 0,0-1-1,-1 0 1,0 0 0,0 0-1,0-1 1,-1 1 0,-8 11-1,-2-3-4,-1 0 1,0-1-1,-1-1 0,0 0 0,-2-1 1,1-1-1,-2-1 0,1 0 0,-1-1 1,-1-1-1,0-1 0,0-1 0,-1-1 1,0 0-1,0-2 0,-41 4 1,49-7-62,-23-1-327,35-1 321,0 1-1,0 0 1,0 0 0,0-1 0,0 1 0,0 0-1,0-1 1,0 1 0,0-1 0,0 0 0,0 1 0,0-1-1,0 0 1,0 1 0,1-1 0,-1 0 0,0 0 0,1 0-1,-1 0 1,0 1 0,1-1 0,-1 0 0,1 0 0,0 0-1,-1 0 1,1 0 0,-1-2 0,-1-44-3758,3 31 1778,-1-15-3940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8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100 1 8052,'0'0'3825,"-63"153"-1920,46-111-1040,4-15-353,10-9-512,-1-18-160,4-21-7155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8.9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1521,'0'0'6971,"5"-7"-5965,-1-1-643,-3 5-157,1 0 1,-1 0-1,1 0 0,0 0 0,0 0 1,0 0-1,0 1 0,5-5 0,-6 6 79,0 1 0,0-1 0,0 1 0,0-1-1,0 1 1,0 0 0,0-1 0,0 1 0,0 0-1,0 0 1,0-1 0,0 1 0,0 0 0,3 0 0,-3 0-203,0 0 0,0 0 0,0 0 1,0 1-1,0-1 0,1 0 1,-1 0-1,0 1 0,0-1 1,0 1-1,0-1 0,0 1 0,0-1 1,0 1-1,0 0 0,0-1 1,0 1-1,0 0 0,-1 0 1,1 0-1,1 1 0,4 17 23,-2 0-1,0 0 1,-1 0 0,0 0-1,-2 1 1,-1 19 0,2 17 0,4 28 87,51 448 2983,-57-532-3169,3 18 107,0-1 0,1 0 0,1 0 0,1-1 0,0 1 0,10 17 0,-1-20-126,-15-14 3,1 0 1,-1 1 0,0-1 0,1 0-1,-1 0 1,0 0 0,1 1-1,-1-1 1,0 0 0,1 0 0,-1 0-1,0 0 1,1 0 0,-1 0 0,1 0-1,-1 0 1,0 0 0,1 0-1,-1 0 1,1 0 0,-1 0 0,0 0-1,1 0 1,-1 0 0,1 0 0,-1 0-1,0 0 1,1-1 0,-1 1-1,0 0 1,1 0 0,-1-1 0,0 1-1,1 0 1,-1 0 0,0-1 0,0 1-1,1 0 1,-1-1 0,0 1-1,0 0 1,1-1 0,-1 1 0,0 0-1,0-1 1,0 1 0,0-1 0,3-12-664,-2 0 1,0 0 0,0 0 0,-2-19 0,0 1-1148,1 21 892,0 1 0,0-1 0,-1 0 0,-1 0 1,0 0-1,0 1 0,-6-15 0,-17-22-4858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9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2593,'0'0'17240,"254"24"-16328,-164-24-303,3 0-593,-6 0 64,-13-12-160,-11 0-416,-16 6-1105,-20 6-1120,-17 0-2402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1:59:59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 9060,'0'0'3570,"-67"168"-2562,44-105-560,6-26 865,13-25-625,4-15-1248,0-40-1137,4-11-3553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0:00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5010,'0'0'8052,"2"0"-7420,-1-1-524,0 1 0,0 0 1,0-1-1,0 1 0,0 0 0,0 0 0,0-1 0,0 1 0,0 0 0,0 0 0,0 0 1,0 0-1,0 1 0,0-1 0,0 0 0,0 0 0,0 1 0,0-1 0,0 0 0,0 1 0,0-1 1,0 1-1,0-1 0,0 1 0,-1-1 0,1 1 0,0 0 0,0 0 0,1 1 0,-1 1 67,0 0-1,0 1 1,-1-1-1,1 1 0,-1-1 1,1 1-1,-1 0 1,-1 4-1,1 46 605,7 215 1629,-3-223-1916,2-1 1,3 1 0,24 78-1,-26-102-346,2 0-1,0-1 1,1 0-1,1-1 1,27 38-1,-34-53-162,0 0-1,1 0 1,-1 0-1,1 0 1,0-1-1,1 0 1,-1 0 0,1 0-1,-1-1 1,1 0-1,0 0 1,0 0-1,1-1 1,-1 1-1,1-2 1,-1 1-1,1-1 1,-1 0-1,1 0 1,0-1-1,-1 0 1,1 0-1,0 0 1,-1-1-1,10-2 1,-10 1-199,0-1 1,0 1-1,0-1 1,0-1-1,0 1 1,-1-1-1,1 0 0,-1 0 1,0-1-1,0 1 1,-1-1-1,1 0 1,-1-1-1,0 1 0,6-11 1,-1-1-1515,0-1 0,-1 1 0,-1-1 0,6-27 0,2-20-5996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0:00.3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5426,'0'0'10901,"5"-3"-10511,-5 3-371,1-1 0,-1 1 0,1-1 0,0 1 0,-1-1 0,1 1 0,0 0 0,-1-1 0,1 1 0,0 0 0,0 0 0,-1-1 0,1 1 0,0 0 0,0 0 0,-1 0-1,1 0 1,0 0 0,0 0 0,-1 0 0,1 0 0,0 0 0,0 1 0,0-1 0,-1 0 0,1 0 0,0 1 0,-1-1 0,1 0 0,0 1 0,-1-1 0,1 1 0,0-1 0,-1 1 0,1-1 0,-1 1 0,1-1 0,-1 1 0,1-1 0,-1 1 0,1 0 0,-1-1 0,0 1 0,1 0 0,-1 0 0,0-1 0,0 1 0,1 1 0,1 7 239,0 1 0,0 0 0,-1 18 0,1-10 72,8 549 3646,-11-378-4465,1-183-132,0 7 198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15527,'0'0'48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 1793,'0'0'6854,"-6"-11"-4344,6 158-1047,-6 370 3234,5-484-3704,1-169-4310,0-77-7538,-7 108 7873,1 0 3928,5 85 46,1 12-231,0 1 1,0-1 0,0 1 0,3-13 0,-2 17-636,-1 1 1,1 0 0,0 0-1,0 0 1,0 0 0,0 0-1,0 0 1,1 0 0,-1 1 0,1-1-1,-1 0 1,1 1 0,0-1-1,-1 1 1,1-1 0,0 1-1,0 0 1,0 0 0,3-2-1,7-1 150,0 0-1,1 1 0,-1 0 0,1 1 1,-1 1-1,1 0 0,0 0 1,12 2-1,-19-1-186,-3 0-55,0 1-1,0-1 1,0 1 0,0-1 0,0 1 0,0 0 0,0 0-1,0 1 1,-1-1 0,1 0 0,0 1 0,-1 0 0,1 0-1,-1-1 1,1 2 0,3 3 0,2 4 154,0 0 0,13 21 0,-6-8 188,-12-18-275,0 0 0,0 1 0,0-1-1,-1 1 1,1 0 0,-1-1 0,-1 1 0,3 11 0,-2 0 407,-1 31 0,-1-35-314,-1-6-135,0-1 0,0 1 0,-1-1 0,1 1 0,-1-1 0,-1 0 0,1 0 0,-1 0 0,0 0 0,-1 0 0,1 0 0,-1-1 0,0 0 0,-1 0 0,-5 6-1,-5 4-5,-1-2-1,0 1 1,-29 16-1,39-26-67,0-1 0,0 0 1,-1 0-1,1-1 0,-1 0 0,0 0 0,0 0 0,1-1 0,-1 0 1,0-1-1,0 1 0,0-1 0,-1-1 0,1 1 0,-7-2 1,13 1-41,0 1 0,0 0 1,0-1-1,0 1 0,0-1 1,0 1-1,0-1 0,0 0 1,0 1-1,0-1 0,0 0 1,1 1-1,-1-1 0,0 0 1,0 0-1,1 0 0,-1 0 1,1 0-1,-1 0 0,1 0 1,-1 0-1,1 0 0,-1-1 1,-2-25-1928,3 25 1823,0 2 149,1 0 1,-1 0-1,0 0 0,0-1 0,0 1 0,0 0 0,0 0 0,0 0 1,0 0-1,0 0 0,0 0 0,0 0 0,0-1 0,0 1 0,1 0 1,-1 0-1,0 0 0,0 0 0,0 0 0,0 0 0,0 0 0,0 0 1,0 0-1,1 0 0,-1 0 0,0 0 0,0 0 0,0 0 0,0 0 1,0 0-1,0 0 0,1 0 0,-1 0 0,0 0 0,0 0 0,0 0 0,0 0 1,0 0-1,1 0 0,-1 0 0,0 0 0,0 0 0,0 0 0,0 0 1,0 0-1,0 0 0,0 0 0,1 0 0,-1 1 0,0-1 0,0 0 1,2 1-20,3 0 69,-1 1 0,0 0 0,1 0 0,-1 1 1,0-1-1,-1 1 0,1 0 0,0 0 0,-1 0 0,6 6 1,32 45 792,-28-36-470,109 166 2873,-95-143-2457,-21-32-558,-4-5-130,0 0 1,0-1 0,0 1-1,1-1 1,-1 1 0,1-1 0,0 0-1,0 0 1,0-1 0,0 1 0,1 0-1,-1-1 1,7 4 0,-10-7-127,1 1 0,-1-1 1,0 1-1,1-1 0,-1 1 1,1-1-1,-1 1 0,0-1 0,0 1 1,1-1-1,-1 1 0,0-1 1,0 1-1,0-1 0,1 1 1,-1-1-1,0 0 0,0 1 1,0-1-1,0 1 0,0-1 1,0 0-1,0 1 0,0-1 0,-1 1 1,1-1-1,0-1 0,0-1-325,-1-55-6331,-2 31 601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31 2561,'0'0'9970,"2"-2"-9247,-1 1-576,0 0 1,0 0-1,0 0 1,0 0-1,0 0 0,0 0 1,0 0-1,-1-1 1,1 1-1,-1 0 0,1-1 1,-1 1-1,1 0 1,-1-1-1,0 1 0,0 0 1,1-1-1,-1 1 1,0-3-1,-6 3-46,-16 1 16,3 0-66,-37 3-1,49-2-54,1 1 0,-1-1 0,0 1 0,0 1-1,1-1 1,0 1 0,-1 0 0,1 1 0,-6 3 0,6-2 3,-1-1 0,1 1-1,0 0 1,0 1 0,1 0 0,0 0 0,0 0 0,0 0 0,1 1 0,0 0 0,0 0 0,0 0 0,1 0 0,0 0 0,1 1 0,-1 0 0,1-1 0,1 1 0,0 0 0,-1 12 0,2-10 17,0-1 25,0 0 0,0 0-1,4 14 1,-3-20-23,0 1 0,0-1 0,0-1 0,0 1-1,1 0 1,-1 0 0,1 0 0,0-1 0,0 1 0,0-1 0,0 1 0,0-1 0,5 3 0,16 11 69,0-1 0,31 15 0,29 17-59,-75-41-30,1 1 1,-1 0 0,0 0 0,0 0-1,0 1 1,9 14 0,-15-20 3,0 1 1,-1 0 0,1 0-1,-1 0 1,0 0-1,1 0 1,-1 0 0,-1 1-1,1-1 1,0 0-1,-1 0 1,1 1 0,-1-1-1,0 0 1,0 1-1,-1-1 1,1 0 0,-1 1-1,1-1 1,-1 0-1,0 0 1,0 0 0,-1 0-1,1 0 1,0 0-1,-1 0 1,0 0 0,0 0-1,0-1 1,0 1-1,0-1 1,-1 1 0,1-1-1,0 0 1,-1 0-1,-5 3 1,-13 9 101,0-2 0,-2 0 1,1-1-1,-33 10 0,39-16-65,0-1-1,-1 0 1,1-1-1,-1-1 1,0 0-1,0-1 1,-23-2 0,38 1-63,0-1 0,0 1 0,1-1 0,-1 1 1,0-1-1,0 1 0,1-1 0,-1 0 1,0 0-1,1 0 0,-1 0 0,1 0 0,-1 0 1,1 0-1,0-1 0,-1 1 0,1 0 1,0-1-1,0 1 0,0-1 0,0 1 0,0-1 1,0 0-1,-1-3 0,0-3-505,0 0 0,0 0 0,0 0 0,1-12 0,0 10-516,-3-36-5433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1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 4098,'0'0'5837,"4"-9"-856,-2 12-4883,-1 0 1,0 0-1,0 0 0,0 1 0,0-1 0,0 0 0,-1 1 1,1-1-1,-1 4 0,1-3-50,3 43 138,-4 84 1,-1-59 3,1 260 1595,0-331-1735,-27-1-9555,14 0 3755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1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4994,'0'0'4482,"214"0"-2225,-140 0-1184,-7 3-593,-7 6 16,-14 0-208,-9-6-176,-10-3 1,-17 0-113,-7 0-369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5827,'0'0'7691,"1"-3"-6837,1-11 2203,-3 143-1818,5 164 1305,-3-279-2400,1 0 0,0 0-1,2 0 1,0 0 0,0 0-1,1-1 1,1 0 0,9 17 0,-12-24-117,1 0 1,0 0-1,1 0 1,-1 0-1,1-1 1,1 0-1,-1 0 1,1 0 0,-1 0-1,1-1 1,0 0-1,1-1 1,-1 1-1,1-1 1,0 0 0,-1-1-1,1 0 1,9 2-1,-2-2-48,-1 0-1,0-1 1,1-1 0,15-1-1,-25 1-138,0-1-1,1 1 1,-1-1-1,0 0 0,1 0 1,-1-1-1,0 1 1,0-1-1,0 0 1,0 0-1,-1-1 1,1 1-1,0-1 0,-1 1 1,6-7-1,-2 0-899,-1 0-1,0 0 1,-1 0-1,0-1 1,6-16-1,1-13-4077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6771,'0'0'6264,"-1"18"-3961,-16 130-5,5-48-1224,-5 329 1204,19-410-2272,-2-19-26,0 0 1,0 1-1,0-1 1,1 1-1,-1-1 1,0 1-1,0-1 0,0 0 1,1 1-1,-1-1 1,0 0-1,1 1 1,-1-1-1,0 0 1,1 1-1,-1-1 1,1 0-1,-1 0 0,0 1 1,1-1-1,-1 0 1,1 0-1,-1 0 1,1 0-1,-1 1 1,0-1-1,1 0 1,-1 0-1,1 0 1,0 0-1,-1 0-77,0-1 1,1 1-1,-1 0 0,0 0 1,1 0-1,-1 0 0,0-1 0,0 1 1,1 0-1,-1 0 0,0-1 1,0 1-1,0 0 0,1 0 1,-1-1-1,0 1 0,0 0 0,0-1 1,0 1-1,0 0 0,0-1 1,1 1-1,-1 0 0,0-1 1,0 1-1,0 0 0,0-1 1,0 1-1,0 0 0,0-1 0,0 1 1,0 0-1,-1-1 0,1 1 1,0 0-1,0-1 0,0-3-1002,0-23-4383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48 2721,'0'0'8209,"0"-2"-7328,0-44 4302,0 50-5137,0 103 413,-7 229 1528,3-198-1041,5-122-795,-1-16-168,0 1 0,0-1 1,0 0-1,0 0 0,0 1 0,0-1 1,0 0-1,0 0 0,0 0 0,0 1 1,0-1-1,-1 0 0,1 0 0,0 1 1,0-1-1,0 0 0,0 0 0,0 0 1,0 1-1,0-1 0,-1 0 0,1 0 1,0 0-1,0 1 0,0-1 0,0 0 1,-1 0-1,1 0 0,0 0 0,0 0 1,0 0-1,-1 1 0,1-1 0,0 0 1,0 0-1,0 0 0,-1 0 0,1 0 1,0 0-1,0 0 0,-1 0 0,1 0 1,0 0-1,0 0 0,-1 0 0,1 0 1,0 0-1,0 0 0,-1 0 0,1 0 1,0 0-1,0-1 0,0 1 0,-1 0 1,1 0-1,0 0 0,0 0 0,0 0 1,-1-1-1,1 1 0,0 0 0,0 0 0,-11-9-1643,-1-11-1275,1-7-1624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 3105,'-4'-3'13549,"4"3"-13398,8-3-49,0 0 0,0 1 1,0 0-1,0 1 0,0 0 0,10-1 0,58 3 321,-33 0-230,133 5 269,-176-6-577,-31 0-8137,15 0 4120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4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4914,'0'0'9925,"16"0"-8917,11 0-143,7 0-81,2 0-192,4 0-304,1 0-47,-1 0-241,0 0-129,-7 0-31,-3 0-1392,-16 0-1506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3426,'0'0'11002,"-21"0"-9404,18 0-1577,-1 1 0,1 0 0,0-1 0,-1 1-1,1 1 1,0-1 0,-1 0 0,1 1 0,0 0 0,0-1 0,0 1 0,1 1-1,-1-1 1,0 0 0,1 1 0,-1-1 0,-1 4 0,-7 7 37,2 0 0,-11 18-1,19-29-43,-13 21 245,-16 36 0,26-48-194,0 0-1,0 0 1,1 0 0,1 1 0,0-1-1,0 15 1,1-13 56,-1 22 392,2 0 0,4 41-1,-4-72-479,1-1 0,0 1 0,0-1 0,0 1 0,0-1-1,1 0 1,-1 1 0,1-1 0,0 0 0,0 0-1,0 0 1,0-1 0,0 1 0,1 0 0,0-1 0,-1 1-1,1-1 1,0 0 0,0 0 0,0 0 0,0-1-1,0 1 1,0-1 0,1 1 0,4 0 0,6 2 27,-1-2 1,1 1-1,0-2 1,0 0-1,15-1 1,-19-1-46,-1 0 0,1 0 0,-1-1 0,1 0 0,-1-1 0,0 0 0,0 0 0,0-1 0,0 0 0,-1-1 0,1 0 0,-1 0 0,8-8 0,-7 6-146,-1-1 1,0 1-1,0-1 0,-1-1 1,0 1-1,-1-1 0,0 0 1,0-1-1,-1 1 0,0-1 1,5-15-1,-5 2-98,-1 0 0,-1 0 0,-1 0 0,0 0 0,-3-25 0,0 16 56,1 27 168,0 0 1,-1 0-1,0 0 0,0 0 1,0 0-1,-1 1 1,1-1-1,-1 0 1,0 1-1,-1-1 0,1 1 1,-1 0-1,0-1 1,0 1-1,0 1 1,-1-1-1,1 0 0,-1 1 1,-5-4-1,2 1 1,-1 1 0,0 0 1,-1 1-1,1 0 0,-1 0 0,1 1 0,-1 0 0,0 0 0,-15-2 0,23 5-59,0 0 1,1 0-1,-1-1 0,0 1 1,0 0-1,0 0 1,0 0-1,0 0 0,0 0 1,0 0-1,0 1 0,0-1 1,0 0-1,0 0 1,0 1-1,0-1 0,0 1 1,0-1-1,0 0 0,0 1 1,1 0-1,-1-1 1,0 1-1,0-1 0,1 1 1,-1 0-1,0 0 0,0 1 1,0 1-427,0 0 0,0 0 0,0 0 0,0 0 0,1 0 0,0 0 0,-1 5 0,1 3-920,-1 5-4052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18 4082,'0'0'5178,"-10"5"-4569,-28 18 76,35-21-542,0 0 0,0 0 0,1 1 0,-1-1 0,1 1 0,0-1 0,0 1 0,-1 0 0,2 0 0,-1 0-1,0 0 1,1 0 0,-1 0 0,1 1 0,0-1 0,0 0 0,-1 7 0,-1 2 230,-6 25 195,1 0 0,2 1 0,2-1 1,1 1-1,3 44 0,0-73-412,0 0-1,1-1 1,0 1-1,0-1 1,1 1-1,0-1 1,1 1-1,0-1 1,0 0-1,7 11 1,-7-14-87,0-1 1,0 0-1,0 0 1,1 0-1,-1 0 1,1-1-1,0 1 1,0-1-1,1 0 1,-1 0-1,1-1 1,-1 1-1,1-1 0,0 0 1,0 0-1,0-1 1,0 0-1,10 2 1,-9-1-51,1-1 1,0 0 0,0-1 0,0 0-1,0 0 1,-1 0 0,1-1-1,0 0 1,0 0 0,0 0-1,-1-1 1,1 0 0,-1-1-1,1 0 1,-1 0 0,0 0 0,0 0-1,0-1 1,-1 0 0,11-9-1,2-6-527,0 0-1,-1-2 1,-1 0-1,0-1 1,15-31-1,-23 37-171,0 0 0,-1-1 0,-1 1 0,-1-1 0,0-1 0,-1 1-1,-1-1 1,2-34 0,-5 30 240,1 11 396,-1-1 0,-1 0 0,0 1 0,-4-24 0,4 32 145,0 0 0,0 0-1,-1 0 1,1 0 0,0 0 0,-1 0-1,0 1 1,0-1 0,0 1-1,0-1 1,0 1 0,0 0 0,-1-1-1,1 1 1,-1 0 0,0 1 0,1-1-1,-1 0 1,0 1 0,0 0-1,0-1 1,-6 0 0,-5-1 470,1 1 0,-1 1 1,0 1-1,-24 1 0,5 0-28,30-1-551,0 0 0,0 0 0,0 0 0,0 1 0,0-1 0,0 1 1,0 0-1,0 0 0,0 0 0,1 0 0,-1 1 0,0-1 0,1 1 0,-1-1 0,1 1 1,-1 0-1,1 0 0,0 0 0,-3 4 0,1 0-800,0 0 1,0 1-1,0-1 1,1 1-1,0 0 1,-3 12-1,-3 8-3519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8148,'0'0'7590,"27"-7"-7155,83-29-374,-103 33-112,-1 0 1,0 0-1,0 0 0,0-1 0,0 0 1,-1 0-1,1 0 0,-1-1 0,0 1 1,-1-1-1,1 0 0,7-12 0,-1 2-351,3-2-208,18-23-1279,-30 37 1751,-1 0 0,1 0 0,0 0 1,-1 0-1,1 0 0,-1-1 0,0 1 0,0-1 1,0 1-1,0-8 1283,-1 39 120,0 24-1036,-6 289 2789,5-307-3048,1-32-191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9 4626,'0'0'7174,"-9"-1"-6510,-19-3 494,-28 0 0,50 4-1088,0 1 0,0 0 0,1 0 0,-1 0 0,0 1-1,1 0 1,0 0 0,-1 0 0,1 0 0,0 1 0,0 0 0,0 0 0,0 1 0,1-1-1,0 1 1,-6 5 0,0 0 28,5-5-46,0 1-1,1 0 1,-1 1-1,1-1 1,0 1-1,1-1 1,-1 1-1,1 0 1,0 1 0,1-1-1,-1 0 1,1 1-1,1 0 1,-2 8-1,-1 11 354,2 0 0,2 37 0,0-35-5,0-1 12,1-1 0,1 1 0,2 0 0,13 51 1,-14-68-306,0-1 0,1 1 0,1-1 0,-1 0 1,2-1-1,-1 1 0,8 8 0,-8-12-54,-1 0 0,1 0 0,1-1 0,-1 0 0,0 0 0,1 0 0,0-1 0,0 1 0,0-1 0,0-1-1,12 4 1,-6-3-37,1-1 0,-1 0 0,1-1 0,0 0 0,-1-1 0,1 0 0,0-1 0,-1-1 0,1 0 0,-1-1 0,1 0 0,-1 0 0,0-2 0,0 1-1,-1-2 1,1 1 0,-1-2 0,-1 1 0,12-10 0,-8 5-167,0-1 0,-1 0 0,0-1 0,-1 0-1,-1-1 1,0-1 0,0 0 0,-2 0 0,0-1 0,-1 0 0,0 0-1,9-33 1,-13 32-213,-1-1-1,0 0 0,-2 1 0,0-1 1,-1 0-1,-3-29 0,2 43 362,0-1-1,0 1 0,0 0 1,0 0-1,0 0 1,-1 0-1,0 0 0,0 0 1,0 0-1,0 1 1,-1-1-1,1 1 0,-1-1 1,-5-4-1,3 4 13,-1 0 1,1 0-1,-1 0 0,0 1 1,0 0-1,0 0 0,-1 1 1,-9-3-1,-6 0 28,-1 1 1,-1 1-1,1 1 0,-28 1 0,15 0-822,24 0-232,0 0 1,0 1 0,0 1 0,-16 2 0,22-1-4387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5539,'0'0'6333,"13"-24"-8307,60-119-1633,-71 140 3570,4-7-772,-4 10 1287,0 6 1472,27 223 5872,8 62-4658,-35-281-3124,8 38 124,-9-46-176,0 0 0,-1 0 0,1 0 1,0 0-1,0 0 0,0 0 0,1 0 0,-1 0 0,0-1 1,1 1-1,-1 0 0,1-1 0,0 1 0,-1-1 0,1 0 0,0 0 1,0 1-1,2 0 0,-3-2-106,0 0 0,-1 1 0,1-1 0,0 0 0,0 0-1,0 0 1,-1 0 0,1 0 0,0 0 0,0 0 0,-1 0 0,1 0 0,0 0 0,0 0 0,-1 0 0,1 0 0,0-1-1,0 1 1,-1 0 0,1-1 0,0 1 0,-1 0 0,1-1 0,0 1 0,-1-1 0,1 1 0,-1-1 0,1 1 0,-1-1-1,1 0 1,-1 1 0,1-1 0,-1 0 0,0 1 0,1-1 0,-1 0 0,0 1 0,1-1 0,-1 0 0,0 0 0,0 1-1,0-1 1,0 0 0,0 0 0,0-1 0,2-35-7669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5923,'0'0'6619,"-12"2"-1762,7 1-5123,-4 9 353,0 0 0,1 0 1,1 1-1,0 0 0,0 0 0,1 1 0,1 0 0,0 0 1,-3 21-1,3-3 302,1 1 1,2-1 0,2 43 0,0-63-219,1 1 1,1-1 0,0 1 0,1-1-1,0 0 1,1 0 0,0 0-1,1 0 1,10 18 0,-12-24-123,1-1-1,0 1 1,0-1-1,0 0 1,1 0-1,0-1 1,-1 1-1,2-1 1,-1 0 0,0 0-1,1-1 1,0 1-1,0-1 1,0-1-1,0 1 1,0-1 0,0 0-1,1 0 1,-1-1-1,8 1 1,-5-1-31,0-1 0,0-1 0,0 1-1,0-1 1,0-1 0,-1 0 0,1 0 0,-1-1 0,1 0 0,-1 0 0,0-1 0,0 0-1,0 0 1,0-1 0,-1 0 0,0 0 0,8-9 0,-1 1-192,-1-1-1,0-1 1,-2-1 0,1 1-1,-2-2 1,0 1 0,7-20-1,-10 19-348,0 1-1,-2-1 0,0 1 0,-1-2 0,-1 1 1,-1 0-1,0-1 0,-1-23 0,-1 35 403,0 0-1,0 0 0,-1 0 1,0 0-1,0 1 0,-1-1 1,0 0-1,1 1 0,-2-1 1,1 1-1,-1 0 0,0 0 1,-6-10-1,2 8 97,0 0-1,0 1 0,0-1 1,-1 1-1,0 1 1,0 0-1,-16-8 1,12 8 192,0 1 0,0 1 1,-1 0-1,1 0 0,-1 2 0,0-1 1,1 2-1,-1-1 0,-21 4 0,29-3-124,0 1-1,0 0 1,1 0-1,-1 1 0,0-1 1,0 1-1,1 0 1,-1 0-1,1 1 0,0-1 1,0 1-1,0 0 1,0 0-1,0 1 0,1-1 1,-1 1-1,1-1 1,0 1-1,0 0 0,0 1 1,1-1-1,-1 0 1,1 1-1,0-1 0,0 1 1,1 0-1,-2 7 1,-5 10-2350,2-7-2037,-3 6-5800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11941,'0'0'4789,"19"-12"-4140,60-43-1092,-74 51 130,0-1-1,0 0 1,-1 0 0,0 0 0,0-1 0,0 0 0,-1 1 0,1-1-1,-1-1 1,-1 1 0,1 0 0,-1-1 0,0 1 0,-1-1 0,0 1-1,1-11 1,-1 11-131,-3 42 2147,3 51 1,1-18-557,-4 53-49,4 130-1148,2-238-2532,2-12-2498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55 5475,'0'0'10001,"-2"1"-9771,-9 6-121,1 0 0,-1 1 0,1 0 1,1 0-1,-1 1 0,2 1 0,-1-1 0,1 1 1,1 1-1,-8 12 0,7-6 6,0-1-1,2 1 1,0 0 0,0 1-1,2-1 1,-5 35-1,2 150 1569,7-162-1263,0-24-216,0 0 0,1 0 0,1 0 0,0-1-1,8 27 1,-9-38-170,1 0-1,-1 0 0,1 0 1,0 0-1,1 0 0,-1-1 0,0 1 1,1-1-1,0 0 0,0 1 0,0-1 1,0 0-1,0-1 0,1 1 1,-1 0-1,1-1 0,0 0 0,0 0 1,0 0-1,0-1 0,0 1 1,0-1-1,0 0 0,0 0 0,7 1 1,-4-2-11,0 1 0,0-1 0,0 0 0,0-1 0,0 0 0,0 0 0,0 0 0,0-1 0,0 0 0,-1-1 0,14-5 0,-10 2-5,-1 0 0,1-1 1,-1 0-1,-1 0 1,1-1-1,12-16 0,-2-1-209,-1-1 0,-2 0-1,0-2 1,17-43-1,-22 45-468,-1 0 0,-2-1 0,-1 0-1,-1 0 1,-1 0 0,-1-1-1,0-52 1,-4 69 417,-3-51-697,3 56 917,-2 1 0,1 0-1,0-1 1,-1 1 0,0 0-1,-1 0 1,1 0 0,-6-9-1,3 7 80,0-1 0,-1 1 0,0 0 0,0 1 0,0 0 0,-1 0 0,0 0 0,0 0-1,-1 1 1,1 1 0,-1-1 0,0 1 0,0 0 0,-1 1 0,1 0 0,-1 1 0,1-1-1,-1 1 1,-16-1 0,-71 3-213,95 0 38,1 0 0,-1 0 0,1 0 0,0 1 1,-1-1-1,1 0 0,-1 0 0,1 1 0,0-1 0,-1 0 0,1 1 1,-1-1-1,1 0 0,0 1 0,0-1 0,-1 0 0,1 1 0,0-1 0,0 1 1,-1-1-1,1 1 0,0-1 0,0 0 0,0 1 0,0-1 0,0 1 1,-1-1-1,1 1 0,0-1 0,0 1 0,0 0 0,0 20-2536,0-16 1481,0 32-4922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5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13350,'0'0'2361,"30"-19"-1969,92-66-1077,-114 79 485,-1 0 0,1 0 1,-1-1-1,0 0 1,9-13-1,-14 16 46,0 0 1,0 0-1,0 0 1,0 0-1,-1-1 1,0 1-1,0-1 0,1-5 1,-3 82 2687,-11 327 2569,12-247-8964,0-100-750,0-88-5311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224 128 1873,'0'0'2892,"3"-10"-1366,11-30 109,-11 26 1977,-7 6-2657,1 2-543,3 4-276,-1-1 1,1 1-1,0 0 1,-1 0-1,0 0 1,1 0-1,-1-1 1,0 1-1,0 0 1,0 1-1,0-1 1,-1 0-1,1 0 0,0 0 1,-1 1-1,1-1 1,-1 1-1,0-1 1,1 1-1,-1-1 1,0 1-1,0 0 1,0 0-1,0 0 1,0 0-1,0 0 1,0 1-1,0-1 1,-1 1-1,1-1 1,0 1-1,0 0 1,0-1-1,-1 1 1,1 0-1,-4 1 1,-6-1-27,10-1-97,-1 1 0,1 0-1,-1 0 1,1 0 0,-1 0 0,1 0 0,-1 0 0,1 1-1,0-1 1,-1 1 0,1-1 0,-1 1 0,1 0 0,0 0 0,0 0-1,0 0 1,-1 1 0,1-1 0,0 1 0,0-1 0,1 1 0,-4 3-1,-8 13 69,0 1 0,2 0 0,0 1-1,1 1 1,2 0 0,0 0-1,1 0 1,-7 32 0,8-14 436,1 0 1,2 0-1,3 76 0,0-110-471,1 1-1,-1 0 1,1-1-1,0 1 0,0-1 1,1 1-1,-1-1 1,1 0-1,0 1 1,1-1-1,-1 0 0,1 0 1,0-1-1,0 1 1,1-1-1,0 1 1,-1-1-1,1 0 0,1 0 1,-1-1-1,0 1 1,1-1-1,0 0 1,0 0-1,0-1 0,0 1 1,0-1-1,0 0 1,1-1-1,-1 1 1,1-1-1,-1 0 0,1 0 1,-1-1-1,9 0 1,-1 0-23,0-1 0,1-1 0,-1 0 0,0 0 0,0-1 0,-1-1 0,1 0 0,-1-1 0,0-1 0,0 1 0,0-2 0,12-8-1,2-4-239,-1-1 0,-1-2-1,42-46 1,-53 54-298,-1-1 1,-1 0 0,11-19-1,-18 27 247,-1 0 0,0-1-1,0 1 1,0-1 0,-1 0-1,0 0 1,-1 0 0,1 0-1,-1-14 1,-1 14 131,0 0 0,-1 0 1,0 0-1,0 0 0,-3-11 0,2 15 87,0 0 1,1 0-1,-2 0 0,1 0 0,0 1 0,-1-1 1,0 0-1,1 1 0,-1 0 0,-7-6 0,2 2 94,-1 1-1,0-1 0,0 1 0,0 1 0,-1 0 1,0 0-1,0 1 0,0 0 0,0 1 1,-1 0-1,1 0 0,-1 1 0,0 1 0,0 0 1,0 0-1,0 1 0,0 0 0,0 1 1,-11 2-1,16-1 4,-1 0-1,1 0 1,0 0 0,0 1 0,-1 0 0,2 0 0,-10 6 0,12-7-168,0 1 1,-1-1 0,1 1 0,0 0 0,1 0 0,-1 0 0,1 0-1,-1 0 1,1 1 0,0-1 0,0 1 0,0-1 0,-2 8 0,3 2-3624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7700,'0'0'6901,"18"-23"-6591,57-75-524,-36 53-773,-12 28-1291,-23 15 1846,-4 2 386,1-1 1,-1 1-1,0 0 1,1 0-1,-1 0 1,0-1-1,1 1 1,-1 0-1,0 0 0,1 0 1,-1 0-1,0 0 1,1-1-1,-1 1 1,0 0-1,1 0 1,-1 0-1,1 0 1,-1 0-1,0 0 1,1 0-1,-1 0 1,0 0-1,1 1 1,-1-1-1,1 0 1,-1 0-1,0 0 1,1 0-1,-1 0 1,0 1-1,0-1 1,1 0-1,-1 0 0,0 1 1,1-1-1,-1 0 1,0 0-1,0 1 1,1-1-1,-1 0 1,0 1-1,0-1 1,0 0-1,0 1 1,1-1-1,-1 0 1,0 1-1,0-1 1,0 1-1,0 23 595,-1-13-534,-15 260 4772,5-125-3486,7-95-1048,-2 79-194,5-126-1260,-4-3-2387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2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61 5106,'0'0'6843,"-10"-1"-6250,-83-1 3144,90 2-3682,0 0 0,-1 1 1,1 0-1,0 0 0,-1 0 0,1 0 0,0 0 0,0 1 0,0-1 0,0 1 0,0 0 0,0 0 0,1 0 0,-1 0 0,1 0 0,-1 1 0,1-1 0,0 1 0,0 0 0,0-1 0,0 1 0,-2 5 0,-1 1-17,2-1 0,-1 1 0,1-1 0,0 1-1,1 0 1,0 0 0,-2 12 0,1 143 2227,3-110-1486,0-40-602,1-1-1,0 0 1,0 0-1,2 0 0,-1 0 1,2 0-1,0 0 1,8 17-1,-11-26-154,1-1 0,0 0-1,0 1 1,1-1 0,-1 0-1,1 0 1,-1 0 0,1 0 0,0 0-1,0-1 1,0 1 0,1-1-1,-1 0 1,0 0 0,1 0 0,0 0-1,-1-1 1,1 0 0,0 1 0,0-1-1,0-1 1,-1 1 0,1 0-1,0-1 1,0 0 0,0 0 0,0 0-1,0 0 1,0-1 0,0 0-1,0 1 1,0-2 0,3 0 0,-2 0-13,0 0 1,0 0 0,-1 0 0,1 0 0,-1-1-1,0 0 1,0 0 0,0 0 0,0 0-1,3-5 1,3-3-14,0-2 1,9-13-1,-3 2-358,-1-1 0,-1 0 1,-1-1-1,-1-1 1,-2 0-1,0 0 0,-2-1 1,-1 0-1,-1-1 0,3-44 1,-8 52-271,0 6 391,0 1-1,-1-1 1,-1 0-1,-2-15 1,2 27 262,1 1 1,-1-1-1,1 1 0,-1 0 1,0-1-1,0 1 1,0-1-1,0 1 1,0 0-1,0 0 1,-1 0-1,1 0 1,-1 0-1,1 0 1,-1 0-1,0 0 0,0 0 1,0 1-1,0-1 1,0 1-1,0 0 1,0-1-1,0 1 1,-1 0-1,1 0 1,0 1-1,-1-1 1,1 0-1,-1 1 0,-2-1 1,0 0 92,1 1 0,-1 0 0,1 0 0,-1 1 0,0-1 0,1 1 0,0 0 0,-1 0 0,1 0 0,-1 1 0,-6 3 0,4 0-27,1-1 0,-1 1 0,1 0 0,0 1 0,1-1 0,-6 8 0,-5 6-1764,-15 26 1,20-28-2367,-5 7-5452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5539,'0'0'651,"8"-28"-467,27-91-120,-2 23-212,-23 71 3,7-33 0,-10 43 1605,-7 15-1352,1 0-1,-1 0 0,0 0 1,0 0-1,0 0 1,1 0-1,-1 0 0,0 0 1,0 0-1,1 0 0,-1 0 1,0 0-1,0 0 1,0 0-1,1 0 0,-1 1 1,0-1-1,0 0 0,0 0 1,1 0-1,-1 0 1,0 1-1,0-1 0,0 0 1,0 0-1,0 0 0,0 1 1,1-1-1,-1 0 1,0 0-1,0 0 0,0 1 1,0-1-1,0 0 1,0 1-1,5 18 3520,-3-6-4200,13 445 5774,-16-344-6184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4322,'0'0'5659,"-14"2"-4832,-44 6-190,54-7-537,1-1 0,0 1 0,-1 1 0,1-1-1,0 0 1,0 1 0,0-1 0,0 1 0,0 0 0,0 0-1,1 0 1,-1 1 0,1-1 0,-1 1 0,1-1 0,-4 6-1,-4 4 317,-6 5 323,1 1 0,-22 32 0,31-40-580,0 1 0,1 0 0,1 0 0,-1 0 0,2 0 1,-1 1-1,-1 14 0,0 18 774,3 82 0,2-77-371,0-35-366,1 0 1,1 0 0,-1 0 0,2 0 0,0 0 0,1 0 0,6 14 0,-8-23-160,0 0 1,0-1 0,0 1 0,1-1 0,-1 0 0,1 0 0,1 0 0,-1 0-1,0 0 1,1-1 0,0 1 0,0-1 0,0 0 0,0 0 0,0-1-1,0 1 1,1-1 0,0 0 0,-1 0 0,1 0 0,0-1 0,0 1 0,6 0-1,-4-2-12,0 1-1,0-1 1,0 0-1,0 0 0,0-1 1,0 0-1,0 0 1,0-1-1,0 0 0,0 0 1,0-1-1,-1 1 1,8-5-1,-4 0-24,-1 0 1,0 0-1,-1-1 0,0 0 1,0 0-1,0-1 0,9-15 1,-4 6-305,-1-1 0,-1 0 0,0-1 1,-2 0-1,0-1 0,-2 0 0,0 0 1,-1-1-1,-2 0 0,0 0 1,-1 0-1,0-34 0,-2 25-120,0 14 288,-1 0-1,-1 0 0,0 1 0,-6-30 0,6 43 164,0-1 0,0 0 1,-1 0-1,1 1 0,-1-1 0,0 0 1,0 1-1,0 0 0,-1 0 0,1-1 1,-1 1-1,0 0 0,0 1 0,0-1 0,0 1 1,0-1-1,0 1 0,-1 0 0,1 0 1,-1 0-1,1 1 0,-1-1 0,0 1 0,0 0 1,-4-1-1,-6 0 24,0 1-1,0 0 1,-18 1 0,7 1-209,23-2-74,0 1 0,0 0 0,0 0-1,0 1 1,0-1 0,0 0 0,1 1-1,-1-1 1,0 1 0,0-1 0,0 1-1,0 0 1,1 0 0,-1 0 0,0 0-1,1 0 1,-1 0 0,-2 3 0,-10 13-6393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1 318 6819,'0'0'6115,"12"-25"-5966,40-81-1552,-41 80-355,-1 1 0,10-38 0,-12 36 365,-2-2 284,-3 12 6515,-2 36-2204,2 170 546,-9 218-1189,3-386-2775,3-17-1112,-2-9-2426,-6-17-3700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17 6739,'0'0'5448,"-4"0"-5008,0 0-234,-1 0-1,1 0 1,-1 0 0,0 1 0,1 0-1,-1 0 1,1 0 0,-1 1-1,1-1 1,0 1 0,0 0-1,0 0 1,0 1 0,0-1-1,0 1 1,0 0 0,1 0-1,-1 0 1,1 0 0,-3 4-1,0 1-104,0 0-1,1 0 1,0 0-1,1 0 0,-1 1 1,2 0-1,-1-1 1,1 2-1,0-1 0,1 0 1,-1 13-1,-1 13 428,3 63 0,1-57 47,0-9-237,0 7 269,5 49 0,-4-78-483,1 1 1,0 0-1,0-1 0,1 1 0,1-1 0,0 0 0,0 0 0,1 0 1,8 12-1,-10-19-103,-1-1 0,0 1-1,1-1 1,-1 1 0,1-1 0,0 0 0,0 0 0,0 0 0,0 0 0,0 0 0,0-1 0,1 0 0,-1 1 0,0-1 0,1 0-1,-1-1 1,1 1 0,-1-1 0,1 1 0,-1-1 0,1 0 0,-1 0 0,7-1 0,-4-1-6,0 1 1,0-1 0,0 1-1,0-2 1,0 1-1,0-1 1,-1 0-1,1 0 1,-1 0-1,0-1 1,1 0-1,6-7 1,2-5-121,0 0 1,-2-1-1,0-1 1,0 0-1,-2-1 1,0 0-1,-1 0 1,7-27-1,-7 17-524,-1-1 0,-2 0-1,-1 0 1,-1 0 0,-1-39-1,-3 60 567,-1-1 1,0 1-1,-1-1 0,0 1 0,0 0 0,-1 0 0,0 0 1,0 0-1,-1 0 0,-1 1 0,1-1 0,-1 1 1,-1 0-1,1 1 0,-2-1 0,1 1 0,-1 0 0,0 1 1,0 0-1,0 0 0,-13-7 0,16 10 118,1 1-1,-1 0 0,0-1 1,-1 2-1,1-1 1,0 0-1,-1 1 0,1 0 1,0 0-1,-1 0 1,0 1-1,1-1 0,-1 1 1,1 0-1,-1 0 1,1 1-1,-1-1 0,1 1 1,-1 0-1,1 1 1,-1-1-1,1 1 0,0-1 1,0 1-1,0 0 1,0 1-1,0-1 0,0 1 1,1 0-1,-1 0 0,1 0 1,-6 6-1,2-1-182,1 0 0,-1 1 0,1 0 0,1 0 0,-8 16 0,8-12-1131,0-1 0,1 1 0,-5 24-1,5-9-6212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11781,'0'0'4138,"17"-31"-4215,51-98-227,-42 77-42,-20 30 226,-3 9 154,-3 29 753,1-1 0,1 0 0,4 20 0,2 14-38,3 286 720,-12-239-3983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29 6851,'0'0'7051,"-14"0"-6362,11 0-656,0 1 0,0 0 0,0 0 0,0 0 0,0 0 0,0 0 1,0 1-1,0-1 0,0 1 0,1 0 0,-1-1 0,1 1 0,-1 1 1,1-1-1,0 0 0,0 0 0,-3 5 0,-5 7 36,-17 29 0,22-36-11,-8 15 212,0 1 0,2-1 0,1 2 0,0-1 0,2 2 0,0-1 0,2 1 0,1 0 0,-4 41 0,9 14 1104,0-78-1334,0 0 0,0 0 0,0 1-1,0-1 1,0 0 0,1 0 0,-1 0 0,1 0 0,0 1 0,0-1 0,-1 0 0,1 0-1,1 0 1,-1-1 0,0 1 0,0 0 0,1 0 0,-1-1 0,1 1 0,2 2 0,-1-2-13,0-1 1,1 1-1,-1-1 1,0 1-1,1-1 1,-1 0-1,1-1 1,-1 1-1,1 0 1,-1-1-1,1 0 1,3 0-1,-5 0-18,3 1 17,0-1 1,0 0 0,0 0-1,0 0 1,0-1 0,0 1-1,-1-1 1,1 0 0,0-1-1,0 1 1,-1-1-1,1 0 1,-1 0 0,1 0-1,-1-1 1,0 0 0,4-3-1,21-18-154,-1-1-1,-1-2 0,45-59 0,-67 78 102,0 0 0,-1-1-1,0 1 1,-1-1 0,0 0-1,0 0 1,-1 0 0,2-14-1,-2 4-76,-1 0-1,-1 0 1,-3-24-1,2 36 73,-1-1 1,-1 1-1,1-1 0,-1 1 1,0 0-1,-1 0 0,0 1 0,0-1 1,0 1-1,-1 0 0,0 0 1,-6-6-1,2 3-10,0 0 0,0 0 1,-1 1-1,-1 1 0,1 0 1,-19-9-1,29 16 2,0-1-1,-1 1 1,1 0 0,0 0 0,-1 0-1,1 0 1,0 0 0,-1 0 0,1 0-1,0 0 1,0 0 0,-1 0 0,1 0-1,0 0 1,-1 0 0,1 0 0,0 0-1,-1 0 1,1 0 0,0 1 0,0-1-1,-1 0 1,1 0 0,0 0 0,-1 0-1,1 1 1,0-1 0,0 0 0,0 0 0,-1 0-1,1 1 1,0-1 0,0 0 0,0 0-1,-1 1 1,1-1 0,0 0 0,0 1-1,0-1 1,0 0 0,0 1 0,0-1-1,0 0 1,0 0 0,0 1 0,0 0-1,-2 18-2385,2-13 1227,-2 16-3561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 3570,'0'0'8609,"-1"0"-8450,0-1 0,0 1 0,0 0 0,0-1-1,0 1 1,0 0 0,0 0 0,0 0 0,0 0 0,0 0 0,0 0 0,1 0 0,-1 0 0,0 0 0,-2 1-1,0 0-58,0 0-1,1 1 0,-1-1 0,1 1 1,-1 0-1,1 0 0,0 0 0,0 0 1,0 0-1,0 1 0,0-1 0,-2 4 0,-20 38 448,16-27-313,-8 14 119,2 1 1,1 0-1,2 2 1,1-1-1,-8 47 1,10-15 624,-2 125-1,10-183-939,0-1-1,1 0 1,0 0-1,0 0 1,0 0 0,1-1-1,0 1 1,0 0-1,0 0 1,1-1-1,0 0 1,0 1-1,0-1 1,5 6-1,-5-8-25,-1-1-1,1 1 1,0-1-1,0 0 0,0 1 1,0-1-1,0-1 1,1 1-1,-1 0 1,1-1-1,-1 0 0,1 0 1,-1 0-1,1 0 1,-1 0-1,1-1 0,0 1 1,0-1-1,-1 0 1,1 0-1,0-1 0,-1 1 1,1-1-1,7-2 1,-8 2-5,1 0 0,-1-1 0,0 0 0,0 0 0,0 0 0,0 0 0,0 0 0,0-1 0,0 1 1,-1-1-1,1 0 0,-1 1 0,0-1 0,3-5 0,3-6-51,13-30 0,-16 30-12,16-34-756,17-65 0,-30 85 457,-2 1 0,-2-1 0,0 0 0,0-31 0,-4-46 161,0 103 213,-1 0 1,1 0-1,0 0 1,0 0-1,-1 1 1,1-1 0,-1 0-1,1 0 1,-1 0-1,0 1 1,0-1-1,0 0 1,0 1 0,0-1-1,0 1 1,0-1-1,-1 1 1,1-1-1,0 1 1,-1 0 0,1 0-1,-1 0 1,0 0-1,1 0 1,-1 0-1,0 0 1,1 0 0,-1 0-1,0 1 1,0-1-1,-4 0 1,-5 0-29,-1-1 0,1 2 0,-1-1 1,-14 2-1,4 0-50,17-1 106,-1 1 0,0-1 1,1 1-1,-1 0 0,-7 3 1,-5 7-1046,17-11 692,0 1-1,0 0 0,1 0 0,-1 0 1,0 0-1,1 0 0,-1 0 0,1 0 0,0 0 1,-1 0-1,1 0 0,0 0 0,-1 0 1,1 0-1,0 0 0,0 2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0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7 169 10261,'0'0'4554,"2"-11"-4359,6-29-313,2-77 1,-26 629 2152,15-498-2099,1-12-216,0 1-1,0 0 0,0-1 0,-1 1 0,1-1 1,-1 1-1,-1 4 0,-3-5-4102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4578,'0'0'0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6531,'0'0'8820,"3"178"-7876,-3-109-159,0 0 47,0-6-256,0-12-528,0-8 49,0-19-97,0-12-257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72 8580,'0'0'4277,"-24"0"-3160,21 0-1056,0 1 0,0-1 0,0 1 0,0 0 0,0 0 0,1 0 0,-1 1 0,0-1 1,0 1-1,1-1 0,-1 1 0,1 0 0,-1 0 0,1 0 0,0 0 0,0 0 0,0 1 0,0-1 0,-2 4 0,-5 7 74,1 0 1,-9 21 0,14-28-80,-7 18 224,0 0 1,1 1 0,2 0-1,1 1 1,-5 38 0,7-24 673,2 0 0,6 75 0,-3-110-883,-1 1 1,1 0-1,1 0 0,-1-1 1,1 1-1,0-1 0,1 1 0,-1-1 1,1 0-1,0 0 0,0 0 1,0 0-1,1 0 0,0-1 1,0 0-1,0 0 0,0 0 1,1 0-1,0 0 0,-1-1 1,1 0-1,0 0 0,1-1 1,-1 1-1,0-1 0,1 0 1,0 0-1,-1-1 0,11 2 1,-1-1-8,0-2 1,0 1 0,0-2 0,24-3 0,-31 3-49,-1-1 1,1 0-1,-1-1 0,1 1 1,-1-1-1,0-1 0,0 0 1,-1 0-1,1 0 0,8-7 1,-4 0-86,1 0 1,-2-1-1,0 0 1,0-1 0,-1 0-1,-1 0 1,0-1-1,0 0 1,-2-1-1,0 1 1,0-1 0,4-25-1,-2-3-605,-2 0 0,-2 0 0,-2-59 0,-2 85 498,-1 0 0,0 1 0,-2-1 0,-4-16 0,5 24 177,-1 1-1,0 0 1,0 0-1,-1 0 1,0 0-1,0 1 1,-1-1-1,0 1 1,-10-11-1,11 15 2,1 1 1,-1 0-1,0 0 1,0 0-1,1 1 0,-1-1 1,0 1-1,-1 0 1,1 0-1,0 0 0,0 1 1,0-1-1,0 1 1,-1 0-1,1 0 0,0 1 1,0-1-1,0 1 1,-1 0-1,1 0 0,0 0 1,0 1-1,0 0 1,1-1-1,-1 1 0,0 0 1,1 1-1,-5 2 0,2 3-251,1-1-1,0 1 0,0 0 0,1 1 0,0-1 0,0 1 0,-4 14 1,-12 68-4356,13-53-1645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17 4018,'0'0'6461,"-2"-3"-5591,1 2-751,0 0-1,0 0 1,0 0-1,0 0 1,0 0-1,-1 0 1,1 0-1,0 0 1,-1 1-1,1-1 1,0 0-1,-1 1 0,1-1 1,-1 1-1,1-1 1,0 1-1,-1 0 1,1 0-1,-1 0 1,1 0-1,-1 0 1,1 0-1,-4 0 1,2 1 31,0 1-1,0-1 1,0 0 0,0 1 0,0-1 0,0 1-1,0 0 1,1 0 0,-1 0 0,-3 4 0,-2 2 20,1 1-1,0 0 1,0 0 0,1 0 0,1 1-1,-7 12 1,3 4 155,0 0-1,1 0 1,2 1-1,1-1 1,1 1-1,1 1 1,1 35-1,3 57 1213,-1-117-1493,0 0-1,1 0 1,-1 1 0,1-1 0,0 0 0,0 0-1,0 0 1,0 0 0,0 0 0,1 0 0,-1 0 0,1-1-1,0 1 1,0 0 0,0-1 0,0 0 0,0 1 0,1-1-1,-1 0 1,1 0 0,3 2 0,-3-2-25,0-1 0,1 0 0,-1 0 0,1 0 0,-1 0 0,1 0 0,-1-1 0,1 1 0,-1-1 0,1 0 0,0 0 0,-1 0 0,1-1 0,-1 1 0,1-1 0,-1 0 0,1 0 0,-1 0 0,5-3 0,-1 0-13,0 0-1,0 0 1,-1-1 0,1 0-1,-1-1 1,0 1-1,0-1 1,-1-1-1,0 1 1,7-10 0,2-8-205,22-45 0,-27 51-221,-2 0-1,0 0 0,-2-1 1,1 1-1,-2-1 0,-1 0 1,0-1-1,-2 1 0,0 0 1,-1-1-1,-2-19 1,1 36 436,0 0 1,0 0 0,0 0 0,0 0 0,0 1 0,0-1 0,-1 0 0,0 1 0,1-1 0,-1 1 0,0-1 0,0 1 0,0 0 0,0 0 0,-1 0 0,1 0 0,-1 0 0,1 1 0,-1-1 0,-5-1 0,4 1 157,0 0 0,0 1 0,0 0 1,0 0-1,-1 0 0,1 0 0,-1 1 0,1 0 1,0 0-1,-1 0 0,1 0 0,-1 1 0,1-1 1,-5 2-1,8-1-140,-1 0-1,0-1 1,1 1 0,-1 0 0,1 0 0,-1 0 0,1 0-1,-1 0 1,1 1 0,0-1 0,-1 0 0,1 1-1,0-1 1,0 1 0,0-1 0,-1 2 0,-1 10-2429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 4994,'0'0'8820,"-10"-18"-8275,10 51 63,0 28 544,0 14-207,0 12-433,0 6 96,0-3-560,0-14 32,0-19-160,3-24-336,11-24-3346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6467,'0'0'8532,"-14"15"-8164,14 18 192,0 15 673,-3 12-609,0 6-48,-1 0-512,4-11 16,0-10-160,0-12-784,0-15-2465,0-9-2114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4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174 109 1265,'0'0'10463,"-13"4"-9665,-43 13-299,51-15-381,1 0 0,-1 1 0,0-1 0,1 1 0,-1 0 0,1 0-1,0 1 1,0-1 0,0 1 0,0 0 0,1 0 0,-1 0 0,1 1 0,0-1 0,1 1 0,-1 0 0,-1 5 0,-3 4 150,2 1-1,0 0 1,0 1-1,2-1 0,0 1 1,-1 19-1,1 97 1477,4-84-1022,-2-44-638,1 1-1,0-1 1,1 1-1,-1-1 1,1 1-1,0-1 1,0 0-1,0 0 1,0 1-1,1-1 1,3 6-1,-3-8-62,0 0 0,-1 0-1,2 0 1,-1 0 0,0-1-1,0 1 1,0-1-1,1 0 1,-1 1 0,1-1-1,-1 0 1,1 0 0,-1-1-1,1 1 1,0 0-1,-1-1 1,1 0 0,0 0-1,-1 0 1,4 0 0,-1 0-2,-1 0 0,1 0 1,0-1-1,-1 0 1,1 0-1,0 0 0,-1-1 1,0 1-1,1-1 1,-1 0-1,0 0 1,0-1-1,0 1 0,0-1 1,0 0-1,0 0 1,3-4-1,5-7-47,0 0 0,-1 0 0,11-20 0,-19 29 12,24-38-1180,-2-2 1,24-58-1,-40 81 410,-1-2 1,-1 1 0,-1-1 0,-1 0-1,-2 0 1,3-44 0,-6 65 757,0 0 1,0 1-1,-1-1 1,1 0 0,-1 0-1,1 0 1,-1 0-1,0 0 1,0 0-1,0 1 1,0-1-1,0 0 1,-1 1-1,0-1 1,1 1 0,-1-1-1,0 1 1,-2-3-1,1 3 130,0 0 1,0 0-1,0 1 0,-1-1 0,1 0 0,0 1 0,-1 0 1,1 0-1,-1 0 0,1 0 0,-1 1 0,1-1 1,-1 1-1,-5 0 0,6 1 26,0-1-1,-1 1 1,1 0-1,0 0 1,-1 0-1,1 0 1,0 1 0,0 0-1,0-1 1,0 1-1,1 0 1,-1 0-1,0 0 1,1 1 0,0-1-1,-1 1 1,1-1-1,0 1 1,-2 3-1,-6 9 248,1 0 0,-10 22 0,16-30-236,-4 7-14,0 1 0,1 1-1,1-1 1,-4 23 0,5 8-6413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5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42 3618,'0'0'5605,"1"-6"-4565,1-1-488,1-7-216,-3 0 5649,-24 13-5417,22 1-531,-1 0 0,1 1-1,0-1 1,0 0 0,0 1 0,0 0 0,0-1-1,0 1 1,0 0 0,0 0 0,0 0 0,0 0-1,0 0 1,1 1 0,-1-1 0,-2 3 0,0 0 23,1 0 1,0 0 0,0 0 0,1 1 0,-1-1 0,-3 9 0,0 4 151,1 0 1,1 0 0,-3 21-1,1 17 391,2-1-1,3 1 0,6 57 0,-4-104-535,0 0-1,1 0 0,-1 0 0,1-1 0,1 1 0,0-1 1,0 1-1,0-1 0,1 0 0,0 0 0,0-1 0,6 7 1,-8-10-51,1 0 1,0 0 0,0 0 0,0-1-1,0 1 1,0-1 0,0 0 0,1 0-1,-1 0 1,1-1 0,-1 1 0,1-1-1,0 0 1,0 0 0,-1 0 0,1 0-1,0 0 1,0-1 0,0 0 0,0 0-1,0 0 1,0 0 0,0-1 0,0 0 0,-1 0-1,8-2 1,-5 1-14,0-1-1,-1 0 1,0 0-1,1-1 1,-1 1-1,-1-1 1,1 0-1,0 0 1,-1-1-1,0 1 1,0-1-1,0 0 1,5-9-1,3-8-112,-1-1 1,9-23-1,-20 44 100,12-28-433,-2-1-1,11-61 1,-17 71 31,-2-1-1,-1 0 1,0 1-1,-1-1 1,-5-29-1,4 47 403,1 0 0,-1 1 0,0-1 0,0 1 0,-1-1 0,1 1 0,-1-1-1,0 1 1,1 0 0,-1 0 0,-1 0 0,1 0 0,0 0 0,-1 0-1,0 1 1,1-1 0,-1 1 0,0 0 0,0 0 0,-1 0 0,1 0-1,0 0 1,-1 1 0,1-1 0,0 1 0,-1 0 0,0 0 0,1 0-1,-6 0 1,3 1 26,-1 1 0,0 0 0,1 0-1,-1 0 1,0 1 0,1 0 0,0 0 0,-1 1-1,1-1 1,0 2 0,0-1 0,1 0 0,-8 6-1,13-8-28,-3 0-353,0 2 105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3105,'0'0'7134,"-7"0"-6397,-22 0-4,22 0 94,7 10 275,-3 286 2466,-1 0-6274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29 4386,'0'0'8567,"0"-6"-8149,0-14-297,0 17 29,0 18 222,-13 442 3099,10-411-5090,2-1-3506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52 7299,'0'0'6470,"-6"-1"-6283,3 1-189,-11-1 170,0 0-1,-20 3 0,28-2-78,1 1-1,0 0 0,0 0 1,-1 1-1,1-1 0,0 1 1,0 0-1,1 1 0,-1-1 1,0 1-1,-5 5 0,-6 5 98,0 1 0,1 1-1,1 1 1,1 0 0,-13 18-1,20-23-72,0 0-1,0 1 1,1-1-1,0 1 1,1 0-1,0 1 0,1-1 1,1 0-1,-3 23 1,3 4 471,1-1 0,6 63 1,-4-97-563,0 1 0,0-1 0,0 1-1,1-1 1,-1 0 0,1 1 0,0-1 0,0 0 0,1 0 0,-1 0 0,1-1 0,0 1 0,0-1 0,0 1 0,0-1 0,1 0 0,-1 0 0,1 0 0,0-1 0,0 1 0,0-1 0,0 0 0,0 0 0,1-1 0,-1 1 0,0-1 0,1 0 0,-1 0 0,1 0 0,-1 0 0,1-1 0,0 0 0,-1 0 0,1 0-1,-1-1 1,1 0 0,0 1 0,-1-2 0,0 1 0,1 0 0,-1-1 0,0 0 0,1 0 0,-1 0 0,0 0 0,6-6 0,3-3-71,0 0 0,-1-1 1,0-1-1,0 0 0,-2-1 0,0 0 0,10-17 0,53-113-2300,-65 123 1657,-1 1 0,0-1 1,-2 0-1,0 0 0,-1-1 0,-1 0 0,-1 1 0,-2-30 0,0 47 655,0 0 0,0 1-1,-1-1 1,1 0-1,-1 0 1,0 1 0,0-1-1,-1 0 1,1 1 0,-1-1-1,1 1 1,-1 0-1,0 0 1,0-1 0,-5-4-1,4 6 204,0-1 0,0 1 0,-1-1 0,1 1 0,0 0 0,-1 0 0,0 0 0,1 1 0,-1-1 0,0 1 0,0 0 0,0 0 0,0 0 0,0 1 0,0-1 0,0 1 0,0 0 0,0 0 0,0 0 0,0 1 0,0 0 0,-7 1 0,8 0-107,0-1 0,0 0 0,0 1 0,1 0 0,-1-1 0,1 1 0,-1 0 0,1 0 0,-1 1 0,1-1 0,0 0 0,0 1-1,0-1 1,1 1 0,-3 3 0,-20 47-324,21-43 28,-6 13-2885,7-2-4092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20 4402,'0'0'8497,"-6"-1"-7696,-17-2 508,0 2 0,-38 1 0,58 0-1268,1 1 0,-1 0 0,1 0 1,-1 1-1,1-1 0,0 0 0,-1 1 1,1 0-1,0-1 0,0 1 0,0 0 1,0 0-1,1 0 0,-1 0 0,0 0 1,1 0-1,0 1 0,-1-1 0,0 3 1,-4 7 32,1 0 1,-7 20-1,6-4 113,2 0-1,0 0 0,2 1 1,1-1-1,3 32 1,-1-6 346,-1-38-359,4 83 646,-3-90-729,1 1-1,-1-1 1,2 0-1,-1 0 0,1 1 1,1-2-1,8 17 1,-10-22-82,0 0 0,0 0 0,0-1 0,0 1 0,0-1 0,1 1 0,-1-1 0,1 0 0,-1 0 0,1 0 0,0 0 0,0-1 0,0 1 0,0-1 0,0 1 0,0-1 0,1 0 0,-1 0 0,0-1 0,0 1 0,1-1 0,-1 1 0,6-1 0,-5-1-2,0 0-1,1 1 0,-1-2 0,0 1 0,1 0 1,-1-1-1,0 0 0,0 0 0,0 0 0,0 0 1,-1-1-1,1 1 0,-1-1 0,1 0 0,-1 0 1,0 0-1,4-6 0,11-17-271,-1 0-1,-2-1 1,21-48 0,-17 27-1219,18-76 0,-32 107 944,-1 0-1,-1 0 1,-1 0-1,0 0 0,-1-1 1,-1 1-1,-4-31 1,4 45 510,-1-1 0,0 1 0,0 0 0,0 0 0,0 0 0,-1 0 1,1 0-1,-1 0 0,0 0 0,1 0 0,-1 1 0,-1-1 0,1 1 0,0-1 1,-1 1-1,1 0 0,-1 0 0,1 0 0,-1 0 0,0 1 0,0-1 0,0 1 1,0-1-1,-4 0 0,-1 0 355,0 0 1,0 1-1,-1 0 1,1 0-1,-1 0 1,1 1-1,-1 1 1,-11 1-1,17-1-262,-1 0 0,1 1-1,-1-1 1,1 1 0,0-1 0,-1 1-1,1 0 1,0 0 0,0 0 0,0 1-1,0-1 1,1 1 0,-1 0 0,1 0-1,0 0 1,-1 0 0,-2 6 0,-13 26-1314,5-1-3726,6-13-1917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3826,'0'0'7043,"2"-7"-5610,12-34 592,-16 58 1436,4 20-3008,-1-9-112,-1 116 718,0 39-332,0-60-9540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1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7668,'0'0'7819,"4"14"-6013,-4 47-1438,0 143 1263,0-70-6698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7732,'0'0'6539,"0"16"-3589,-1-12-2802,0 1-1,0-1 0,0 1 1,-1-1-1,1 0 1,-1 1-1,0-1 0,0 0 1,-5 6-1,3-3-109,0-1-1,0 1 1,1 0 0,-2 7-1,-3 24 333,2 0-1,2 1 0,1-1 0,3 52 1,1-51-106,-1-21-40,-1 4 203,5 35 0,-3-51-361,0 1 1,0-1-1,1 0 0,0 1 1,0-1-1,1 0 1,0 0-1,0-1 0,7 11 1,-8-13-48,0-1-1,0 0 1,0 0 0,0 0 0,0 0-1,1 0 1,-1-1 0,1 1 0,-1-1 0,1 0-1,-1 1 1,1-1 0,0 0 0,0-1-1,0 1 1,-1 0 0,1-1 0,0 1 0,0-1-1,0 0 1,0 0 0,0 0 0,0-1-1,4 0 1,-1 0-5,-1-1-1,0 0 0,0 0 1,-1 0-1,1 0 0,0-1 1,-1 1-1,1-1 0,-1 0 1,0-1-1,0 1 0,7-9 1,4-8-244,-1-2 1,0 1-1,-2-2 1,0 0 0,-2 0-1,0-1 1,-2 0-1,0-1 1,-2 0-1,-1 0 1,-1 0-1,1-50 1,-4 51 89,-1-27 21,-1 48 142,1 1 0,0-1 1,-1 1-1,0-1 0,1 1 0,-1 0 1,0-1-1,0 1 0,-1 0 0,1 0 1,0 0-1,-1 0 0,1 0 0,-1 0 1,0 0-1,-2-2 0,-2 0 1,0 1 0,0 0 0,-1 0 0,1 1 0,-1-1-1,1 2 1,-1-1 0,0 1 0,1 0 0,-1 0 0,0 1 0,0-1 0,0 2 0,0-1 0,0 1 0,1 0-1,-1 0 1,0 1 0,1 0 0,-1 0 0,1 1 0,0-1 0,-1 2 0,-8 5 0,-34 35-529,28-16-1564,8 1-3609,12-14-493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24 2209,'0'0'9220,"0"-4"-8193,0 3-936,0 0 0,0 0 0,-1 0-1,1 0 1,0 0 0,-1 0 0,1 0-1,0 0 1,-1 1 0,1-1 0,-1 0 0,0 0-1,1 0 1,-1 1 0,1-1 0,-1 0-1,0 0 1,0 1 0,1-1 0,-1 1-1,0-1 1,-1 0 0,1 1 19,-1 0 1,1-1-1,-1 1 1,1 0-1,-1 0 1,1 0-1,-1 0 1,1 0-1,0 1 1,-1-1-1,1 0 1,-1 1-1,1-1 0,-1 1 1,1-1-1,0 1 1,0 0-1,-1-1 1,1 1-1,-2 2 1,-5 3 54,1 0 1,0 1-1,0 0 1,0 0 0,1 1-1,0 0 1,1 0-1,0 0 1,0 1 0,-4 10-1,0 1 143,2 1 1,0-1-1,-6 36 0,6-2 551,3 1-1,4 81 0,0-121-722,0-3-30,1-1-1,0 1 1,0-1-1,1 1 1,1-1-1,0 0 0,0 0 1,7 14-1,-8-21-93,0 0 0,1-1-1,-1 1 1,1 0-1,0-1 1,0 0-1,0 0 1,0 0 0,1 0-1,-1 0 1,1 0-1,0-1 1,-1 0 0,1 0-1,0 0 1,0 0-1,1 0 1,-1-1-1,0 0 1,1 0 0,-1 0-1,0 0 1,9-1-1,-8 0-8,-1 0-1,0 0 0,0-1 0,1 1 0,-1-1 1,0 0-1,0-1 0,0 1 0,0-1 1,0 1-1,0-1 0,6-5 0,-4 3-10,0-1 0,-1 0 0,1-1 0,-1 1 0,0-1 0,7-10 0,1-7-228,0 0 0,-1-1 0,9-29 0,-20 49 169,9-26-554,-1 0 0,-2-1 0,-1 1-1,-1-1 1,-2-1 0,-1 1-1,-3-38 1,1 63 500,0-1 1,-1 1-1,0-1 0,-1 1 1,0 0-1,1-1 0,-2 1 0,1 0 1,-1 0-1,-5-9 0,6 12 145,0 0-1,-1 1 0,1-1 1,0 0-1,-1 1 1,0-1-1,1 1 0,-1 0 1,0 0-1,0 0 0,0 1 1,0-1-1,-1 1 1,1-1-1,0 1 0,-1 0 1,1 0-1,-1 0 0,1 1 1,-1 0-1,-4-1 0,7 1 0,-1 1 0,1-1 0,0 1 0,-1-1 0,1 1 0,-1-1 0,1 1 0,0 0 0,0-1 0,-1 1 0,1 0 0,0 0 0,0 0 0,0 0 0,0 0 0,0 0 0,0 1 0,0-1 0,0 0 0,1 0 0,-1 1 0,0-1 0,1 0 0,-1 1 0,1-1 0,-1 4 0,-9 43 359,9-43-323,-3 47-860,3 62-1,2-58-5849,-1-23-3191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67 1697,'0'0'9836,"-7"-5"-8961,-23-15-274,27 19-485,1-1 1,-1 1 0,0 0-1,0 1 1,0-1 0,1 0-1,-1 1 1,0 0 0,0 0-1,0 0 1,0 0 0,0 0 0,0 0-1,1 1 1,-1-1 0,0 1-1,0 0 1,-2 1 0,0 0-10,1 1 1,0 0-1,1 0 1,-1 0-1,0 0 1,1 1-1,0-1 1,0 1-1,0 0 1,0 0 0,1 0-1,-1 0 1,-3 9-1,1 0 128,0 0 1,1 0-1,-5 26 0,4-6 476,2-1-1,1 1 1,4 64 0,-1-81-549,1-1 0,1 1 1,0 0-1,2-1 0,-1 0 1,2 0-1,0 0 1,1-1-1,0 1 0,10 13 1,-13-23-138,0-1-1,0 1 1,1 0 0,-1-1 0,1 0-1,0 0 1,0-1 0,0 1 0,1-1-1,-1 0 1,1 0 0,0-1 0,0 0-1,11 3 1,-12-4-24,0 0 0,0-1 0,0 0 0,0 0 0,0 0 0,0 0 0,0-1 0,-1 1 1,1-1-1,0-1 0,0 1 0,0-1 0,-1 1 0,1-2 0,-1 1 0,1 0 0,-1-1 0,0 0 0,5-4 0,1-3-70,-1 0-1,0-1 1,0 0-1,-1-1 1,-1 0-1,0 0 1,0 0-1,-1-1 1,7-24-1,-4 7-621,-1-1-1,-1 1 1,3-46 0,-8 53-25,-1 0 0,-1 0 0,0 0 0,-2 0 1,-6-26-1,7 42 535,-1 0 0,-1 1 1,1-1-1,-1 1 0,0-1 0,0 1 1,-1 0-1,0 0 0,-5-6 0,6 9 142,-1-1-1,0 1 0,1 0 0,-1 0 1,-1 0-1,1 0 0,0 1 0,-1 0 0,1-1 1,-1 2-1,0-1 0,1 0 0,-1 1 1,-6-1-1,9 2 79,-1-1 1,1 1 0,0 0 0,-1 0-1,1 0 1,0 0 0,-1 0 0,1 1-1,0-1 1,-1 1 0,1-1 0,0 1-1,0 0 1,-1 0 0,1 0 0,0 0-1,0 0 1,0 0 0,0 1 0,0-1-1,1 1 1,-1-1 0,0 1 0,1 0-1,-1 0 1,1 0 0,0-1 0,-1 1-1,1 1 1,0-1 0,0 0 0,0 0-1,1 0 1,-2 4 0,-1 7 211,1-1-1,0 1 1,0 0 0,2 24-1,0-33-218,0 134-2436,0-92-2478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9 6019,'0'0'6779,"0"0"-6634,0-1-1,0 0 1,-1 1 0,1-1 0,0 1 0,-1-1 0,1 1-1,0-1 1,-1 1 0,1-1 0,-1 1 0,1-1-1,-1 1 1,1 0 0,-1-1 0,1 1 0,-2-1-1,0 1-37,0 0-1,-1 1 0,1-1 0,-1 0 1,1 1-1,0-1 0,-1 1 1,1 0-1,0 0 0,-1 0 0,1 0 1,0 0-1,0 1 0,0-1 0,0 1 1,0-1-1,1 1 0,-3 2 1,1 0 20,0 0 1,0 0 0,0 1 0,1 0 0,-1-1-1,1 1 1,0 0 0,-1 6 0,-1 10 214,0 1 0,1-1 0,0 27 0,3-43-262,0 1 3,-3 70 1178,7 88 0,-2-142-1095,0-1-1,2 1 1,1-1 0,0 0-1,2 0 1,0 0-1,2-1 1,19 35 0,-25-50-152,1 0 0,0 0 1,0 0-1,1 0 0,-1-1 1,1 0-1,0 0 0,0 0 0,0 0 1,9 3-1,-11-5-16,-1-1 0,1 0 1,0 0-1,0 0 0,1 0 0,-1 0 0,0-1 0,0 1 0,0-1 1,0 0-1,1 0 0,-1 0 0,0-1 0,0 1 0,0-1 0,0 1 1,0-1-1,0 0 0,0 0 0,0-1 0,0 1 0,5-4 0,-2 1-20,-1-2 0,1 1 0,-1-1-1,0 1 1,0-1 0,-1-1-1,0 1 1,6-12 0,2-7-187,11-31-1,-9 13-642,-3-1 0,-1 0 0,-2 0 0,-2-1-1,-2 0 1,-2-51 0,-2 87 540,0 0 0,-1 0-1,0 0 1,-1 0 0,0 0-1,0 0 1,-1 0 0,-6-14 0,6 17 215,0 1 0,-1-1 1,0 1-1,1 0 1,-2 0-1,1 0 1,-1 1-1,1 0 1,-1 0-1,0 0 1,-1 0-1,1 1 1,-8-4-1,10 5 156,0 1-1,0-1 0,0 1 1,0 0-1,0 0 1,0 0-1,-1 0 1,1 0-1,0 1 0,0-1 1,-1 1-1,1 0 1,0 0-1,0 1 0,-1-1 1,1 0-1,0 1 1,0 0-1,0 0 1,-1 0-1,1 0 0,0 0 1,1 1-1,-1-1 1,0 1-1,0 0 1,1 0-1,-1 0 0,1 0 1,-1 1-1,1-1 1,0 0-1,0 1 0,0 0 1,0-1-1,0 1 1,1 0-1,-3 5 1,-4 9-468,0 1 1,-5 21-1,8-22-2845,-1-2-5054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54 6867,'0'0'6883,"0"-10"-6456,0-24 98,0 24 200,0 32-195,-2 300 2000,1-159-3348,1-3-3973,0-114-4053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5507,'0'0'5586,"0"-3"-4369,0 12-657,0 27 112,0 16 49,0 2-129,0 9-448,0-6-144,0-9-624,0-12-2770,0-18-6274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5955,'0'0'9684,"-11"187"-8867,11-121-561,-3 3-144,3 3-112,0-12-16,0-21-192,0-15-1745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8580,'0'0'6643,"0"169"-5603,0-121-543,0 6-257,0 0 160,0-6-384,-4-3-16,1-9 0,-7-2-448,7-7-1521,-4-6-3378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21 2865,'0'0'9132,"0"-3"-8190,0-7-404,0 2 2320,-14 9-1588,12-1-1255,-1 1-1,1 0 0,0 0 1,-1 1-1,1-1 1,0 0-1,0 1 0,0-1 1,0 1-1,0 0 0,0 0 1,1-1-1,-1 1 0,-1 3 1,-24 36 54,22-34-39,-10 17 64,2-1-1,1 2 1,0 0 0,2 0-1,1 1 1,1 0 0,1 0-1,1 1 1,2 0-1,-2 29 1,5-29 125,0 0 164,2 39 0,0-58-292,0 0 0,1 0 0,-1 0 1,1 0-1,1-1 0,0 1 0,0-1 0,0 0 1,7 10-1,-3-7 16,0 0 1,1 0-1,0-1 1,1 0-1,0-1 1,0 0-1,21 13 1,-25-18-88,1 0 1,0 0-1,-1 0 1,1-1-1,1 0 1,-1 0 0,0-1-1,0 0 1,1 0-1,-1 0 1,0-1-1,1 0 1,-1 0 0,1 0-1,-1-1 1,0 0-1,8-2 1,-9 1-9,0 0 1,0-1 0,0 1-1,-1-1 1,1 0-1,-1 0 1,1 0-1,-1-1 1,0 0 0,0 0-1,-1 0 1,1 0-1,5-9 1,1-4-69,0 0 0,10-27 0,-13 25-210,0 0-1,-2-1 1,0 0 0,-1 0 0,2-20 0,-2-103-2289,-4 124 2275,0 12 256,-1 1 0,1-1 0,-1 1-1,-1-1 1,0 1 0,1-1 0,-2 1-1,1 0 1,-1 0 0,0 0-1,0 0 1,-1 1 0,1-1 0,-1 1-1,-1 0 1,1 0 0,-6-5 0,4 5 16,-1-1-1,0 1 1,0 1 0,0-1 0,-1 1 0,1 0 0,-1 1 0,0 0 0,0 0 0,0 1 0,0 0 0,-1 0 0,-9 0 0,-38-8-1131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142 145 6515,'0'0'3618,"1"-9"-3464,1-4-18,1-31 3130,-9 38-601,2 6-2637,1 0 0,0 0 0,-1 0 0,1 1 0,0-1 0,-1 1 0,1 0 0,0 0-1,0 0 1,0 1 0,0-1 0,-5 4 0,3-1 69,1 0-1,0 0 0,0 0 1,0 1-1,0-1 1,-5 10-1,0 2 58,1 1 0,0 0 0,1 1-1,0 0 1,2 0 0,0 0 0,1 0 0,1 1 0,1 0-1,0-1 1,2 30 0,0-17 249,1 0 1,1 1-1,8 41 0,-8-64-344,1 0 1,0 0-1,0 0 1,0-1-1,1 1 0,1-1 1,-1 0-1,1 0 1,1-1-1,-1 1 0,1-1 1,1 0-1,-1-1 1,1 0-1,0 0 0,8 5 1,-9-7-38,0-1 1,0 0-1,0-1 1,0 1-1,0-1 1,1 0-1,-1-1 1,9 2-1,-11-3-7,0 0 0,0 1 0,0-1-1,0-1 1,0 1 0,0 0 0,0-1 0,0 0 0,0 0 0,0 0 0,-1-1-1,1 1 1,0-1 0,-1 0 0,5-3 0,0-1-23,-1-1 0,0-1 1,-1 1-1,1-1 0,-2-1 1,1 1-1,-1-1 0,7-17 1,3-7-383,10-43 0,-14 39-285,-2-1-1,-2-1 0,-2 1 1,-1-1-1,-2 0 0,-4-66 0,1 97 614,0 1 0,-1-1-1,0 1 1,0-1 0,-1 1 0,0 0-1,0 0 1,0 1 0,-1-1-1,0 1 1,-1-1 0,1 1-1,-1 0 1,0 1 0,-1-1 0,1 1-1,-1 0 1,0 1 0,-12-8-1,16 11 90,0-1 0,0 1-1,-1 0 1,1 0-1,-1 0 1,1 0-1,-1 0 1,1 0 0,-1 1-1,1-1 1,-1 1-1,0 0 1,1 0-1,-1 0 1,0 0-1,1 0 1,-1 0 0,0 1-1,1-1 1,-1 1-1,1 0 1,-1 0-1,1 0 1,-1 0 0,1 0-1,0 1 1,-1-1-1,1 0 1,0 1-1,0 0 1,0 0 0,0-1-1,1 1 1,-3 3-1,-4 6 93,1 0 1,1 0-1,0 1 0,0 0 0,-5 18 0,6-18-150,4-10-60,-9 30-16,7-11-4673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1217,'0'0'12328,"-6"7"-11693,-21 29 311,8-13-596,1 1-1,2 1 1,0 0 0,1 1-1,-18 47 1,20-26-74,2 1 0,2 0 0,2 0 0,3 1 1,1 72-1,3-113-170,0-1 1,1 0 0,0 1 0,0-1 0,0 0 0,1 0-1,0 0 1,0 0 0,1 0 0,3 7 0,-3-10-62,-1-1-1,1 0 1,-1 0 0,1 1 0,0-1 0,0-1 0,0 1 0,0 0 0,1-1 0,-1 0 0,1 0-1,0 0 1,-1 0 0,1 0 0,0-1 0,0 1 0,0-1 0,0 0 0,5 0 0,-3 0-22,0 0 1,0 0 0,1-1-1,-1 0 1,0 0 0,0-1 0,0 0-1,1 0 1,-1 0 0,0-1 0,0 0-1,-1 0 1,1 0 0,6-4-1,-3 0 4,-1 0 0,0-1-1,0 1 1,-1-2-1,0 1 1,0-1-1,11-16 1,-1-2-467,-1 0 1,-2-1-1,0 0 1,-2-2-1,-1 1 1,11-46-1,-13 34-720,-2 0-1,-2-1 1,-2 1 0,-2-58-1,-2 92 1190,0 0 0,0 1 0,0-1 0,-1 1 0,1-1 0,-1 1 0,-1-1 0,1 1 0,-1 0 0,0 0 0,0 0 0,0 1 0,-1-1-1,1 1 1,-1 0 0,0 0 0,-1 0 0,1 0 0,-1 1 0,1 0 0,-1 0 0,0 0 0,0 0 0,-1 1 0,1 0 0,0 0 0,-1 0 0,1 1 0,-1-1 0,0 1 0,1 1 0,-1-1 0,-9 1 0,-28 0-353,25 0-5585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85 6355,'0'0'4711,"-17"-6"-3075,15 6-1547,0 0-1,-1 0 1,1 0 0,-1 1-1,1-1 1,-1 0 0,1 1-1,0 0 1,-1 0 0,1 0 0,0 0-1,0 0 1,-1 0 0,1 0-1,0 1 1,0-1 0,0 1 0,1 0-1,-1-1 1,0 1 0,1 0-1,-1 0 1,-1 4 0,-15 20 327,1 1-1,2 1 1,1 0 0,1 1 0,-10 34-1,14-35-101,2 0-1,0 1 0,-3 50 0,5 87 971,5-159-1198,0 6 58,0 0 1,0 0-1,2-1 1,-1 1-1,5 12 0,-5-22-123,-1 0 1,2 0-1,-1-1 0,0 1 0,0-1 0,1 1 0,-1-1 0,1 1 0,0-1 0,0 0 0,0 0 0,0 0 0,0 0 0,0 0 0,1 0 1,-1-1-1,1 1 0,-1-1 0,1 0 0,0 1 0,-1-1 0,1 0 0,0-1 0,0 1 0,-1 0 0,1-1 0,4 1 0,-1-1 3,0 0 0,-1 0 0,1-1 0,-1 0-1,1 0 1,-1 0 0,1-1 0,-1 1 0,1-1-1,-1-1 1,0 1 0,0-1 0,0 0 0,-1 0-1,1 0 1,-1 0 0,1-1 0,-1 0 0,4-5-1,7-9-10,-1 0-1,-1-1 0,16-29 1,-27 45-18,25-47-547,-1-1 1,27-79-1,-41 95-386,-2-1-1,-2-1 1,-1 1-1,4-68 1,-11 13-111,0 89 1054,-1-1 0,1 0 0,-1 0 0,0 1 0,1-1 0,-1 0 0,0 1 0,-1-1 0,1 1 0,0-1-1,-1 1 1,1 0 0,-1-1 0,0 1 0,0 0 0,0 0 0,0 0 0,0 1 0,0-1 0,0 0 0,-1 1 0,1-1 0,-1 1-1,1 0 1,-6-2 0,5 2 16,-1 0 0,0 0 0,0 0 0,0 0 0,0 1 0,0 0 0,0 0 0,0 0 0,0 0 0,0 0-1,0 1 1,0 0 0,0 0 0,1 0 0,-1 0 0,0 1 0,0-1 0,-4 4 0,0 1 9,0 0 1,1 1-1,0 0 0,0 0 1,0 1-1,1 0 0,-7 12 1,-1 3-1332,-17 39 0,23-43-3535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2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4066,'0'0'8868,"0"-3"-6963,0 27-1873,0 24 256,0 12 16,0 9-256,0 9-48,-4-2-32,4-4-1377,0-21-2352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6627,'0'0'8612,"1"-3"-8129,-1 3-467,0 0 0,0 0 0,0 0 0,0-1 0,0 1 1,0 0-1,0 0 0,0-1 0,0 1 0,0 0 0,0 0 0,0 0 0,0-1 0,1 1 1,-1 0-1,0 0 0,0 0 0,0-1 0,0 1 0,0 0 0,1 0 0,-1 0 0,0 0 1,0-1-1,0 1 0,1 0 0,-1 0 0,0 0 0,0 0 0,0 0 0,1 0 1,-1 0-1,0 0 0,0 0 0,0 0 0,1 0 0,-1-1 0,0 1 0,1 1 0,2 10 342,-3 33 54,0-31-193,0 311 469,0-110-3711,0-174-1155,3-25-4615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7443,'0'0'10181,"0"99"-9669,0-39 49,0 6-1,0 15-512,0-5 48,-3-4-96,3-12-624,0-12-849,0-15-1713,0-21-3761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9668,'0'0'8164,"0"99"-8116,0-41 368,0-1-47,3-3 63,-3 0-368,0-12-32,3-12-64,1-15-801,2-15-1808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6723,'0'0'5587,"-18"0"-3981,16 0-1494,0 0 1,1 0 0,-1 0-1,0 0 1,0 1 0,0-1-1,0 1 1,0-1 0,0 1-1,0-1 1,1 1 0,-1 0-1,0 0 1,-2 1 0,3 0-47,-1 0 0,0 0 0,1 0 0,0 0 0,-1 0 1,1 1-1,0-1 0,0 0 0,0 1 0,0-1 0,0 4 1,-5 24 307,1 1 0,1-1 0,2 1 0,4 62 0,-1-31 381,-1-51-553,-1 8 162,2-1 1,0 0-1,7 35 0,-7-49-291,0 1 0,1-1 0,-1 0 0,1 0 0,0 0 0,0 0 1,1-1-1,-1 1 0,5 5 0,-5-8-29,0 1-1,0 0 1,0-1-1,0 1 1,0-1-1,1 1 1,-1-1 0,0 0-1,1 0 1,-1 0-1,1-1 1,-1 1 0,1 0-1,0-1 1,-1 0-1,1 1 1,2-1 0,-2-1-25,1 1 0,-1 0 1,0-1-1,0 0 1,0 0-1,0 0 1,0 0-1,0 0 1,0 0-1,0-1 1,-1 0-1,1 1 0,0-1 1,-1 0-1,1 0 1,-1 0-1,0-1 1,0 1-1,0-1 1,0 1-1,0-1 1,0 0-1,1-4 1,4-7-79,0-1 1,-2 0-1,6-25 1,-5 20-66,5-23-774,-1 0 0,-2-1 0,-3 0 0,1-72 0,-6 111 900,0 0 1,-1 0 0,0 0-1,0 0 1,0 0 0,0 0-1,-1 0 1,0 1 0,0-1 0,0 1-1,0-1 1,-1 1 0,0 0-1,0 0 1,0 0 0,0 0-1,-1 0 1,1 1 0,-1-1-1,0 1 1,0 0 0,0 0-1,-1 1 1,1-1 0,-1 1-1,1 0 1,-1 0 0,0 1-1,0-1 1,1 1 0,-1 0-1,0 0 1,0 1 0,-9-1-1,13 1-18,0 1 1,0-1-1,0 0 0,1 0 0,-1 1 0,0-1 0,0 0 1,0 1-1,1-1 0,-1 1 0,0-1 0,0 1 0,1-1 1,-1 1-1,0 0 0,1-1 0,-1 1 0,1 0 0,-1-1 0,1 1 1,-1 0-1,1 0 0,0 0 0,-1-1 0,1 1 0,-1 2 1,-4 25-2011,4-27 1833,0 25-4396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33 166 6131,'0'0'7030,"0"-6"-6822,-1-30 5299,1 35-5425,-4 8-26,1 0 0,0-1 0,0 1 0,0 0 0,1 1 0,1-1 0,-1 0 0,0 9 0,-3 65 463,5-67-413,-2 27 387,1 1 170,4 57 0,-3-89-585,2 0 0,-1 0 0,2 0 0,-1 0 0,1 0 1,1 0-1,-1-1 0,2 1 0,-1-1 0,12 16 0,-14-23-70,-1 0 0,1-1 0,0 1 0,-1-1 0,1 1 1,0-1-1,0 0 0,0 0 0,0 0 0,0 0 0,0 0 0,0 0 0,1 0 0,-1-1 0,0 1 0,0-1 0,1 0 0,-1 0 1,0 1-1,0-2 0,1 1 0,-1 0 0,0 0 0,1-1 0,-1 1 0,0-1 0,0 1 0,0-1 0,0 0 0,0 0 0,0 0 0,0 0 1,0 0-1,0-1 0,0 1 0,0-1 0,1-1 0,4-6-32,-1 1 0,-1-1-1,0 0 1,0 0 0,-1-1 0,0 0 0,3-10 0,17-78-877,-15 43-128,-2 1 0,-2-98 0,-5 142 943,-1 1 0,0-1 0,0 1-1,-1-1 1,0 1 0,-1 0 0,0 0-1,-8-17 1,9 23 81,0-1 0,0 1 0,0-1 0,-1 1 1,1 0-1,-1 0 0,1 0 0,-1 0 0,0 1 0,-1-1 0,1 1 0,0-1 0,-1 1 1,1 0-1,-1 0 0,1 1 0,-1-1 0,0 1 0,0 0 0,0 0 0,0 0 0,0 1 0,-7-1 1,10 1-34,0 0 0,0 0-1,0 0 1,-1 1 0,1-1 0,0 1 0,0-1 0,0 1 0,0-1 0,-1 1 0,1-1 0,0 1 0,0 0 0,0 0 0,1 0 0,-1-1 0,0 1 0,0 0 0,0 0 0,0 0 0,1 0 0,-1 1 0,1-1 0,-1 0 0,1 0 0,-1 0 0,1 0 0,-1 3 0,-1 4-670,0 0-1,1 0 1,-1 12 0,2-10-516,-4 26-4459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115 196 4866,'0'0'5173,"0"-6"-4484,0-53-57,-1 58-501,1 1 0,0-1 1,0 1-1,-1-1 0,1 1 0,0-1 0,-1 1 1,1-1-1,-1 1 0,1 0 0,-1-1 0,1 1 1,-1 0-1,1-1 0,-1 1 0,1 0 1,-1 0-1,1-1 0,-1 1 0,1 0 0,-1 0 1,0 0-1,1 0 0,-1 0 0,1 0 0,-2 0 1,-15-2 927,14 2-978,0 0 0,0 0-1,0 0 1,0 0 0,-1 1 0,1-1-1,0 1 1,0 0 0,0 0 0,-5 2-1,6-1-59,0-1 0,0 1-1,1 0 1,-1 0-1,0 1 1,1-1-1,0 0 1,-1 0 0,1 1-1,0-1 1,0 1-1,0-1 1,-1 5 0,-4 16 251,0 0 1,2 0 0,-3 47-1,6 75 1444,2-76-819,-1-55-722,1 0 0,0-1 0,0 1 1,2-1-1,5 21 0,-7-31-156,0 0 0,0 0-1,0 1 1,1-1 0,-1 0 0,1 0 0,0-1-1,0 1 1,0 0 0,0 0 0,0-1-1,1 0 1,-1 1 0,1-1 0,-1 0-1,1 0 1,0 0 0,0 0 0,0-1-1,0 1 1,0-1 0,0 0 0,1 0-1,-1 0 1,0 0 0,7 0 0,-7-1-13,1-1 1,-1 1-1,0-1 1,1 1-1,-1-1 1,0 0-1,0-1 1,0 1-1,0-1 1,0 1-1,0-1 0,0 0 1,-1 0-1,1 0 1,-1 0-1,1 0 1,-1-1-1,0 1 1,0-1-1,0 1 1,0-1-1,2-3 1,5-10-81,-1 0 0,12-31 1,-17 39 30,12-36-762,-2 0 1,-2-1-1,-1-1 1,-3 0-1,-2 0 1,-1-73-1,-4 107 584,0 0-1,-1 1 1,-1-1 0,0 1-1,-3-12 1,3 17 169,-1 0 1,1 0-1,-1 0 1,0 1 0,0-1-1,-1 1 1,1-1-1,-1 1 1,-1 1-1,-6-8 1,10 12 79,1-1-1,-1 0 1,0 0 0,0 0 0,1 1-1,-1-1 1,0 0 0,0 1 0,0-1-1,0 0 1,0 1 0,0 0 0,0-1 0,0 1-1,0-1 1,0 1 0,0 0 0,0 0-1,-1 0 1,1 0 0,0 0 0,0 0-1,0 0 1,0 0 0,0 0 0,0 0 0,0 1-1,0-1 1,0 0 0,-1 1 0,1-1-1,0 1 1,1-1 0,-1 1 0,0-1-1,0 1 1,0 0 0,0-1 0,-1 2-1,-1 2-400,0 1-1,0 0 1,0 0-1,0 0 1,1 0-1,-3 6 0,3-5-605,-8 18-4381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88 5394,'0'0'3856,"0"-4"-3496,0 2-219,0 0 0,0-1 1,0 1-1,0 0 0,0-1 1,-1 1-1,1 0 0,-1 0 1,0 0-1,-2-4 0,3 5-66,-1-1 0,0 1-1,-1 0 1,1 0-1,0 0 1,0 1 0,0-1-1,0 0 1,-1 0-1,1 1 1,0-1 0,-1 1-1,1-1 1,-1 1 0,1-1-1,0 1 1,-1 0-1,1 0 1,-1 0 0,1 0-1,-3 0 1,1 0-37,0 0 1,1 0-1,-1 0 0,1 0 1,-1 1-1,0-1 1,1 1-1,-1 0 0,1-1 1,-1 1-1,1 0 0,0 1 1,-3 0-1,2 1-15,1-1 0,0 1 0,0-1 0,0 1 0,0 0 0,0-1 0,0 1 0,1 0 0,-1 0 0,-1 5 0,-3 11 242,0 1 0,0 0 1,2 0-1,1 1 0,-1 22 1,2 106 1622,3-84-940,-1-31-333,-1-8 87,5 41 0,-4-60-591,1 0 0,1 0 0,0-1 0,0 1-1,0-1 1,0 1 0,1-1 0,0 0 0,1 0 0,7 10 0,-9-13-85,0-1 1,0 1-1,0-1 0,0 0 1,0 0-1,0 0 0,1 0 1,-1-1-1,1 1 0,0-1 1,-1 1-1,1-1 0,0 0 1,0 0-1,0 0 0,-1 0 1,1-1-1,0 1 0,0-1 1,0 0-1,0 1 0,1-2 1,-1 1-1,0 0 0,0 0 1,0-1-1,-1 0 0,1 0 1,0 1-1,3-3 0,0 0-18,1-1-1,-2 1 1,1-1 0,0-1-1,-1 1 1,1-1-1,-1 0 1,-1 0-1,1-1 1,-1 1 0,6-11-1,6-12-450,-2 0 0,-1-1-1,-1-1 1,-1 0 0,11-60 0,-15 51-996,-1-1 0,-3 0 1,-1 0-1,-5-54 1,2 87 1260,0-1 1,-1 1-1,1-1 0,-1 1 1,-1 0-1,1 0 1,-1 0-1,-1 0 1,1 1-1,-7-9 1,8 12 239,0 0 0,0 0 1,0 1-1,-1-1 0,1 1 1,-1 0-1,0 0 0,0 0 1,0 0-1,0 0 0,0 0 1,0 1-1,0-1 0,-1 1 1,1 0-1,0 0 0,-1 0 1,1 1-1,-1-1 0,1 1 0,-1 0 1,1 0-1,-1 0 0,-4 1 1,7-1 13,-1 1 1,0 0-1,1 0 1,-1-1 0,0 1-1,1 0 1,-1 0-1,1 1 1,0-1-1,-1 0 1,1 0-1,0 1 1,0-1-1,0 1 1,0-1 0,0 1-1,0-1 1,0 1-1,0 0 1,1-1-1,-1 1 1,0 2-1,-10 44 707,11-43-653,-4 33-272,3 65 0,1-55-4173,0-3-5682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24 1505,'0'0'10613,"-8"3"-8292,4 1-2126,0-1 0,0 1 0,1 1 0,-1-1 0,1 0 1,0 1-1,0 0 0,1 0 0,-3 5 0,-1 4 102,1 0-1,-4 19 1,4-5 337,1-1 0,2 1 0,2 52 0,0-37-65,0-22-282,0 7 224,0-1 0,7 38 0,-6-58-443,0-1 0,1 1 0,0-1 0,0 0 1,0 1-1,1-1 0,0 0 0,0 0 1,0-1-1,1 1 0,0-1 0,0 0 0,0 0 1,1 0-1,5 5 0,-7-8-55,-1 0-1,0-1 1,0 1-1,1-1 1,-1 0-1,1 1 1,-1-1-1,1 0 1,-1-1-1,1 1 1,0 0 0,-1-1-1,1 1 1,0-1-1,-1 0 1,1 0-1,0 0 1,0 0-1,-1-1 1,1 1-1,0-1 1,-1 0-1,1 1 1,-1-1 0,1 0-1,-1 0 1,1-1-1,-1 1 1,3-2-1,1-2-1,-1 1 0,0-1-1,0-1 1,0 1 0,-1 0-1,1-1 1,-1 0 0,-1 0-1,6-10 1,-1-4-224,0-1 1,-1 1 0,-1-1-1,7-38 1,-8 16-1067,-1-63 0,-4 93 939,-1-1 0,-1 0 0,0 1 0,0-1 0,-1 1 0,-1 0 0,-9-22 0,9 27 270,1 1 1,-1 0 0,-1 0 0,1 0 0,-1 0 0,-1 1 0,1 0 0,-1 0 0,0 0 0,0 1 0,-1 0 0,1 0 0,-15-8 0,18 12 82,1 0 1,-1 0-1,1 0 0,-1 0 1,1 0-1,-1 1 1,0-1-1,1 1 1,-1-1-1,0 1 1,-3 0-1,5 1-2,0-1 0,0 0-1,0 1 1,0-1-1,0 0 1,0 1 0,0-1-1,0 1 1,0 0-1,0-1 1,0 1 0,1 0-1,-1-1 1,0 1 0,0 0-1,1 0 1,-1 0-1,1 0 1,-1 0 0,1 0-1,-1-1 1,1 1-1,-1 0 1,1 0 0,0 1-1,-1-1 1,1 0-1,0 1 1,-3 18-504,2-1-1,1 39 1,0-24-3955,0-1-3972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9 7091,'0'0'5651,"0"0"-5585,0-1 0,-1 1-1,1-1 1,0 1 0,0-1 0,-1 1 0,1-1 0,0 1-1,-1-1 1,1 1 0,0 0 0,-1-1 0,1 1 0,-1 0-1,1-1 1,-1 1 0,1 0 0,-1-1 0,1 1 0,-1 0 0,1 0-1,-1 0 1,1-1 0,-2 1 0,-1 1-5,-1-1 0,1 1 0,0 0 0,-1 0 0,1 0 0,0 0 0,-1 1 0,1-1 0,0 1 0,0 0 0,0 0 0,0 0 0,1 0 0,-1 1 0,1-1 0,-1 1 0,1-1 0,0 1 0,0 0 0,0 0 0,-2 5 0,-4 5 95,2 0 1,0 1 0,-9 27 0,6-6 210,2 1 0,1-1 1,-2 39-1,4 106 1414,4-165-1587,0-2-57,0 6 135,0 0 0,1 0 1,1-1-1,5 24 1,-6-38-233,0-1 0,0 1 0,0-1-1,1 1 1,-1-1 0,1 1 0,0-1 0,0 0 0,0 0 0,0 1 0,1-2 0,-1 1 0,1 0 0,-1 0 0,1-1 0,0 0 0,0 1 0,0-1 0,1 0 0,-1-1 0,0 1 0,1 0 0,-1-1-1,1 0 1,0 0 0,-1 0 0,5 0 0,-4 0-13,0-1 0,0 0 0,0 0 0,0 0 0,0-1 0,0 0 0,0 1 0,0-1 0,-1-1 0,1 1 0,0 0 0,-1-1 0,1 0 0,3-2 0,0-1-10,-1 0-1,0 0 0,-1-1 0,1 1 0,-1-1 0,8-11 0,2-7-82,-2 0 0,-1-1 0,10-28 0,-6 13-676,-3-1 0,14-65 0,-23 79 105,0 0 0,-2 0 1,-1-1-1,-1 1 1,-4-34-1,3 56 603,0 1 0,0-1 0,0 1-1,0 0 1,-1 0 0,0-1 0,0 1-1,0 0 1,0 1 0,-1-1 0,1 0-1,-1 1 1,0-1 0,0 1 0,-1 0-1,1 0 1,0 0 0,-1 0 0,0 1-1,-7-4 1,2 2 99,0 0 0,0 1 0,0 0-1,0 1 1,-1 0 0,1 0 0,-1 1-1,-16 0 1,23 2-53,0-1 1,1 0-1,-1 1 0,0 0 0,0-1 0,0 1 0,1 1 1,-1-1-1,1 0 0,-1 0 0,1 1 0,-1 0 0,1-1 1,0 1-1,0 0 0,0 0 0,0 0 0,0 0 1,0 1-1,0-1 0,1 0 0,-1 1 0,1-1 0,0 1 1,-1 0-1,0 3 0,-2 5-411,1 0 0,0 0 0,1 0 0,0 0 0,-1 18 0,3-1-4165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8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23 6403,'0'0'3105,"-3"-4"-2123,0 2-762,0 0 0,0 0-1,0 0 1,0 0 0,-1 1 0,1-1-1,0 1 1,-1 0 0,1 0 0,-1 0-1,1 0 1,-1 1 0,1 0-1,-1-1 1,0 1 0,1 0 0,-1 1-1,1-1 1,-1 1 0,0-1 0,-5 3-1,5-1-124,0 1-1,0-1 0,0 1 1,0 0-1,1 1 0,-1-1 1,1 0-1,-1 1 0,-2 4 0,-23 40 457,22-35-384,2 0-1,-1 1 1,2-1-1,0 1 1,0 1-1,-2 21 1,1 90 1457,5-115-1476,0 18 555,7 50 1,-6-69-593,1 0 0,1 0 0,-1 0 0,2 0 0,-1-1 0,2 0 0,-1 1 0,10 12 0,-12-19-92,0 0 0,0 0 0,1 0 0,-1-1 0,1 1 0,0-1 0,0 0 0,0 0 0,0 0 0,0 0 0,0 0 0,1-1 0,-1 0 0,0 1 0,1-1 0,-1 0 0,1-1 0,0 1 0,-1-1 0,1 1 0,5-1 0,-4-1-5,0 1 0,-1-1 0,1 0 0,0 0 0,0-1 1,-1 0-1,1 1 0,-1-1 0,0-1 0,0 1 0,1-1 0,-1 0 0,-1 1 0,1-2 0,5-5 0,7-10-405,-1-2 1,-1 1-1,-2-2 1,0 0-1,-1 0 0,-1-1 1,-1 0-1,-1-1 0,-1 0 1,-1 0-1,4-33 1,-9 41-50,0 1-1,0-1 1,-3-18 0,2 30 415,-1 0 0,1 0 0,-1 0 0,0 0 0,-1 0 0,1 0-1,-1 0 1,1 0 0,-1 1 0,0-1 0,-1 1 0,1 0 0,-1-1-1,1 1 1,-1 0 0,-5-4 0,1 2 105,-1 1-1,1 0 1,-1 0 0,0 1-1,0 0 1,0 0 0,0 1-1,0 0 1,-1 0 0,-10 0-1,12 1-621,1 1 1,-1 0-1,0 1 0,-10 2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54 3858,'0'0'9572,"13"-54"-7779,-13 84-1345,0 24 577,0 19-513,-13 11-256,-4 6-256,4-6-128,0-3-784,6-20-2306,-3-13-4353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3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2881,'1'-2'11836,"1"12"-10935,4 58 413,-5 94 0,-3-59-2560,7-2-4274,-5-89-3063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7475,'0'0'5107,"7"165"-3410,-3-98-465,-1 2-880,-3-9-176,0-12-176,0-9-320,0-12-1168,0-12-2674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 5811,'0'0'8772,"0"-3"-8676,-3 54 384,-7 18-48,3 21 433,1 13 63,-1 2-448,-3-9-96,10-21-384,0-21-160,0-30 48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2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5603,'0'0'5634,"10"166"-4161,-10-85-385,0 15-143,0 4-385,0-7-560,0-18 0,-3-24-2049,-1-39-4754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9476,'0'0'6019,"0"171"-5267,0-93-159,0 7-465,0-7-128,0-15-32,0-18-1825,-4-18-2513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6003,'0'0'6867,"0"88"-6291,0-19-368,0 6 176,0 9-111,0 6-209,0-2-128,0-10-833,0-18-1744,0-18-3938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4626,'0'0'11846,"-17"138"-11318,11-72 272,-1 4-320,-3 2-191,3-3-113,1-12-176,6-9-48,0-21-849,0-21-1552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4306,'0'0'4629,"6"-7"1384,-3 18-5980,-1 1 1,0-1-1,0 1 0,-1 0 1,-1 19-1,0-1 154,2 332 1745,-3-189-5547,1-186-83,0-4-1662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76 5555,'0'0'4772,"8"-9"-4315,25-30-4,-30 36-406,0 0 0,0 1 0,0 0 0,0 0 0,0 0 0,0 0 0,1 0-1,-1 0 1,1 1 0,-1 0 0,1 0 0,7-2 0,-1 2 48,0 0-1,0 1 1,11 1-1,-5-1 20,-11 0-89,1 0 0,0 0 0,-1 1 0,1 0 0,-1 0 0,1 0 1,-1 1-1,8 3 0,-10-4 10,-1 1 0,1 0 0,0 0 0,-1 0 0,1 0 0,-1 0 0,1 0 0,-1 1 0,0-1 0,0 1 0,0 0 0,0-1 0,-1 1 1,1 0-1,-1 0 0,1 4 0,4 10 203,-1 1 1,-1 0 0,-1 0 0,2 32-1,-4 76 326,-3-58-310,2-52-139,-1 0 1,-1 0-1,-1 1 0,0-1 0,-1-1 0,-1 1 0,0 0 0,-1-1 0,-1 0 0,0-1 1,-12 17-1,14-23-101,0 0 1,-1 0 0,-1-1 0,1 0 0,-1 0 0,0 0 0,-1-1-1,0 0 1,1 0 0,-2-1 0,1 0 0,-1-1 0,0 0-1,0 0 1,0-1 0,0 0 0,0 0 0,-1-1 0,-18 1-1,-31-3-456,58 0 395,0 0 0,0 0 0,-1-1 0,1 1 0,0 0 0,0-1 0,-1 1 1,1-1-1,0 1 0,0-1 0,0 0 0,0 0 0,0 1 0,0-1 1,0 0-1,0 0 0,0 0 0,0 0 0,0 0 0,1 0 0,-1 0 1,0 0-1,1-1 0,-1 1 0,1 0 0,-1 0 0,1-1 0,-1 1 0,1 0 1,0-2-1,-1-5-230,0 0 1,0 0 0,2-17 0,0 9-293,-1 14 386,0-1 0,0 1 0,1 0 0,-1 0 0,1-1 0,-1 1 0,1 0 1,0 0-1,0 0 0,0 0 0,0-1 0,0 1 0,0 1 0,1-1 0,-1 0 0,1 0 0,1-2 1,17-17-3788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7 240 5955,'0'0'4714,"-1"4"-3679,-1 0-698,-2 15 1282,5-18-1510,0-1 1,0 1-1,0-1 1,0 0-1,0 1 1,0-1-1,0 0 1,0 1 0,0-1-1,0 0 1,0 0-1,1 0 1,-1 0-1,0 0 1,0 0-1,0 0 1,1-1-1,2 1 86,1 0-154,0 0 1,0 0-1,0-1 0,0 0 1,0 0-1,0 0 0,0-1 1,0 1-1,0-1 0,-1 0 1,1 0-1,-1-1 0,1 0 1,-1 1-1,0-1 1,0-1-1,0 1 0,-1-1 1,6-6-1,-2 3-398,0 0 0,-1-1 0,0 1 0,-1-1 0,0 0 0,0-1 0,-1 1 0,0-1 0,0 0 0,-1 0 0,0 0 0,-1-1 0,0 1 0,0-1 0,-1 1 0,-1-1 0,1 0 0,-1 1 0,-1-1 0,-2-11 0,3 20 347,0 0-1,0 0 1,-1 0-1,1 0 1,-1 0 0,1 0-1,-1 0 1,1 0-1,-1 0 1,0 0-1,0 0 1,1 0-1,-1 0 1,0 1 0,0-1-1,0 0 1,0 0-1,0 1 1,0-1-1,-1 0 1,-1 0-21,-1-1-1,1 1 1,-1 0 0,0 0-1,0 0 1,-4 0 0,-3 0 33,-1 1 0,0 0 0,-15 2 1,25-1 27,-1 0 1,1 0 0,-1 0-1,1 0 1,0 1 0,-1-1 0,1 1-1,0-1 1,0 1 0,0 0-1,0 0 1,0 0 0,0 0 0,1 0-1,-1 1 1,1-1 0,-2 4-1,-21 44 1152,21-40-893,1 0 0,0 0 0,1 1 0,0 0 0,0-1 0,1 1 0,2 13 0,-1 8 280,-1-18-250,1 0 1,0 0-1,1 0 0,1-1 0,0 1 0,1-1 1,0 1-1,9 16 0,-10-24-232,0 0 1,1 0-1,-1-1 0,1 1 0,0-1 1,0 0-1,1 0 0,-1 0 0,1-1 1,0 0-1,1 0 0,-1 0 0,1 0 1,-1-1-1,1 0 0,0 0 0,0-1 1,0 1-1,12 1 0,-11-2-257,-1-2 0,0 1 0,1-1 0,-1 0 0,1 0 0,11-2 0,-17 2 36,-1-1-1,1 1 1,-1 0-1,0-1 0,1 1 1,-1 0-1,0-1 1,0 1-1,1 0 0,-1-1 1,0 1-1,0-1 1,0 1-1,1-1 0,-1 1 1,0-1-1,0 1 1,0 0-1,0-1 0,0 1 1,0-1-1,0 1 1,0-1-1,0 1 0,0-1 1,0 1-1,0-1 1,0 0-1,-1-2-921,1-17-4096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1:3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7 256,'0'0'12691,"-13"-6"-12285,1 6-243,5 0-134,1 0-1,0 0 1,0 1-1,-1-1 1,-6 3-1,11-2-29,-1 0 0,1 0 0,0 0 0,0 0 0,0 1 0,0-1 0,0 1 0,0-1 0,0 1 0,0 0 0,1-1 0,-1 1 0,0 0 0,1 0 0,0 0 0,-2 3 0,-1 4 48,0 0 0,0-1 1,1 1-1,0 1 0,1-1 0,0 0 0,-1 10 0,1 67 774,2-61-765,0-21-40,1 1 0,-1-1 0,1 0 0,0 0 0,1 0 0,-1 0 0,1 0 0,0 0 0,0 0 0,0 0 0,5 6 0,-4-6-2,-1-1 1,1 1-1,-1 0 1,0 1-1,0-1 0,0 0 1,-1 0-1,0 1 0,1-1 1,-1 1-1,-1 0 1,1 4-1,-1 0-17,1-6-2,-1 0-1,0 0 1,1 0-1,-2 0 1,1 0 0,0 0-1,0 0 1,-1 0-1,1 0 1,-1-1-1,0 1 1,0 0-1,0 0 1,-1 0 0,1-1-1,-1 1 1,1-1-1,-1 1 1,0-1-1,0 1 1,0-1-1,-3 2 1,-1 1-6,0 0-1,0-1 1,-1 0-1,1 0 1,-1-1-1,0 0 1,0 0 0,-1 0-1,-13 2 1,-19-1-2519,17-4-2558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131 175 5346,'0'0'10154,"-33"21"-9823,19-6-185,2 1-1,0 0 1,-19 34-1,26-41-41,1 1 1,0 1-1,1-1 0,-1 1 1,2-1-1,0 1 0,0 0 1,0 21-1,2 169 1158,0-191-1141,0 0 0,1 0 0,0 0-1,1 0 1,0 0 0,0-1 0,1 1 0,1-1 0,-1 1 0,1-1 0,1 0 0,0-1-1,0 1 1,1-1 0,12 14 0,-15-19-75,0-1-1,0 1 1,1-1 0,-1 0-1,1 0 1,0 0-1,0 0 1,0-1 0,0 1-1,0-1 1,0 0 0,0-1-1,0 1 1,0 0 0,0-1-1,8 0 1,-6-1-27,-1 1 0,0-1 1,1 0-1,-1 0 0,0 0 1,0-1-1,0 1 1,0-1-1,0-1 0,0 1 1,0-1-1,7-5 0,6-11-133,-1 0 0,-1 0 0,-1-2-1,-1 0 1,15-28 0,-19 31-89,0 2 20,-1-1 0,-1 1 0,0-1 0,-1-1 0,-1 0 1,-1 0-1,0 0 0,-1 0 0,-2-1 0,2-32 0,-3 25 33,-2 0 0,0 0 0,-2 1 0,-1-1-1,-1 0 1,-9-26 0,4 23 77,5 12-92,-1-1 0,-1 1-1,0 1 1,-1-1 0,-18-24 0,25 40 169,0-1 1,0 1 0,0 0 0,0 0 0,-1 0 0,1-1 0,0 1 0,-1 1-1,1-1 1,-1 0 0,1 0 0,-1 0 0,1 1 0,-1-1 0,0 1 0,1 0-1,-1-1 1,0 1 0,1 0 0,-1 0 0,0 0 0,1 0 0,-1 0 0,0 0 0,0 0-1,1 1 1,-1-1 0,1 1 0,-1-1 0,0 1 0,1 0 0,-1-1 0,-2 3-1,-1 0 34,0 1-1,0 0 0,0 0 1,0 0-1,1 1 0,0 0 0,-7 9 1,-5 11-352,0 1 0,2 0 1,2 1-1,-12 33 0,9-13-3792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10853,'0'0'6912,"22"-8"-6581,7-2-359,35-18 0,-61 26-39,1 0-1,-1-1 0,0 1 0,1-1 1,-1 0-1,0 1 0,-1-1 0,1-1 1,0 1-1,-1 0 0,0-1 0,0 1 1,0-1-1,0 0 0,0 1 0,1-6 1,-1 0-785,0 0 0,-1 0 1,0 0-1,-1-18 0,0 18-418,0 343 7066,0-63-10122,0-255 556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83 7972,'0'0'6896,"-3"-13"-4759,3 10-2160,0 1 0,0 0 0,1-1 0,-1 1 0,1-1 0,-1 1 0,1-1 0,0 1 0,0 0 0,0-1 0,0 1 0,0 0 0,0 0 0,1 0 0,-1 0 0,1 0 0,-1 0 0,1 0 0,0 1-1,0-1 1,0 0 0,0 1 0,0 0 0,0-1 0,0 1 0,0 0 0,1 0 0,-1 0 0,4-1 0,4-1-63,1 1 0,0-1 0,-1 2 0,1 0 0,0 0 0,0 1 0,12 1 0,-2-1 35,-18 1 60,-1 0-1,0 0 0,1 0 1,-1 0-1,0 0 1,0 1-1,0-1 1,0 1-1,0-1 1,0 1-1,0 0 0,2 4 1,22 26 135,-25-32-142,2 5 54,1 0-1,-1 1 1,0-1-1,0 0 1,0 1-1,-1 0 0,0 0 1,0-1-1,0 1 1,-1 0-1,0 0 1,0 1-1,0 9 1,0 13 264,0-22-290,-1 1 0,1 0 0,-1-1 0,-1 1 0,1 0 0,-1-1 0,-1 1 0,1-1 0,-1 0 0,-1 1 0,-4 9 0,-9 7 8,-2-2 1,-23 25-1,-21 24 108,31-26-100,-42 51 130,65-88-164,0 1-1,0-1 1,-1-1-1,0 0 1,0 0-1,0-1 1,-1 0-1,-12 5 1,20-9-17,-1-1 1,1-1-1,0 1 0,-1 0 1,1 0-1,-1-1 1,1 0-1,0 1 0,-1-1 1,1 0-1,-1 0 1,1 0-1,-1 0 0,1-1 1,-1 1-1,1-1 1,-4-1-1,4 1-26,1 0 1,-1 0-1,1 0 1,0 0-1,-1-1 0,1 1 1,0 0-1,0-1 0,0 1 1,0-1-1,0 1 1,0-1-1,0 1 0,1-1 1,-1 0-1,1 0 1,-1 1-1,1-1 0,-1 0 1,1 0-1,0 1 0,0-4 1,-1-2-82,1 1-75,0-1-1,-1 1 0,2-1 1,1-12-1,-2 18 172,1-1 0,-1 1 0,1-1 0,-1 1-1,1 0 1,-1-1 0,1 1 0,0 0 0,0 0 0,0-1-1,0 1 1,0 0 0,0 0 0,0 0 0,0 0 0,0 0-1,0 0 1,1 0 0,-1 1 0,0-1 0,0 0 0,1 1-1,-1-1 1,1 1 0,-1-1 0,3 1 0,1-1 56,0 0 0,0 1 0,0 0 0,0 0 0,0 0 0,0 1 0,0-1-1,0 1 1,-1 1 0,1-1 0,0 1 0,0-1 0,-1 1 0,1 0 0,-1 1 0,7 4 0,2 3 323,0 1 0,-1 1-1,17 20 1,-5-5 332,-13-16-450,-2 0 95,1-1-1,0-1 0,22 17 1,-29-24-311,1 0 0,-1 0 1,1 0-1,-1-1 0,1 1 0,0-1 1,-1 0-1,1 0 0,0 0 0,0-1 1,-1 1-1,1-1 0,0 0 0,0 0 1,0 0-1,0-1 0,0 1 0,-1-1 1,6-1-1,-6 0-149,1 0-1,-1 1 1,-1-1 0,1 0 0,0-1 0,0 1-1,-1 0 1,1-1 0,-1 0 0,0 1 0,0-1-1,0 0 1,0 0 0,0 0 0,-1 0 0,1-1-1,-1 1 1,2-7 0,6-34-3900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4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61 5523,'0'0'7715,"4"-10"-6757,-1 7-928,-1-1 0,1 1-1,0-1 1,0 1 0,0 0 0,0 0 0,1 1 0,-1-1 0,1 1 0,-1-1 0,1 1-1,0 0 1,8-2 0,-3 1-58,0 1 0,0 0 0,1 1 0,-1 0 1,14 1-1,-20 0 53,0 0 0,-1 1 0,1 0 0,0-1 0,0 1 0,-1 0 0,1 1-1,-1-1 1,1 0 0,-1 1 0,1-1 0,-1 1 0,0 0 0,0 0 0,1 0 0,-2 0 0,1 0 0,0 0 0,0 1 0,-1-1 0,1 1 0,1 3 0,1 1 167,-1 0-1,0 0 0,0 1 0,-1 0 1,0-1-1,0 1 0,1 9 1,-2 1 273,0 0 1,-1 0 0,-5 34 0,3-42-334,0 0 1,-1 0-1,0 0 1,0 0 0,-2-1-1,1 1 1,-11 15 0,-2 0 19,-29 33 1,40-52-162,1 0-1,-1 0 1,0 0 0,-1-1-1,1 0 1,-1-1 0,0 1-1,0-1 1,-1 0 0,-9 3-1,17-7-43,-1 0 0,1 0 0,-1 1 0,0-1 0,1 0-1,-1 0 1,1 0 0,-1 0 0,1 0 0,-1 0 0,0 0 0,1 0-1,-1 0 1,1 0 0,-1 0 0,0 0 0,1 0 0,-1 0 0,1 0-1,-1-1 1,1 1 0,-1 0 0,0 0 0,1-1 0,-1 1-1,1 0 1,0-1 0,-1 1 0,1-1 0,-1 1 0,1-1 0,-1 1-1,1-1 1,0 1 0,-1-1 0,1 1 0,0-1 0,0 1 0,-1-1-1,1 1 1,0-1 0,0 1 0,0-1 0,0 0 0,0 1-1,0-1 1,0 1 0,0-1 0,0 0 0,0 1 0,0-1 0,0 1-1,0-1 1,0 0 0,1 1 0,-1-1 0,0 0 0,1-3-348,0 0 0,0 1 1,1-1-1,-1 0 0,1 1 1,0-1-1,3-5 0,0 5 140,-1 0 0,1 1 0,-1 0 0,1 0 0,0 0 0,0 0 0,0 1 0,1-1 0,-1 1 0,1 1 0,-1-1 0,1 1 0,0 0-1,-1 0 1,7 0 0,-6 1 363,0-1-1,0 1 0,0 0 0,0 1 0,0-1 0,0 1 0,0 0 1,-1 1-1,1-1 0,0 1 0,-1 0 0,1 1 0,-1-1 0,1 1 0,4 4 1,-4-1 179,0 0 0,-1 1 0,0-1 0,0 1 0,0 1 1,-1-1-1,0 1 0,0-1 0,-1 1 0,0 0 0,-1 1 1,3 14-1,-3-16-164,-1-1-1,0 1 1,-1-1 0,1 1 0,-1-1-1,-1 1 1,1 0 0,-1-1 0,0 1 0,-1-1-1,1 0 1,-1 1 0,-1-1 0,1 0 0,-1 0-1,0 0 1,-6 8 0,3-8-96,0 1-1,-1-1 1,0 0-1,0 0 1,-1-1-1,0 0 1,0 0 0,0-1-1,0 0 1,-1-1-1,1 1 1,-1-2-1,-18 4 1,6-2-772,-32 1 0,-20-4-4379,70-1 4762,-35 0-4835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0 7764,'0'0'6288,"-3"8"-5493,-1 4-489,-1 0 1,0 0-1,-1 0 1,0-1-1,-1 0 0,-15 20 1,-90 85 897,-10 13-874,119-126-324,0 1 1,-1-1 0,1 1-1,0-1 1,1 1-1,-1 0 1,1 0-1,0 0 1,0 0 0,0 1-1,0-1 1,1 0-1,-1 1 1,0 7 0,9-12 169,9 0-145,1-2 0,0 0 0,-1-1 0,1 0 0,28-10 0,-8 2-172,0 3 0,1 1-1,0 1 1,47 0-1,-44 2 691,-9 1-1989,-11 2-6859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5010,'0'0'4520,"-2"16"-4016,-10 247 3196,12 296 686,2-522-4006,-1-21-1342,0 1-3618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 5715,'0'0'7795,"1"-3"-6821,1-4 130,-1 10 557,-3 18-640,-12 57 264,6-43-477,-4 68-1,11-6-7,1-95-796,0 0-1,-1-1 1,1 1 0,0-1-1,1 1 1,-1 0 0,0-1-1,0 1 1,1-1 0,-1 1-1,1-1 1,-1 1 0,1-1-1,0 1 1,-1-1 0,1 0-1,0 1 1,0-1 0,0 0-1,0 0 1,0 1-1,0-1 1,0 0 0,3 1-1,0 0-7,0-1 0,0 0 0,0 0 0,0-1-1,0 1 1,0-1 0,0 0 0,5 0 0,-9 0 3,17-1-239,1-1 0,33-8 0,-38 7 139,1 0 0,-1 1 0,1 1 0,0 0 0,26 1 0,-36 1 96,0-1-1,0 1 0,0 0 0,0 1 0,0-1 0,0 1 1,-1-1-1,1 1 0,0 0 0,-1 1 0,1-1 1,-1 0-1,0 1 0,5 5 0,-4-3 15,1 1-1,-1 0 1,-1 0 0,1 0 0,-1 0-1,0 0 1,0 1 0,1 7-1,1 7 132,0 0 0,-2 1 0,-1 0 0,0 35 0,-2-50-115,0 0 0,0-1 0,0 1 0,-1 0 0,0-1 0,0 1 0,-1-1 0,0 1 0,0-1 0,-1 0 0,1 0 0,-1 0 0,-1 0 0,1 0 0,-1-1 0,0 1 0,0-1 0,-9 8 0,7-7-16,-1-1 0,1 0-1,-1-1 1,0 0 0,0 0-1,-1 0 1,1-1 0,-1 0-1,-15 3 1,4-2-137,0-2-1,-1 0 1,-20-1-1,32-1-66,1-1-1,0 1 1,0-1-1,0 0 1,1-1-1,-1 1 1,0-1-1,0-1 0,1 1 1,-1-1-1,1 0 1,-12-8-1,14 7-202,0 1-1,0-1 1,1 0-1,-1 0 1,1 0 0,0-1-1,0 1 1,0-1-1,0 0 1,1 0 0,0 0-1,0 0 1,0 0-1,1 0 1,-1 0 0,1-1-1,0-6 1,0-19-3962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13606,'0'0'6595,"208"90"-6451,-162-90-80,-2 0-128,-14 0-1424,-13 0-1634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 4434,'0'0'7958,"-4"0"-7445,-15 0-187,9-1-60,-1 1 0,0 0-1,0 0 1,1 1 0,-1 1-1,0 0 1,1 0 0,0 1 0,-1 0-1,-17 10 1,15-5-99,0 1 0,1 0 0,1 1 0,-1 0-1,2 1 1,-1 1 0,2-1 0,-1 2 0,2-1 0,-1 1 0,2 0 0,0 1-1,1 0 1,0 0 0,1 0 0,0 1 0,1 0 0,1 0 0,-2 19 0,3-7 250,1 1 0,1 0 0,1 0 0,7 38 0,-6-56-316,1 0-1,0 0 1,0 0-1,0 0 1,2 0-1,-1-1 1,1 1-1,0-1 1,1 0 0,0-1-1,1 0 1,0 0-1,0 0 1,14 11-1,-16-15-94,1-1 0,0 1-1,0-1 1,0 0 0,0-1-1,0 0 1,0 1 0,1-2-1,-1 1 1,1-1 0,0 0 0,-1-1-1,1 1 1,0-1 0,-1-1-1,1 1 1,0-1 0,-1 0-1,1-1 1,-1 0 0,1 0-1,-1 0 1,0 0 0,0-1 0,0 0-1,0-1 1,-1 1 0,1-1-1,5-5 1,-3 0-117,0 1 0,-1-1 0,0-1 1,-1 0-1,0 0 0,0 0 0,-1-1 0,-1 1 1,1-1-1,3-16 0,-5 11-960,0-1 1,0 0-1,-1-31 1,-2 48 990,0-1 0,0 0 0,0 1-1,0-1 1,0 0 0,-1 1 0,1-1 0,0 0 0,0 1 0,-1-1 0,1 0 0,0 1 0,-1-1 0,1 1-1,-1-1 1,1 0 0,0 1 0,-1-1 0,1 1 0,-1 0 0,0-1 0,1 1 0,-1-1 0,1 1 0,-1 0-1,0-1 1,0 1 0,-2-1-20,1 0 1,-1 1-1,0-1 0,1 1 0,-1 0 0,0 0 1,1 0-1,-4 0 0,1 0 65,0 1-1,0 0 1,0 0-1,0 0 1,0 1-1,0 0 1,1 0-1,-9 4 1,6 0 37,0 1 1,0-1-1,1 1 1,0 1-1,0-1 1,-5 9-1,-29 57 246,27-50-87,5-9-169,1 1 0,0 0 0,1 0 0,0 1 0,1-1 0,-3 22 0,4-19-2940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9588,'0'0'8324,"33"6"-7833,109 18-387,-114-20-110,-1-1 0,1-2 0,33-2 0,-14 0-173,-20 1-837,-26 0 480,-1 3-230,-1 6 709,-1 0-1,1-1 1,-2 1 0,1 0 0,-1-1-1,-1 0 1,1 1 0,-7 9-1,-4 11 134,-71 176 1280,65-149-1044,-21 99-1,36-106-2482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15 8132,'0'0'5341,"11"2"-5080,168 5 1268,-172-7-1503,-1 1 0,0-1 0,0 1 0,0 0 0,0 1 1,0 0-1,0 0 0,0 0 0,-1 0 0,11 7 0,-13-7 27,0 0-1,-1 0 1,1 0-1,-1 0 1,1 0-1,-1 1 1,0-1 0,0 1-1,0 0 1,0 0-1,0-1 1,0 1-1,-1 1 1,0-1-1,1 0 1,-1 0 0,0 0-1,-1 1 1,1-1-1,-1 0 1,1 6-1,-1-2 70,0-1-1,0 1 1,-1 0-1,-2 11 0,2-15-89,-1 0 0,1 0 0,-1 0 0,1 0 0,-1 0 0,0 0 0,0-1 0,0 1-1,0-1 1,-1 1 0,-4 3 0,-262 203 548,266-206-573,-12 7 16,1 2-1,1 0 1,-24 26 0,33-33 12,0 1 0,0-1 0,1 1 0,-1 0 0,2 0 0,-1 0 0,0 1 0,1-1 0,0 1 0,1-1 0,0 1 1,-1-1-1,1 12 0,1-5 55,-1-9-36,1 0 0,0 0 0,0 0 0,0 0 0,0 0 0,1 0 0,-1 0-1,1 0 1,0 0 0,0 0 0,1 0 0,-1 0 0,1 0 0,0-1 0,0 1 0,0-1-1,0 1 1,0-1 0,4 3 0,-1-1 5,1 0 0,0-1-1,0 0 1,0 0 0,1-1 0,-1 0-1,1 0 1,0 0 0,0-1 0,10 2-1,1 0 12,1-2-1,-1 0 0,20-1 0,-30-2-60,0 0-1,-1 0 0,1-1 0,-1 0 1,0 0-1,1-1 0,-1 0 0,0 0 1,-1-1-1,1 1 0,-1-2 0,1 1 1,-1-1-1,0 0 0,9-10 1,-5 4-155,0 0 0,-1 0 0,-1-1 0,0 0 0,0-1 0,-1 0 0,8-22 0,-11 22-363,-1 1-1,-1-1 1,0 0 0,-1 0-1,0 0 1,-1-17-1,0 16-96,-1 9 444,0 0 0,1-1 0,-2 1 0,1 0 0,-1 0 1,1 0-1,-1 0 0,-1 0 0,1 0 0,-1 1 0,0-1 1,0 1-1,0 0 0,0 0 0,-1 0 0,0 0 1,1 0-1,-2 1 0,-7-6 0,-9-5 108,-1 1 0,-46-20-1,37 19 346,-7-4 203,24 13-236,1-1 1,-1-1-1,1 0 0,1 0 1,-17-14-1,27 18-187,-1 1 0,1-1 1,0 0-1,0 0 0,0 0 0,0 0 0,1-1 0,-1 1 1,1 0-1,0-1 0,0 1 0,0-1 0,0 1 1,1-1-1,0 1 0,-1-1 0,1 1 0,1-6 0,-1 5-55,0 0 0,1 0 0,0 0 0,0-1 0,0 1 0,0 0-1,1 1 1,-1-1 0,1 0 0,0 0 0,0 1 0,0-1 0,1 1-1,-1 0 1,4-4 0,0 2-101,0 0 0,1 1 0,-1 0 0,1 0 0,0 0 0,0 1 0,1 0 0,-1 1 0,10-3 0,-6 3-1158,-1 0-1,1 0 1,15 1-1,-4 1-6229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6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347 115 7331,'0'0'6675,"0"-9"-6507,0-60 865,0 67-1008,0 1 0,0 0 0,0 0 0,0 0 0,-1 0 0,1 0 0,0 0 0,-1 0 0,1 0 0,-1 0 0,1 0 0,-1 0 0,1 0 0,-1 0 0,0 0 0,1 1 0,-1-1 0,0 0 0,0 0 0,-1 0 0,-1-1 7,0 0-1,1 1 1,-1 0 0,0 0-1,0-1 1,0 2 0,-4-2-1,-6 0 38,1 1 0,-22-1-1,34 2-65,-2 0 1,-14 0 40,0 1 0,-19 2 1,29-2-34,1 1 0,-1-1 1,1 1-1,-1 0 1,1 1-1,0-1 1,0 1-1,0 0 0,-8 6 1,3-1 36,1 1-1,-1-1 1,1 2 0,1-1-1,-1 1 1,2 1 0,-1-1 0,2 1-1,-1 1 1,2-1 0,-1 1 0,2 0-1,-1 0 1,2 1 0,0-1-1,0 1 1,-1 17 0,3-13 58,-1 1 227,2-1 0,0 1 1,3 24-1,-3-38-261,1-1 0,0 1 0,-1 0 1,2 0-1,-1-1 0,0 1 0,1 0 0,0-1 0,-1 1 0,1-1 0,1 0 0,-1 0 0,0 0 1,1 0-1,0 0 0,-1 0 0,1-1 0,0 1 0,0-1 0,7 4 0,-3-3-52,-1 0-1,1-1 1,-1 0-1,1 0 1,0-1-1,-1 0 1,1 0-1,0 0 1,0-1 0,0 0-1,0 0 1,10-2-1,-8 0-24,0-1-1,0 0 1,0 0 0,0-1-1,-1 0 1,1 0 0,-1-1 0,8-6-1,7-8-611,-1-1 0,-1 0 0,0-2 1,29-40-1,-43 53-122,0-1 0,0 0 1,-1 0-1,0 0 1,-1 0-1,0-1 0,0 0 1,-1 0-1,-1 0 0,0-1 1,0 1-1,-1-1 1,0-21 6886,-5 45-5336,4 64 1771,-2 84-1469,-2-128-1110,0 0 0,-16 62 0,-48 109 57,57-178-78,-2-2 1,0 0-1,-1 0 0,-1-1 0,-1-1 1,-20 22-1,31-39-68,0 0 0,0 0 0,0-1 0,-1 1 0,1-1 0,-1 0 0,0-1 0,0 1 0,0-1 0,0 0 0,-8 3 0,7-4-631,0 0 1,-1 0 0,1-1 0,-1 0-1,-9 0 1,-21-5-7689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6211,'0'0'5786,"-1"4"-5521,-4 35 365,-32 291 3990,30-37-2750,11-307-3615,4-29-1117,-4-12-2709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80 8548,'0'0'7369,"0"0"-7290,1-1 0,-1 1 1,0 0-1,0 0 1,0 0-1,0 0 1,1 0-1,-1 0 1,0 0-1,0 0 0,0 0 1,1 0-1,-1 0 1,0 0-1,0 0 1,0 0-1,0 0 0,1 0 1,-1 0-1,0 0 1,0 0-1,0 0 1,0 0-1,1 0 1,-1 1-1,0-1 0,0 0 1,0 0-1,0 0 1,0 0-1,1 0 1,-1 0-1,0 0 0,0 1 1,0-1-1,0 0 1,0 0-1,0 0 1,0 1-1,-16 50 186,9-33-157,1 1 1,1 1-1,-5 38 1,8 47 769,2-69-478,0-23-234,1 1 1,0-1 0,1 1-1,0-1 1,1 0-1,8 24 1,-9-32-137,0-1 0,0 1 0,0 0 0,1-1 0,0 0 0,0 1 0,0-1 0,1 0 0,-1-1 0,1 1 0,0 0 0,0-1-1,0 0 1,1 0 0,-1-1 0,1 1 0,-1-1 0,1 0 0,0 0 0,8 2 0,-8-2-24,0-1-1,0-1 0,0 1 0,0-1 1,0 0-1,0 0 0,0 0 0,0-1 0,-1 0 1,1 0-1,0 0 0,0 0 0,-1-1 0,8-3 1,-6 2 4,0-1 0,-1 0 0,1 0 1,-1-1-1,0 1 0,0-1 0,0 0 1,-1-1-1,5-6 0,4-10-204,-1 0 0,-1-1 0,-1 0 0,10-36 0,-12 32-559,-1 0 0,-1 0 1,-1 0-1,-2-1 0,-1 0 0,-2-54 1,-1 77 651,0-1 0,-1 1 0,1-1 0,-1 1 0,0 0 0,0 0-1,-1 0 1,1 0 0,-1 0 0,0 0 0,0 1 0,-1-1 0,0 1 0,1 0 0,-1 0 0,-1 0 0,1 1 0,0 0 0,-1-1 0,0 2 0,-9-6 0,5 4 145,1 0-1,-1 1 1,0 0 0,0 1 0,-1-1-1,1 2 1,0-1 0,-1 1 0,1 1-1,-1 0 1,1 0 0,-14 2 0,18-1-49,1 1 0,0-1 1,0 1-1,0-1 0,0 1 1,0 0-1,0 1 1,1-1-1,-1 0 0,-3 5 1,-31 33-1534,33-34 1019,-22 27-3547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6531,'0'0'7235,"0"159"-6162,0-81 175,0 10-399,0-1-33,4-3-32,6-18-687,0-18-49,3-24-48,-3-15-609,0-9-911,-7-24-5972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7443,'0'0'6948,"-6"18"-6180,2 24-160,4 15 81,0 18 543,0 13-239,0 5-337,0-3-368,0-12-288,0-21-368,4-24-2081,2-17-3906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7075,'0'0'5363,"3"21"-4763,1 8-423,22 196 2946,-22-110-1528,6 69-279,-9-180-1356,5 27 200,-6-30-198,0 0-1,1 0 1,-1 0 0,0 0-1,1 0 1,-1-1 0,1 1-1,-1 0 1,1 0 0,0-1 0,-1 1-1,1 0 1,0 0 0,-1-1-1,1 1 1,0-1 0,0 1-1,-1-1 1,1 1 0,0-1-1,0 0 1,0 1 0,0-1 0,0 0-1,0 1 1,0-1 0,1 0-1,-1 0-53,-1 0-1,1 0 0,-1 0 1,1 0-1,-1 0 0,1 0 1,-1 0-1,1 0 0,0-1 1,-1 1-1,1 0 0,-1 0 0,1-1 1,-1 1-1,0 0 0,1 0 1,-1-1-1,1 1 0,-1 0 1,1-1-1,-1 1 0,0-1 1,1 1-1,-1-1 0,0 1 1,1-2-1,11-36-4680,-4-9-6152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2:5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13 8468,'0'0'7654,"15"-2"-7449,-1-1-164,0 0-7,0 1 1,-1 1 0,1 0-1,0 0 1,25 3 0,-35-1 25,-1 0 0,1 0 1,-1 1-1,0-1 0,1 1 1,-1-1-1,0 1 1,0 0-1,0 0 0,-1 1 1,1-1-1,0 0 0,-1 1 1,0 0-1,1-1 1,-1 1-1,0 0 0,0 0 1,-1 0-1,1 1 1,-1-1-1,1 0 0,-1 1 1,0-1-1,0 1 0,0 6 1,0-2 53,0 0 1,0 0 0,-1 1 0,0-1-1,-1 0 1,0 0 0,0 0-1,0 1 1,-1-1 0,-1 0 0,-3 9-1,-2-2-64,-1-1-1,0 0 0,-1 0 0,0-1 1,-1-1-1,-14 14 0,-2-1-221,-51 37-1,61-51-304,0-1-1,-1-1 1,-33 13-1,49-20 89,8-2 435,0 0-55,207-12 1039,-96 12-795,-117 0-326,1-1 0,0 1 1,-1 0-1,1 0 0,0 0 1,-1 0-1,1 0 0,0 0 1,-1 0-1,1 0 0,0 0 1,-1 0-1,1 0 1,0 0-1,-1 0 0,1 1 1,0-1-1,-1 0 0,1 0 1,0 1-1,-1-1 0,1 0 1,-1 1-1,1-1 1,-1 1-1,1-1 0,-1 1 1,1-1-1,-1 1 0,0-1 1,1 1-1,-1-1 0,1 1 1,-1 0-1,0-1 0,0 1 1,1 0-1,-1 0 1,1 9-6220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6675,'0'0'6128,"0"-6"-5560,0-12-5,0 21 474,0 43 261,0 117 868,23 169 0,-22-319-2128,-1-11-38,0 0 0,0 0 0,0-1 0,0 1 0,1 0 0,-1 0 0,1 0 0,-1-1 0,1 1 0,-1 0 0,1-1 0,1 3 0,-2-4-3,0 0-1,0 0 1,0 0 0,1 0 0,-1 0-1,0 1 1,0-1 0,0 0 0,0 0-1,0 0 1,0 0 0,0 0 0,0 0-1,0 0 1,0 0 0,1 0 0,-1 0-1,0 0 1,0 0 0,0 0 0,0 0-1,0 0 1,0 0 0,0 0 0,0 0-1,1 0 1,-1 0 0,0 0 0,0 0-1,0 0 1,0 0 0,0 0 0,0 0-1,0 0 1,0 0 0,0 0 0,1 0-1,-1 0 1,0-1 0,0 1 0,0 0-1,0 0 1,0 0 0,0 0 0,0 0-1,0 0 1,0 0 0,0 0 0,0 0-1,0 0 1,0-1 0,0 1 0,0 0-1,0 0 1,0 0 0,0 0 0,0 0-1,0 0 1,0 0 0,0 0 0,0-1-1,2-10-338,-1-77-3759,-1 34-2016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29 192,'4'-2'15289,"20"-13"-14384,-18 12-694,0 1-1,1 0 1,-1 1-1,0 0 1,1-1 0,-1 2-1,1-1 1,-1 1-1,1 0 1,-1 1-1,1-1 1,7 3-1,-13-2-170,0-1 0,1 1 0,-1 0 0,0 0-1,0 0 1,0 0 0,0 1 0,-1-1 0,1 0 0,0 0-1,0 0 1,-1 1 0,1-1 0,-1 0 0,1 1-1,-1-1 1,1 1 0,-1-1 0,0 0 0,0 1-1,0-1 1,0 1 0,0-1 0,0 1 0,0-1-1,-1 3 1,2 2 67,-1 9-24,0 0-1,-1 0 0,0 0 0,-1 0 1,-5 17-1,6-27-188,0 0 0,-1 0 0,0 0 0,0-1 0,0 1 0,0-1 0,-1 1 0,0-1 0,0 0-1,0 0 1,0 0 0,-1 0 0,0-1 0,1 0 0,-1 1 0,0-1 0,-1-1 0,1 1 0,-5 2 0,8-5-4,1 1 1,-1-1-1,1 0 1,-1 0-1,1 1 0,-1-1 1,1 0-1,-1 0 1,1 0-1,-1 1 1,0-1-1,1 0 0,-1 0 1,1 0-1,-1 0 1,0 0-1,1 0 1,-1 0-1,1 0 1,-1-1-1,0 1 0,1 0 1,-1 0-1,1 0 1,-1-1-1,1 1 1,-1 0-1,1 0 0,-1-1 1,1 1-1,-1-1 1,1 1-1,-1 0 1,1-1-1,0 1 0,-1-1 1,1 1-1,0-1 1,-1 1-1,1-1 1,0 1-1,0-1 0,-1 1 1,1-2-1,0 0-72,0 1-1,-1-1 1,1 1-1,0-1 0,1 0 1,-1 1-1,0-1 1,0 1-1,1-1 1,-1 0-1,1 1 1,-1-1-1,1 1 0,0-1 1,1-1-1,1-1 92,0 1 1,1 0-1,0 0 0,0 1 0,-1-1 0,2 1 0,-1-1 0,0 1 0,0 1 1,1-1-1,-1 1 0,1-1 0,-1 1 0,1 0 0,4 0 0,-1 0 446,0 0 0,0 1 0,0-1 0,0 1-1,0 1 1,0 0 0,0 0 0,11 3 0,-16-2-198,1-1 0,-1 1 0,1 0 0,-1 1 0,0-1 0,0 0 0,0 1 0,0-1 0,-1 1 0,1 0 0,-1 0 0,1 0 0,-1 1 1,0-1-1,0 0 0,-1 1 0,3 6 0,0 1 255,0 0 1,-2 1 0,1-1-1,1 22 1,-1-4 145,-2 0 0,0 0 0,-2 1 0,-9 52 1,9-77-587,-1 1 0,1-1 0,-1 0 0,-1 0 0,1 0 0,-1-1 0,0 1 1,0-1-1,0 1 0,0-1 0,-1 0 0,0 0 0,0 0 0,0-1 0,0 1 1,0-1-1,-1 0 0,0 0 0,1-1 0,-1 0 0,0 1 0,0-1 0,-1-1 1,1 1-1,0-1 0,0 0 0,-1 0 0,-10 0 0,13-1-215,1 0 0,-1 0 0,0 0-1,0-1 1,1 1 0,-1-1 0,0 0-1,1 1 1,-1-1 0,0 0 0,1-1 0,-1 1-1,1 0 1,0-1 0,-1 1 0,1-1-1,0 0 1,0 0 0,0 0 0,0 0 0,0 0-1,1 0 1,-3-3 0,-15-30-5546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4178,'0'0'7707,"1"-4"-6821,1-10 53,-1 11 1828,-1 9-2626,0 479 1839,-1-478-2006,3 25 161,-2-32-148,0 1-1,0-1 1,0 1-1,0-1 1,0 1-1,0-1 1,1 1-1,-1 0 1,0-1 0,0 1-1,0-1 1,1 1-1,-1-1 1,0 1-1,1-1 1,-1 0-1,0 1 1,1-1-1,-1 1 1,1-1-1,-1 0 1,1 1-1,-1-1 1,0 0-1,1 1 1,-1-1 0,1 0-1,0 0 1,-1 1-1,1-1 1,-1 0-1,1 0 1,-1 0-1,1 0 1,-1 0-1,1 0 1,0 0-1,-1 0 1,1 0-1,0 0 1,0 0-64,-1-1-1,1 1 1,0 0-1,0-1 1,0 1 0,-1 0-1,1-1 1,0 1 0,-1-1-1,1 1 1,0-1 0,-1 0-1,1 1 1,-1-1-1,1 0 1,-1 1 0,1-1-1,0-1 1,11-35-3407,-1-10-4499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7507,'0'0'5958,"-2"27"-4443,-6 91-248,4-89-792,0-1-1,-13 42 0,12-55-235,1 1 1,1 0-1,0 0 1,-1 28-1,4-42-204,0-1 1,0 1-1,0-1 0,0 1 0,0-1 0,0 1 0,0-1 1,0 1-1,1-1 0,-1 1 0,0-1 0,1 1 0,0-1 0,-1 0 1,1 1-1,0-1 0,-1 0 0,1 0 0,0 1 0,2 1 0,-1-2-10,1-1-1,-1 1 0,1 0 0,-1-1 1,1 1-1,-1-1 0,1 0 0,-1 0 1,1 0-1,3 0 0,4 0-42,11 0-83,-1-1 0,1 0-1,-1-1 1,0-2 0,0 0-1,24-8 1,-26 6-714,38-13-1618,-20 13-3985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7203,'0'0'5859,"-40"160"-4706,30-79 63,0 24-304,0 4 49,3 2-769,1-15-160,6-24-32,0-18-608,0-26-2049,0-19-689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2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 5218,'0'0'7812,"-3"-2"-7302,3 2-496,0 0 1,0-1 0,-1 1-1,1 0 1,0 0 0,-1 0 0,1 0-1,0-1 1,-1 1 0,1 0 0,0 0-1,-1 0 1,1 0 0,0 0 0,-1 0-1,1 0 1,0 0 0,-1 0 0,1 0-1,0 0 1,-1 0 0,1 1 0,0-1-1,-1 0 1,1 0 0,0 0 0,-1 0-1,1 1 1,0-1 0,0 0-1,-1 0 1,1 0 0,0 1 0,0-1-1,-1 0 1,1 0 0,0 1 0,0-1-1,0 0 1,-1 1 0,1-1 0,0 0-1,0 1 1,-8 25 491,1 40 380,7-65-864,-13 389 2464,13-388-2571,0-5-326,0-40-3097,0 8-1084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7668,'0'0'8467,"-16"23"-7888,-51 70-96,63-88-430,1 0 0,1 0 1,-1 0-1,1 0 0,-2 6 0,4 7 208,1-8-139,-1-7-113,0-1 0,0 1 1,1 0-1,-1-1 0,1 1 1,0 0-1,-1-1 0,1 1 0,0-1 1,0 1-1,1-1 0,-1 1 0,1-1 1,-1 0-1,1 0 0,0 0 1,-1 0-1,1 0 0,0 0 0,5 3 1,1 0-30,1 0 0,1 0 1,-1-1-1,13 4 1,18 9 34,-12-2-12,-1 2-1,-1 0 1,36 32 0,-60-46 3,1-1 0,-1 1 0,0 0 1,0-1-1,0 1 0,-1 0 0,1 0 1,-1 0-1,1 0 0,-1 1 1,0-1-1,1 5 0,-2-7-3,0 0 0,0 1 0,1-1-1,-1 0 1,0 1 0,0-1 0,0 0 0,0 1 0,-1-1 0,1 0 0,0 0-1,0 1 1,-1-1 0,1 0 0,-1 0 0,1 0 0,-1 1 0,0-1-1,1 0 1,-1 0 0,0 0 0,0 0 0,0 0 0,0 0 0,0 0-1,0-1 1,0 1 0,0 0 0,0 0 0,0-1 0,0 1 0,0-1-1,-2 2 1,-15 1-320,0 0-1,0 0 1,0-2-1,0 0 1,-1-2-1,-20-2 1,32 3-273,1-1 0,-1 0 0,1 0-1,-1-1 1,1 0 0,0 0 0,0 0 0,0-1 0,-6-3 0,-13-12-4765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0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12102,'0'0'928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 5843,'0'0'11042,"-4"0"-9748,-5 3-19,21-3-501,42 0-57,-29 0-394,119-11 384,0 1-3086,-169 10-15824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8340,'0'0'7971,"177"12"-6178,-117-12-960,-3 0-465,-7 0-368,-7 0-16,-13 0-1185,-13 0-2288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11317,'0'0'6742,"30"-25"-6547,94-84-692,-118 104 302,0 0 0,0-1 0,-1 1 0,0-1 0,0-1 0,-1 1 0,0-1 0,0 0 0,0 1-1,-1-2 1,0 1 0,2-8 0,0 0-489,-2 7 335,-1 1 0,0 0 0,0-1 0,-1 0 0,0 1 0,0-12 0,-1 18 1021,0 2 419,0 57 1010,0 159 2380,15 105-2907,-7-114-3202,-8-200 693,-1 0 0,1 0 0,-2 0 0,1 0 0,-1 0 0,0 0 0,-3 7 0,-9 16-9169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6371,'0'0'12534,"187"6"-11990,-130-6-432,-7 0-112,-10 0-272,-20 0-913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18 3330,'0'0'9089,"0"-12"-6515,0 6-1937,0 8 618,-22 250-1270,5-107 38,6-29-32,-19 357-409,31-496-885,7-35 0,-1-5-2000,-3-8-3076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2753,'0'0'3615,"5"-18"-2553,16-55 173,-14 58 611,-1 13-1002,2 17-310,-7-14-332,133 371 5684,-109-297-5129,29 95 583,75 201-191,-125-363-1134,0 4-145,-7-12-2271,0 0 1822,-1-1-1,1-1 1,-1 1-1,1-1 1,-1 1-1,1-1 1,0 0-1,0 0 1,0 0-1,-4-4 1,-5-3-1520,-33-23-6246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3121,'0'0'14311,"204"-48"-14247,-164 30-64,-7-3-1201,-6-3-2160,-7 0-4259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3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43 6819,'0'0'6707,"1"-8"-5928,0 3-1014,4-22 2126,-4 24-1293,0 4-121,0 18-220,-3 192 803,11 368 1509,-8-569-2561,-1 4 7,1-1-1,1 1 0,0-1 0,5 16 1,-2-20 66,-2-8-201,-1-7-658,-1-29-579,0 10-272,-1-1 0,-1 1 0,-5-26 0,3 38-165,-1 0-1,-11-22 1,15 34 1780</inkml:trace>
  <inkml:trace contextRef="#ctx0" brushRef="#br0" timeOffset="1">0 419 272,'0'0'18537,"197"-9"-17641,-146 3-816,-5-3-48,-6 0-32,-3 0-912,-10 0-1505,-10 3-5251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6707,'0'0'8166,"0"-6"-7309,0-18-198,0 18 523,0 8-974,1 23 236,7 39-1,0-13-31,1 36 240,48 380 2274,-54-438-2848,-2-18-42,0 0 1,1 0-1,0 0 0,0 0 0,1 0 0,1-1 1,8 19-1,-5-21-240,-4-13-665,-2-16-1038,-1 16 1717,-2-32-3238,-3 1-2033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1 332 10069,'0'0'6677,"20"-15"-6028,67-50-417,-79 58-230,0 0 0,-1-1 1,0 0-1,0 0 0,-1 0 1,0-1-1,0 0 0,-1-1 1,0 1-1,-1-1 0,0 0 1,3-11-1,2-6-246,-5 18-114,-2-1 1,1 1-1,-1-1 0,-1 0 0,0 1 0,0-1 0,-1-11 1,0 21 347,0-1 0,0 0 0,0 1 0,0-1 0,0 1 0,-1-1 0,1 1 0,0-1 0,0 1 0,-1-1 0,1 1 1,0-1-1,-1 1 0,1-1 0,0 1 0,-1-1 0,1 1 0,-1 0 0,1-1 0,-1 1 0,1-1 0,-1 1 0,1 0 0,-1 0 0,1-1 0,-1 1 1,1 0-1,-1 0 0,1 0 0,-1 0 0,0 0 0,1-1 0,-1 1 0,-24 0 77,16 1-66,4-2 8,-1 1 0,1 1 0,-1-1 0,1 1-1,-1 0 1,-10 3 0,13-3 1,1 1-1,0-1 1,-1 0-1,1 1 0,0 0 1,0 0-1,0-1 1,0 1-1,1 0 1,-1 0-1,0 1 1,1-1-1,0 0 0,-1 1 1,1-1-1,0 0 1,-1 4-1,-2 10 224,0-1 0,1 0-1,1 1 1,0 0 0,1 0 0,2 25-1,0-15 287,-1-6-52,1 0-1,1-1 1,0 1 0,2-1-1,7 23 1,-8-31-272,1 0 0,1-1 0,0 1-1,1-1 1,0 0 0,0 0 0,1-1 0,0 0 0,1 0 0,9 8 0,-13-13-162,1 0 0,0-1 0,0 0 0,0 0 0,0 0 0,0 0 0,1-1 0,-1 0 0,1 0 0,-1-1 0,1 1 0,0-1 1,0-1-1,6 1 0,-7-1-58,-1 0 1,0 0-1,0 0 1,1-1-1,-1 0 0,0 0 1,0 0-1,0 0 1,0-1-1,0 0 1,0 0-1,-1 0 1,1 0-1,0 0 1,-1-1-1,0 1 1,1-1-1,-1 0 0,5-7 1,0-2-668,-1 0 0,0-1 0,-1 0-1,-1 0 1,0-1 0,6-26 0,-2-19-4676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218 129 8836,'0'0'4071,"0"-13"-3481,0-41 10,0 19 2860,0 35-3393,-20 0 34,-4-1-141,16 0 43,0 1 1,0 0-1,0 0 0,0 1 0,0 0 1,0 0-1,0 1 0,-11 4 1,14-3 17,-1 0-1,1 1 1,0-1 0,0 1 0,0 1-1,1-1 1,0 1 0,-1-1 0,2 1-1,-1 0 1,0 1 0,1-1 0,0 1-1,0-1 1,1 1 0,0 0 0,0 0-1,-2 11 1,-2 8 426,2 0-1,1 1 0,1 31 0,1 87 2086,1-143-2514,0 1 0,0-1 1,0 0-1,0 1 0,0-1 0,0 0 0,1 1 0,-1-1 0,0 0 0,1 0 1,-1 1-1,1-1 0,-1 0 0,1 0 0,0 0 0,0 1 0,-1-1 0,2 1 0,-1-2-13,0 1-1,0-1 1,0 0-1,0 1 1,0-1-1,0 0 1,0 0-1,0 0 0,0 0 1,0 0-1,0 0 1,0 0-1,0 0 1,0 0-1,0 0 1,0-1-1,0 1 0,0 0 1,0-1-1,0 1 1,0 0-1,0-1 1,-1 1-1,1-1 1,0 0-1,1 0 0,4-5-29,0 0 0,0 0 0,-1 0 0,0-1 0,0 0 0,0 0 0,-1-1 0,0 1 0,6-16 0,-7 16-71,122-306-8364,-114 281 7561,-2 151 6347,1 13-2967,-6-96-2061,3 0 0,0-1-1,2 0 1,23 57 0,-29-85-405,1-1 1,-1 1-1,1-1 0,1 1 0,6 7 0,-9-12-50,0 0 1,0 0-1,0 0 0,1 0 1,-1-1-1,1 1 0,-1-1 1,1 1-1,0-1 0,-1 0 0,1 0 1,0 0-1,0 0 0,0-1 1,4 1-1,-7-1-30,1 0 0,0 0 0,0 0 0,-1 0 0,1 0 0,0 0 0,-1 0 0,1 0 0,0-1 0,-1 1 0,1 0 0,0 0 0,-1-1 0,1 1 0,0-1 0,-1 1 1,1 0-1,-1-1 0,1 1 0,-1-1 0,1 1 0,-1-1 0,1 0 0,-1 1 0,0-1 0,1 1 0,-1-1 0,0 0 0,1 1 0,-1-1 0,0 0 0,0 0 0,0 1 0,1-1 0,-1-1 0,0-29-1716,0 22 979,-2-29-3275,-6 4-469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7059,'0'0'11080,"-21"20"-10728,21-20-352,-83 89 77,80-86-79,0 0-1,1 0 1,-1 0-1,1 0 1,0 1-1,0-1 1,0 1-1,0 0 0,1-1 1,0 1-1,-1 0 1,2 0-1,-1 0 1,0 0-1,1 0 0,-1 0 1,1 0-1,0 0 1,1 4-1,0 7-15,-2-10 13,1 0 0,0 0 0,1 0 0,-1 0 0,1 0 0,0-1 0,0 1-1,1 0 1,-1 0 0,1 0 0,0-1 0,0 1 0,1-1 0,-1 0 0,1 0 0,0 0 0,0 0 0,1 0 0,-1 0 0,7 4-1,26 23 31,-20-19 17,-1 2 0,0-1 0,19 25-1,-32-34-46,1 0 0,-1 0 0,-1 0 0,1 0 0,0 1 0,-1-1 0,0 1 0,1 4 0,-2-7-27,1 1 1,-1-1-1,0 1 1,0-1-1,0 1 1,0-1-1,0 0 1,0 1-1,-1-1 1,1 1-1,-1-1 1,0 0-1,1 1 1,-1-1-1,0 0 0,-2 3 1,0-2-107,-1 0 0,1 0 0,-1-1 0,0 1 0,0-1 0,0 0 0,0 0 0,0-1 0,0 1 0,0-1 0,-5 1 1,-3 1-1651,-1-1 1,-21 1 0,-4-2-5869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4722,'0'0'8255,"2"-4"-7500,4-8 418,-4 35-134,-1-20-1032,48 624 5716,-45-593-5567,-2-9-81,0 0-1,2-1 1,1 1-1,1-1 0,14 36 1,-20-60-85,0 1-18,1 0-1,-1 0 0,0 0 1,1 0-1,-1 0 1,0 0-1,1 0 0,-1-1 1,1 1-1,-1 0 1,1 0-1,0-1 0,-1 1 1,1 0-1,0 0 0,0-1 1,-1 1-1,1-1 1,0 1-1,0-1 0,0 1 1,0-1-1,1 1 1,-1-6-1597,-1-23-1014,0-17-1472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15127,'0'0'4194,"211"-27"-4194,-158 21 0,-6 3-2033,-10 3-4146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6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56 6275,'0'0'8316,"3"-7"-7412,11-24-85,-14 31-733,0-1 1,1 1-1,-1-1 0,0 1 1,0-1-1,0 1 0,0 0 1,0-1-1,0 1 0,1-1 1,-1 1-1,0-1 0,0 1 1,0-1-1,0 1 0,-1-1 1,1 1-1,0 0 0,0-1 1,0 1-1,0-1 0,0 1 1,0-1-1,-1 1 0,1 0 1,0-1-1,0 1 0,-1 0 1,1-1-1,-1 0 0,-14-2 636,-16 7-574,23-1-132,0 0 1,1 0 0,0 0 0,-1 1-1,1 1 1,0-1 0,1 1-1,-1 0 1,1 1 0,0-1 0,1 1-1,-8 10 1,4-4-21,0 0 0,1 1-1,0 0 1,1 0 0,-10 28 0,13-30-11,1 0 0,0 1 1,0-1-1,1 1 0,1-1 0,0 1 1,1 0-1,0-1 0,1 1 0,0 0 1,0-1-1,2 1 0,-1-1 0,1 1 1,1-1-1,8 18 0,-2-14 2,0 0-1,1 0 1,1-1-1,0 0 1,1-1 0,0-1-1,22 17 1,115 67-183,-45-32 270,-102-62-60,-1-1 1,0 1-1,1 0 1,-1 0-1,0 0 1,0 0 0,0 0-1,-1 0 1,1 0-1,0 1 1,-1-1-1,1 1 1,-1-1 0,2 5-1,-3-5-16,0 0-1,0 0 1,0-1 0,0 1-1,0 0 1,0 0 0,0 0-1,-1-1 1,1 1 0,-1 0-1,1 0 1,-1-1 0,0 1-1,1 0 1,-1-1 0,0 1-1,0-1 1,0 1 0,-1-1-1,1 1 1,0-1 0,0 0-1,-1 0 1,-2 2 0,-7 6-395,-1-1 0,0 0 1,0-1-1,-1-1 0,-21 8 0,-75 19-6507,64-23 1131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6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8420,'0'0'3073,"-60"189"-2400,56-141-241,4-11-432,0-25-432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18 992,'0'0'12945,"0"-3"-12398,0 1-379,0 1-123,0 1 0,0-1 0,0 1-1,1 0 1,-1-1 0,0 1 0,0-1 0,0 1-1,0 0 1,0-1 0,0 1 0,-1-1-1,1 1 1,0 0 0,0-1 0,0 1 0,0 0-1,0-1 1,0 1 0,-1 0 0,1-1-1,0 1 1,0 0 0,-1-1 0,1 1 0,0 0-1,0-1 1,-1 1 0,1 0 0,0 0 0,-1-1-1,1 1 1,0 0 0,-1 0 0,1 0-1,-1 0 1,1 0 0,0-1 0,-1 1 0,1 0-1,-1 0 1,1 0 0,0 0 0,-1 0-1,1 0 1,-1 0 0,1 0-34,-1 0 0,1 0 0,0 1 0,0-1 0,0 0 0,-1 0 0,1 0 0,0 0 0,0 0 0,0 0 0,0 0 0,-1 0 0,1 1 0,0-1 0,0 0 0,0 0 0,0 0 0,0 0 0,-1 1 0,1-1 0,0 0 0,0 0 0,0 0 0,0 1 0,0-1 0,0 0 0,0 0 0,0 0 0,0 1 0,0-1 0,0 0 0,0 0 0,0 1 0,0-1 0,0 0 0,0 0 0,0 0 0,0 1 0,-1 5 46,-8 78 1125,1 141 0,7-150-697,1 361 2004,0-427-2458,3 34 79,-3-42-108,1 1-1,-1-1 1,0 0-1,0 0 1,1 0-1,-1 1 0,0-1 1,1 0-1,-1 0 1,1 0-1,0 0 1,-1 0-1,1 0 1,0 0-1,0 0 0,-1 0 1,1 0-1,0 0 1,0 0-1,0-1 1,0 1-1,0 0 0,0-1 1,0 1-1,2 0 1,-2-1-10,-1 0 0,0 0 0,0 0 0,1 0 0,-1 0 0,0 0 0,0 0 0,1 0 0,-1 0 0,0 0 0,0 0 1,1 0-1,-1 0 0,0 0 0,0 0 0,1 0 0,-1 0 0,0-1 0,0 1 0,0 0 0,1 0 0,-1 0 0,0 0 0,0-1 0,0 1 0,0 0 0,1 0 1,-1 0-1,0-1 0,0 1 0,0 0 0,0 0 0,0-1 0,0 1 0,0 0 0,0 0 0,1 0 0,-1-1 0,0 1 0,2-11-372,0 1-1,-1-1 0,1 1 0,-2-1 1,-1-16-1,1 8-323,0-60-3546,0-2-2598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1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7619,'0'0'11558,"231"-18"-10006,-144 12-847,-4-3-705,-2 3-32,-11 3-913,-13 3-1552,-14 0-2065,-16 0-6771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5218,'-6'-6'15317,"193"8"-14045,8-1-4969,-192-1 2866,-3 0 721,0 0 0,0 0-1,0 0 1,0 0 0,1 0-1,-1 0 1,0 0-1,0 0 1,0 0 0,0 0-1,1 0 1,-1 0 0,0 0-1,0 0 1,0 0-1,0 0 1,1 0 0,-1 0-1,0 0 1,0 0-1,0 0 1,0 0 0,1 0-1,-1 0 1,0 1 0,0-1-1,0 0 1,0 0-1,0 0 1,0 0 0,1 0-1,-1 0 1,0 1 0,0-1-1,0 0 1,0 0-1,0 0 1,0 0 0,0 1-1,0-1 1,0 0-1,0 0 1,0 0 0,0 0-1,0 1 1,0-1 0,0 0-1,0 0 1,0 0-1,0 0 1,0 1 0,0-1-1,0 13-5892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1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7187,'0'0'8724,"170"0"-7859,-116 0-737,-7 0-48,-17 0-160,-7 0-432,-13 0-3202,-10 21-6419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2561,'0'0'9655,"0"-18"-1966,0 1130-5677,0-1272-10963,0 105 2708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7555,'0'0'4736,"23"-18"-4360,72-54 8,-90 68-308,-1 1 0,1 1 1,0-1-1,0 1 0,0 0 0,6-2 0,12 4 552,-11 1-239,-10-1-314,15 0 642,0 0 0,0 2-1,24 3 1,-35-3-601,0 0 0,0 0 0,0 0 0,-1 1 0,1 0 0,-1 0 0,1 0 0,-1 1 0,0 0 0,0 0 0,-1 0 0,7 8 0,-4-4 31,0 1 0,-1 0 0,-1 0 0,1 0 0,-1 1 0,-1 0 0,0 0 0,0 0 0,-1 0 0,2 12 0,-2-4 38,-1 0 0,-1 0 0,0 1 0,-2-1 0,-2 23 0,1-29-116,-1 0 0,0 0 1,-1 0-1,0 0 0,-1-1 0,0 1 0,-1-1 1,-13 20-1,0-6 29,-1 0 0,-31 29 1,41-44-81,0-1 0,-1 0 0,0-1 1,-21 13-1,25-17-139,-1-1 1,1 0-1,-1 0 0,1-1 1,-1 0-1,0 0 0,0-1 1,0 0-1,-11 0 1,18-1-9,0 0 0,0 0 1,0 0-1,0 0 1,0 0-1,0 0 1,0 0-1,0 0 1,0-1-1,0 1 0,0 0 1,0-1-1,0 1 1,0-1-1,0 1 1,0-1-1,0 1 1,0-1-1,0 1 0,1-1 1,-2-1-1,1 1-95,1-1 0,-1 0 0,1 1 0,-1-1 0,1 1 0,-1-1 0,1 0 0,0 1 0,0-1 0,0-3-1,0 4 195,0 1-1,0-1 1,0 1-1,0 0 1,0-1-1,0 1 1,0-1-1,0 1 0,1-1 1,-1 1-1,0-1 1,0 1-1,0-1 1,1 1-1,-1-1 1,0 1-1,0 0 0,1-1 1,-1 1-1,0-1 1,1 1-1,-1 0 1,0-1-1,1 1 0,-1 0 1,1 0-1,-1-1 1,0 1-1,2 0 1,15-1 72,-8 1-11,0 1 123,-1 0 0,1 1-1,0-1 1,0 2-1,-1 0 1,0 0-1,1 0 1,-1 1-1,0 0 1,-1 1-1,1-1 1,-1 2 0,12 9-1,10 12 1017,46 55 1,-62-68-862,90 127 2001,-37-46-1098,-62-90-1144,-3-3-52,0 0 1,1 0-1,-1 1 1,1-1-1,0 0 1,0-1-1,0 1 1,0 0-1,0 0 1,0-1-1,0 0 1,5 3-1,-7-14-1384,0-1 181,-1 1 0,0-1 1,-1 1-1,0 0 1,-1 0-1,0 0 0,-1 0 1,-5-12-1,-6-11-8140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4226,'0'0'11205,"-4"2"-9991,4-2-1148,-1 0 0,1 1 0,-1-1 0,1 0 0,-1 0 0,1 0 0,-1 1 0,1-1 0,-1 0 0,1 1 0,-1-1 0,1 1 0,0-1 0,-1 0 0,1 1 1,0-1-1,-1 1 0,1-1 0,0 1 0,0-1 0,-1 1 0,1-1 0,0 1 0,0-1 0,0 1 0,0 0 0,20 1 1547,-12-2-1688,163-6 1502,-121 3-1413,34 3-214,-84 0-197,-9 0-4272,-8 0 1726,-3 0-2379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14 1 8196</inkml:trace>
  <inkml:trace contextRef="#ctx0" brushRef="#br0" timeOffset="1">14 1 8196,'-14'207'2609,"14"-204"-960,10 0 432,24-3-305,6 0-687,6 0 240,1 0-657,-3 0-336,-1 0-336,-6 0-16,-7 0-736,-7 0-1217,-6 0-3218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11589,'0'0'2465,"123"-166"-8051,-96 124-129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2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7363,'0'0'7988,"0"159"-6931,0-98-17,0 8-128,3 12-127,4 6-65,-1-3-368,-2-14-32,-1-22-320,-3-21-32,3-21-16,-3-30-3553,0-27 159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34 9556,'0'0'6142,"2"-5"-5654,-1 3-464,-1 0 1,1 1-1,0-1 0,-1 1 1,1-1-1,0 1 0,0 0 1,0-1-1,0 1 0,0 0 0,1-1 1,-1 1-1,0 0 0,2-1 1,0 1 21,0 0 1,0 0-1,1 0 1,-1 0-1,0 1 1,0-1-1,1 1 1,-1 0-1,5 0 1,-3 0-34,1 0 44,0 0 1,0 0-1,-1 1 1,12 2-1,-14-2-40,-1 0 0,0 0 0,1 0-1,-1 0 1,0 0 0,0 1 0,0-1 0,0 1-1,0 0 1,0 0 0,0 0 0,-1-1-1,1 1 1,2 4 0,1 3 59,-1 0 0,1 0 1,-1 0-1,-1 0 0,0 1 0,0-1 0,0 1 0,0 11 1,0 10 157,-2 41 0,-1-57-219,0-4 6,0 1 1,-2-1 0,1 0 0,-1 0 0,-1 0 0,0 0 0,0 0-1,-7 11 1,8-17-39,-1 0 1,0 0-1,0 0 0,0 0 0,-1 0 0,1-1 0,-1 0 0,0 0 1,-1 0-1,1 0 0,-1 0 0,1-1 0,-1 0 0,0 0 0,0 0 1,-1-1-1,-8 4 0,12-5-152,0-1 0,0 1 0,0 0-1,0-1 1,0 0 0,0 1 0,0-1 0,0 0 0,0 0 0,0 0 0,0 0-1,0 0 1,0-1 0,0 1 0,0 0 0,0-1 0,0 0 0,0 1 0,0-1 0,0 0-1,0 0 1,1 0 0,-1 0 0,0 0 0,1-1 0,-1 1 0,1 0 0,-1-1 0,1 1-1,-1-1 1,1 0 0,0 1 0,0-1 0,0 0 0,-1-2 0,-15-38-6690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9220,'0'0'9092,"0"-9"-9284,17 0-1857,7-6-2449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 6131,'0'0'5709,"-2"-2"-5098,2 2-595,0 0 0,0 0 0,0 0 0,0 0 0,-1 0 0,1-1 0,0 1 0,0 0 0,0 0 1,0 0-1,-1 0 0,1 0 0,0 0 0,0 0 0,0 0 0,0 0 0,0 0 0,-1 0 0,1 0 0,0 1 0,0-1 0,0 0 0,0 0 0,-1 0 0,1 0 0,0 0 0,0 0 0,0 0 0,0 0 1,0 0-1,0 0 0,-1 1 0,1-1 0,0 0 0,0 0 0,0 0 0,0 0 0,0 0 0,0 1 0,0-1 0,0 0 0,0 0 0,0 0 0,0 0 0,0 0 0,0 1 0,0-1 0,0 0 1,0 0-1,0 0 0,0 0 0,0 1 0,0-1 0,0 0 0,0 0 0,0 0 0,0 0 0,0 1 0,0-1 0,0 0 0,0 0 0,-2 25 662,1 42 159,1-54-644,-1 207 2056,3 250 653,-2-447-2768,1-1-1,6 31 0,1-36 102,-2-16-80,-2-12-115,-1-26-1923,-2-67 0,-2 49 92,-1 25 56,-1 1 0,-13-57 0,-3-21 238,15-81 5562,5 120-3653,-1 64-349,1-1 0,-1 1 1,1-1-1,1 0 0,-1 1 1,1-1-1,0 1 0,0 0 1,0 0-1,0 0 0,1 0 1,-1 0-1,1 0 0,0 1 1,0-1-1,1 1 0,-1 0 1,1 0-1,-1 0 0,7-3 1,0-1 64,0 1 1,0 1 0,1 0-1,0 0 1,0 1-1,22-5 1,-12 6 117,-1 1-1,1 1 0,-1 1 1,27 3-1,-43-3-184,0 1 1,0 0-1,0 0 0,1 0 0,-1 1 0,0 0 0,-1 0 0,1 0 0,0 0 0,0 0 0,-1 1 0,1-1 0,-1 1 0,0 0 0,0 0 0,0 0 1,0 1-1,-1-1 0,1 1 0,-1-1 0,0 1 0,0 0 0,3 7 0,-1 1 36,0 0 1,0 0-1,-2 1 0,1-1 0,-2 1 1,1-1-1,-1 14 0,-1-4 228,-5 38 1,3-51-252,0 1 0,-1 0 0,0-1 0,0 1 0,-1-1 0,-6 11 0,-9 13 153,-2 0 0,-38 46-1,48-66-224,-1-1-1,0 0 1,0 0-1,-1-1 1,-1-1-1,0 0 0,0-1 1,-19 9-1,25-15-74,1-1-1,-1 0 1,0 0-1,-13 2 0,19-4-27,-1 0 0,1 0 0,-1 0-1,1 0 1,-1 0 0,1-1 0,-1 1 0,-2-2-1,5 2 32,-1 0 0,0 0-1,1-1 1,-1 1 0,1 0-1,-1-1 1,0 1 0,1-1-1,-1 1 1,1-1-1,-1 1 1,1-1 0,-1 1-1,1-1 1,-1 0 0,1 1-1,0-1 1,-1 0 0,1 1-1,0-1 1,0 0 0,-1 1-1,1-1 1,0 0-1,0 0 1,-1-1-65,1 0-1,0 1 1,0-1 0,0 0-1,0 1 1,0-1 0,0 0-1,0 1 1,0-1 0,1 0-1,-1 1 1,1-1-1,0-2 1,0 3 113,1 0 0,-1 0 0,0 1-1,0-1 1,1 1 0,-1-1 0,0 1 0,1-1-1,-1 1 1,1-1 0,-1 1 0,1 0 0,-1 0 0,1 0-1,-1 0 1,0 0 0,3 1 0,3-1 166,1 1 0,0 1-1,-1-1 1,1 1 0,-1 0 0,0 1 0,0 0 0,0 0 0,0 1 0,0 0 0,-1 0 0,0 0 0,10 8-1,9 11 905,40 46-1,-43-44-554,34 42 641,-30-35-438,32 31 0,-55-61-677,-1 1-1,1-1 1,-1 0-1,1 0 1,0 0-1,0-1 1,0 1-1,0-1 0,0 1 1,0-1-1,0 0 1,1 0-1,-1 0 1,0-1-1,7 1 1,-8-1-47,0 0 0,1-1 0,-1 1 0,0-1 0,0 1 0,0-1 0,0 0 0,0 0 0,0 0 0,0 0 0,-1 0 1,1 0-1,0-1 0,0 1 0,-1-1 0,1 1 0,-1-1 0,1 1 0,-1-1 0,0 0 0,0 0 0,0 0 0,0 0 0,2-3 1,1-6-611,0 0 0,-1 0 1,0 0-1,3-23 1,-2-48-6796,-4 38-904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6035,'0'0'8977,"-5"3"-7667,-15 7-283,20-10-965,-1 0-1,1 0 0,0 0 1,-1 0-1,1 0 1,0 0-1,0 0 0,-1 1 1,1-1-1,0 0 1,0 0-1,-1 0 0,1 0 1,0 0-1,0 1 1,-1-1-1,1 0 0,0 0 1,0 0-1,0 1 1,0-1-1,-1 0 0,1 0 1,0 1-1,0-1 1,0 0-1,0 0 0,0 1 1,0-1-1,-1 0 1,1 0-1,0 1 0,0-1 1,0 0-1,0 1 1,0-1-1,0 0 0,0 0 1,0 1-1,0-1 1,0 0-1,1 1 0,-1-1 1,0 0-1,0 0 1,0 1-1,0-1 0,0 0 1,0 0-1,1 1 0,-1-1 1,0 0-1,0 0 1,0 0-1,1 1 0,-1-1 1,0 0-1,1 0 1,11 5 571,235 1-262,-195-6-1263,-63-5-7522,-10 1 3508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1 0 6019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6019,'-42'176'2254,"34"-141"-528,8-34-1443,0-1 0,0 1-1,0-1 1,0 1 0,0-1-1,0 1 1,1-1 0,-1 1-1,0-1 1,0 1 0,1-1-1,-1 1 1,0-1 0,1 1-1,-1-1 1,0 1 0,1-1-1,-1 0 1,1 1 0,0 0-1,13 5 1512,19-3-1705,-29-3 485,162 1 2027,-88-1-9673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38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25 3506,'0'0'10434,"-1"-3"-9746,1 2-614,-1-1 0,1 1 0,-1 0 1,1 0-1,-1 0 0,1 0 0,-1 0 0,0 0 0,0 0 0,0 1 0,1-1 1,-1 0-1,0 0 0,0 0 0,0 1 0,0-1 0,0 1 0,-2-2 1,-27-1 848,23 3-782,-8-1 224,0 2 0,-17 2 0,26-2-328,0 1 0,0 0 0,0 0 0,0 0 0,0 1-1,0 0 1,-9 6 0,6-3 17,1-1 1,-1 2-1,2-1 0,-1 1 1,1 0-1,0 1 0,0-1 0,1 2 1,0-1-1,1 0 0,-1 1 1,2 0-1,-1 0 0,1 1 1,1-1-1,0 1 0,0 0 0,1 0 1,-2 17-1,2 9 572,1 0 0,6 57 0,-4-79-434,2-1-1,0 0 1,0 1-1,2-1 1,-1-1-1,1 1 1,1-1 0,1 0-1,14 21 1,-17-27-166,0-2 0,1 1 0,0 0 0,0-1 0,0 0 0,0 0 0,1-1 1,0 0-1,0 0 0,0 0 0,0 0 0,0-1 0,0 0 0,0 0 0,1-1 0,-1 0 1,1 0-1,-1 0 0,1-1 0,0 0 0,-1 0 0,1-1 0,-1 0 0,1 0 0,-1 0 1,1-1-1,9-3 0,-8 0-54,0 0 1,0 0 0,0-1 0,0 0 0,-1 0-1,0-1 1,0 0 0,9-12 0,2-6-316,23-37 0,-33 47 102,-1 1 0,0-1 0,-1 0 1,-1-1-1,0 0 0,-1 0 1,-1 0-1,0 0 0,-1 0 0,-1 0 1,-1-1-1,-1-16 0,0 26 190,0 1 1,-1-1-1,0 1 0,0-1 1,-1 1-1,1 0 0,-1 0 1,-1 0-1,1 0 0,-1 0 0,0 1 1,0 0-1,-1-1 0,1 2 1,-1-1-1,-1 0 0,1 1 1,-7-4-1,3 2 117,0 0 0,0 1 0,0 1 0,-1-1 0,1 2 0,-1-1 0,0 1 0,0 1 0,0 0 0,-1 0 0,-14 0 0,22 2-215,1-1-56,-1 1-1,1 0 1,0 0-1,0 0 0,0 1 1,0-1-1,0 0 0,0 1 1,0 0-1,0-1 1,0 1-1,0 0 0,0 0 1,0 0-1,0 0 1,-2 2-1,-19 26-5807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41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78 8564,'0'0'7705,"-4"-13"-6654,-14-39-307,14 39-42,7 13-651,1 0 1,-1 1 0,1 0-1,-1-1 1,1 1-1,-1 0 1,1 1-1,-1-1 1,0 0-1,1 1 1,-1 0-1,0 0 1,0 0-1,0 0 1,-1 0 0,1 1-1,0-1 1,-1 1-1,4 5 1,1-1 11,78 88 707,86 127-1,-99-124-235,130 138-1,-124-164-434,-69-65-82,0-1 1,1 1-1,0-2 1,0 1 0,0-1-1,20 7 1,-16-12-1532,-13 0 1208,-1-1 0,0 1 0,0-1 0,0 1 0,1-1 0,-1 0-1,0 1 1,0-1 0,0 1 0,0-1 0,0 0 0,0 1 0,0-1-1,0 1 1,0-1 0,-1 1 0,1-1 0,0 1 0,0-1 0,0 0-1,-1 1 1,1-1 0,0 1 0,-1-1 0,-16-29-8301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41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742 0 10085,'0'0'6066,"-70"3"-5809,13 55-17,-16 20-208,-18 21-32,-12 18 288,-7 7-208,6-10 64,30-24-144,28-36-240,32-33-545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4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6963,'0'0'10079,"4"-7"-9086,11-21-161,-11 21-202,3 60 925,-2 86-231,7 80-153,-11-209-1142,0 7 61,2 1 1,7 29-1,-9-43-82,0-1-1,0 1 1,1-1 0,-1 1 0,1-1 0,0 1-1,0-1 1,0 0 0,0 0 0,1 0 0,-1 0-1,1 0 1,0 0 0,0-1 0,0 0 0,0 1-1,0-1 1,4 2 0,-2-2-6,0-1 0,0 0 1,0 1-1,0-2 0,0 1 0,0 0 1,0-1-1,0 0 0,0 0 0,0-1 0,0 1 1,0-1-1,0 0 0,0-1 0,0 1 1,0-1-1,5-2 0,0-3-20,0 1 0,0-2 1,-1 1-1,16-16 0,36-47-427,-32 36 64,173-188-3993,-147 167 1731,118-89-1,-71 76 145,-15 16-1466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5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25 5843,'0'0'8201,"0"-21"-1619,0 18-6140,-14 541 607,14-537-873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3:58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3730,'3'-1'14532,"8"0"-12841,-10 6-1619,1 0 1,-1-1-1,0 1 0,0 0 0,-1 0 1,1 0-1,-1 0 0,-1 9 1,1-7-57,0 527 592,0-534-608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1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32 4082,'6'0'12614,"-15"0"-12463,5-1-134,1 1-1,-1 0 1,0 0-1,0 0 1,0 0-1,1 1 1,-1 0-1,0-1 0,0 1 1,1 1-1,-1-1 1,1 0-1,-1 1 1,1 0-1,0 0 1,-1 0-1,1 0 0,-3 3 1,-11 12-13,1 1 0,1 0 1,1 1-1,1 1 0,0 0 0,1 0 1,1 1-1,2 1 0,-15 43 1,21-48 197,0-1 0,0 1 0,2-1 0,0 1 0,2 24 0,0-9-145,-1-29-32,0-1 0,0 0 0,1 1 0,-1-1-1,1 1 1,-1-1 0,1 0 0,0 0-1,0 1 1,0-1 0,0 0 0,0 0 0,1 0-1,-1 0 1,0 0 0,3 2 0,0-1 43,0 0 0,-1 0 1,1 0-1,0-1 0,0 1 1,1-1-1,-1 0 0,5 1 1,3 1 54,0-1 0,1 0 0,0-1 0,-1 0 0,19-1 0,-13-1-76,-13 1-40,0-1 1,0 1-1,1-1 1,-1-1-1,0 1 1,0-1-1,0 0 1,1 0-1,-1 0 1,0-1-1,-1 0 1,1 0-1,5-3 1,0-2-5,0-1 1,-1-1-1,0 0 0,0 0 1,-1-1-1,0 0 1,-1 0-1,0-1 1,0 0-1,-1 0 1,-1-1-1,0 0 1,-1 0-1,0 0 0,0 0 1,1-17-1,0-6 185,-2-1 0,-1-46-1,-2 79-176,0-4-22,-1 1-1,0 0 1,0 0 0,0 0 0,0 0-1,-1 0 1,0 0 0,-1 1 0,1-1 0,-1 1-1,0-1 1,0 1 0,-8-9 0,-12-3-32,19 15 61,1 0 1,-1-1 0,1 1-1,-1-1 1,1 0 0,0 0 0,0 0-1,1 0 1,-6-7 0,7 8-14,-1 0 0,1 1 1,-1-1-1,0 1 0,1-1 1,-1 1-1,0 0 0,0-1 1,0 1-1,0 0 1,0 0-1,0 1 0,-1-1 1,1 0-1,-3 0 0,2 0-196,-1 1 0,0-1 0,1 1-1,-1-1 1,0 1 0,1 0 0,-1 1-1,-7 0 1,10 0 71,1 0 0,-1-1-1,0 1 1,0 0 0,1 0 0,-1 0-1,0 0 1,1 0 0,-1 0 0,1 0-1,-1 0 1,1 0 0,0 0 0,-1 0-1,1 0 1,0 0 0,0 0-1,0 2 1,-1 1-513,-6 20-2942,0 0-2287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67 2577,'0'0'8583,"0"-9"-7601,0-30 53,0 38-950,0 0 1,0 0-1,0 1 1,0-1 0,0 0-1,0 1 1,0-1-1,-1 0 1,1 0 0,0 1-1,0-1 1,-1 0-1,1 1 1,-1-1 0,1 0-1,0 1 1,-1-1-1,1 1 1,-1-1-1,0 1 1,1-1 0,-1 1-1,1-1 1,-1 1-1,0 0 1,1-1 0,-1 1-1,0 0 1,1-1-1,-1 1 1,0 0-1,-1 0 1,-25 0 771,19 0-859,1 0 67,0 0 0,0 1 1,0-1-1,-9 3 0,13-2-50,-1 0 0,1 1 0,0-1 0,0 1 0,0-1 0,1 1 0,-1 0 0,0 0 0,1 1 0,-6 4 0,-9 13 94,0 0 0,2 2 1,0 0-1,1 0 1,2 2-1,0-1 0,1 2 1,-8 28-1,16-40-26,1 0 1,0 0-1,1 0 1,0 0-1,2 20 1,0-4 186,-1-21-144,1 1 0,0-1-1,0 1 1,1-1 0,0 1 0,0-1 0,1 0-1,0 0 1,1 0 0,0 0 0,0-1 0,1 1-1,9 11 1,-10-14-78,1 0 0,0 0-1,0 0 1,1 0 0,-1-1-1,1 0 1,0 0 0,0-1 0,0 1-1,1-1 1,-1-1 0,1 1-1,0-1 1,0 0 0,-1-1 0,1 0-1,9 1 1,-7-1-5,1-1 1,0 0-1,-1-1 0,18-3 0,-23 3-38,0 0-1,0-1 1,0 0-1,0 0 1,0 0-1,-1 0 1,1 0-1,-1-1 1,1 0-1,-1 1 1,0-1-1,5-7 1,2-3-185,-1-1-1,0 0 1,-2-1 0,1 0 0,-2 0 0,0-1 0,-1 1 0,6-29-1,-1-14-561,2-61 0,-11 112 726,2-118 739,-3 121-669,0 3-39,0 0 0,0-1 1,0 1-1,0 0 1,0-1-1,-1 1 0,1 0 1,0-1-1,-1 1 1,1 0-1,-1-1 0,0 1 1,1 0-1,-1 0 1,0 0-1,0 0 0,1 0 1,-1 0-1,0 0 1,0 0-1,0 0 0,0 0 1,-1 0-1,1 1 0,0-1 1,0 0-1,0 1 1,-1-1-1,1 1 0,0-1 1,-3 1-1,-2-1-119,0 0 0,0 0-1,0 1 1,0 0 0,-11 2-1,15-2-29,0 1-1,0-1 1,1 1-1,-1 0 0,0-1 1,1 1-1,-1 0 1,1 0-1,-1 0 0,1 1 1,-1-1-1,1 0 1,0 0-1,-1 1 1,-1 2-1,-17 29-3710,13-20 935,-9 15-5395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38 5394,'0'0'6134,"0"-5"-5291,0-23 678,-3 27-1241,1 0 1,-1 1-1,1-1 0,-1 1 1,0-1-1,1 1 1,-1 0-1,1 0 0,-1 0 1,-3 1-1,1-1-128,1 1-133,0-1 0,0 1 0,0 0 0,0 1 0,0-1 0,0 1 1,0-1-1,1 1 0,-1 0 0,1 1 0,-1-1 0,1 1 0,0-1 0,0 1 0,0 0 0,0 0 1,-3 5-1,-6 8-2,0 1 0,-11 20 0,21-32 7,-7 12 48,1 0 0,0 1 1,2 0-1,0 0 0,1 0 1,1 1-1,-3 30 0,3 9 753,4 67-1,0-113-655,2 0-1,-1 0 0,2 0 0,0 0 0,0 0 1,1-1-1,0 1 0,1-1 0,9 16 0,-10-21-126,-1 0 0,1-1 1,0 1-1,1-1 0,-1 0 0,1 0 0,0-1 0,0 1 0,1-1 0,-1 0 0,1-1 0,0 1 0,0-1 0,0 0 0,0 0 0,1-1 0,-1 0 0,12 2 1,-12-3-1,1 0 0,0-1 0,0 1 0,0-1 1,9-2-1,-13 1-39,0 1 0,0-1 0,-1 0 0,1 0 0,0 0 0,-1 0 0,1-1 0,-1 1 0,0-1 0,1 1 0,-1-1 0,0 0 0,0 0 0,0 0 0,0 0 0,2-3 0,6-11-356,-1 0 1,0-1-1,-1 0 1,-1 0 0,0-1-1,-2 0 1,0 0-1,-1 0 1,2-21-1,1-27-1099,-4-80-1,-3 142 1480,0-1 30,0 0 0,-1-1 0,0 1 0,0 0 0,0 0 0,0 0 1,-1 0-1,0 0 0,0 0 0,-5-8 0,-2 0 27,0 1-1,-15-15 1,15 17-99,0 0 0,1-1 0,-9-14 0,11 21-191,5 28-8912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4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27 5555,'0'0'7088,"-1"-3"-6237,-1 1-728,0 0 0,0 0-1,0 0 1,-1 1 0,1-1-1,0 1 1,-1-1 0,1 1-1,-1 0 1,1-1 0,-1 1-1,1 1 1,-1-1 0,0 0 0,0 1-1,-5-1 1,-2 0 92,1 1 0,-1 0 0,1 0 0,-10 2 1,16-1-173,1 1 0,0-1 1,0 1-1,0-1 1,0 1-1,0 0 0,0-1 1,1 1-1,-1 0 1,1 0-1,-1 0 1,1 1-1,0-1 0,-1 0 1,1 0-1,1 1 1,-3 3-1,-1 4 3,-6 12 180,1 0 0,1 1 1,1 0-1,1 0 0,1 1 0,-3 29 1,1 143 1473,7-196-1695,0 12 130,0 0-1,1-1 1,0 1-1,1-1 1,0 1 0,7 19-1,-7-27-103,0 0-1,0 0 1,0 0-1,0 0 1,1-1-1,0 1 0,-1-1 1,1 1-1,0-1 1,1 0-1,-1 0 1,1 0-1,-1-1 1,1 1-1,0-1 1,0 0-1,0 0 1,0 0-1,0-1 1,7 3-1,-3-2-3,0-1-1,0 0 0,1 0 0,-1 0 1,0-1-1,0 0 0,0-1 1,0 0-1,1 0 0,-1 0 0,0-1 1,-1-1-1,10-3 0,-7 2-48,-1-1-1,1-1 1,-1 0 0,0 0-1,-1-1 1,1 0-1,-1 0 1,-1-1-1,8-9 1,-3 1-290,-2 1 1,0-2-1,0 1 1,-1-1 0,-2-1-1,1 1 1,-2-1-1,-1-1 1,0 1-1,-1-1 1,2-22 0,-4-3-1142,-4-68 0,2 106 1497,-1 0-1,0 0 1,0 1-1,-1-1 1,1 0-1,-1 0 1,-1 1-1,1-1 1,-1 1-1,0-1 1,0 1-1,0 0 1,-1 1-1,0-1 1,0 0-1,0 1 1,-1 0-1,1 0 1,-1 0-1,0 1 1,0-1-1,0 1 1,0 1-1,-1-1 1,1 1-1,-1-1 1,0 2-1,0-1 1,0 1-1,1-1 1,-1 2-1,-9-1 1,-67 1-319,80 0 63,0 0 0,0 0 0,1 0 0,-1 0 0,0 1 0,0-1 0,1 1 0,-1-1 0,0 1 0,1 0 0,-1 0 0,1-1 0,-1 1 1,1 0-1,-1 0 0,1 1 0,-2 1 0,-14 14-4345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5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7443,'0'0'6894,"-8"0"-6648,-25 0-134,30 1-11,0-1 1,-1 1-1,1 0 0,0 1 1,0-1-1,0 1 1,0-1-1,0 1 1,0 0-1,0 0 0,1 0 1,-1 0-1,1 0 1,-1 1-1,1-1 0,0 1 1,0 0-1,-2 3 1,-7 7 262,5-7-265,0-1 0,1 1 1,0 0-1,0 1 0,1-1 0,0 1 0,0 0 0,0 0 0,1 1 0,0-1 0,0 0 0,1 1 0,0 0 0,0 0 0,1-1 0,-1 14 0,2-6 54,-3 40 896,6 64 0,-1-103-824,0-1-1,1 1 1,0-1-1,1 1 1,1-1-1,0 0 0,1-1 1,14 25-1,-17-34-201,1-1 1,0 1-1,0-1 0,0-1 0,0 1 0,1 0 1,-1-1-1,1 0 0,0 0 0,0 0 0,0-1 1,0 0-1,0 0 0,1 0 0,-1-1 0,1 1 1,-1-1-1,1 0 0,0-1 0,-1 0 0,1 0 1,0 0-1,-1 0 0,1-1 0,0 0 0,-1 0 0,1 0 1,-1-1-1,0 0 0,1 0 0,-1 0 0,0-1 1,0 0-1,-1 0 0,7-4 0,-2-2-174,0 0 0,0-1 0,-1 0 0,0 0 0,-1 0 0,0-1 0,0-1 0,-1 1 0,-1-1 0,0 0 0,-1 0 0,0 0 0,4-24 0,-1-8-1689,-3-1 1,-1-72-1,-3 109 1768,0 0 1,-1 0-1,0 0 0,-1 0 0,0 1 0,0-1 0,-1 0 0,0 1 0,0 0 0,0 0 0,-1 0 0,-8-11 0,8 14 181,1-1-1,-1 1 0,0 0 0,0 1 0,0-1 0,0 1 0,-1 0 0,1 0 0,-1 0 1,0 0-1,0 1 0,0 0 0,0 0 0,0 0 0,-1 1 0,1 0 0,0 0 0,-1 0 1,-7 0-1,11 1-152,0 1 0,0-1 1,0 0-1,0 1 0,0-1 1,0 1-1,0 0 0,0 0 1,1 0-1,-1 0 0,0 0 1,1 0-1,-1 0 0,0 1 1,1-1-1,0 0 0,-2 2 0,-22 32-3516,16-21 973,-10 13-4873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5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49 6355,'0'0'6000,"-4"-2"-5333,1 0-468,0 0 0,-1 1 1,1-1-1,-1 1 0,1 0 0,-1 0 0,1 0 1,-1 0-1,0 0 0,1 1 0,-1 0 0,0 0 1,0 0-1,1 0 0,-1 1 0,0-1 0,1 1 1,-1 0-1,0 0 0,1 0 0,-1 0 0,1 1 1,0 0-1,-1-1 0,1 1 0,-4 4 0,-5 6-103,1 0-1,0 1 0,1 0 1,-11 20-1,17-24-62,-1 0 0,1 0-1,1 0 1,0 1 0,0-1-1,1 1 1,0 0 0,-1 16-1,1 12 517,2-1-1,1 1 0,7 44 0,-6-72-436,0 1 0,1-1-1,0 1 1,0-1 0,1 0 0,1 0-1,0 0 1,0-1 0,1 1 0,0-2-1,0 1 1,1 0 0,1-1-1,-1-1 1,15 12 0,-17-15-74,1-1 0,0 0 1,0 0-1,0-1 0,0 0 0,0 0 0,0 0 1,1-1-1,-1 1 0,1-2 0,-1 1 0,1-1 1,6 0-1,-5-1-28,-1 1 0,1-1 1,-1 0-1,1-1 0,-1 0 1,1 0-1,-1-1 0,0 0 1,0 0-1,12-8 0,-7 1-110,0 0 0,-1-1 0,-1 0 0,0 0-1,-1-1 1,15-24 0,-7 7-593,-2 0 0,14-39 0,-23 50 185,-1 0 0,0 0 0,-1-1-1,1-23 1,-2-77-582,-3 114 1173,0 0 0,0 1 0,-1-1 0,0 0 0,0 0-1,-1 1 1,1-1 0,-1 0 0,0 1 0,0-1 0,0 1 0,-1 0-1,1 0 1,-1 0 0,0 0 0,-1 0 0,1 1 0,0 0 0,-1-1-1,0 1 1,0 0 0,0 1 0,0-1 0,0 1 0,-8-4 0,0 2-191,1 0 1,-1 0-1,0 1 1,-1 0 0,1 1-1,0 1 1,-1 0 0,1 1-1,-15 1 1,8 4-2153,2 13-2121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181 102 8356,'0'0'4957,"0"-6"-4741,0-50 2401,-24 55-2211,20 1-394,0 1 0,-1-1 0,1 1 0,0 0 0,-1 0 0,1 0 0,0 1 1,0-1-1,0 1 0,0 0 0,0 0 0,0 0 0,1 1 0,-1 0 0,1-1 1,0 1-1,0 0 0,0 1 0,0-1 0,0 0 0,-3 6 0,-3 3 101,1 0-1,0 0 0,1 1 0,1 0 1,0 0-1,0 1 0,1 0 0,1 0 1,1 0-1,0 0 0,0 1 0,1-1 1,1 26-1,0-7 347,2 42 673,0-68-1047,0 0 1,0 0-1,1 0 0,0 0 0,0 0 0,0 0 1,1-1-1,5 9 0,-4-8-19,1 0-1,0 0 1,0 0 0,1-1-1,0 0 1,0 0-1,0 0 1,1-1 0,0 0-1,0 0 1,9 4 0,-6-5-11,0 0 1,0-1 0,0 0-1,0-1 1,0 0 0,1 0-1,-1-1 1,17 0 0,-16-1-31,1-1-1,-1 1 1,19-5 0,-26 4-25,1-1 1,-1 1-1,1-1 1,-1 0-1,0 0 0,0-1 1,0 1-1,0-1 1,0 0-1,-1 0 0,5-5 1,0-1-127,1-1 1,-2 0 0,1 0-1,-1-1 1,-1 0-1,0 0 1,-1-1 0,0 1-1,-1-1 1,0 0 0,-1-1-1,0 1 1,-1-1-1,0 1 1,-1-1 0,0-15-1,-1-4-436,1 4 248,-1 0 1,-2 0 0,-9-52 0,9 72 313,0 1 0,0 1 0,0-1 0,-1 0 0,0 0 0,-1 1 0,1 0 0,-1-1 0,-1 2 0,1-1 0,-1 0 0,0 1 0,0 0 1,0 0-1,-1 0 0,0 1 0,0 0 0,0 0 0,0 0 0,-8-3 0,9 5-1,-1 0 1,1 0-1,-1 0 1,0 1-1,1-1 1,-1 2-1,0-1 1,0 1-1,0-1 0,0 1 1,1 1-1,-1-1 1,0 1-1,-10 3 1,11-2-26,1 0-1,-1 0 1,0 1 0,1-1 0,0 1 0,0 0-1,0 0 1,0 1 0,0-1 0,0 1 0,1 0-1,0 0 1,0 0 0,0 0 0,0 1 0,-3 6-1,4-6-595,0 0 0,0 1-1,0-1 1,0 0 0,1 1-1,-1 7 1,1 5-4295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8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47 5442,'0'0'6051,"0"-7"-5440,0-31 632,-21 38 22,11-1-792,7 1-374,0 0 0,0-1 0,0 1 0,0 0-1,1 0 1,-1 1 0,0-1 0,0 1 0,0-1 0,0 1 0,1 0 0,-1 0 0,0 0 0,1 0 0,-1 1 0,1-1 0,-1 1 0,1-1 0,0 1 0,-4 4 0,-7 9 8,1 2 1,1 0-1,1 0 1,0 1-1,2 0 1,-1 1 0,-6 24-1,8-15 221,1-1-1,1 1 0,1 0 0,1 48 1,2-38 101,0-17-109,1 1 0,0 0 0,2-1 0,7 37 1,-8-53-292,0-1 1,1 1-1,-1-1 1,1 1 0,0-1-1,0 0 1,1 0 0,-1 0-1,1 0 1,0 0 0,0-1-1,0 1 1,0-1 0,1 0-1,0 0 1,-1 0 0,1 0-1,0-1 1,0 1-1,1-1 1,-1 0 0,0 0-1,1-1 1,-1 1 0,1-1-1,-1 0 1,7 0 0,-4 0-4,0 0 1,1-1 0,-1 0-1,0 0 1,1-1 0,-1 0-1,0 0 1,0-1-1,0 0 1,0 0 0,0-1-1,0 0 1,0 0 0,11-7-1,-7 1-58,1 0 0,-2-1-1,1 0 1,-1 0 0,-1-1-1,14-21 1,-12 15-405,0-1-1,-1 0 1,-1-1 0,-1 0 0,-1 0-1,10-40 1,-11 28-971,-2 0-1,0 0 1,-3-61-1,-2 85 1398,1 2 0,-1-1 0,-1 0 0,1 0 0,-1 0 0,0 0 0,0 1-1,-1-1 1,0 1 0,0 0 0,0 0 0,-1 0 0,1 0 0,-1 0-1,0 1 1,0 0 0,-1-1 0,-5-3 0,4 4 194,-1-1 0,0 1 0,0 0 0,-1 0 1,1 1-1,-1 0 0,0 0 0,1 0 0,-1 1 0,0 1 0,0-1 0,-15 1 0,-17 1-3149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8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21 8628,'0'0'7614,"4"-1"-7126,12-4 1,-12 4 1253,-8 2-1674,-1 0 0,1 0 0,0 0 1,0 0-1,0 1 0,0-1 0,0 1 0,0 0 1,0 1-1,1-1 0,-1 0 0,1 1 1,0 0-1,-6 5 0,-6 8 63,-20 27 0,31-38-50,-4 7-7,0 1 1,0-1 0,1 1 0,0 1 0,2-1 0,-1 1-1,2 0 1,0 0 0,-3 17 0,2 8 309,2 1-1,1 43 1,2-72-265,1-1-1,0 1 1,0 0-1,1-1 1,0 1-1,1-1 1,0 0-1,1 0 1,9 18 0,-11-23-101,2 0 1,-1-1 0,0 1 0,1-1-1,0 0 1,0 0 0,0 0 0,0 0-1,1-1 1,-1 0 0,1 0 0,0 0-1,0 0 1,0-1 0,0 0 0,1 0 0,-1 0-1,1-1 1,-1 1 0,9-1 0,-8 1-7,0-2 1,0 1-1,0-1 1,1 0-1,-1 0 1,0 0-1,0-1 1,0 0 0,1 0-1,-1-1 1,0 0-1,-1 0 1,1 0-1,0-1 1,-1 0 0,1 0-1,-1 0 1,0-1-1,0 1 1,0-1-1,0-1 1,-1 1-1,6-7 1,1-3-135,-1-1 0,0 0 0,0 0-1,-2-1 1,0 0 0,-1-1 0,9-31 0,-9 20-178,-2 0-1,0 0 1,-2 0 0,-1-35 0,-3 51 91,1 0-1,-2 0 1,1 0 0,-2 1 0,0-1 0,0 1 0,-1 0 0,0 0 0,-8-14 0,8 17 157,-1 1 0,0-1 0,0 1 0,0 1 0,-1-1 1,0 1-1,0 0 0,-1 0 0,0 1 0,0 0 0,0 0 0,0 0 0,-13-5 0,16 9 81,0-1 0,0 1-1,0 0 1,0 0 0,0 0-1,0 1 1,0-1 0,0 1-1,-1 0 1,1 0 0,0 0-1,0 1 1,-6 1 0,8-2-119,0 1 1,0 0-1,0 0 0,0 0 1,0 0-1,0 0 1,0 1-1,0-1 0,1 1 1,-1-1-1,0 1 1,1 0-1,-1-1 1,1 1-1,0 0 0,-1 0 1,1 0-1,0 0 1,0 0-1,0 0 0,1 0 1,-1 0-1,0 1 1,0 3-1,0 15-3840,1 3-3783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19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92 6675,'0'0'7246,"-2"-3"-6702,-1 2-386,1-1-1,0 1 0,-1-1 1,1 1-1,-1 0 1,0 0-1,1 0 0,-1 0 1,0 0-1,1 1 0,-1-1 1,0 1-1,0 0 1,0 0-1,0 0 0,1 0 1,-5 1-1,3-1-114,-1 0 9,0 0 0,0 0-1,0 1 1,0 0 0,1 0-1,-1 0 1,0 1 0,0-1-1,1 1 1,-1 0 0,1 1-1,0-1 1,-1 1 0,1 0-1,0 0 1,1 0 0,-1 0-1,-4 6 1,-1 1 24,1 1 0,0 0-1,1 1 1,0 0 0,1 0 0,0 0 0,1 1-1,0 0 1,1 0 0,1 0 0,-4 25 0,2 11 327,3-1 1,3 49 0,0-29 122,-1-53-358,0 1 1,2-1 0,0 0 0,1 0 0,0 0 0,8 21 0,-10-31-123,1 0-1,1-1 1,-1 1 0,0 0-1,1-1 1,0 1 0,0-1-1,0 0 1,1 0 0,-1-1-1,1 1 1,0 0 0,0-1-1,1 0 1,-1 0 0,0-1 0,1 1-1,0-1 1,-1 0 0,1 0-1,0 0 1,10 2 0,-7-3-25,-1 0 1,1-1 0,-1 1 0,1-1 0,-1-1 0,1 1 0,-1-1-1,1-1 1,-1 1 0,1-1 0,-1 0 0,0-1 0,0 0 0,0 0-1,-1-1 1,1 1 0,-1-1 0,0-1 0,0 1 0,0-1 0,0 0-1,-1-1 1,0 1 0,0-1 0,5-7 0,3-5-184,-1-1 0,-1 0-1,0 0 1,-2-1 0,0 0 0,-1-1 0,9-38 0,-9 20-323,-2-2 0,-2 1 0,-1-54 1,-3 86 466,0-13 22,-4-35 1,3 49 22,-1-1 0,1 1 0,-2 0 0,1 0 0,-1 0 0,0 0 0,-1 0 0,-4-6 1,0 0-48,-2 0 1,0 1 0,0 0 0,-1 0 0,-1 1 0,1 1 0,-26-17 0,35 26-93,0-1 0,0 1 0,0 1 0,1-1 0,-1 0 0,0 0 0,0 1 0,0-1-1,0 1 1,-1 0 0,1 0 0,0-1 0,0 1 0,0 1 0,0-1 0,0 0 0,0 0 0,-3 1-1,4 0-159,-1 0 0,1 0-1,-1 0 1,0 1 0,1-1-1,0 0 1,-1 0 0,1 1-1,0-1 1,0 1 0,0-1-1,0 1 1,0 0 0,0-1-1,0 1 1,0 0 0,1 0-1,-1-1 1,0 3 0,-9 34-5101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2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208 158 5170,'0'0'8716,"0"-3"-7787,0 2-873,0 0 1,0 1 0,0-1 0,0 1-1,0-1 1,0 1 0,0-1-1,0 0 1,0 1 0,-1-1-1,1 1 1,0-1 0,0 1 0,-1-1-1,1 1 1,0-1 0,0 1-1,-1-1 1,1 1 0,-1-1-1,1 1 1,0 0 0,-1-1 0,1 1-1,-1 0 1,1-1 0,-1 1-1,1 0 1,-2-1 0,-23 1 1675,20 1-1602,-1 1-1,1 0 1,0 0 0,-1 0-1,1 0 1,1 1-1,-1 0 1,0 0-1,1 0 1,-9 8 0,6-4-99,0 0 0,0 0 1,0 1-1,1 0 1,-7 12-1,3-1 23,1 1-1,1 0 0,1 0 0,0 1 0,2 0 0,-5 28 0,6-7 342,1 0-1,3 54 1,0-91-331,1 0-1,-1 0 1,1 0 0,-1 0 0,1 0-1,1 0 1,-1 0 0,1-1 0,0 1-1,0 0 1,0-1 0,1 0 0,-1 1-1,1-1 1,0 0 0,0 0 0,1-1 0,-1 1-1,1-1 1,0 1 0,0-1 0,0 0-1,0-1 1,0 1 0,1-1 0,-1 0-1,1 0 1,0 0 0,8 2 0,-7-3-21,1 0 1,-1 0 0,0 0-1,1-1 1,-1 0-1,1 0 1,-1-1 0,0 0-1,1 0 1,-1 0-1,0-1 1,0 0 0,0 0-1,0 0 1,0-1 0,0 0-1,-1 0 1,1-1-1,7-6 1,4-7-69,-1-1-1,0-1 1,-1 0-1,-1-1 1,-1 0 0,19-42-1,-16 25-349,-1 0 0,-3 0 0,14-61 0,-21 61-348,-1 0 0,-2-62 0,-2 86 590,0 8 110,0 1 1,0-1 0,0 1 0,-1-1-1,0 1 1,0-1 0,0 1-1,-1 0 1,1-1 0,-1 1 0,0 0-1,-5-7 1,5 8 33,0 0 0,-1 1 0,0 0 0,1-1 0,-1 1 0,0 0-1,0 0 1,0 1 0,0-1 0,0 1 0,0-1 0,-1 1 0,1 0 0,0 0 0,-1 1-1,1-1 1,-7 0 0,-4 0 61,-1 1-1,0 0 1,1 1 0,-1 1-1,1 0 1,0 1-1,0 0 1,0 2 0,0-1-1,0 2 1,-14 7-1,-3 2 7,-7 3-2898,29-10-3036,3 5-5590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21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145 128 5907,'0'0'8636,"0"-1"-8399,0 1 1,-1-1-1,1 0 0,0 1 1,0-1-1,0 1 1,0-1-1,-1 0 1,1 1-1,0-1 1,0 1-1,-1-1 0,1 1 1,-1-1-1,1 1 1,0-1-1,-1 1 1,1-1-1,-1 1 0,1 0 1,-2-1-1,0 1-231,-1 1 0,0 0 0,1 0 0,-1 0 0,0 0-1,1 0 1,-1 1 0,1-1 0,0 1 0,-1-1 0,1 1 0,0 0-1,0 0 1,0 0 0,0 0 0,0 0 0,1 1 0,-1-1 0,-2 5-1,-4 7 30,-14 31 0,20-40-16,-9 23 94,1 0-1,1 2 1,1-1 0,1 1-1,2 0 1,2 0 0,-1 56 0,4-71-26,-1 2 94,1 0-1,1 0 1,1 1 0,0-1-1,6 20 1,-7-33-149,1 0 0,-1 0 0,1-1 0,0 1 0,0 0 0,0 0 1,1-1-1,-1 1 0,1-1 0,0 0 0,0 0 0,0 0 0,0 0 0,0-1 1,1 1-1,-1-1 0,1 0 0,0 0 0,0 0 0,-1 0 0,1-1 0,0 1 0,1-1 1,-1 0-1,0 0 0,7 0 0,-2 0 24,0 0 0,1-1 0,-1 0-1,0 0 1,0-1 0,15-3 0,-17 2-49,-1-1-1,0 1 1,0-1-1,0 0 1,0 0-1,-1-1 1,1 0-1,-1 0 1,9-8-1,11-14-50,-1 0-1,-1-1 1,38-61 0,-47 65-145,-2-1 1,0-1 0,-1 0-1,-2-1 1,12-48 0,-16 42-100,-2 0 1,-1 0-1,-4-41 1,2 66 266,-1 0-1,0 0 1,-1-1 0,1 1-1,-2 0 1,1 0 0,-1 1-1,0-1 1,0 0 0,0 1-1,-6-8 1,6 10 18,0 1 1,0-1-1,0 0 0,0 1 1,-1 0-1,0 0 0,1 0 1,-1 0-1,0 1 0,0-1 1,0 1-1,-1 0 0,1 0 1,-1 1-1,1-1 0,-1 1 0,1 0 1,-9-1-1,7 2-30,-8-1 12,0 1 1,0 0-1,-18 3 0,28-2-83,-1 0 1,0 0 0,1 1 0,-1-1 0,1 1 0,-1 0 0,1 1-1,0-1 1,0 1 0,0 0 0,0 0 0,0 0 0,-3 4-1,1-1-755,1 1-1,0-1 1,0 1-1,-3 8 0,0 4-3352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22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274 181 1569,'0'0'7510,"0"-12"-6963,0-78 1929,0 90-2392,0-1 0,0 1 0,-1 0 0,1-1 0,0 1 0,0-1 0,0 1 0,-1 0 0,1-1-1,0 1 1,0 0 0,-1 0 0,1-1 0,0 1 0,-1 0 0,1 0 0,0-1 0,-1 1 0,1 0 0,0 0 0,-1 0 0,1 0 0,-1 0 0,1-1 0,0 1 0,-1 0 0,1 0 0,-1 0 0,1 0 0,-1 0 0,-18 0 1286,7-1-933,1-1-109,-1 0 1,1 1-1,-1 0 1,-21 2-1,28-1-246,1 1 1,-1-1-1,1 1 1,0 1-1,0-1 1,-1 0-1,1 1 0,0 0 1,0 0-1,1 0 1,-1 0-1,0 1 1,1 0-1,-1-1 0,-5 8 1,0-1-45,0 2 0,1-1 0,1 1 1,-1 1-1,2-1 0,-1 1 0,2 1 0,0-1 0,0 1 1,1-1-1,1 1 0,-4 23 0,6 120 1401,2-146-1304,-1-2-30,0 0 0,1-1-1,0 1 1,1-1 0,-1 1-1,1-1 1,1 0-1,0 0 1,0 0 0,0 0-1,1 0 1,-1-1 0,6 7-1,-5-9-51,0 1 0,0-2 0,0 1 0,1 0 0,0-1 0,-1 1 0,1-1 0,0-1 0,0 1 0,1-1-1,-1 0 1,0 0 0,1 0 0,0-1 0,-1 0 0,1 0 0,0 0 0,6-1 0,-6 0-21,1 0 0,0-1 0,0 0 1,-1 0-1,1-1 0,0 0 0,-1 0 1,0-1-1,1 1 0,-1-1 0,0-1 1,0 1-1,-1-1 0,1 0 0,-1 0 1,0-1-1,0 1 0,7-9 0,-2 1-89,-1-1-1,0 0 1,-1 0-1,0-1 1,-1 0-1,0-1 0,4-15 1,-5 11-347,-1-1 0,-1-1 0,-1 1 0,-1 0 0,-1-1 0,0 0-1,-2 1 1,-4-32 0,3 41 149,-1 1 0,0 0-1,-1 0 1,0 0 0,0 0-1,-1 0 1,-10-14 0,5 10 138,0-1 0,-2 2 0,-23-23 0,33 34 172,-1-1 1,0 1-1,1 0 0,-1 0 1,0 0-1,-1 0 0,1 0 1,0 1-1,0-1 0,-1 1 1,1 0-1,-1 0 1,1 0-1,-1 0 0,1 1 1,-1-1-1,0 1 0,1 0 1,-6 1-1,8-1-45,-1 1 0,1-1 0,0 1 0,0 0 0,0-1-1,0 1 1,1 0 0,-1 0 0,0 0 0,0-1 0,0 1 0,1 0 0,-1 0 0,0 0 0,1 0-1,-1 0 1,1 0 0,-1 1 0,1-1 0,-1 0 0,1 0 0,0 0 0,-1 2 0,-4 33-423,5-34 324,-1 36-2472,1 1-2423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4:23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63 4098,'0'0'10386,"-5"0"-9594,0 0-686,0 1 0,1 0 0,-1 0 0,0 1 0,0 0 0,1 0 0,-1 0 0,1 0 0,0 0 0,-1 1 0,1 0 0,0 0 0,1 0 0,-1 0 0,-4 6 0,-3 3 100,0 0 0,1 1-1,-13 22 1,0 6-6,-27 63-1,43-85-30,0 1 0,1-1-1,1 2 1,1-1 0,-3 37-1,6-41 36,0 21 593,4 57 0,-3-90-741,1 0 0,0 1 0,0-1 0,0 0-1,1 1 1,-1-1 0,1 0 0,0 0 0,0 0-1,0 0 1,1-1 0,-1 1 0,1-1 0,0 1-1,6 4 1,-7-6-24,1 0 0,0 0 0,0-1 0,0 1-1,0-1 1,0 0 0,0 0 0,0 0 0,0 0-1,1 0 1,-1-1 0,0 0 0,0 1 0,1-1 0,-1 0-1,0-1 1,1 1 0,-1 0 0,0-1 0,0 0-1,0 0 1,6-2 0,-2-1-11,0-1-1,0 1 1,-1-1-1,0 0 1,0-1-1,0 0 1,-1 0-1,1 0 1,-1 0-1,7-13 1,-8 13-28,21-31-504,0-2-1,-3 0 1,-1-1 0,21-61 0,-37 85 222,-1 0 1,-1 0-1,0-1 1,-1 1-1,-1 0 1,-1-24-1,0 34 281,0 1-1,-1 0 1,0 0 0,0 0-1,-1-1 1,1 1-1,-1 0 1,0 1-1,-1-1 1,1 0-1,-1 1 1,0-1 0,0 1-1,-6-7 1,-6-4 164,0 1 1,-25-19-1,8 7 339,-33-27 610,65 53-1146,0-1 1,0 1-1,-1-1 1,1 1-1,0-1 1,-1 1 0,1 0-1,-1-1 1,1 1-1,0 0 1,-1-1 0,1 1-1,-1 0 1,1-1-1,-1 1 1,1 0-1,-1 0 1,1 0 0,-1 0-1,1 0 1,-1-1-1,1 1 1,-1 0-1,0 0 1,1 0 0,-1 0-1,1 0 1,-1 0-1,1 1 1,-1-1 0,1 0-1,-1 0 1,1 0-1,-1 0 1,1 1-1,-1-1 1,1 0 0,-1 1-1,1-1 1,-1 0-1,1 1 1,0-1-1,-1 0 1,1 1 0,0-1-1,-1 1 1,1-1-1,0 1 1,-1 0 0,-6 27-4706,6-24 4200,-3 31-6833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16.7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25 14743,'0'0'4978,"0"3"-4754,10-3-256,0 0-48,-3-3-1377,-7-9-63,0 0-1426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2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9732,'0'0'8148,"0"3"-8148,4-3-2289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3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24 311 5507,'0'0'3329,"-3"-2"-2454,1 0-634,1 2-167,0-1 0,0 1 0,0-1 0,0 1 0,0-1 0,0 1 1,0-1-1,1 0 0,-1 0 0,0 1 0,0-1 0,1 0 1,-1 0-1,1 0 0,-1 0 0,1 0 0,-1 0 0,1 0 0,-1-2 1,-1-12 2741,1-5-3869,1 19 954,23-8 134,5 4-130,-18 3 219,0 0 0,0 0-1,12 1 1,173-5 1282,190-3-1075,-233 0-296,224 28 39,-235-8-36,-52-8-82,-51-2 59,-1 1 1,1 1 0,62 15-1,-45-3 47,0-3 0,1-1 0,72 3 1,-89-11 234,0 3 0,67 18 0,-86-19-239,6-1-34,0 0-1,0-2 0,1-1 0,34-2 0,-31-1 4,1 2-1,52 7 0,-23 1-5,0-4 1,86-3-1,-70-2-10,318-33 456,-234 15-278,68 6 115,-125 10-229,122 0-91,-159 3 48,-28-2-34,1-2 1,46-11-1,7 0 23,88-1 13,37-5-25,105-15-82,-257 30 90,165-26-30,85-5-36,-139 17 107,-8 1-4,265 13 426,-404 3-470,1-1-1,52-15 0,17-3 22,284-10-14,3 30-185,-213 3 100,-154 1 88,0 0-1,-1 1 1,1 1-1,20 7 0,21 4-36,33 4 74,152 25 228,-173-31-242,103 31-1,-145-36 12,10 4-26,1-3 1,1-1 0,-1-1 0,54 0 0,-52-8-19,-1 3 1,0 1 0,79 16-1,-88-13-2,1-1 0,-1-2 0,1-1 1,51-4-1,-16 1 29,587 1-1142,-602-2 1280,-1-3 1,73-15-1,-94 15-26,0 3 0,1 0 0,36 4 0,-9-1 962,-59-1-873,-2 0-225,-75 0-4322,20 0-1157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3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 4770,'0'0'7932,"-2"-9"-3645,-16 60-4248,3 2-1,1 0 1,3 0 0,2 2 0,-2 61-1,12 102 971,-1-213-928,1 0 0,0 1 1,0-1-1,0 0 0,1 0 1,-1 0-1,1 0 1,0 0-1,1 0 0,-1 0 1,5 5-1,-5-8-50,0 0 0,0 0 0,0 0 0,0 0-1,0-1 1,0 1 0,1-1 0,-1 1 0,1-1 0,-1 0 0,1 0 0,-1 0 0,1 0 0,-1 0 0,1-1 0,0 1-1,0-1 1,-1 0 0,1 0 0,0 0 0,0 0 0,-1 0 0,4-1 0,-3 0-17,1 0 0,-1 0 0,0 0 0,0 0 0,0-1 1,0 1-1,0-1 0,0 0 0,0 0 0,-1 0 0,1 0 0,-1-1 1,1 1-1,-1 0 0,0-1 0,0 0 0,0 0 0,3-5 0,2-5-51,-1-1-1,-1 1 0,4-15 1,-7 24 18,8-32-917,-2 0 1,8-71 0,-9-75-2801,-7 175 3797,0 1 1,0 0 0,-1 0-1,1 0 1,-1 0-1,-1 0 1,1 0 0,-1 0-1,0 0 1,0 0-1,-1 1 1,0-1 0,0 1-1,0 0 1,0 0-1,-1 0 1,0 0 0,0 1-1,-1-1 1,1 1-1,-1 0 1,-6-4-1,4 3 117,4 3-138,0 0-1,0 0 1,0 0-1,0 0 1,0 0-1,-1 1 1,1 0-1,0-1 1,-1 1-1,1 1 1,-1-1-1,1 0 1,-4 1-1,6 0-143,1 2-194,0 22-3141,0-11-640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3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85 2401,'0'0'8452,"-4"0"-7270,-1 2-950,0-1 0,0 1 0,0 0 0,0 1-1,0-1 1,1 1 0,-1 0 0,1 0 0,-1 0 0,1 1 0,1-1 0,-1 1 0,0 0 0,1 0 0,-5 8 0,-4 5 84,1 0 0,0 1 0,-7 20 0,13-25-175,0 1-1,1 0 0,0 0 1,2 0-1,-3 22 0,3 75 662,2-71-418,0-23-207,1 0 0,0 0 0,1 0 0,1 0 0,0 0 0,2 0 0,7 19 0,-11-32-149,1 0-1,0 1 1,0-1 0,1 0 0,-1-1 0,1 1 0,0 0-1,0-1 1,0 1 0,1-1 0,-1 0 0,1 0 0,-1 0-1,1-1 1,0 1 0,0-1 0,0 0 0,1 0 0,-1-1 0,0 1-1,1-1 1,-1 0 0,1 0 0,-1 0 0,1-1 0,0 1-1,-1-1 1,1 0 0,-1-1 0,1 1 0,0-1 0,4-1-1,-2 0-27,0 0 0,-1-1-1,1 0 1,-1 0-1,0-1 1,0 0-1,0 0 1,0 0-1,-1 0 1,1-1-1,-1 0 1,0 0-1,-1-1 1,1 0-1,-1 1 1,4-8-1,7-10-423,-1-1 0,-1-1-1,0 0 1,-2-1-1,-1 0 1,12-54 0,-14 40-620,-2 1 1,-2-1-1,-2 0 1,-3-52 0,0 83 934,0-1 1,0 1-1,-1-1 1,-1 1-1,0 0 1,-7-16-1,8 20 224,0 1 0,-1-1 0,0 0 0,0 1 0,0-1 0,-1 1 0,1 0 0,-1 0 0,0 1 1,0-1-1,-1 1 0,1 0 0,-6-4 0,7 6 85,1 0-1,-1 0 1,0 0 0,1 0 0,-1 0-1,0 1 1,0-1 0,0 1 0,0 0-1,0-1 1,0 2 0,1-1 0,-1 0-1,0 0 1,0 1 0,0-1 0,0 1-1,-4 2 1,6-2-250,-1 0-1,0 0 0,1 0 1,-1 0-1,0 0 1,1 0-1,-1 1 1,1-1-1,0 1 1,0-1-1,-2 3 1,2-2-531,0 0 0,0 0 0,0 0 1,0 0-1,1 0 0,-1 0 1,1 0-1,-1 0 0,1 0 1,0 5-1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9 4082,'0'0'11688,"-2"10"-10290,-19 23-846,0-3-376,8-2-24,2 0 1,0 0-1,2 1 0,1 0 0,1 1 0,-5 46 0,3 182 1417,9-217-1321,0-30-157,0 2 41,0 0 0,1-1 0,4 26 1,-4-36-108,-1 1 0,1 0 0,0 0 1,0-1-1,0 1 0,1-1 1,-1 1-1,0-1 0,1 1 1,0-1-1,0 0 0,-1 0 0,1 0 1,0 0-1,1 0 0,-1 0 1,0-1-1,1 1 0,-1-1 1,0 1-1,1-1 0,0 0 0,2 1 1,0-1-17,0 0 0,0 0 1,0-1-1,-1 0 0,1 0 0,0 0 1,0 0-1,0-1 0,0 1 0,0-1 1,-1-1-1,1 1 0,0-1 0,-1 0 1,1 0-1,-1 0 0,0 0 1,0-1-1,0 1 0,0-1 0,0 0 1,0-1-1,-1 1 0,4-5 0,7-8-63,-1-1 0,-1 0-1,0-1 1,11-22 0,-5 5-626,-1-1 0,-2 0 0,-1-1 1,-2 0-1,-1-1 0,-2-1 0,-2 0 0,-2 0 1,1-46-1,-6 72 425,1-3 59,-1 0 1,-1 1-1,-1-1 0,-6-29 0,7 41 292,0 0-1,-1 0 1,0 0-1,0 0 0,0 0 1,0 0-1,-1 1 1,1-1-1,-1 1 0,0-1 1,0 1-1,0 0 1,-1 0-1,1 1 0,-1-1 1,1 1-1,-1-1 0,0 1 1,0 0-1,0 1 1,0-1-1,-6-1 0,5 1-22,0 1 0,0 0 0,0 0 0,0 0 0,0 1 0,-1 0 0,1 0 0,0 0 0,0 0 0,0 1 0,0 0-1,0 0 1,0 1 0,0-1 0,0 1 0,0 0 0,0 0 0,1 0 0,-1 1 0,1 0 0,0 0 0,0 0 0,0 0 0,0 1-1,0-1 1,-5 8 0,-25 36 199,22-20-1381,7 0-3808,5-20-430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7059,'0'0'6435,"-7"30"-5843,7 21 33,0 21 719,10 21-143,4 13 240,-8 5-417,1-9-624,0-21-192,3-39-208,7-27-848,-4-15-2610,-3-42-6834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3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10 976,'0'0'4144,"-26"-9"-94,-12 9-4202,25 0 1163,21 0 3655,-4 1-4594,0-1 0,0 2 0,0-1 0,0 0 0,0 1 0,0 0 0,-1 0 0,1 0 0,0 1 1,-1-1-1,0 1 0,1-1 0,-1 1 0,4 5 0,16 12 213,11 0 63,-25-15-165,0 1 0,0-1 0,11 10 0,-7-5-79,1 0-1,1-1 0,0 0 1,0-2-1,0 0 0,26 9 1,-15-6-42,29 15 1,-46-21-8,-1 1-1,0 1 1,-1-1 0,1 1-1,-1 1 1,0-1 0,8 11-1,-7-8 2,1 1 0,0-1-1,0-1 1,1 0 0,15 9 0,58 30 13,-5-4 23,-54-29-36,1-1-1,1-2 0,1-1 1,-1 0-1,39 7 1,2 1-55,-49-11 1,1 0 1,-2 1 0,1 1-1,-1 1 1,26 19 0,-40-26 0,1 0 0,-1 0 0,-1 0 1,1 0-1,0 1 0,-1-1 0,0 1 1,2 4-1,-1-4 17,-1 1 1,1-1-1,0 0 1,-1 0-1,8 6 1,57 45 58,-37-32-33,40 41 0,-61-53-44,0-2 0,1 1 0,0-1 0,1 0 0,0-1 0,0-1 0,1 0 0,15 7 0,-13-7-2,0 0 0,-1 1 0,23 18 0,16 9-13,79 38 37,-49-28-20,-53-31-6,-1 1 1,46 34 0,-40-21 48,-17-13-49,27 18 0,39 35 34,-51-47-41,-21-14 18,0 0 0,16 13 0,16 25-38,20 15 72,-59-57-45,-1 0 1,0 0-1,1-1 1,0 1-1,5 2 1,4 3-1,-7-5 21,-4-2-19,-1 0 0,0-1 0,1 1 0,-1 0 0,1 0 0,-1 0 0,0 0 0,0 0 0,0 0 0,1 0 0,-1 1 0,0-1 0,0 0 0,-1 1 0,1-1 0,1 3 941,-33-4-7434,2 0-780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33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64 3650,'0'0'4626,"0"-4"-4445,-1-2-97,1 5-30,0 0-1,0-1 1,-1 1-1,1-1 0,0 1 1,0 0-1,0-1 1,1 1-1,-1-1 0,0 1 1,0-1-1,1 1 1,-1 0-1,1-1 0,-1 1 1,1 0-1,0 0 1,-1-1-1,1 1 0,0 0 1,0 0-1,0 0 1,0 0-1,0 0 0,0 0 1,2-2-1,1 2 334,-1-1-243,1 1 1,0-1-1,-1 0 1,1 0 0,5-5-1,-9 8 44,1 1-1,-1-1 1,1 0-1,-1 1 1,0-1-1,1 1 1,-1-1-1,0 1 1,0-1-1,0 0 1,0 1-1,-1 1 1,1-3-30,14 625 688,-13-526-837,-3 104-37,-7-145 48,6-44-13,0 0 1,1 1 0,0 14 0,-2 542 907,3-532-877,-10 49 0,-1 13 89,10-48-56,-12 296-62,13-293 124,0-26-105,1 0 0,1 1 0,10 54 0,-3-45 70,-2 0 1,2 54-1,-8 84 519,-2-75-446,4 142 440,-4 261-112,-35-124-398,25-314-114,5-31 18,-3 46 1,-11 186 330,15-180-197,-1 70-105,-1 109 64,-1-1 165,3 76 46,-4-185-150,0 3-65,10 493-67,-14-566-131,8-73 80,6-6 54,-2 34 18,2-40-92,0-1-1,0 1 1,-1-1-1,1 0 1,-1 1-1,1-1 1,-1 1 0,0-1-1,0 0 1,0 0-1,0 0 1,-1 1-1,-1 1 1,3-4-3,0 0-1,0 0 1,0 0 0,0 0 0,-1 0 0,1 0-1,0 1 1,0-1 0,0 0 0,0 0 0,0 0-1,-1 0 1,1 0 0,0 0 0,0 0 0,0 0-1,-1 0 1,1 0 0,0 0 0,0 0 0,0 0-1,0 0 1,-1 0 0,1 0 0,0 0 0,0 0-1,0 0 1,0 0 0,-1 0 0,1 0 0,0-1-1,0 1 1,0 0 0,0 0 0,0 0 0,-1 0-1,1 0 1,0 0 0,0 0 0,0-1 0,0 1-1,0 0 1,0 0 0,0 0 0,0 0 0,-1-1-1,1 1 1,0 0 0,0 0 0,0 0 0,0 0-1,0-1 1,0 1 0,0 0 0,0 0 0,0 0-1,0 0 1,0-1 0,0 1 0,0 0 0,0 0-1,0 0 1,0 0 0,1-1 0,-5-32-3504,1-31-2212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 1249,'0'0'9022,"0"2"-8349,-1 164 1807,3 192 808,-2-354-3252,0 19 215,2-1 1,0 0-1,1 0 1,9 29 0,-12-50-246,1 0 1,-1 0 0,0 0 0,1 0-1,-1-1 1,1 1 0,0 0 0,-1 0 0,1-1-1,0 1 1,-1 0 0,1-1 0,0 1 0,0-1-1,0 1 1,-1-1 0,1 1 0,2 0-1,-3-1-7,1 0-1,-1 0 1,0 0 0,1 0-1,-1 0 1,1 0-1,-1 0 1,1 0-1,-1 0 1,0 0-1,1 0 1,-1 0-1,1 0 1,-1-1-1,0 1 1,1 0-1,-1 0 1,0 0-1,1-1 1,-1 1 0,0 0-1,1 0 1,-1-1-1,0 1 1,1 0-1,-1 0 1,0-1-1,0 1 1,1 0-1,-1-1 1,0 1-1,0-1 1,0 1-1,1 0 1,-1-1-1,0 1 1,0 0-1,0-1 1,0 1 0,0-1-1,0 1 1,0-1-1,0 0 1,2-168-4126,-3 86 1410,1-65-1182,0-73 5107,-1 219-1155,1-1 1,0 1-1,0 0 1,1 0 0,-1 0-1,0 0 1,1 0 0,-1 0-1,1 0 1,0 0-1,-1 0 1,1 0 0,0 0-1,0 0 1,0 0 0,1 1-1,-1-1 1,0 0-1,1 1 1,-1-1 0,1 1-1,-1-1 1,1 1 0,0 0-1,0 0 1,0 0-1,-1 0 1,5-2 0,2 1 383,0 1 1,0-1-1,0 1 1,0 1-1,0-1 1,9 2-1,-5-1-319,-8 1-103,0 0 1,0 0-1,0 0 1,0 0-1,0 1 0,-1-1 1,1 1-1,-1 0 1,1 0-1,3 4 1,22 10 54,-23-15-49,-1 1 1,1 0-1,-1 1 0,0 0 0,0-1 1,0 1-1,6 6 0,-8-6 68,0-1 0,-1 1 0,0 0 0,0 0 0,0 0 0,0 1 0,0-1 0,0 0-1,-1 1 1,0-1 0,1 1 0,0 5 0,1 12 428,0 0-1,-2 0 1,-1 30 0,0-21-319,-1-25-166,0 0-1,0 0 1,0 0-1,0 0 1,-1 0 0,0-1-1,0 1 1,0 0-1,-1-1 1,0 1-1,1-1 1,-1 0 0,-1 0-1,1 0 1,-1-1-1,1 1 1,-1-1-1,0 1 1,-6 2-1,2 0-28,0-1 0,1-1 0,-2 1 0,1-1-1,-1-1 1,1 0 0,-1 0 0,0 0-1,-18 1 1,-75-3-2204,101-1 2118,15 0-298,-10 0 417,0 1 0,-1-1 0,1 1-1,0 0 1,0 0 0,-1 0 0,1 0 0,-1 1 0,1 0 0,-1 0 0,1 0-1,3 3 1,37 34 481,-29-24-270,3 4 263,19 25 1,-25-28-98,0-1 0,1-1 0,27 24 0,-39-37-602,9 8 824,-10 0-3453,-10-12-4572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28 2353,'0'0'5096,"0"-3"-4315,0 0-1204,0 3 536,0-1 0,0 1 0,0 0 0,0-1 0,0 1 0,0-1 0,0 1 0,0-1 0,0 1 0,0-1 0,0 1 0,0 0 0,0-1 0,0 1 0,-1-1 0,1 1 0,0-1 0,0 1 0,0 0 0,-1-1 0,1 1 0,0 0 0,-1-1 0,1 1 0,0 0 0,-1-1 0,1 1 0,0 0 0,-1 0 0,1-1 1,0 1-1,-1 0 0,1 0 0,-1 0 0,1-1 0,-1 1 0,1 0 0,0 0 0,-1 0 0,1 0 0,-1 0 0,1 0 0,-1 0 0,1 0 0,-1 0 0,1 0 0,0 0 0,-2 1 0,-35-10 508,35 8-608,0 1-1,0 0 0,0 1 1,0-1-1,0 0 0,0 0 1,0 1-1,0-1 0,1 1 1,-1 0-1,0-1 0,0 1 1,0 0-1,1 0 1,-3 1-1,2 1 6,0-1 0,0 1 0,0 0 0,1-1 0,-1 1 0,1 0 0,-1 0 0,-1 6 1,-1 5 151,1 0 1,1 0 0,0 0-1,1 1 1,0-1 0,3 23-1,-1-3 551,-1-29-650,0-1 1,0 0-1,1 0 1,0 1-1,0-1 0,0 0 1,0 0-1,1 0 1,-1 0-1,1 0 0,0 0 1,1 0-1,-1 0 1,0-1-1,1 1 0,0-1 1,0 0-1,0 0 1,0 0-1,1 0 0,-1-1 1,6 4-1,7 3 84,0-1 0,1-1-1,0-1 1,22 6 0,28 12-20,-54-19-137,15 10-68,-28-15 61,0 1 0,0-1 0,1 0 0,-1 0 0,0 1 0,0-1 0,0 0 0,0 0 0,0 1 0,0-1 1,0 0-1,1 1 0,-1-1 0,0 0 0,0 0 0,0 1 0,0-1 0,0 0 0,0 1 0,-1-1 0,1 0 0,0 0 1,0 1-1,0-1 0,0 0 0,0 0 0,0 1 0,0-1 0,-1 0 0,1 0 0,0 1 0,0-1 0,0 0 0,-1 0 1,1 1-1,0-1 0,0 0 0,0 0 0,-1 0 0,1 0 0,0 1 0,0-1 0,-1 0 0,-14 8-31,14-7 32,-31 14 9,-3 3 39,-65 22-1,97-39-170,0 0 0,0 0 0,0 0 0,0 0 0,0-1 0,0 1 0,0-1-1,0 0 1,0 0 0,0 0 0,-4-1 0,5 0-27,1 0-1,0 0 1,-1 0-1,1 0 1,0 0-1,0 0 1,0 0-1,0 0 1,0 0-1,0 0 1,0-1-1,0 1 1,1 0-1,-1-1 1,0 1-1,1-1 1,-1 1-1,1-1 1,0 1-1,-1-1 1,1 1-1,0-1 1,0 1-1,0-3 1,-2-44-5928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6051,'0'0'7603,"0"0"-7559,0-1 0,0 1 0,0 0-1,0 0 1,0 0 0,1 0 0,-1 0-1,0 0 1,0-1 0,0 1 0,0 0-1,0 0 1,0 0 0,0 0 0,0 0-1,1 0 1,-1 0 0,0 0 0,0 0-1,0 0 1,0-1 0,0 1 0,1 0-1,-1 0 1,0 0 0,0 0 0,0 0-1,0 0 1,0 0 0,1 0 0,-1 0-1,0 0 1,0 0 0,0 0 0,0 1-1,1-1 1,-1 0 0,0 0 0,0 0-1,0 0 1,0 0 0,0 0 0,0 0-1,1 0 1,-1 0 0,0 0 0,0 0-1,0 1 1,0-1 0,0 0 0,0 0-1,0 0 1,0 0 0,0 0 0,1 1-1,-1-1 1,0 0 0,0 0 0,0 0-1,-1 63 163,5 138 972,-1-162-522,1-1 1,3 1 0,11 41-1,-17-77-601,-1-2-44,0 0 1,0-1-1,0 1 1,0 0-1,0-1 0,1 1 1,-1 0-1,0 0 1,0-1-1,0 1 0,1 0 1,-1-1-1,0 1 1,1-1-1,-1 1 0,1 0 1,-1-1-1,1 1 0,-1-1 1,1 1-1,-1-1 1,1 1-1,-1-1 0,1 0 1,0 1-1,-1-1 1,1 1-1,0-1 0,-1 0 1,1 0-1,0 0 1,-1 1-1,1-1 0,1 0 1,-1 0-194,-2-46-3929,2 23 704,-1-1-2433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10805,'0'0'5923,"224"54"-5107,-151-54-208,-9 0-544,-14 0-64,-13-6 0,-14-6-64,-6 6-256,-14 3-976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5699,'0'0'6536,"-2"15"-5637,-15 185 1742,16-180-2429,0 21 897,6 75-1,-4-104-895,1 1-1,1-1 1,0 0-1,1 0 1,0 0 0,1-1-1,0 1 1,1-1 0,0-1-1,12 17 1,-15-24-205,0 0 0,0 0 0,1 0 1,-1 0-1,1 0 0,-1-1 0,1 0 1,0 0-1,0 0 0,0 0 0,0 0 1,0-1-1,1 0 0,-1 0 0,0 0 1,1 0-1,-1-1 0,0 0 0,1 0 1,-1 0-1,6-1 0,-8 1-56,0-1-1,-1 0 1,1 1-1,0-1 1,-1 0-1,1 0 1,0 0 0,-1 0-1,1 0 1,-1 0-1,0 0 1,1-1-1,-1 1 1,0-1-1,0 1 1,0-1-1,0 1 1,0-1 0,0 1-1,0-1 1,0 0-1,0-2 1,2-5-606,0-1-1,3-19 1,-5 18-92,16-94-8661,-10 54 2585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4322,'0'0'7441,"2"-4"-4406,-2 4-2963,1 18 681,-1 40-446,0-41 77,16 209 1351,-8-152-1360,-5-43-396,10 44 0,1-31-5174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7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6275,'0'0'4695,"2"-15"-4201,2-2-345,-2 9 43,0-1-1,-1 1 1,0-1-1,0-16 3056,-1 44-3028,-1 170 17,3 210 1086,-2-380-1271,2 26 245,-2-43-288,1 1 0,-1-1 0,1 1 0,0-1 0,0 1 0,0-1 0,0 1 0,0-1 0,0 0 0,0 1 0,1-1 0,-1 0 0,4 3 0,-5-5-66,0 0 0,0 0 0,1 1 0,-1-1 1,0 0-1,0 0 0,1 0 0,-1 1 0,0-1 1,1 0-1,-1 0 0,0 0 0,1 0 0,-1 0 1,0 0-1,0 0 0,1 0 0,-1 0 0,0 0 1,1 0-1,-1 0 0,0 0 0,1 0 0,-1 0 1,0 0-1,1 0 0,-1 0 0,0 0 1,1 0-1,-1 0 0,0-1 0,0 1 0,1 0 1,-1 0-1,0 0 0,1-1 0,-1 1 0,0 0 1,0 0-1,0 0 0,1-1 0,-1 1 0,0 0 1,0-1-1,0 1 0,0 0 0,0 0 0,1-1 1,-1 1-1,0 0 0,0-1 0,0 1 1,0 0-1,0-1 0,0 1 0,0 0 0,0-1 1,0 1-1,0 0 0,0-1 0,0 1 0,0-1 1,1-25-3563,-1 23 2663,0-29-7086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5250,'0'0'7460,"2"-1"-6461,-1 6 2172,-1 661-165,0-665-3142,0-30-8219,0 15 578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51 6435,'0'0'7225,"-3"-10"-6831,-11-31 55,11 133 1728,25 109-896,-5-68-583,-11-60-314,9 72 59,-11-131-703,-4-14 241,0 0 0,0 1-1,0-1 1,0 0 0,0 0 0,0 0-1,0 0 1,0 0 0,0 0-1,0 0 1,0 0 0,0 0-1,0 0 1,0 0 0,0 0-1,0 0 1,0 0 0,0 0-1,0 1 1,0-1 0,0 0-1,1 0 1,-1 0 0,0 0-1,0 0 1,0 0 0,0 0-1,0 0 1,0 0 0,0 0-1,0 0 1,0 0 0,0 0 0,0 0-1,0 0 1,0 0 0,1 0-1,-1 0 1,0 0 0,0 0-1,0 0 1,0 0 0,0 0-1,0 0 1,0 0 0,0 0-1,0 0 1,0 0 0,0 0-1,0-1 1,0 1 0,0 0-1,1 0 1,-1 0 0,0 0-1,0 0 1,0 0 0,0 0-1,0 0 1,0 0 0,0 0 0,0 0-1,0 0 1,0 0 0,0-1-1,3-21-1924,-3-12-1260,0 0-2972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4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7 3650,'0'0'6277,"-21"-6"-3468,17 5-2699,-1 1 0,0 0 0,1 1-1,-1-1 1,0 1 0,1 0 0,-1 0-1,1 0 1,-1 1 0,1-1 0,0 1-1,-1 0 1,1 0 0,0 1-1,0-1 1,1 1 0,-1 0 0,0 0-1,1 0 1,0 1 0,0-1 0,-5 8-1,-2 4 24,0 1-1,2 0 0,0 0 1,1 1-1,0 0 1,1 0-1,1 0 0,1 1 1,1 0-1,0 0 0,1 0 1,1 25-1,1-17 72,-1 8 183,1 1 0,2-1 0,1 0 1,2 0-1,10 36 0,-11-55-213,1-1 0,1 0 1,0 0-1,0 0 0,16 22 1,-19-32-142,-1-1 0,1 0 0,0 0 0,0 0 0,0 0 0,0 0 0,0-1 0,1 0 0,-1 1 0,1-1 0,0 0 0,0-1 0,0 1 0,-1-1 0,1 1 0,1-1 0,-1-1 0,0 1 0,0 0 0,0-1 0,0 0 0,0 0 0,1 0 0,-1-1 0,0 1 0,6-2-1,-5 0-5,0 0-1,1 0 0,-1 0 0,0-1 1,0 1-1,0-1 0,-1-1 0,1 1 0,-1 0 1,0-1-1,5-5 0,5-7-12,20-31 0,-18 24-60,13-17-626,39-73-1,-60 98 184,-1 0-1,-1-1 0,0 0 0,-1-1 1,-1 1-1,0-1 0,-1 0 0,1-27 1,-4 36 241,0-6-178,0 1 1,-4-27-1,2 35 463,1 1 0,0-1 0,-1 1-1,0-1 1,0 1 0,0 0 0,0 0-1,-1 0 1,0 0 0,0 0 0,-6-6-1,4 6 167,1 0 0,-1 1 0,0-1 0,0 1-1,0 0 1,0 0 0,-1 1 0,1 0 0,-1-1-1,0 2 1,1-1 0,-1 1 0,-12-1 0,-29 2-425,0 6-4378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1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7267,'0'0'7001,"-6"7"-6139,-4 8-705,1-1 1,1 1 0,0 1 0,1-1-1,1 1 1,0 1 0,1-1-1,1 1 1,-4 27 0,4 10 291,2 91 0,3-130-345,-1 5 116,2 0-1,0 0 0,1 0 0,7 20 1,-8-32-108,0 0 1,1-1 0,0 1-1,1-1 1,0 1 0,0-1-1,0 0 1,1-1 0,0 1 0,0-1-1,1 0 1,10 9 0,-14-13-88,0-1 1,0 1 0,1 0-1,-1-1 1,1 0 0,-1 1-1,1-1 1,0 0 0,-1 0-1,1-1 1,0 1 0,-1-1 0,1 1-1,0-1 1,0 0 0,0 0-1,0 0 1,-1 0 0,1-1-1,0 1 1,0-1 0,-1 1-1,1-1 1,3-1 0,-2-1-10,-1 1 1,1-1-1,0 1 1,0-1-1,-1-1 0,0 1 1,0 0-1,0-1 1,0 1-1,0-1 1,-1 0-1,1 0 1,2-7-1,11-28-606,-1 0 0,-2-1 0,-2-1 0,-2 0 0,-1 0 0,-3-1 0,2-80 1,-7 118 560,0-1 1,0 1-1,0-1 1,-1 1-1,1-1 1,-1 1-1,0 0 1,-1-1-1,1 1 1,-1 0-1,1 0 1,-1 0 0,-1 0-1,1 0 1,0 0-1,-1 0 1,0 1-1,0-1 1,0 1-1,0 0 1,-1 0-1,1 0 1,-1 1 0,1-1-1,-1 1 1,0 0-1,0 0 1,0 0-1,-7-2 1,-1 1 97,0 0-1,-1 0 1,1 1 0,-1 1 0,0 0 0,0 1-1,-14 2 1,-4-2-929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166 170 5763,'0'0'6776,"0"-5"-6096,0-15-74,0 15 2641,-21 5-2506,18-1-721,1 1 0,-1 1 0,0-1 0,0 0 0,0 1 0,0-1 0,0 1 0,1 0 0,-1 0 0,0 0 0,1 0 0,-5 3 0,3 0-14,0-1 0,0 1 0,0 0 0,1 0 0,-1 1 0,-2 4 0,-4 7 49,1-1 1,0 2-1,1-1 1,1 1 0,1 0-1,0 1 1,1-1-1,-4 30 1,5-13 355,2 0 0,1 0 1,6 58-1,-4-79-248,1-1 1,1 1-1,0 0 0,0-1 1,11 24-1,-12-31-104,1-1-1,-1 1 1,1 0-1,0-1 1,0 1-1,1-1 0,-1 0 1,1 0-1,0-1 1,0 1-1,1-1 1,-1 0-1,0 0 1,1 0-1,0 0 1,0-1-1,5 2 1,-4-2-40,0-1 0,-1 0 1,1 0-1,0-1 0,0 1 0,0-1 1,0 0-1,0-1 0,-1 0 0,1 0 1,0 0-1,0 0 0,-1-1 0,1 0 1,-1 0-1,1-1 0,-1 1 0,0-1 1,0 0-1,0-1 0,0 1 0,-1-1 1,1 0-1,-1 0 0,4-6 0,8-9-84,-1-1 0,0 0-1,-2-1 1,17-38-1,-13 24-582,-2 0-1,-2-1 0,-1 0 1,-2-1-1,-2-1 1,-1 1-1,-2-1 1,1-59-1,-6 87 428,0-1 0,-1 1 0,0-1-1,0 1 1,-2-1 0,1 1 0,-5-10 0,6 16 205,-1 1 1,1-1 0,-1 1-1,0 0 1,-1 0-1,1 0 1,-1 0 0,1 0-1,-1 0 1,0 1-1,0-1 1,0 1-1,0 0 1,0 0 0,0 0-1,-1 0 1,1 1-1,-1-1 1,1 1 0,-1 0-1,0 0 1,-4-1-1,2 1 232,-1 0 0,1 0-1,-1 1 1,1 0 0,-1 0-1,1 1 1,-1 0 0,1 0-1,-7 2 1,9-2-124,-1 1-1,1 0 1,1-1 0,-1 2 0,0-1 0,0 0-1,1 1 1,-1 0 0,1 0 0,0 0 0,0 0-1,0 0 1,-4 7 0,0 0 15,1 0-1,0 0 1,1 0 0,0 1 0,-3 11 0,3 12-3283,5-24-1719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7187,'0'0'5512,"-5"3"-5125,-12 7 316,-34 14 0,44-21-591,0 0 0,1 1-1,-1-1 1,1 1 0,0 0 0,1 1-1,-1 0 1,1-1 0,-1 2 0,1-1-1,1 1 1,-1-1 0,1 1 0,0 1 0,1-1-1,-1 0 1,1 1 0,-3 10 0,0 2 65,1 0 0,0 1 0,2 0 0,0-1-1,1 32 1,1-30 95,4 135 1235,-2-139-1332,2 0 1,0-1 0,1 1-1,0-1 1,1 0-1,1 0 1,9 16-1,-13-28-136,0 0 0,1 0 0,-1-1 1,1 1-1,0-1 0,0 0 0,0 0 0,0 0 0,0 0 0,1 0 0,-1-1 0,1 0 0,0 1 0,0-1 0,7 2 0,-8-3-28,-1-1 0,1 1-1,0-1 1,0 0 0,0 1-1,0-2 1,-1 1-1,1 0 1,0 0 0,0-1-1,-1 0 1,1 1 0,0-1-1,-1 0 1,1 0 0,0-1-1,-1 1 1,0-1-1,1 1 1,-1-1 0,0 0-1,0 1 1,0-1 0,0 0-1,0 0 1,2-3 0,7-10-34,-1-1 1,-1 1-1,0-2 1,-1 1-1,0-1 1,6-26-1,-2 4-1057,11-77-1,-19 79-471,-2-43 0,-2 73 1385,0 3 77,0-1-1,0 0 0,0 1 1,-1-1-1,0 1 0,0-1 0,0 1 1,0-1-1,0 1 0,-1 0 1,0 0-1,0-1 0,0 1 0,-1 0 1,1 1-1,-1-1 0,0 0 1,0 1-1,0 0 0,0-1 1,-1 1-1,1 0 0,-1 1 0,0-1 1,0 1-1,0 0 0,0 0 1,0 0-1,-1 0 0,1 1 0,-9-2 1,4 0 286,0 1-1,-1 0 1,1 1 0,-12 0 0,17 1-139,1 0 1,-1 0-1,1 0 0,-1 1 0,1-1 1,0 1-1,-1 0 0,1 0 0,0 0 1,0 1-1,0-1 0,0 1 0,0-1 1,-4 4-1,1-1-184,-5 4 53,8-2-4207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3762,'0'0'6629,"0"-3"-5890,0 14 2100,1 164-969,37 163 192,-30-286-1605,-7-44-383,0-3 0,-1 0 0,1 0 0,0-1 0,0 1-1,1 0 1,-1 0 0,1-1 0,4 8 0,-6-13-191,0 1 0,1 0 0,-1 0 0,0-1 0,0 1 0,1 0 0,-1 0 0,0-1 0,0 1 0,0 0 0,1 0 0,-1-1 0,0 1 0,0 0 0,0-1 0,0 1 0,0 0 0,0-1 0,1 1 0,-1 0 0,0-1 0,0 1 0,0-1 0,0 1 0,0 0 0,0-1 0,0 1 0,-1 0 1,1-1-1,0 0 0,1-14-3650,-1-3-6016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6307,'0'0'5981,"4"-17"-5159,12-52-195,-14 64 1411,0 6-866,0 11-600,-1 20-683,22 480 1650,-21-488-1478,0 10 94,8 39 0,-9-70-149,-1-2-8,0 1 0,0 0 0,0 0 0,0-1 1,1 1-1,-1 0 0,1-1 0,0 1 0,-1-1 0,1 1 1,0 0-1,0-1 0,0 0 0,0 1 0,0-1 0,0 1 1,0-1-1,0 0 0,1 0 0,-1 0 0,2 1 0,-3-2-2,0 0-1,1 1 0,-1-1 0,0 0 1,0 0-1,0 0 0,1 0 0,-1 0 0,0 0 1,0 0-1,1 0 0,-1 0 0,0 0 0,0 0 1,0 0-1,1 0 0,-1-1 0,0 1 0,0 0 1,0 0-1,1 0 0,-1 0 0,0 0 1,0 0-1,0 0 0,1-1 0,-1 1 0,0 0 1,0 0-1,0 0 0,0 0 0,0-1 0,1 1 1,-1 0-1,0 0 0,0 0 0,0-1 0,0 1 1,0 0-1,0 0 0,0 0 0,0-1 0,0 1 1,5-18-828,0-1 1,-2 1-1,0-1 1,1-22-1,-2 9-1723,3-29-6091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 6419,'0'0'6088,"-1"-8"-2262,-4 68-3050,3 87 1,3-75-447,-2 30-10,9 216 278,-8-308-704,6 34 282,-6-43-246,1 0 0,-1 1 0,0-1 0,0 0 0,0 0 0,1 0 0,-1 0 0,0 0 0,1 0 0,-1 0 0,1 0 0,0 0-1,-1 0 1,1 0 0,0 0 0,-1-1 0,1 1 0,0 0 0,0 0 0,0-1 0,0 1 0,0 0 0,-1-1 0,1 1 0,0-1 0,0 1 0,2 0 0,-3-1-3,1-1 0,-1 1 0,0 0-1,0 0 1,0 0 0,1 0 0,-1 0 0,0 0 0,0 0 0,0 0 0,0 0 0,1 0 0,-1 0 0,0 0 0,0-1 0,0 1 0,0 0 0,1 0 0,-1 0 0,0 0 0,0 0 0,0-1 0,0 1 0,0 0 0,0 0 0,0 0 0,0 0 0,0-1 0,1 1 0,-1 0 0,0 0 0,0 0 0,0 0 0,0-1 0,0 1 0,0 0 0,0 0 0,0 0 0,0-1 0,0 1 0,0 0 0,-1 0 0,1 0 0,0-1 0,0 1 0,1-33-5823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3570,'0'3'13234,"0"17"-12817,13 354 1739,-2-258-1772,8 80 118,-18-187-490,-1-8-11,0 1 0,0 0 0,0 0 0,1 0 0,-1-1 0,0 1 0,1 0 0,0-1 0,-1 1-1,1 0 1,0-1 0,0 1 0,0-1 0,1 3 0,-2-4-4,0 0-1,0 0 0,0 0 0,0 0 1,0 0-1,0 0 0,0 0 1,0 0-1,0 0 0,0 0 1,1 1-1,-1-1 0,0 0 0,0 0 1,0 0-1,0 0 0,0 0 1,0 0-1,0 0 0,0 0 1,0 0-1,0 0 0,0 0 0,0 0 1,1 0-1,-1 0 0,0 0 1,0 0-1,0 0 0,0 0 0,0 0 1,0 0-1,0 0 0,0 0 1,0 0-1,0 0 0,0 0 1,1 0-1,-1 0 0,0 0 0,0 0 1,0 0-1,0-1 0,0 1 1,0 0-1,0 0 0,0 0 1,0 0-1,0 0 0,0 0 0,0 0 1,0 0-1,0 0 0,0 0 1,0 0-1,0 0 0,0 0 1,0-1-1,0 1 0,0 0 0,0 0 1,0 0-1,0 0 0,1-10-284,-1 7 178,0-79-2963,0 23-2159,0 14-2387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5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155 121 6467,'0'0'5885,"-10"-6"-1955,7 6-3858,1 0-1,0 1 1,-1-1-1,1 1 1,0-1-1,0 1 1,-1 0-1,1 0 1,0 0-1,0 0 1,0 1-1,0-1 1,0 0-1,1 1 1,-1 0-1,0-1 1,0 1-1,-1 2 1,-4 6 31,0 0 0,-8 17 0,1-3 155,6-11-96,0 1-1,1 0 0,1 0 0,0 1 0,1 0 1,-4 18-1,5-7 164,0 0-1,1 51 1,3-68-299,0 17 247,3 29 1,-1-45-193,0 0 1,0 0 0,1-1-1,0 1 1,1-1-1,5 11 1,1-3 72,0 0-1,1-1 0,0-1 1,17 18-1,-22-26-127,0-1 0,0-1 0,1 1 1,-1-1-1,1 0 0,1-1 0,-1 1 0,0-1 1,1-1-1,0 1 0,0-2 0,11 4 0,-14-5-12,1 0 0,0 0 0,-1-1 0,1 0-1,0 0 1,-1 0 0,1 0 0,0-1 0,0 0 0,-1 0-1,8-3 1,-8 1-12,0 0 0,0 0-1,0 0 1,-1 0 0,0-1 0,0 0-1,0 0 1,0 0 0,0 0 0,-1-1-1,5-6 1,10-19-194,-1-1 0,-1 0 0,-2-1 0,-1 0 0,-1-1 0,9-45 0,-13 37-687,-1-1 0,-2 1 0,-2-1-1,-2 0 1,-4-43 0,2 78 846,0-1-1,-1 1 1,1 0-1,-2 0 1,1 0 0,-1 1-1,0-1 1,0 0 0,0 1-1,-1 0 1,0 0-1,-1 0 1,1 0 0,-1 1-1,0 0 1,-1 0-1,1 0 1,-11-7 0,7 6 267,-1 1 1,0-1 0,0 2 0,-1-1-1,1 2 1,-1-1 0,0 2-1,0-1 1,0 1 0,0 1 0,-16-1-1,22 3-187,0 0-1,0 0 0,0 0 0,1 0 1,-1 1-1,1 0 0,-1 0 0,1 0 1,0 1-1,0-1 0,0 1 1,0 0-1,0 0 0,1 0 0,-1 1 1,-5 6-1,3-2-218,0-1 1,1 0-1,0 1 1,0 0-1,1 0 0,0 1 1,0-1-1,-2 10 1,4-3-2409,2-7-2887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1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6627,'-4'1'13642,"1"3"-14190,-1 8 624,0 0 0,2-1 0,-1 1 0,1 0 0,0 13 0,0 2-60,-11 134 311,10 181 0,5-181-106,-2-137-188,0 20 14,0-34 2,0-18 33,-1-8-289,1 10-182,-1-1 0,1 1 0,1 0 0,-1 0 0,1-1 0,0 1 0,0 0 0,5-12 0,9-9-2591,-2-2-2423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16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4706,'0'0'13166,"0"5"-12347,10 549 1137,-10-290-1657,0-263-430,0-5-2638,-3-17-988,-4 7-111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1.8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90 6195,'0'0'2940,"0"13"-131,1 6-2206,1 0-1,6 25 1,2 16-189,12 100 286,5 55-247,-7 692 1059,-20-831-1487,3-26-2,2 0 1,12 53 0,-8-49-10,-7-44-19,-1-1-1,2 0 0,-1 0 1,1-1-1,1 1 1,0 0-1,0-1 1,8 12-1,-9-15 7,1-1-1,-1 0 1,1 0 0,1 0-1,-1 0 1,0-1-1,1 0 1,-1 0 0,1 0-1,0 0 1,0-1 0,0 1-1,1-1 1,-1-1-1,6 2 1,55 11 73,0-3 0,1-3 0,78-1 0,-53-7-106,274 3 27,-253 7-21,21 1-250,602-5 306,-550 10 83,-61-3-50,340 25 97,-181-32-63,-10-1-109,-17-2 23,-224-6 0,59-12-1,0 0-4,-87 15-3,-1-1 1,1 0 0,0 0 0,-1-1 0,1 1 0,0-1 0,-1 0 0,0 0-1,1 0 1,-1-1 0,0 1 0,0-1 0,0 0 0,-1 0 0,1-1-1,-1 1 1,0-1 0,5-6 0,0-4 87,-1 1 0,0-1 1,-1-1-1,6-21 0,-11 32-63,5-11 85,1-1-1,1 2 1,14-23 0,-10 17-40,13-26 1,10-35 29,43-149-1,-63 175-42,-2 12 183,-2-1 0,-1 0 1,4-72-1,-13-154 127,-1 143-311,-2 95 43,-1 0-1,-8-35 0,-3-29-7,10 22-57,4 47-34,-1 0 1,-2 0-1,-9-45 0,0 18 10,2 0-1,2 0 0,3 0 1,3-75-1,1 129 30,-9-15-9,3 14-47,0 0 0,-1 0 0,1 1 0,-1 0 0,-11 2 0,-4-1 9,-61-2 3,-93 2-20,104 9 26,51-6 3,-1-1 0,-23 1-1,16-4-7,-13-1-10,0 2-1,0 1 0,-65 14 0,76-11 29,-1-1 0,1-1 0,-1-2-1,-35-4 1,-2 2 1,-779 1 230,602 12-171,48-15-71,-156 3-17,284 7-7,-19 1 36,63-6-21,-1 0 1,2 2-1,-1 2 1,0 0-1,-31 13 1,17-7-20,12-6 27,-1 0 1,0-3-1,0 0 1,0-2-1,-30-3 1,20 1-24,-78 9 0,59 4 30,40-8-6,-1 0-1,0-1 1,-26 1 0,-515-4 159,560 0 190,0 12-1297,-21 43-3887,5-20-1142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5.8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16 944,'0'0'9981,"-3"-5"-9239,-11-6 8939,7 55-9753,2 118 93,4-83-12,0 269-26,2-187-25,-1-160-89,0-31-13333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6.3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31 7812,'0'0'5346,"-3"0"-4679,-6-1 2797,24-2-2506,30-2-759,90 6 542,42-3-415,-176 2-326,0 0 0,0 0 0,0 0 0,0 0 0,1-1 0,-1 1 0,0 0 0,0-1 0,0 1 0,0-1 0,0 1 0,0-1-1,0 0 1,0 1 0,-1-1 0,1 0 0,0 0 0,0 1 0,0-1 0,0-2 0,6-5-207,-27 8-14168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6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 3394,'0'0'5994,"-3"1"-4251,-5 7 4649,31-7-5963,36 6 0,-35-3-379,41 2-1,-43-5 398,-11 0-1504,-1 0-4522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7.4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2273,'0'0'7809,"-2"0"-6793,40 0 7888,10 0-7862,-5 0-4765,-6 0-5338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37.9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0 3474,'-5'3'13040,"119"-3"-12065,-37 0-4127,-73 2 503,-4 5-1884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6.3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0 126 416,'0'0'10624,"0"-5"-9707,10-107 3747,-10 104-3866,15 249-13,-3-84-666,-8-88-202,5 181-578,-9-433-10923,0 153 7494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7.0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51 308 2417,'0'0'3108,"0"-18"-2494,0-123 1531,0 135-1943,0 1 0,1-1 0,-1 0 0,1 1 0,0-1 0,0 1 0,1 0 0,0-1 0,0 1 0,0 0 0,6-9 0,-4 8 10,1 0-1,0 0 1,0 1-1,1 0 0,0 0 1,0 1-1,0-1 1,8-3-1,-10 5-162,1 0-1,-1 0 0,0 1 1,1 0-1,0 0 1,0 0-1,-1 0 0,1 1 1,0 0-1,0 0 1,0 0-1,0 0 0,8 1 1,-10 0-4,0-1 0,0 1 1,0 1-1,0-1 1,0 0-1,0 1 0,0 0 1,0-1-1,-1 1 0,1 0 1,0 0-1,0 1 0,-1-1 1,1 1-1,0-1 0,-1 1 1,0 0-1,1 0 0,-1 0 1,0 0-1,0 0 1,0 1-1,0-1 0,0 1 1,-1-1-1,3 5 0,3 3 118,0 1 0,-1 0 0,0 0 0,0 0 0,-1 1 0,-1-1 0,0 1 0,0 0 0,-2 1 0,4 22 0,-6-22-47,0-3-78,0-1 0,-1 1 0,-1 11 0,1-17-48,-1 0 0,1 0 0,-1 0 0,1 0 0,-1 0 0,0-1 0,0 1 0,-1-1 0,1 1 0,-5 4 0,-40 40 86,-69 53 0,112-98-89,-1 0 0,0 0 0,0-1 0,0 1 0,0-1 0,0-1 0,0 1 1,-1-1-1,1 0 0,0 0 0,-1 0 0,1-1 0,-1 0 0,-10-1 0,7 1-98,8 0 81,-1 0-1,1 0 1,-1 0-1,0-1 0,1 1 1,-1 0-1,1-1 0,-1 1 1,1-1-1,-1 0 0,1 1 1,0-1-1,-1 0 0,1 0 1,0 0-1,0 0 0,-1 0 1,1 0-1,0 0 0,0 0 1,0 0-1,0-1 0,0 1 1,1 0-1,-1-1 0,0 1 1,1-1-1,-1 1 0,1-1 1,-1 1-1,0-2 1,0-6-149,0 0 1,0 0 0,0 1 0,2-14-1,-1 8 139,0 13 41,0 1 0,1-1 1,-1 1-1,0 0 0,0-1 1,1 1-1,-1-1 0,0 1 1,1 0-1,-1-1 0,0 1 1,1 0-1,-1-1 1,1 1-1,-1 0 0,0-1 1,1 1-1,-1 0 0,1 0 1,-1 0-1,1-1 0,-1 1 1,1 0-1,-1 0 0,1 0 1,-1 0-1,1 0 0,-1 0 1,1 0-1,0 0 0,22 0 113,-15 1 3,-2-1-52,-1 1 1,0-1-1,1 1 1,-1 1-1,0-1 1,0 1 0,0 0-1,0 0 1,0 0-1,0 1 1,0 0-1,-1 0 1,8 7-1,4 4 186,-1 1 0,17 21 0,-16-17-64,32 42 1396,58 96 0,-61-86-804,-41-65-688,-2-3-58,0-1 0,0 1-1,0 0 1,-1 0 0,1 0 0,-1 0-1,0 0 1,0 1 0,0-1 0,1 6-1,-2-8-301,0-5-732,0-4-161,-1-1 0,0 0 0,0 1 0,-4-12 0,-10-21-4998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7.6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2513,'0'0'14188,"8"0"-13542,38 0-37,20-1-693,117 14-1,-181-13-81,16 6-1250,-11 3-3568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8.6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42 880,'0'0'1569,"10"-18"-1073,-3 12-336,0 0 241,-4 3-337,0 0-64,1 0-689,-4 0-479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8.9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0 0 3666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49.4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117 187 3666,'59'-52'1859,"-47"41"-653,-5-1 1771,-5 3-2324,-1 0-1,0 0 0,-1 0 0,0 0 0,0 0 0,-2-12 0,1 19-619,0 1 0,0-1 0,0 0 0,-1 1 0,1-1 0,-1 1 0,1 0 0,-1-1 0,1 1-1,-1 0 1,0 0 0,1 0 0,-1 0 0,-2-1 0,-29-10 97,24 10-94,1 1-1,-1 1 0,0-1 0,-9 2 1,1-1 308,16 0-327,0 1 0,0-1 0,0 1 0,0-1 0,0 1 1,0-1-1,0 1 0,0 0 0,1-1 0,-1 1 0,0 0 1,0 0-1,1 0 0,-1 0 0,0 0 0,1 0 0,-1 0 0,1 0 1,-1 0-1,1 0 0,0 0 0,-1 0 0,1 1 0,-10 34 116,7-25-56,-9 41 203,2 0 0,2 0-1,2 1 1,2 64-1,5-116-250,-1 1-1,0-1 0,1 0 0,-1 0 0,0 1 0,1-1 1,0 0-1,-1 0 0,1 0 0,0 0 0,-1 1 1,1-1-1,0 0 0,0 0 0,0-1 0,0 1 1,0 0-1,0 0 0,0 0 0,0-1 0,0 1 1,1 0-1,-1-1 0,0 1 0,0-1 0,1 1 1,-1-1-1,2 0 0,45 9 160,-29-7-185,17 5 14,3 0 17,-1 1 1,0 2-1,44 18 1,-80-27-35,0 1 0,1-1 0,-1 1 0,0-1 0,0 1 1,-1 0-1,1 0 0,0 0 0,0 0 0,-1 0 1,1 0-1,-1 1 0,0-1 0,0 0 0,0 1 1,0-1-1,0 1 0,0-1 0,-1 1 0,1-1 1,-1 1-1,1-1 0,-1 1 0,0 0 0,0-1 0,0 1 1,-1 4-1,0-3-1,0 1 1,0-1-1,0 1 0,0-1 1,0 0-1,-1 1 0,0-1 1,0 0-1,0 0 0,0 0 1,-1 0-1,1-1 0,-1 1 1,0-1-1,-5 4 0,-2 1 36,-1-1-1,0-1 1,0 0-1,-1 0 1,0-1-1,0-1 1,0 0-1,-18 3 1,1-2-550,0-1 1,-48-1 0,77-3 349,-1 0 0,1 0 1,-1-1-1,1 1 0,-1 0 1,1 0-1,0 0 0,-1 0 1,1 0-1,-1-1 0,1 1 1,0 0-1,-1 0 0,1-1 0,-1 1 1,1 0-1,0-1 0,-1 1 1,1 0-1,0-1 0,0 1 1,-1-1-1,1 1 0,0 0 1,0-1-1,-1 1 0,1-1 1,0 1-1,0-1 0,0 1 1,0 0-1,0-1 0,0 1 1,0-1-1,0 1 0,0-1 1,0 1-1,0-1 0,0 0 1,0-3-1784,-3-8-5199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50.7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22 4002,'0'0'3401,"0"-3"-2739,0-15 6667,0 25-6438,1 10-657,1-1 0,5 26 0,-3-25-200,-2 0 1,2 27-1,-4 1 53,-9 303 483,8-243-255,1-104-302,0-23-3889,0-10-1786,0 16 1943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51.2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 4834,'0'0'6673,"-13"0"-468,34 0-5765,45 0 229,123 14-1,-138-7-488,57 1 1,-40-7-3157,-67 9-2293,-1 13 915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51.6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13654,'0'0'8900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57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 7475,'0'0'4522,"-5"-1"-3476,-12-2 360,33 3 517,42 2-863,-1 5-991,66 17-1,-3 1-8,65 2-47,167 30-15,-252-32 11,-45-10 11,68 8-1,122-15 91,-119-7-116,43-2-11,42 2-6,-164 2 20,0 1-1,66 17 0,-71-11 6,113 32 7,-146-36 115,-17-2 287,-23-1 189,27-3-684,-330 18 230,21-3-367,3 22 190,267-29 63,-81 25 1,111-28-16,0 0 1,0 0-1,1 1 0,-1 1 1,2 0-1,-1 1 0,1 0 1,0 1-1,1 0 0,-13 14 1,19-17 21,1-1 0,0 1 0,0 1 0,0-1 1,1 0-1,0 1 0,0-1 0,0 1 0,1-1 1,0 1-1,0 0 0,1 0 0,0 0 0,0-1 0,2 8 1,-2-11-17,0 0 0,1 1-1,-1-1 1,1 0 0,0 0 0,0 0 0,0 0 0,0 0 0,1-1 0,-1 1 0,1 0 0,0 0 0,0-1 0,0 1 0,2 2 0,1-1-6,0 0 0,0 0 1,0 0-1,1-1 1,-1 1-1,1-1 0,7 2 1,10 3 21,1-1 0,-1-1 0,27 3-1,-41-8-3,46 7-5,-33-6-48,1 1-1,-1 1 1,0 1 0,0 1-1,28 12 1,-46-17 1,-1 1 0,0 0 0,1 1 0,-1-1 0,0 0 0,0 1 0,-1 0 0,1 0 0,-1-1 0,1 2 0,-1-1 0,0 0 0,0 0 0,0 1 0,0-1 0,-1 1 0,0-1 0,2 7 0,0 4-3,-1 0-1,-1 0 1,-1 27-1,0-27 2,-1 13 26,-2-1 1,-1 1-1,-1-1 0,-1 0 1,-1 0-1,-1-1 1,-2 0-1,-19 37 0,-27 45 212,55-107-212,-2 12 18,3-12-23,0 0-1,0 0 1,0 1 0,0-1-1,0 0 1,0 0 0,0 0 0,0 1-1,0-1 1,0 0 0,0 0-1,0 0 1,0 0 0,0 1 0,0-1-1,0 0 1,0 0 0,1 0-1,-1 0 1,0 1 0,0-1 0,0 0-1,0 0 1,0 0 0,0 0-1,1 0 1,-1 1 0,0-1 0,0 0-1,0 0 1,0 0 0,1 0-1,-1 0 1,0 0 0,0 0 0,0 0-1,1 0 1,-1 0 0,0 0-1,0 0 1,0 0 0,1 0 0,-1 0-1,0 0 1,0 0 0,0 0-1,1 0 1,-1 0 0,0 0 0,0 0-1,0 0 1,0 0 0,1 0-1,-1-1 1,0 1 0,0 0 0,0 0-1,0 0 1,0 0 0,1 0-1,-1-1 1,0 1 0,0 0 0,23-14-101,0 0 0,-1-1 0,22-21 0,50-34-2387,-84 64 1410,0 0 0,0 1 0,1 0-1,-1 1 1,1 0 0,0 0 0,20-3 0,8 5-6047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6:58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1 205 6963,'0'0'11069,"5"-1"-9946,-3 1-1072,0 0 0,0 1 0,-1-1 0,1 0 0,0 0 0,-1 1 0,1-1 0,0 1 0,-1 0 0,1-1 0,-1 1 0,1 0 0,-1 0 0,1 0 0,-1 0 0,0 0 0,1 0 0,-1 0 0,0 1 0,0-1 0,0 0 0,0 1 0,0-1 0,0 1 0,0-1-1,0 1 1,-1-1 0,1 1 0,0 2 0,3 9 196,0 0-1,-1 0 0,2 15 1,-3-17-51,8 72 727,9 41 123,-19-121-1038,1 0 0,0 0 1,0-1-1,0 1 0,0 0 1,0-1-1,0 1 0,1-1 0,0 1 1,-1-1-1,1 0 0,0 1 1,0-1-1,0 0 0,0 0 0,0-1 1,1 1-1,-1 0 0,1-1 1,3 3-1,-2-3-10,-1 0 1,1 0 0,0-1-1,0 1 1,0-1 0,0 1-1,0-1 1,0 0 0,0-1-1,0 1 1,0-1-1,0 0 1,0 0 0,-1 0-1,6-2 1,1-2-25,-1 1 0,0-2 1,0 1-1,0-1 0,0 0 0,-1-1 1,13-13-1,3-7-243,22-31 0,1-7-1681,38-72 1,-14-6-5339,-40 65-1406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04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2017,'0'0'1505,"-10"-3"-1505,6 3-48,4 6-1137,0 3 417,0 0 15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4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82 448,'0'0'4402,"0"-4"-3511,0-47 3509,0 43-3789,0 7-522,0 1-49,1-1 1,-1 0-1,0 0 0,0 0 0,0 0 0,0 0 1,0 1-1,0-1 0,0 0 0,0 0 0,0 0 1,-1 0-1,1 1 0,0-1 0,-1 0 0,1 0 1,0 0-1,-1 1 0,1-1 0,-1-1 0,0 3-85,1-1-1,0 0 0,-1 1 1,1-1-1,0 0 1,0 1-1,-1-1 0,1 0 1,0 1-1,0-1 0,-1 1 1,1-1-1,0 1 1,0-1-1,0 0 0,0 1 1,0-1-1,0 1 0,0-1 1,0 1-1,0-1 1,0 1-1,0-1 0,0 0 1,0 1-1,0-1 0,0 1 1,0 0-278,0 16-3151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09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7043,'0'0'6248,"0"13"-2905,0 750-2321,7-445-1014,-16-138-150,5-122 161,3 42 21,2-57-26,-1-39-10,0-1 0,0 1 0,0-1 0,1 1 0,-1-1 0,1 1 0,0-1 0,0 1 1,0-1-1,1 0 0,-1 1 0,1-1 0,0 0 0,2 4 0,-3-7-7,-1 0 0,0 0 0,0 0 0,0 0 0,0 0 0,0 0 0,0 1 0,1-1 0,-1 0 0,0 0 0,0 0 0,0 0-1,0 0 1,0 0 0,1 0 0,-1 0 0,0 0 0,0 0 0,0 0 0,0 0 0,1 0 0,-1 0 0,0 0 0,0 0 0,0 0 0,0 0 0,1 0 0,-1 0 0,0 0 0,0 0 0,0 0 0,0 0-1,0-1 1,1 1 0,-1 0 0,0 0 0,0 0 0,0 0 0,0 0 0,0 0 0,0 0 0,0-1 0,1 1 0,-1 0 0,0 0 0,0 0 0,0 0 0,0 0 0,0-1 0,0 1 0,0 0 0,0 0 0,0 0-1,0 0 1,0-1 0,0-62-3734,0 17-1925,0 5-1752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1.2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 4434,'0'0'6270,"6"0"-5489,-3 0-767,12-1 553,1 2 0,-1 0 1,0 0-1,0 2 0,17 4 1,-17-2-365,0 1-1,0 0 1,-1 1 0,0 1 0,0 0-1,-1 1 1,0 0 0,20 19 0,-11-7 41,-11-12-159,-2 1 0,1 0 0,9 14 0,-6-8 33,0 0 0,2-1-1,0 0 1,29 21 0,22 23 120,-53-45-93,-1 2-1,16 24 1,-1 0 72,-18-25-160,-2 0 0,1 0-1,-2 1 1,0 0 0,-1 0 0,0 0-1,2 18 1,4 11 31,-4-17 7,-2 0 1,-1 1 0,1 29 0,-4 88 108,-2-74-162,-1-54 2,0 0 0,-1 0 1,0 0-1,-2-1 0,0 0 0,-1 0 0,-10 21 0,8-18 19,-2 6-52,8-19-24,0 0-1,-1 0 1,0 0 0,0 0-1,-1-1 1,0 1 0,-6 7-1,-23 29 74,23-29-28,0 0-1,-23 22 1,8-20-111,0 1 262,18-10-160,0-1 0,-1 0 0,1-1-1,-1 0 1,-1 0 0,1 0 0,-1-1 0,-13 5-1,9-5-22,1 2 0,0 0 0,-14 9 1,16-9 6,1-1 1,-1 0 0,0 0 0,0-1-1,-1 0 1,1-1 0,-1 0 0,0-1 0,0 0-1,0 0 1,0-1 0,-20-1 0,-30 12-5,-12 0-9,53-12 81,20 0 24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6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28 4178,'0'0'5253,"-7"-5"-125,7 4-4672,5 1-208,55-2 61,75-11 1,-90 9-299,62 2 0,-78 2 106,-29 0-11,1 0-44,1 0-57,-2 0-200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7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3282,'0'0'3233,"1"1"-3108,0-1 0,-1 1 0,1-1 0,-1 1 0,1-1 0,-1 1 0,1 0 0,-1-1-1,0 1 1,1 0 0,-1 0 0,0-1 0,0 1 0,1 0 0,-1 0 0,0-1 0,0 2 0,3 61 2100,15 86 0,-9-85-1835,-4 43 10,-5-78-352,1 0 0,9 53 0,-8-69-822,-3-30-816,1-58-4085,0 36 1887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7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3714,'0'0'6355,"5"3"-5592,17 8-226,0 1 1,-1 1 0,37 30 0,56 60 604,-47-39-578,-62-60-544,-4-2-16,1-1 0,-1 0 0,0 1 0,1-1 0,-1 0 0,1 0 0,-1 0 0,1 0 0,-1 0 0,1 0 0,0-1 0,3 2 0,-5-2 2,-19 0-356,9 0 345,0 0 0,0 1-1,1 0 1,-1 0 0,1 1-1,-1 1 1,1 0 0,-1 0-1,1 1 1,0 0 0,1 0-1,-1 1 1,-10 7 0,4 0 13,1 0 0,1 1 0,0 0 0,1 1 0,0 0 0,1 1 0,-16 29 0,4-12-40,24-58-2191,5 7-623,3 5-1146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8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22 5346,'0'0'5181,"-3"0"-4642,1 0-413,1 0-1,-1 1 0,0-1 1,1 1-1,-1-1 0,1 1 1,-1 0-1,1 0 0,-1 0 1,1 0-1,0 0 0,-1 0 1,1 0-1,0 0 0,0 0 1,0 1-1,0-1 0,0 0 0,0 1 1,0-1-1,-1 3 0,-18 42 322,15-33-108,1 2-100,0 1 0,2 0 0,-1 0 0,2 0 0,0 0 1,3 30-1,-2-10 259,0-33-455,0 1 0,0-1 0,0 0 0,1 0 0,-1 0 0,1 0 0,0 1 1,-1-1-1,2 0 0,-1 0 0,0 0 0,0-1 0,1 1 0,0 0 0,-1 0 0,4 2 0,-3-3-32,1 0-1,-1 0 1,1 0 0,0-1-1,0 1 1,0-1-1,0 0 1,0 0 0,0 0-1,0 0 1,0 0-1,0-1 1,0 0 0,0 1-1,0-1 1,4-1-1,-4 1 0,0 0 0,-1 0 0,1-1-1,0 1 1,-1-1 0,1 0-1,0 0 1,-1 0 0,1 0 0,-1 0-1,1-1 1,-1 1 0,0-1-1,4-2 1,-2-1 0,1 1 0,-1-1 1,0 0-1,0 0 0,-1 0 0,4-7 0,0-3-271,0 0 1,-1 0 0,0-1-1,3-18 1,-4 6-1480,-2 0 1,0 1-1,-2-33 1,-1 57 1560,0 0-1,0 0 1,0 1 0,0-1 0,-1 0 0,1 0 0,-1 1 0,0-1-1,0 1 1,0-1 0,0 0 0,0 1 0,-1 0 0,-1-3 0,2 3 229,-1 1 0,1 0 1,-1-1-1,0 1 0,1 0 0,-1 0 1,0 0-1,0 0 0,0 0 1,0 1-1,0-1 0,0 1 1,0-1-1,0 1 0,0 0 0,0-1 1,0 1-1,-3 1 0,1-2 223,1 1-1,0 0 0,-1 1 1,1-1-1,0 1 0,-1-1 1,1 1-1,0 0 0,0 0 1,-6 3-1,4 0 103,0 0 1,0 0-1,1 0 0,0 1 1,-5 5-1,5-5-111,0 0 0,0 0 0,0 0 0,1 1 1,-1 0-1,-2 7 0,2 10-1966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19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4370,'0'0'4936,"1"-12"1827,9 13-6712,-1 0-1,1 1 1,-1 0 0,0 0 0,1 1 0,-1 0 0,-1 1 0,15 7 0,12 5-26,-20-11-36,0 0 0,0-1 0,0 0 0,1-2 0,0 0 0,-1 0 0,25-2 0,-25-1 28,-1 0 1,18-4 0,-18 2-20,1 1 0,20-1 1,-17 3-32,-12-1 37,0 0-1,0 1 0,0 0 1,-1 0-1,1 1 1,0 0-1,0 0 1,0 0-1,-1 1 0,9 3 1,-1 2-5,1-1 1,0 0-1,25 7 0,-35-12-2,1 0 0,0-1 0,-1 1 0,1-1-1,7-1 1,3 0 54,8 7 109,-22-6-156,0 0 0,0 0 0,0 0 0,0 0 0,0 1 0,0-1 0,0 0 0,0 0 0,0 1 0,-1-1 0,1 1 0,0-1 0,0 0 0,0 1 0,0 0 0,-1-1 0,3 2 0,-1 6-2493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0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2145,'0'0'5576,"0"12"-3682,10 283 1102,8-95-1467,-18-200-1498,0 1 0,-1 0 0,1-1 1,0 1-1,1-1 0,-1 1 0,0 0 1,0-1-1,0 1 0,0 0 0,0-1 0,0 1 1,1-1-1,-1 1 0,0 0 0,1-1 1,-1 1-1,0-1 0,1 1 0,-1-1 1,1 1-1,-1-1 0,0 0 0,1 1 0,-1-1 1,1 1-1,1 0 0,-2-2-12,1 1-1,-1 0 1,1-1-1,-1 1 1,1-1-1,-1 1 1,1 0-1,-1-1 1,0 1-1,1-1 1,-1 1-1,1-1 1,-1 0-1,0 1 1,0-1-1,1 1 1,-1-1-1,0 0 1,0 1-1,0-1 1,0 1-1,1-1 1,-1 0-1,0 1 1,0-1-1,0 0 1,-1 0-1,4-223-5536,-5 116 1608,2 37 1304,0 55 1429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0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0 0 448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1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40 448,'37'-20'1211,"-37"20"-1154,0 0 0,1 0 0,-1 0 1,0 0-1,1 0 0,-1-1 0,0 1 0,1 0 0,-1 0 0,0 0 0,1 0 0,-1-1 0,0 1 0,1 0 0,-1 0 0,0 0 0,0-1 0,1 1 0,-1 0 0,0 0 0,0-1 0,1 1 0,-1 0 0,0-1 0,0 1 0,0 0 0,0-1 0,0 1 0,0 0 0,1-1 0,-1 1 0,0 0 0,0-1 0,0 1 0,0-1 0,0 1 0,0-1 0,4-3 1573,4 3-1510,-1-1-1,1 1 1,0 0 0,0 1-1,11 0 1,-6 0 146,-11 1-205,1-1 0,-1 1-1,0 0 1,0 0 0,0-1 0,0 1-1,0 1 1,0-1 0,0 0-1,-1 0 1,1 1 0,0-1-1,-1 1 1,1-1 0,-1 1 0,1 0-1,-1 0 1,0 0 0,0-1-1,1 1 1,-2 0 0,1 1-1,0-1 1,1 3 0,2 7 374,0 1 0,5 23 0,-7-14 534,0 1 0,-2 43-1,-1-24-94,1-40-857,0 0-1,0 0 1,0 1-1,0-1 0,-1 0 1,1 0-1,-1 0 1,1 0-1,-1 0 0,0 0 1,0 0-1,0 0 1,0 0-1,0 0 0,0 0 1,0-1-1,-1 1 1,1 0-1,-1-1 0,1 1 1,-1-1-1,1 0 1,-1 1-1,0-1 0,0 0 1,0 0-1,0 0 1,0 0-1,0 0 0,-2 0 1,-6 1-186,0 0-1,0-1 1,0 0 0,0-1 0,-13-1 0,4 1-803,14 0 724,0 0 14,4 2 111,79 103 2547,-59-76-1891,0-2 0,2 0 1,1-1-1,41 37 0,-62-62-566,2 1-205,-1-1-1,0 1 0,0 0 0,0 0 0,0 0 0,0 0 0,-1 1 1,2 1-1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2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0 208,'0'0'1745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2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66 960,'0'-60'16,"0"54"-16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3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26 3073,'0'0'5752,"-1"-7"-683,1 6-5052,0 0-1,0 0 1,0 0 0,0 0 0,0 0 0,-1 0 0,1 0 0,0 0 0,-1 0 0,1 0 0,-1 0 0,1 0 0,-1 0 0,-1-1 0,-3 1 7,0 0 1,-1 1-1,1-1 1,0 1-1,-10 1 1,0 0-9,13-1-13,0 1 1,0-1 0,0 1-1,1 0 1,-1 0 0,0 0-1,0 0 1,0 0 0,0 0-1,1 0 1,-1 0 0,0 1 0,1-1-1,0 1 1,-3 2 0,-20 29 64,22-30-67,0 0 3,0 1 1,0 0-1,1-1 1,0 1 0,0 0-1,0 0 1,0 0-1,0 0 1,1 5 0,0 43 71,1-28-54,-1 9 247,0-32-117,0 35 182,-1-17-311,1-13-12,-1 0 0,1 0 0,0-1 1,1 1-1,1 8 0,-2-12-7,1-1 0,-1 0-1,1 1 1,-1-1 0,1 0 0,-1 0-1,1 0 1,0 0 0,0 1 0,0-1 0,0 0-1,-1 0 1,1 0 0,1-1 0,-1 1 0,0 0-1,0 0 1,0-1 0,0 1 0,0 0-1,1-1 1,-1 1 0,0-1 0,1 0 0,-1 1-1,0-1 1,1 0 0,1 0 0,40 0 203,-35 0-182,-1-1 0,1 1 0,0 0 0,0 1 1,-1 0-1,1 0 0,11 4 0,-17-4-38,0 0 0,0 0 0,0 0 0,0 0 0,0 0 1,0 0-1,0 1 0,0-1 0,-1 1 0,1 0 0,0-1 0,2 4 0,-4-4 15,0 0 0,0 0 0,1 0 0,-1 0 0,0 0 0,0-1-1,0 1 1,0 0 0,0 0 0,0 0 0,0 0 0,0 0 0,0 0 0,-1 0 0,1 0-1,0-1 1,-1 1 0,1 0 0,0 0 0,-1 0 0,1 0 0,-1-1 0,1 1 0,-1 0-1,0-1 1,1 1 0,-1 0 0,0-1 0,1 1 0,-1-1 0,0 1 0,0-1-1,1 1 1,-1-1 0,0 1 0,0-1 0,-1 1 0,-11 6 11,-1-1 1,0 0-1,0-1 0,0 0 1,-1-1-1,1 0 0,-1-1 1,0-1-1,0-1 0,-24 0 1,38-1-30,-1 0 1,0 0-1,0 0 1,1 0-1,-1-1 1,0 1-1,1 0 1,-1-1-1,0 0 1,1 1-1,-1-1 1,1 0-1,-1 0 1,1 0-1,0 0 1,-1 0-1,1 0 1,0 0-1,-1 0 1,0-3-1,-6-13-1641,5-4-3809,3 15 248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4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60 3282,'-5'0'12677,"666"0"-11570,-656 0-1102,1-1-1,-1-1 1,1 1-1,-1-1 0,1 0 1,6-3-1,9-3 11,0 0-1,0 2 0,1 0 0,-1 2 0,1 0 0,1 2 0,21-1 1,206-3 419,-167 6-330,-82 0 217,-1 0-281,37 0-112,-47 13-3762,-10 1-333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5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81 2017,'0'0'2164,"-6"-4"-1994,-3-2 410,0 0 0,0 1-1,-17-8 1,-7-6 4443,32 19-4924,0-1-1,1 1 0,-1-1 1,0 1-1,1-1 0,-1 1 1,0-1-1,1 0 1,-1 0-1,1 1 0,-1-1 1,1 0-1,0 0 0,-1 1 1,1-1-1,0 0 0,-1 0 1,1 0-1,0-1 0,-1-11 4293,0 13-4340,1 0-52,0 1 0,-1-1 1,1 0-1,0 0 0,0 1 1,-1-1-1,1 0 1,0 1-1,0-1 0,-1 0 1,1 1-1,0-1 0,0 0 1,0 1-1,0-1 1,0 0-1,0 1 0,0-1 1,0 0-1,0 1 0,0-1 1,0 1-1,0-1 1,0 0-1,0 1 0,0-1 1,0 0-1,0 1 0,0-1 1,0 3-3,-1 91 51,-1-25 171,10 101 0,-8-170-219,0 9 28,1-1-1,0 0 1,1 0 0,0 0 0,0 0-1,1 0 1,0 0 0,0-1 0,6 10-1,-9-17-23,0 1 0,1-1 0,-1 1 0,0-1 0,1 1-1,-1-1 1,0 1 0,1-1 0,-1 1 0,1-1 0,-1 0 0,0 1-1,1-1 1,-1 1 0,1-1 0,-1 0 0,1 0 0,-1 1 0,1-1-1,0 0 1,-1 0 0,1 0 0,0 0 0,1-4-147,-2 4 132,0-59-3459,0 17-2750,0 20-759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5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2865,'0'0'10229,"170"-9"-9637,-123 9-15,-3 0 47,-4 0-208,-7 0-160,-3 0-256,-6 0 0,-8 0 0,-6 0-160,0 0-1153,-3 0-2208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6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11 650 5394,'0'0'6222,"-10"-13"-1588,10 12-4604,1 0-1,-1 0 0,1 0 1,0 1-1,-1-1 1,1 0-1,0 0 1,0 1-1,-1-1 0,1 1 1,0-1-1,0 1 1,0-1-1,0 1 1,0-1-1,0 1 0,0 0 1,0-1-1,0 1 1,0 0-1,1 0 1,26-5 146,249 1-108,-186 5 14,-80-2-70,1-1 0,0 1 0,0-2-1,21-6 1,12-3 28,-40 10-36,0 1 0,0-1 1,-1 0-1,1 0 1,-1-1-1,0 1 1,1-1-1,-1 0 1,0 0-1,-1 0 0,1-1 1,0 1-1,-1-1 1,0 0-1,0 0 1,0 0-1,-1 0 1,1-1-1,3-8 0,2-9-10,0 1-1,-1-1 1,3-24-1,-7 35-15,6-47-128,-3 1 0,-1-2 0,-5-67 0,0 71-139,0 54 282,0 0 1,0 0-1,0 0 0,0 0 0,0 0 1,1 0-1,-1 0 0,0 0 0,1 1 1,-1-1-1,1 0 0,-1 0 0,1 0 1,-1 0-1,1 0 0,0 1 0,-1-1 1,1 0-1,0 1 0,0-1 1,-1 0-1,1 1 0,0-1 0,0 1 1,0-1-1,0 1 0,0 0 0,0-1 1,0 1-1,1-1 0,38-2-218,-16 2 160,19-4 205,0 2 0,69 4 0,-36 1-53,-36-1-97,-9-1 10,-1 0 0,42-6 0,-56 4 95,30 0 1,-44 2-95,-2 0-36,-15 2-5362,-6 5-441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29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84 3426,'0'0'7528,"-4"1"-6340,-11 3-65,21-2 1050,37-2 1569,-18-1-4498,440 1 1061,-359-9-309,0 0-56,107 9 230,-212 0 124,-14-10-324,2 2-148,5 3-9,0 0-1,0 1 1,0 0-1,-7-4 1,10 7 187,0 0 0,1 0 0,-1 0 0,0 1 0,0-1 0,0 1 0,0-1 0,0 1 0,0 0 0,0 0 0,0 0 0,1 1 0,-1-1 0,-4 2 0,6-2 13,-1 1 0,0 0 0,0 0 0,0 0 0,1 0 0,-1 0 0,1 1-1,-1-1 1,1 0 0,-1 1 0,1-1 0,0 1 0,0 0 0,-1-1 0,1 1 0,0 0 0,1 0-1,-1-1 1,0 1 0,0 0 0,1 0 0,-1 0 0,1 0 0,-1 3 0,0 7 180,0 0 1,0 24 0,2-24 95,-1-11-275,0 0 1,0-1-1,0 1 0,0 0 1,0-1-1,0 1 1,1-1-1,-1 1 0,0 0 1,1-1-1,-1 1 1,0-1-1,1 1 1,-1-1-1,0 1 0,1-1 1,-1 1-1,1-1 1,-1 0-1,1 1 0,-1-1 1,1 0-1,0 1 1,-1-1-1,1 0 0,-1 1 1,1-1-1,0 0 1,-1 0-1,1 0 0,-1 0 1,2 0-1,0 1-4,-1-1-1,1 0 0,-1 0 0,1 0 0,-1-1 1,1 1-1,0 0 0,-1 0 0,0-1 0,1 1 1,-1-1-1,1 0 0,-1 1 0,3-3 0,-1 0 8,1 0 1,-1 0-1,-1-1 0,1 1 0,0-1 0,-1 0 0,0 0 0,0 0 0,0 0 0,0 0 0,-1-1 0,1 1 0,0-7 0,1-3-282,-1 1-1,0-1 0,-1-16 0,-1 30 196,0-1 1,0 1-1,0-1 1,1 1-1,-1 0 0,0-1 1,0 1-1,0-1 0,0 1 1,0-1-1,0 1 1,0-1-1,0 1 0,0-1 1,0 1-1,0 0 1,-1-1-1,1 1 0,0-1 1,0 1-1,0-1 0,-1 1 1,1 0-1,0-1 1,0 1-1,-1 0 0,1-1 1,0 1-1,-1 0 1,1-1-1,-1 1 0,-9 15-823,5-2 863,0 1 0,1 0 0,-5 24 1,6-21-181,-1-1 1,-10 24 0,5-27-2294,-1-11-2713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39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220 96 848,'0'0'7036,"0"-6"-6148,0-78 3466,0 84-3986,0-5 737,13 178-35,-13 247 874,0-419-1986,0-28-1855,0 26 1888,0 1-1,0-1 1,0 1 0,0-1-1,0 1 1,0-1 0,1 1-1,-1-1 1,0 1 0,0-1 0,0 1-1,0-1 1,1 1 0,-1-1-1,0 1 1,1 0 0,-1-1-1,0 1 1,1-1 0,-1 1 0,0 0-1,1-1 1,-1 1 0,1 0-1,-1 0 1,0-1 0,1 1-1,-1 0 1,2 0 0,18-1 36,-16 2-10,1 1-1,0-1 0,0 1 0,-1 0 0,1 0 0,5 4 0,1 0-1,0 1-1,20 8 0,-21-11 7,-1 1-1,0 0 0,0 0 1,0 1-1,9 7 1,-18-13-22,11 13 210,-20-6 85,3-4-282,-22 11 28,0-1-1,-32 9 0,-12 1-783,-90 23-2103,149-43 2683,0 0 1,-24 11-1,37-14 170,0 0 1,0 0-1,1 0 1,-1 0-1,0 0 1,0 0-1,0 0 1,0 0-1,0 0 1,0 0-1,0 0 1,0 0 0,0 0-1,0 0 1,0 0-1,0 0 1,0 0-1,0 0 1,0 0-1,0 0 1,0 0-1,0 0 1,0 0-1,0 0 1,0 0-1,1 0 1,-1 1-1,0-1 1,0 0-1,0 0 1,0 0-1,0 0 1,0 0-1,0 0 1,0 0-1,0 0 1,0 0-1,0 0 1,0 0-1,0 0 1,0 0-1,0 0 1,0 0-1,0 1 1,-1-1-1,1 0 1,0 0-1,0 0 1,0 0-1,0 0 1,0 0-1,0 0 1,0 0-1,0 0 1,0 0-1,0 0 1,11 2 234,13-1 41,-1-2-83,-1 2 0,0 1 0,0 0 0,28 8 0,91 23 628,-104-26-766,-33-4 116,-10 0 270,-9-1-390,1 0-1,0 1 0,0 1 1,1 0-1,-1 1 0,1 0 0,-24 14 1,-17 6-59,51-24 3,3-1-1,-1 0-1,0 0 1,1 0 0,-1 0 0,0 1 0,1-1 0,-1 0-1,0 1 1,1-1 0,-1 0 0,0 1 0,1-1 0,-1 1 0,1-1-1,-1 1 1,1-1 0,-1 1 0,1-1 0,-1 1 0,1 0-1,0-1 1,-1 2 0,0 0 5,1 0-1,0 0 1,0 0 0,0 1 0,0-1-1,0 0 1,0 0 0,1 0-1,-1 0 1,0 0 0,1 0 0,0 0-1,0 0 1,-1 0 0,1 0-1,0 0 1,1 0 0,-1-1 0,0 1-1,3 3 1,2 5 0,-3-3 1,-1 1 1,-1-1-1,1 1 0,-1 0 1,-1 0-1,0 0 0,0-1 1,-1 13-1,0 4 81,-6 219 588,7-242-606,0 1-86,0-1 0,0 1 0,0 0 0,0 0 0,-1-1 0,1 1 0,-1 0 0,1-1 0,-1 1 0,1-1 0,-1 1 0,-1 2 0,1-4-198,-1 0-231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0.2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6643,'0'0'5744,"9"0"-5141,-9 0-595,67 0 1465,0 2-1,108 18 1,-122-11-1244,1-2 1,85 0-1,-158-7-217,12-1-2,0 1 1,1 0 0,-1 0-1,0 0 1,0 1-1,0 0 1,1 1-1,-1-1 1,-9 5 0,-3 4-41,-30 20 0,43-25 18,0 0-1,0 1 1,0-1-1,1 1 0,0 0 1,0 0-1,-8 14 1,-50 107 6,63-126 9,-1 0-1,1 0 0,0 0 0,-1 0 1,1-1-1,-1 1 0,1 0 0,-1 0 1,1-1-1,-1 1 0,0 0 1,1-1-1,-1 1 0,0-1 0,0 1 1,1-1-1,-1 1 0,0-1 0,0 1 1,-1-1-1,2 0 2,-1 0 0,0 0 1,1 0-1,-1 0 0,0 0 1,1 0-1,-1-1 0,0 1 0,1 0 1,-1-1-1,1 1 0,-1 0 1,0-1-1,1 1 0,-1 0 0,1-1 1,-1 1-1,1-1 0,-1 1 0,1-2 1,-4-3 26,0-1 1,1 1 0,0-1-1,-3-8 1,4 9-24,-19-36-222,-1 1 0,-28-38-1,21 41 135,27 34-204,0 1 0,0 1 0,1-1 0,-1 0 0,0 0 0,-1 1 0,1-1 0,0 1 0,0-1 1,-1 1-1,1 0 0,0 0 0,-1 0 0,1 0 0,-4 0 0,6 13-9288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0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4578,'0'0'8591,"7"-4"-7820,0 1-611,0 0-1,0 1 1,0 0 0,1 0 0,-1 0 0,1 1-1,-1 0 1,1 0 0,8 1 0,390 0 688,-410 0-888,0 0-216,-1-1 1,1 1-1,-1 0 1,1 1-1,0-1 1,-1 1-1,1 0 1,0 0-1,-1 0 1,1 1-1,0-1 1,0 1-1,-7 4 1,-15 11-3160,-1-4-1521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1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31 4306,'0'0'4301,"0"-3"-3979,0-24 4438,0 28-4581,-2 102 730,6 139 2269,-3-239-2821,-1 10-2066,-8-14-4086,2-2 3804,-7 0-4665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2.3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47 1745,'0'0'10781,"4"-3"-10029,3-2-450,0 1 0,1 0 1,-1 1-1,1-1 0,0 1 0,0 1 0,0 0 1,12-2-1,72-6 769,167 7-527,-152 5-1248,-115-2-139,0 1 1,0 0-1,0 0 0,0 1 0,0 0 1,0 0-1,0 1 0,-11 5 0,-13 5-3455</inkml:trace>
  <inkml:trace contextRef="#ctx0" brushRef="#br0" timeOffset="1">97 35 3185,'0'0'4613,"0"10"-3794,1-1-572,-1-1-1,-1 0 1,1 0-1,-1 1 1,-1-1-1,0 0 1,0 0-1,0 0 1,-6 11-1,-18 37 870,-24 72-1,48-126-194,1-8-1092,0-18-2993,1 19 1696,0-15-2921</inkml:trace>
  <inkml:trace contextRef="#ctx0" brushRef="#br0" timeOffset="2">97 35 3282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2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3282,'120'40'747,"-96"-32"7646,-26 4-7486,-7 11-676,-2-1 1,-14 22-1,-8 14 17,-10 23 277,38-76-1340,4-13-524,5-16-1917,7-3-1872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3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67 5555,'0'0'3716,"4"-4"-845,-6 11-2753,0 1 0,0-1 0,0 1 0,-1-1 0,0 0 0,-1 0 0,1-1 0,-9 12 1,-5 11 125,-43 77 489,58-102-699,1-4-27,1 1 1,-1-1-1,1 1 1,-1 0-1,1-1 1,-1 1-1,1 0 1,0-1-1,0 1 1,-1 0-1,1 0 1,0 0-1,0-1 1,0 1 0,0 0-1,0 0 1,0-1-1,0 3 1,0-2-19,0-7-240,2-3-300,-1 0-1,2 0 1,-1 0 0,1 1-1,7-15 1,12-16-2987</inkml:trace>
  <inkml:trace contextRef="#ctx0" brushRef="#br0" timeOffset="1">114 67 9188,'177'-66'3938,"-177"84"-3378,0-3-448,0 12 208,0 3-15,-10 0-1,-6 3 176,-4 6-272,-4-6-208,1-6-80,-1-15-448,11-9-2770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3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4 357 4434,'0'0'9079,"0"-1"-9009,0 1-1,0 0 1,0 0 0,0 0 0,0 0-1,0 0 1,0 0 0,0 0 0,0-1 0,0 1-1,0 0 1,0 0 0,0 0 0,0 0-1,0 0 1,0 0 0,0 0 0,-1-1 0,1 1-1,0 0 1,0 0 0,0 0 0,0 0-1,0 0 1,0 0 0,0 0 0,0 0-1,0 0 1,0 0 0,0-1 0,-1 1 0,1 0-1,0 0 1,0 0 0,0 0 0,0 0-1,0 0 1,0 0 0,0 0 0,0 0-1,-1 0 1,1 0 0,0 0 0,0 0 0,0 0-1,157-166 778,4-5-4884,-149 163 4278,-14 17 768,0-6-928,0 0 1,0 0-1,0 0 0,0 0 1,0-1-1,-5 4 0,4-4-266,-1-1 0,0 0-1,0 0 1,0-1 0,0 1 0,0-1-1,0 0 1,0 0 0,0 0 0,0-1-1,0 1 1,0-1 0,0 0 0,0 0-1,0 0 1,0-1 0,1 1 0,-1-1-1,0 0 1,1 0 0,0 0 0,-4-4-1,5 6 286,1-1 0,0 0-1,0 0 1,1 1-1,-1-1 1,0 0-1,0 0 1,0 0-1,0 0 1,1 0-1,-1 0 1,1 0 0,-1 0-1,0-1 1,1 1-1,0 0 1,-1 0-1,1-2 1,1 2 148,0 1 0,0-1 0,0 1 0,1-1 0,-1 1 0,0 0 0,0 0 0,1 0 0,-1 0 0,0 0 0,0 0 0,1 0 0,1 0 0,11 1-860,11 0 944,47 8-1,-68-8-330,-2-1-2,0 1-1,0-1 0,0 1 1,-1-1-1,1 1 1,0 0-1,0 0 0,-1 0 1,1 0-1,-1 0 1,1 0-1,-1 1 0,0-1 1,1 0-1,-1 1 0,0-1 1,0 1-1,0-1 1,0 1-1,0-1 0,0 1 1,0 0-1,-1 0 1,1-1-1,0 1 0,-1 0 1,0 0-1,1 2 1,0 7 5,0 0 0,-1 0 0,-2 21 0,1-14 82,1-8-41,-1 1 0,0 0-1,-1 0 1,0 0-1,-1-1 1,0 1 0,-1-1-1,0 0 1,0 0 0,-8 12-1,11-21-218,0 0-1,1 0 1,-1 0 0,0 0-1,0 0 1,0 0-1,1-1 1,-1 1 0,0 0-1,0-1 1,0 1 0,0 0-1,0-1 1,0 1-1,-1-1 1,1 0 0,0 1-1,0-1 1,0 0-1,0 0 1,-2 0 0,-4 0-4095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4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0 227 3858,'0'0'12061,"5"-2"-11292,128-63 757,-111 53-1550,-1-2 1,0 0-1,25-22 1,9-7-284,-38 30 112,10-6 76,-27 19 118,0 0 1,0-1 0,1 1 0,-1 0-1,0 0 1,0 0 0,1 0 0,-1 0 0,0-1-1,0 1 1,0 0 0,1 0 0,-1-1-1,0 1 1,0 0 0,0 0 0,1 0-1,-1-1 1,0 1 0,0 0 0,0-1-1,0 1 1,0 0 0,0 0 0,0-1 0,0 1-1,0 0 1,0-1 0,0 1 0,0 0-1,0 0 1,0-1 0,0 1 0,0-1-1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4.6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1697,'0'0'9900,"-4"0"-8400,-12 0-222,12 0-401,10 2 343,0 0-1119,0 1 1,0-1 0,0 0 0,0 0-1,9 1 1,21 6 107,-35-9-210,0 1 1,0-1 0,0 1-1,0 0 1,0-1 0,0 1-1,-1 0 1,1 0-1,0 0 1,0 0 0,-1-1-1,1 1 1,0 0 0,-1 0-1,1 0 1,-1 0 0,1 1-1,-1-1 1,0 0 0,1 0-1,-1 0 1,0 2 0,2 28-32,-2-24 42,0 165 2087,0-171-2100,0 0 0,0 0-1,0 0 1,0 0 0,0 0-1,0-1 1,1 1 0,-1 0-1,0 0 1,0 0 0,1-1-1,-1 1 1,1 0 0,-1 0 0,0-1-1,1 1 1,0 1 0,5-3-853,0-11-1284,0-17-2798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07:44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 14006,'0'0'4707,"0"6"-5284,-7-6-1103,-6 6-1058,-7-6-3521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3-15T02:17:47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9033 2322 277 0,'0'0'0'0,"0"0"11"16,0 0 89-16,0 0-54 16,0 0-31-16,0 0 16 0,0 0 24 15,-21-6-20 1,13 3-1-16,3 3-1 0,0 0-22 15,5 0-3-15,-5-3-6 16,-1-1 2-16,1 4 3 16,-3-3 5-16,-2-1 11 15,-1-3 4-15,6 4-18 16,-8 0 1-16,2 0 13 16,1 0-13-16,-19-4-2 15,0 0-8-15,-5 0 0 16,0-2-3-16,-6 2 7 15,1-3-4-15,-1 4 0 16,6 2 0-16,0-3-1 16,0 4 1-16,-1-4 0 15,1 1-2-15,0-4 6 0,0 0-4 16,2 4 0-16,-2-5 2 16,-5 1-3-16,4 1 1 15,1-2 0-15,0 4-2 16,-5 2 3-16,4 1-1 15,-4-3 0-15,0 0 3 16,-9 1-6-16,4 0 3 16,-1-1 0-16,0 3-4 15,-2 1 7-15,-3-1-3 16,-3 1 0-16,3 1 1 16,-5-2-3-16,2 4 2 15,-2-3 0-15,8-1-2 0,-3 1 6 16,10-4-4-16,1 1 0 15,5-1 2-15,0 0-3 16,10 0 1-16,-5 4 0 16,3 0-2-16,-3 3 3 15,-5 0-1-15,-6 0 0 16,6 0 0-16,-11 0-5 16,-7 0 5-16,2 0 0 15,5 0 3-15,-2 0-2 16,7 0 1-16,1 0-2 15,-1 0 2-15,-4 0-5 16,-1 6 3-16,-8-2 0 16,9-1-2-16,-6-3 4 0,-3 4-2 15,8-1 0 1,-5 1 3-16,3-1-6 0,-3-1 3 16,0-2 0-16,-3 4 0 15,3-1 2-15,-2 4-2 16,-3-3 0-16,2-1 1 15,-2 3-3-15,-3 1 2 16,13 0 0-16,-13 3-1 16,14-1 0-16,4 2 1 15,1-2-1-15,5 1 1 16,5 1-5-16,-11-2 5 16,6 1 0-16,0 1 0 0,-11 1 3 15,0 2-1 1,1 2-2-16,-4-2 1 0,9 2-4 15,-1-3 3-15,1 1 0 16,5 2-2-16,0-2 7 16,-6 5-5-16,6-5 0 15,-5 8 0-15,-1-5-1 16,6 7 1-16,0 2 0 16,-6-2-3-16,1 3 6 15,5-3-3-15,-1 0 0 16,1-5 0-16,13-3 1 15,3-2 0-15,7-4-1 16,-2-4 0-16,8 5-8 0,5 1 6 16,-5 6 0-1,5 1 4-15,-6 4 12 0,1 0-11 16,-5 4-3-16,-4-1 0 16,9-1 3-16,-5-2-3 15,4 0 0-15,-1-4 0 16,-4 4 0-16,11 1 0 15,-11-4 0-15,11 0-1 16,0-7 0-16,0 4 0 16,0-4-18-16,0 0 18 15,0 4 0-15,0-4 2 16,6 3-1-16,4 4 0 16,-4-4-12-16,7-4 7 15,-3 6-2-15,14-6 7 0,-8 6-3 16,2 1 3-16,-2-1-1 15,-6 4-9-15,9-2 5 16,-3-2 1-16,7 7 4 16,1-6 0-16,7 6-3 15,-7-6 2-15,0 1-7 16,-8 6-20-16,-11-3 13 16,3 0 14-16,-8 2-7 15,10-6 8-15,-5 4-4 16,6 4 4-16,-6-4 0 15,3 3 0-15,-3 3 5 16,-5-5-10-16,6 0 5 16,4 2-1-16,-5 1-3 0,3-1 4 15,3 2 0 1,-1-2 0-16,1 8 2 0,-3-4-4 16,-3-5 2-16,0 3 0 15,-5-1-2-15,6-4 6 16,-6 0-4-16,5-2 0 15,8 2 2-15,-8 3-3 16,0 1 1-16,-5 6 0 16,0-3-3-16,11 2 3 15,-6-5 0-15,8 0-4 16,-2-1-4-16,-6-2 5 16,6 3 1-16,-3-3 2 0,2 1 0 15,-5 5 1 1,-5 0-1-16,11 0 0 0,-3-3 2 15,2-1-4-15,-4-1 2 16,-1-2 0-16,0 4-1 16,-5-1 3-16,13 1-2 15,-7 3 0-15,4 5 0 16,-5-1 0-16,8 6 0 16,-2-7 0-16,-6 0-2 15,11-3 3-15,-8-5-1 16,2-1 0-16,1 0 0 15,2 0-3-15,3 2 3 16,2-3-4-16,3 0 3 16,8 0-8-16,-5 2-8 15,2-8 9-15,-2 3 8 0,5-4-10 16,-3-2 1-16,3-3 0 16,5 4 5-16,0 2 4 15,6 0 9-15,-6 6 7 16,5 3-14-16,1-6-2 15,-1 0-7-15,-4-6 5 16,-1-5 2-16,5-2 5 16,-5 3 9-16,1-3-14 15,4 2 3-15,0 5-3 16,14-1 0-16,10 6 0 16,-2-1 1-16,7-9 2 15,6 1-3-15,-1-6 1 0,1-4 1 16,5 3 10-16,-11-3-11 15,1 7-1-15,10-4 4 16,-1 7-2-16,9-3-2 16,3-4 0-16,2 1 3 15,-3-4-6-15,-2 0 3 16,-3 0 0-16,0 0 1 16,3 4 1-16,-8 1 2 15,5 2 3-15,-5-4 2 16,8-3 10-16,-8 0-13 15,5 0-2-15,-11 0 2 16,6 0 1-16,13 0 4 16,-2 0 0-16,12 0-3 0,6 0 10 15,5 0-15 1,-10 0 7-16,-6 0-7 0,-7 0 1 16,2-10-4-16,-8-3 4 15,-5-4-2-15,-6 4 15 16,-4-1-17-16,-6-2 5 15,-8-3-4-15,-8-5 2 16,-7 4-6-16,-14 0 3 16,3 1 0-16,-5-2-4 15,5-2 8-15,-8-4-4 16,-3-3 3-16,-2-2-2 16,2-1 17-16,-7-8-11 0,-1-1-5 15,9-5 16 1,-4-2-9-16,9-4-9 0,-3-1 15 15,-2-7-12-15,-4-2 4 16,-1-7-7-16,-4-3 2 16,-5-7-4-16,-5 1-4 15,6-3 6-15,-6 10 13 16,7 5-10-16,-7 1 5 16,0-8 1-16,0 5-9 15,0-4 0-15,-28-2 4 16,-7 8-8-16,-4-5-5 15,5 9 9-15,0 7 30 16,-1-1-22-16,6 1-8 16,0 3 21-16,14-4-17 15,-4 4-8-15,9 7-7 0,-1-4 10 16,-7 5 1-16,-3 2-4 16,-3 0-3-16,-5 3 4 15,8 3 0-15,-8 4-1 16,6 3 3-16,2 4 2 15,2 2 1-15,9-2-2 16,-9 3 0-16,14-4-1 16,-6 1-19-16,-7-4 13 15,13 3 4-15,-6-6-11 16,-5 6 1-16,-2 11-71 16,-6 0 84-16,3 6 31 15,3 1-28-15,2 1-6 0,-13 2-4 16,6-3 7-16,-9 0 8 15,-2 0-8-15,10-3 0 16,-10 4-7-16,0-5-6 16,13 4 13-16,2 3 3 15,14 4-1-15,5 2 18 16,0 0-3-16,0 0 9 16,0 0-13-16,0 0-13 15,0 0 0-15,0 0 0 16,0 0-4-16,0-5-17 15,0-7-76-15,11-6-37 16,12 0-143-16</inkml:trace>
  <inkml:trace contextRef="#ctx0" brushRef="#br0" timeOffset="1284.01">9828 3448 513 0,'0'0'45'0,"0"0"-34"16,0 0 86-16,0 0-46 16,0 0-41-16,0 0 13 15,102-18 7-15,-52 13-4 16,3-2-1-16,2 3-1 16,8 4-11-16,5-3 10 15,6-1-5-15,0 1-3 16,15-1 1-16,3 2-14 15,-2-8 6-15,2 3-5 16,2-2 1-16,4-5-2 16,9-2 0-16,1-5-2 0,5-2 0 15,0 3 7 1,6-3-6-16,-3 6 1 0,-3-3-2 16,0 4 16-16,0-3-12 15,0 1 2-15,-5-1 3 16,0-3-8-16,-1-1 7 15,6-1-6-15,6 3-1 16,12-2 5-16,6 0-6 16,2-2 0-16,17 2 0 15,-9-1 2-15,-13 6-3 16,8-4 1-16,-16 6 0 16,-2 2-4-16,-6 4 7 0,3 1-3 15,-8 2 0 1,-5-4 0-16,0 6 0 0,-6-2 0 15,-2 0 0-15,-2 3-3 16,-6 4-1-16,-3 0 4 16,-5 0 1-16,3 7 13 15,-13 9-6-15,-6-2-8 16,-13 2 3-16,-10-2-4 16,2 2 2-16,3 2-1 15,8-6 3-15,-3 2 1 16,-2 1-3-16,-8-10-1 15,-6-5 0-15,-5 3-1 16,-5-3 1-16,-8 0 0 16,-2 0-3-16,-9 0 12 15,-4 0-12-15,-1 0 3 0,-5 0 0 16,0 0 7-16,0 0-3 16,0 0 3-16,0 0 7 15,0 0-9-15,0 0 0 16,0 0 15-16,0 0-16 15,-5 0-8-15,5 0 0 16,-11 0-13-16,1 0-26 16,-4-3-110-16,-7-20-129 15,3-7-202-15</inkml:trace>
  <inkml:trace contextRef="#ctx0" brushRef="#br0" timeOffset="1700.77">15611 2653 376 0,'0'0'94'16,"0"0"-75"-16,0 0 28 16,0 0 63-16,0 0-25 15,0 0-11-15,-19 0-28 16,19 10-8-16,0 10 29 15,24 3-14-15,10 7-14 16,16 7-14-16,13 2-14 16,6 1 20-16,4-1-19 0,6-5-9 15,-5-4-3-15,-11-5 2 16,-18-7-2-16,-22-5 0 16,-12-6 0-16,-11-1-1 15,0 4-15-15,0 7 8 16,-58 7 8-16,-16 13 4 15,-5 5 7-15,6 6-8 16,4-5 1-16,14 1 0 16,16-12-3-16,5-6-1 15,15-5 0-15,9-12-3 16,4-2-1-16,1-7-84 16,0 0-170-16,-8-7-417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4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 3057,'0'0'7121,"2"0"-6611,3 0-640,-4 0 195,0-1-1,-1 1 1,1 0-1,-1 0 1,1 0 0,0 0-1,-1 0 1,1 0 0,0 0-1,-1 0 1,1 0 0,0 0-1,-1 0 1,1 1 0,0-1-1,-1 0 1,1 0 0,-1 1-1,1-1 1,-1 0 0,1 1-1,0-1 1,-1 0-1,0 1 1,1-1 0,-1 1-1,1-1 1,-1 1 0,1-1-1,-1 1 1,0-1 0,1 1-1,-1 0 1,0-1 0,0 1-1,1-1 1,-1 1 0,0 0-1,0-1 1,0 1-1,0 0 1,0-1 0,0 1-1,0 0 1,0-1 0,0 1-1,0-1 1,0 1 0,-1 1-1,2 123 606,-25 195 0,-29 67 1648,54-411-5229,-1 3 687,1 0 0,4-28 0,8 5-2648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0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 2625,'0'0'11387,"-2"1"-11230,-6 8-59,1 0 0,0 1 0,0-1 0,-8 19 0,-3 3-52,-25 36 81,-123 175 64,157-231-185,0-1 0,-15 14 0,21-22-9,0 1-1,0-1 1,0 0 0,0 0-1,0-1 1,0 1 0,-1-1-1,1 0 1,0 1 0,-1-1-1,1-1 1,-1 1 0,0 0-1,-3-1 1,6 0-39,1-1 1,-1 1 0,1 0-1,-1-1 1,1 1-1,0-1 1,-1 1-1,1-1 1,-1 1-1,1-1 1,0 1 0,-1-1-1,1 1 1,0-1-1,0 1 1,-1-1-1,1 0 1,0 1 0,0-1-1,0 0 1,0 1-1,0-1 1,0 1-1,0-1 1,0 0-1,0 1 1,0-2 0,0-25-1213,0 19 661,0 5 508,0 0-1,0 0 1,0 1 0,0-1-1,1 0 1,-1 0 0,1 0-1,-1 1 1,1-1-1,0 0 1,0 1 0,1-1-1,-1 1 1,0-1 0,1 1-1,-1-1 1,1 1-1,0 0 1,0 0 0,0 0-1,0 0 1,0 0 0,0 0-1,1 1 1,-1-1-1,0 1 1,1-1 0,0 1-1,-1 0 1,1 0 0,0 0-1,-1 1 1,1-1-1,0 0 1,0 1 0,-1 0-1,5 0 1,-5 0 163,0 0-1,0 0 1,0 1 0,0-1-1,-1 1 1,1-1-1,0 1 1,0 0 0,-1 0-1,1-1 1,0 1 0,-1 1-1,1-1 1,-1 0-1,1 0 1,-1 0 0,0 1-1,1-1 1,0 3 0,20 33 1376,-17-26-1051,105 228 4180,-104-227-4376,1 1 1,1-1-1,0 0 1,0 0-1,2-1 1,11 13-1,-17-21-213,-1 1 0,1-1 0,0 0-1,0 0 1,0-1 0,1 1 0,-1-1-1,1 0 1,-1 0 0,1 0 0,0 0 0,0-1-1,-1 0 1,1 0 0,0 0 0,0-1-1,0 0 1,0 0 0,0 0 0,0 0-1,8-2 1,-12 1-55,1 1-1,-1-1 1,0 0 0,0 0-1,0 1 1,0-1-1,1 0 1,-1 0 0,-1 0-1,1 0 1,0 0-1,0 0 1,0-1 0,0 1-1,-1 0 1,1 0-1,0-2 1,9-27-1431,-8 23 869,6-25-3979,8-64-1,-12 63 2783,14-55-1,-12 72 2955,-4 12-359,-1-1 1,1 0-1,-1 0 1,0 0-1,5-10 5921,-6 15-6577,6 10 1987,8 115-297,-4-24-182,-8-82-1310,22 120 1287,-20-124-1486,0-1 0,1 1 0,0-1 0,1 0 0,0 0 0,1-1 0,10 14 1,-14-24-106,0 0 1,0 0 0,0 0 0,1 0-1,-1 0 1,1-1 0,-1 1 0,1-1 0,0 0-1,0 0 1,0-1 0,0 1 0,0-1 0,0 0-1,9 2 1,-10-3-10,1 0 0,-1 1 0,1-1 1,0-1-1,-1 1 0,1 0 0,-1-1 0,0 0 0,1 0 0,-1 0 0,1 0 0,-1 0 0,0-1 1,0 1-1,0-1 0,0 0 0,0 0 0,0 0 0,0 0 0,3-4 0,1-4-186,1 0 0,-2-1 0,0 0-1,0 0 1,-1 0 0,0-1 0,-1 0-1,0 1 1,-1-2 0,3-18 0,-2-1-514,-1-1 0,-2 1-1,-2-34 1,0 59 660,0 0-1,0 0 0,0-1 1,-1 1-1,0 0 0,-1 0 0,1 0 1,-1 1-1,0-1 0,-1 1 0,0-1 1,0 1-1,0 0 0,-1 1 1,0-1-1,0 1 0,0 0 0,-1 0 1,0 0-1,0 1 0,0 0 1,0 0-1,0 1 0,-1-1 0,0 2 1,0-1-1,0 1 0,0 0 0,0 0 1,0 0-1,0 1 0,-1 1 1,-13-1-1,17 1 133,-1 0 1,0 0-1,0 0 0,1 0 1,-1 1-1,0 0 1,1 0-1,-1 0 0,1 1 1,-1-1-1,1 1 1,0 0-1,-1 1 0,-5 3 1,-7 1-65,7-7-5744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1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1 352,'0'0'9789,"0"2"-9304,-1 112 2933,9 206 2921,-6-306-6100,-2-6-97,0 1 0,1-1 0,1 0 0,0 1 0,0-1 0,0 0 0,1 0 0,0 0 0,6 10 0,-8-17-128,-1-1 1,0 1-1,0 0 0,1-1 0,-1 1 1,1-1-1,-1 1 0,1-1 0,-1 0 1,1 1-1,-1-1 0,1 1 0,-1-1 1,1 0-1,-1 1 0,1-1 1,-1 0-1,1 0 0,0 1 0,-1-1 1,2 0-1,-1 0-10,-1 0 1,0-1-1,1 1 0,-1 0 1,1 0-1,-1-1 1,1 1-1,-1 0 1,1 0-1,-1-1 0,0 1 1,1-1-1,-1 1 1,0 0-1,1-1 0,-1 1 1,0-1-1,0 1 1,1-1-1,-1 0 0,8-28-108,-2-40-2391,-4-130 1,-4 98 117,1 73 2035,0 19 348,1-1 1,0 0-1,0 0 1,3-13-1,-1 20 36,-1 0-1,0 0 1,1 1-1,-1-1 1,1 1 0,0 0-1,0-1 1,0 1-1,0 0 1,0 0 0,1 0-1,-1 0 1,1 1 0,-1-1-1,1 0 1,0 1-1,-1 0 1,1 0 0,0 0-1,0 0 1,0 0-1,0 1 1,3-1 0,-3 0 44,0 0-1,1 1 1,-1-1 0,0 1 0,0 0 0,0 0 0,1 0 0,-1 1 0,0-1 0,0 1 0,0 0 0,1-1 0,-1 1 0,0 1 0,0-1 0,-1 0 0,1 1 0,0 0 0,0-1-1,-1 1 1,6 4 0,-2 5 176,1 0 1,-1-1-1,-1 2 0,0-1 0,0 1 0,-1 0 0,3 14 0,13 89 1248,-7 36 137,-1 2-546,-9-219-2088,-3-198-4794,0 257 5589,1 1-1,0-1 1,0 1 0,0-1-1,1 1 1,-1 0 0,2-1 0,-1 1-1,1 0 1,0 0 0,0 0-1,7-9 1,-7 12 164,0-1 0,0 1 1,0-1-1,1 1 0,-1 0 0,1 1 0,-1-1 0,1 1 0,0-1 0,0 1 0,0 0 1,0 0-1,1 1 0,-1-1 0,0 1 0,1 0 0,-1 0 0,1 1 0,5-1 0,-8 1 112,1 1 0,-1-1 0,0 1 0,1-1 0,-1 1 0,0 0 0,1 0 0,-1 0 0,0 0 0,0 0-1,0 1 1,0-1 0,0 1 0,0-1 0,0 1 0,0 0 0,-1 0 0,1-1 0,-1 1 0,1 0 0,-1 1-1,0-1 1,0 0 0,0 0 0,0 0 0,1 4 0,3 7 332,-1 1 1,-1 0-1,3 19 1,-5-29-309,12 135 2807,-11-94-2357,3 0 0,13 61-1,-13-91-465,-1-3-771,-3-5-3840,-1-15-539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1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4386,'0'2'10467,"0"22"-9937,10 382 4334,-12-271-3839,8 201 860,-5-324-1848,0-1 0,1 1 0,1-1 0,-1 0 0,7 16 0,2-13 1,-11-14-41,1 0 1,-1 0 0,0 1-1,0-1 1,1 0-1,-1 0 1,0 0-1,1 0 1,-1 1 0,0-1-1,1 0 1,-1 0-1,0 0 1,1 0-1,-1 0 1,0 0 0,1 0-1,-1 0 1,0 0-1,1 0 1,-1 0-1,0 0 1,1 0 0,-1 0-1,0 0 1,1-1-1,-1 1 1,0 0-1,1 0 1,-1 0 0,0 0-1,0-1 1,1 1-1,-1 0 1,0 0-1,0-1 1,1 1 0,-1 0-1,0 0 1,0-1-1,0 1 1,1 0 0,-1-1-1,0 1 1,0 0-1,0-1 1,0 1-1,0 0 1,0-1 0,0 1-1,0-1 1,4-16-319,-1-1 0,0 1 0,-2-1 1,0 1-1,-2-22 0,0 8-329,1-4-214,-2-1 0,-1 1 1,-2 0-1,-18-67 0,8 52-629,3 0 1,1-1 0,3-1-1,-3-98 1,11 118 870,-1 15 390,1 0-1,0 1 1,5-27-1,-4 38 328,0 1-1,1-1 1,-1 1-1,1-1 1,0 1-1,0 0 1,0 0-1,1 0 1,-1 0-1,1 0 1,0 1-1,0-1 1,0 1-1,1 0 1,-1-1-1,1 2 1,5-5-1,-2 3 194,0 1 1,1-1-1,-1 1 0,1 1 0,-1 0 0,1 0 1,0 0-1,0 1 0,0 0 0,0 0 1,0 1-1,0 0 0,-1 0 0,1 1 0,0 0 1,0 1-1,0 0 0,0 0 0,-1 0 1,1 1-1,-1 0 0,0 1 0,0 0 0,0 0 1,0 0-1,-1 1 0,1 0 0,-1 0 1,10 12-1,-10-10-144,0 1 0,-1 0 1,1 1-1,-2-1 0,1 1 0,-1 0 1,-1 0-1,1 0 0,1 10 0,-1 1 41,-1-1 0,-1 0 0,-1 29 0,-1-42-199,0 1 1,0-1-1,-1 0 1,0 0-1,0 0 0,-1 0 1,0 0-1,0 0 0,0-1 1,-1 1-1,0 0 0,0-1 1,0 0-1,-1 0 0,1 0 1,-1 0-1,-1 0 1,1-1-1,0 0 0,-1 0 1,0 0-1,0-1 0,0 1 1,-1-1-1,1 0 0,-1-1 1,1 1-1,-1-1 0,0 0 1,0-1-1,0 1 1,0-1-1,0 0 0,-12 0 1,15-1-179,0 0 0,0 0 0,0 0 0,0 0 0,0 0 0,0-1 0,0 1 0,1-1 0,-1 0 0,0 0 0,0 0 0,0 0 0,1 0 0,-1-1 0,0 1 0,1-1 0,-1 0 0,1 1 0,0-1 0,0 0 0,0-1 0,0 1 0,0 0 0,0-1 0,-2-2 0,-21-48-5272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5827,'0'0'7536,"5"8"-6436,0 1-812,0 0 0,-1 0 1,0 0-1,-1 0 1,0 0-1,0 1 1,-1-1-1,1 17 0,10 433 5521,-12-242-4374,-1-216-1430,0 16 48,0 0-1,2 0 1,-1 0 0,9 30 0,2-29-39,-12-17-23,0-1-1,0 0 0,0 1 0,0-1 0,1 0 0,-1 0 0,0 1 0,0-1 0,0 0 1,1 0-1,-1 1 0,0-1 0,0 0 0,1 0 0,-1 0 0,0 0 0,1 1 0,-1-1 1,0 0-1,0 0 0,1 0 0,-1 0 0,0 0 0,1 0 0,-1 0 0,0 0 1,1 0-1,-1 0 0,0 0 0,1 0 0,-1 0 0,0 0 0,1 0 0,-1 0 0,0 0 1,1 0-1,-1 0 0,0-1 0,0 1 0,1 0 0,-1 0 0,0 0 0,1-1 0,-1 1 1,0 0-1,0 0 0,0 0 0,1-1 0,-1 1 0,0 0 0,0-1 0,0 1 0,0 0 1,1 0-1,-1-1 0,0 1 0,0 0 0,0-1 0,0 1 0,3-13-823,-1 0 0,-1 0 0,0 0 0,0 0 0,-4-24-1,2-4-2864,1-22-5050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13782,'0'0'5515,"34"-3"-5315,107-12-446,-136 14 177,0 0 0,1 0 0,-1 0 0,0-1 0,0 0 0,-1 0 0,1 0 0,0-1 0,-1 1 0,6-6 0,-7 6-55,0-1 1,-1 0-1,1 0 1,-1 0-1,0 0 1,0-1-1,0 1 0,1-6 1,-1 6 12,0-3-188,1-1-1,-1 0 0,-1 0 0,1 0 1,-1 0-1,0-1 0,-1 1 0,1 0 1,-2 0-1,1-1 0,-2-8 0,1 11 202,0-1-1,0 1 0,-1 0 1,0 0-1,0-1 0,0 1 1,0 1-1,-1-1 0,0 0 1,0 1-1,0-1 0,0 1 1,-1 0-1,-6-6 0,3 5 71,-1 0 0,0 0 1,0 1-1,0 0 0,-1 1 0,-17-6 0,23 8 92,-1 1 1,0-1-1,0 1 1,0-1-1,0 1 1,0 0-1,0 1 1,-6 0-1,8 0 36,0-1 0,0 1 0,1-1 0,-1 1-1,0 0 1,0 0 0,1 0 0,-1 0 0,0 0 0,1 1 0,-1-1-1,1 0 1,-1 1 0,1-1 0,0 1 0,0 0 0,-2 2 0,-3 8 353,2-1 1,-1 2 0,1-1-1,1 0 1,0 1 0,-2 25-1,0 80 1830,5-108-1997,0 20 231,-1-13-212,1-1 0,0 1-1,1-1 1,1 0 0,5 20 0,-6-32-279,0-1 1,0 1 0,1 0 0,0-1 0,-1 1 0,1-1-1,1 0 1,-1 1 0,0-1 0,1 0 0,-1 0 0,1-1-1,0 1 1,0-1 0,0 1 0,0-1 0,1 0 0,-1 0-1,1 0 1,-1-1 0,1 1 0,0-1 0,-1 0 0,1 0-1,0 0 1,0 0 0,5 0 0,-3-1-109,0 0 1,0 0-1,1 0 1,-1-1-1,0 1 1,0-1-1,0-1 1,0 1-1,0-1 1,0-1-1,0 1 1,-1-1-1,1 1 1,-1-2-1,0 1 1,0-1-1,0 1 1,0-1-1,5-6 1,-4 3-511,1 0-1,-2-1 1,1 1 0,-1-1-1,5-10 1,-5 7-1177,0 0 1,-1 0-1,5-21 0,-1-21-6115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6211,'0'0'10279,"3"6"-9681,1 5-243,-1 0 0,0 1 0,0 0 0,-1 0 0,0 13 0,-1 67 1561,-1-51-1347,0 322 2257,-1-360-2824,1-1 0,1 0 1,-1 0-1,0 0 1,1 0-1,-1 1 1,1-1-1,-1 0 1,1 0-1,0 0 1,0 0-1,0 0 1,1 2-1,-1-4-3,-1 0 0,0 0 0,0 0 0,0 0 0,1 1 0,-1-1 0,0 0 0,0 0 1,0 0-1,1 0 0,-1 0 0,0 0 0,0 0 0,1 0 0,-1 1 0,0-1 0,0 0 0,1 0 0,-1 0 0,0 0 0,0 0 0,1 0 0,-1 0 0,0 0 0,0-1 0,0 1 0,1 0 0,-1 0 1,0 0-1,0 0 0,1 0 0,-1 0 0,0 0 0,0 0 0,0-1 0,1 1 0,-1 0 0,9-19-104,-2-8-461,-1-1 0,-2 1 1,2-39-1,-7-90-3612,4-41-3660,-3 190 7669,1 0 1,0 0-1,1 1 0,0-1 0,0 1 0,0-1 1,6-10-1,-7 14 472,1 1 0,-1 0 0,1 0 0,-1 0-1,1 0 1,0 0 0,0 0 0,0 0 0,0 1 0,0-1 0,0 1 0,0-1 0,1 1 0,-1 0 0,0 0 0,1 0 0,-1 0 0,1 0 0,-1 1 0,1-1 0,0 1-1,-1-1 1,4 1 0,-5 0-160,0 0-1,1 0 0,-1 0 0,1 1 0,-1-1 0,0 0 0,1 1 1,-1-1-1,1 1 0,-1-1 0,0 1 0,0-1 0,1 1 0,-1 0 1,0 0-1,0 0 0,0 0 0,0 0 0,0 0 0,0 0 1,0 0-1,0 0 0,0 0 0,-1 0 0,1 1 0,1 1 0,0 4 117,0 0-1,0-1 1,-1 1-1,1 11 1,0-3 181,13 192 2434,-13-143-2352,3 0 0,14 70-1,-13-114-504,-6-19-20,0-1 1,0 0 0,1 0 0,-1 0 0,0 0 0,0 0 0,0 0 0,0 0 0,0 0 0,0 0 0,0 0 0,0 0 0,1 0 0,-1 0-1,0 0 1,0 0 0,0 0 0,0 0 0,0 0 0,0 0 0,1 0 0,-1 0 0,0 0 0,0 0 0,0 0 0,0 0 0,0 0 0,0 0-1,0 0 1,1 0 0,-1 0 0,0 0 0,0 0 0,0 0 0,0-1 0,0 1 0,0 0 0,0 0 0,0 0 0,0 0 0,0 0 0,0 0 0,1 0-1,-1 0 1,0 0 0,0-1 0,0 1 0,0 0 0,0 0 0,0 0 0,0 0 0,0 0 0,0 0 0,0-1 0,0 1 0,0 0 0,0 0-1,0 0 1,0 0 0,0 0 0,0 0 0,0-1 0,4-37-418,-3 23 293,19-263-3752,-20 272 3745,2-16-577,0 1-1,6-27 1,-7 42 583,1 0 0,0 0 0,0 0 0,0 1 0,0-1 0,1 1 0,0-1-1,0 1 1,1 0 0,0 0 0,0 1 0,6-7 0,-8 9 168,0 1 0,0-1-1,0 1 1,0 0 0,0 0 0,0 0-1,0 0 1,1 0 0,-1 1 0,0-1-1,0 1 1,1-1 0,-1 1 0,1 0-1,-1 0 1,0 0 0,1 0 0,-1 0-1,0 0 1,1 1 0,-1-1 0,0 1-1,1 0 1,-1 0 0,0 0 0,0 0-1,0 0 1,0 0 0,0 0 0,0 1-1,0-1 1,0 1 0,0-1 0,-1 1-1,1 0 1,-1 0 0,1 0 0,-1 0-1,1 2 1,7 14 368,0 0 0,-2 1 0,0 0 0,-2 0-1,0 0 1,4 38 0,1 124 1246,-12-174-6228,-2-19 370,0-15-488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67 357 8020,'0'0'6395,"5"-11"-6155,-1-1-107,-1 6-34,-1 0 0,1 0 1,0 0-1,1 0 0,0 0 0,-1 1 1,2-1-1,-1 1 0,6-5 1,5-4 33,-1-2 0,-1 1 1,0-2-1,17-28 0,-26 37-331,0 0-1,0 0 0,0-1 0,-1 1 0,-1-1 0,1 0 0,-1 1 0,-1-1 0,0 0 0,0 0 0,-1 0 0,0 0 0,-1-11 0,0 18 194,1 1 0,-1 0 0,0 0 0,1-1 0,-1 1 0,0 0 0,0 0 0,0 0 0,0 0 0,0 0 0,0 0 0,0 0 1,0 0-1,0 1 0,-1-1 0,1 0 0,0 1 0,0-1 0,-1 1 0,1-1 0,0 1 0,-3-1 0,-34-5-1,33 5 4,-5 0 22,-31-2-32,38 3 43,1 0 0,0 0 1,0 0-1,-1 1 0,1-1 0,0 1 0,0 0 0,0 0 0,-1 0 1,1 0-1,0 0 0,0 0 0,0 0 0,1 0 0,-4 3 0,-1 4 192,1-1 0,0 1 0,0 0-1,0 1 1,1-1 0,0 1 0,1 0-1,0 0 1,-3 12 0,-13 91 1532,19-106-1637,-6 59 1652,4 97 0,2-156-1673,1 0 1,-1 1-1,1-1 0,0 0 0,1 0 1,0 0-1,-1 0 0,7 11 0,-7-14-74,1 0-1,0-1 1,0 1-1,0-1 1,0 1-1,0-1 1,1 0-1,-1 0 0,1 0 1,-1 0-1,1-1 1,0 1-1,0-1 1,0 1-1,0-1 1,0 0-1,0 0 1,5 1-1,-2-1-76,-1 0 0,0-1-1,0 1 1,0-1 0,1 0 0,-1-1 0,0 1-1,0-1 1,0 0 0,1 0 0,-1-1-1,0 1 1,-1-1 0,1 0 0,0-1-1,0 1 1,-1-1 0,0 0 0,7-5-1,-1-1-831,-1-1-1,0-1 0,0 0 1,-1 0-1,0 0 1,7-17-1,17-35-7560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12086,'0'0'3286,"0"35"-460,0 230 2163,0-263-4959,0 56 932,2-1 0,10 59 0,-12-116-960,-1 0 0,1 0 0,0 1 0,0-1 0,0 0 1,0 1-1,0-1 0,0 0 0,0 1 0,0-1 0,0 0 0,0 1 1,0-1-1,0 0 0,1 1 0,-1-1 0,0 0 0,0 0 1,0 1-1,0-1 0,0 0 0,1 1 0,-1-1 0,0 0 0,0 0 1,0 0-1,1 1 0,-1-1 0,0 0 0,0 0 0,1 0 0,-1 1 1,0-1-1,1 0 0,-1 0 0,0 0 0,0 0 0,1 0 1,-1 0-1,0 0 0,1 1 0,7-18-52,28-196-2620,-2 8-5668,-32 196 7590,0 1 1,1 0-1,0 0 0,0 0 1,1 0-1,0 0 0,0 1 1,1 0-1,7-10 1,-9 14 500,0 0 0,0 0 1,1 1-1,-1-1 0,0 1 1,1-1-1,0 1 0,7-3 1,-7 4 569,0 0 0,0 0 1,0 0-1,0 0 1,1 1-1,-1-1 1,0 1-1,0 0 1,9 2-1,-10-2-13,0 1 0,0 0 0,0 0-1,-1 0 1,1 1 0,0-1 0,0 1-1,-1 0 1,1-1 0,-1 1 0,1 0-1,-1 0 1,0 1 0,0-1 0,0 0-1,0 1 1,2 3 0,3 6 535,0 1-1,8 21 1,-8-17-49,8 24 634,-1 0 0,-1 1 0,12 87 0,-20-115-1332,-5-14-147,0 0 0,0 0 0,0-1 0,0 1 1,0 0-1,0 0 0,0 0 0,0-1 0,0 1 1,0 0-1,0 0 0,0 0 0,0 0 0,0-1 1,0 1-1,0 0 0,1 0 0,-1 0 0,0 0 1,0 0-1,0-1 0,0 1 0,0 0 0,0 0 1,1 0-1,-1 0 0,0 0 0,0 0 0,0 0 1,0 0-1,1-1 0,-1 1 0,0 0 0,0 0 1,0 0-1,1 0 0,-1 0 0,0 0 0,0 0 1,0 0-1,0 0 0,1 0 0,-1 0 0,0 0 1,0 0-1,0 0 0,0 1 0,1-1 0,-1 0 1,0 0-1,0 0 0,0 0 0,0 0 0,1 0 0,-1 0 1,0 0-1,0 1 0,0-1 0,0 0 0,0 0 1,0 0-1,1 0 0,-1 1 0,3-31-6562,-2-16-6427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3618,'0'0'7096,"0"0"-6971,-1 0 1,0 0-1,1-1 0,-1 1 0,0 0 0,1 0 1,-1 0-1,0 0 0,1 0 0,-1 1 0,0-1 0,1 0 1,-1 0-1,0 0 0,1 0 0,-1 1 0,1-1 1,-1 0-1,0 1 0,1-1 0,-1 0 0,1 1 1,-1-1-1,1 1 0,-1 0 0,-2 14 62,1 0 0,1 0-1,0 0 1,3 27 0,-1 1 170,-1 36 539,-1 59 1456,22 186 0,-19-313-2250,-1 0 11,0-1 1,1 1-1,0-1 0,1 0 1,0 0-1,1 0 0,8 18 1,-12-28-113,0 0 1,0 0 0,0 0-1,0 0 1,0 0-1,0 0 1,0 0 0,0 0-1,0 0 1,1 1-1,-1-1 1,0 0 0,0 0-1,0 0 1,0 0 0,0 0-1,0 0 1,0 0-1,0 0 1,0 0 0,0 0-1,0 0 1,0 0-1,0 1 1,0-1 0,1 0-1,-1 0 1,0 0 0,0 0-1,0 0 1,0 0-1,0 0 1,0 0 0,0 0-1,0 0 1,0 0-1,1 0 1,-1 0 0,0 0-1,0 0 1,0 0 0,0 0-1,0 0 1,0 0-1,0 0 1,0 0 0,0 0-1,1 0 1,-1 0-1,0-1 1,0 1 0,0 0-1,0 0 1,0 0 0,0 0-1,0 0 1,0 0-1,0 0 1,0 0 0,0 0-1,0 0 1,0 0-1,0 0 1,1-1 0,1-10-203,-2-21-542,0 27 581,-3-34-1497,-1 0 1,-2 0-1,-18-62 0,1 8-3722,-1-14-632,18 75 3830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7 235 320,'0'0'8055,"-1"-16"-7316,-1-7-586,-2-58 425,5 79-539,-1-1 1,1 1 0,0 0 0,-1 0 0,1-1 0,0 1-1,0 0 1,1 0 0,-1 0 0,0 0 0,1 0 0,-1 0-1,1 1 1,2-3 0,30-25 446,-26 22-356,-2 2-105,1 1 0,0-1 1,0 1-1,0 0 0,1 0 0,-1 1 0,1 0 0,0 1 0,14-4 0,1 4 419,-1 0 1,29 1-1,-41 1-219,-6 0-141,0 0-1,0 1 1,0-1 0,-1 1-1,1 0 1,0 0 0,0 0-1,-1 1 1,1-1 0,-1 1-1,1 0 1,-1 0-1,0 0 1,0 0 0,0 1-1,0-1 1,0 1 0,-1 0-1,1 0 1,-1 0 0,1 0-1,-1 0 1,0 0-1,0 1 1,-1-1 0,1 1-1,-1 0 1,2 3 0,1 9 241,0 0 1,-1 0-1,0 0 0,-1 1 1,-1 22-1,0-21-64,0 11 277,-1 0 0,-1 0-1,-10 54 1,4-56-253,-2-1 0,-1 0 0,-25 46 0,-52 66 90,82-132-361,-3 6 11,-1 0 0,0-1 0,-1 1-1,0-2 1,-12 11 0,21-21-35,1 1-1,0-1 0,-1 0 1,1 1-1,0-1 1,-1 0-1,1 1 0,-1-1 1,1 0-1,0 0 1,-1 1-1,1-1 0,-1 0 1,1 0-1,-1 0 1,1 1-1,-1-1 1,1 0-1,-1 0 0,1 0 1,-1 0-1,1 0 1,-1 0-1,1 0 0,-1 0 1,1 0-1,-1-1 1,1 1-1,-1 0 0,1 0 1,-1 0-1,1 0 1,0-1-1,-1 1 1,1 0-1,-1 0 0,1-1 1,-1 1-1,1 0 1,0-1-1,-1 1 0,1-1 1,0 1-1,0 0 1,-1-1-1,1 1 0,0-1 1,0 1-1,-1-1 1,1 1-1,0-1 1,0 1-1,0 0 0,0-1 1,0 0-1,-1-33-1303,1 25 961,0-1 5,1 0-1,0 1 1,1-1-1,0 0 1,0 1-1,1-1 1,0 1-1,1 0 1,0 0-1,0 0 1,1 0-1,0 1 1,1 0-1,-1 0 1,2 0-1,-1 1 1,1 0-1,0 0 0,1 1 1,-1 0-1,15-9 1,-17 12 530,1 0 1,0 0 0,0 1-1,0 0 1,1 0-1,-1 1 1,0-1-1,1 1 1,-1 1-1,1-1 1,-1 1-1,1 0 1,-1 1 0,1-1-1,-1 1 1,1 0-1,-1 1 1,0 0-1,0 0 1,0 0-1,0 1 1,0 0-1,0 0 1,-1 0 0,1 1-1,-1 0 1,0 0-1,0 0 1,0 0-1,-1 1 1,1 0-1,5 9 1,-2-1 73,0 1 0,-1 0 0,-1 0 0,0 0 0,-1 0 0,0 1 0,-1 0 0,2 21 0,-3-12 4,-1 0 0,-1 1 0,-2 0 0,-4 38 0,3-56-225,1 1 0,-1 0 0,-1 0 0,1-1 0,-2 0 0,1 1 0,-1-1-1,0 0 1,0-1 0,0 1 0,-1-1 0,0 1 0,-1-2 0,1 1 0,-1-1 0,-9 7-1,5-5-93,0-1-1,0 0 1,0-1-1,0 0 1,-1-1-1,0 0 1,0-1-1,0 0 1,0 0-1,-20 1 1,13-2-437,0-2 0,0 1 0,0-2 0,-19-3 0,32 3 155,0 0-1,0 0 1,0-1 0,0 0-1,0 0 1,0 0-1,1 0 1,-1-1-1,1 0 1,-1 0 0,1 0-1,0 0 1,0 0-1,1-1 1,-1 0-1,1 0 1,0 0 0,-4-6-1,-10-32-4079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2385,'0'0'12598,"-7"232"-10869,7-145 79,0 0-399,0-15-512,0-21-433,0-21-448,10-24-16,0-6-32,0-21-801,0-36-1728,-10-12-2817,0-6-3266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10261,'0'0'768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6771,'59'-75'974,"-47"60"4063,-12 31-2844,11 766 4738,-9-739-6361,8 47-1,-9-86-499,4 20 218,-5-24-279,1 1 0,-1 0 1,0-1-1,0 1 0,1 0 1,-1-1-1,0 1 0,1 0 0,-1-1 1,1 1-1,-1-1 0,1 1 1,-1-1-1,1 1 0,-1-1 0,1 1 1,0-1-1,-1 0 0,1 1 1,-1-1-1,1 0 0,0 1 0,0-1 1,-1 0-1,1 0 0,1 0 1,-2 0-12,0 0 1,0 0 0,1 0 0,-1 0 0,0 0 0,1 0 0,-1 0 0,0 0 0,0 0 0,1 0 0,-1 0-1,0 0 1,0-1 0,1 1 0,-1 0 0,0 0 0,0 0 0,1 0 0,-1-1 0,0 1 0,0 0 0,0 0-1,1 0 1,-1-1 0,0 1 0,0 0 0,0 0 0,0-1 0,0 1 0,3-14-171,-3 12 152,6-109-2920,-5 33-2865,-1 41-235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240 105 816,'0'0'7809,"0"-7"-7288,-1 1-133,0 0 1,0-1-1,-1 1 1,1 0-1,-1 0 1,-1 0-1,-4-10 1,5 14-313,1-1 0,-1 1 0,0-1-1,1 1 1,-1 0 0,0 0 0,0 0 0,-1 0 0,1 0-1,0 0 1,-1 1 0,1-1 0,-1 1 0,1-1 0,-1 1 0,0 0-1,1 0 1,-1 0 0,0 1 0,0-1 0,0 0 0,-5 1-1,-19-1 53,18 0 86,-1 0 0,0 2 0,0-1 0,-10 2 0,17-1-115,-1 1 0,1-1 0,1 1-1,-1-1 1,0 1 0,0 0 0,1 0 0,-1 0-1,1 0 1,-1 1 0,1-1 0,0 1 0,-4 5-1,3-3 7,-1 1 0,1-1-1,0 1 1,1 0 0,-1 0-1,-1 9 1,-2 23 835,2 0 1,1 1-1,4 59 1,0-31 222,-1-43-796,1 32 541,-1-54-902,1-1-1,-1 0 1,0 0-1,1 0 1,-1 0-1,1 0 1,-1 0 0,1 0-1,-1 0 1,1 0-1,0 0 1,-1 0-1,1 0 1,0-1 0,0 1-1,0 0 1,0 0-1,0-1 1,-1 1-1,1-1 1,0 1 0,1-1-1,-1 1 1,0-1-1,0 1 1,0-1-1,0 0 1,0 0 0,0 1-1,3-1 1,-1 0-4,0 0 1,0 0 0,1 0 0,-1-1-1,0 1 1,0-1 0,1 0 0,-1 0-1,0 0 1,5-3 0,0 0-40,-1-2 0,0 1 0,0-1 0,-1 0 0,0-1 0,0 0 0,0 0 0,5-9 0,40-67-1444,-48 78 1315,6-12-492,0 1-1,-1-1 1,0-1 0,-2 1-1,0-1 1,-1-1-1,0 1 1,-2-1-1,3-34 1,-7 144 5076,3 121-955,-1-184-3038,8 41 1,-7-59-374,0 1 1,1-1 0,0 0-1,1 0 1,0-1-1,11 18 1,-14-25-72,-1 0 0,1-1 0,0 1 0,1-1 0,-1 1 0,0-1 0,0 1 0,1-1 0,-1 0 0,1 1 0,-1-1-1,1 0 1,-1 0 0,1 0 0,0 0 0,-1-1 0,1 1 0,0 0 0,0-1 0,0 1 0,-1-1 0,1 0 0,0 1 0,0-1 0,0 0 0,0 0 0,0 0 0,0 0 0,-1-1 0,1 1 0,0 0-1,0-1 1,0 0 0,0 1 0,-1-1 0,1 0 0,0 0 0,-1 0 0,1 0 0,0 0 0,-1 0 0,0 0 0,1-1 0,-1 1 0,0 0 0,1-1 0,-1 1 0,0-1 0,0 1 0,0-1 0,0 0-1,-1 0 1,1 1 0,0-1 0,-1 0 0,1-2 0,4-15-1141,-1 0 0,-1-1 0,0 1 0,-1-25 0,-2-22-4664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11749,'0'0'3271,"4"35"-792,32 239 2296,1-13-2222,-37-259-2535,1-6-35,0-16-106,0-29-363,-2-30-806,4-118-4515,-1 182 4589,1 1-1,0-1 1,1 1 0,0-1 0,1 1-1,1 0 1,14-24 0,-16 32 827,0-1 0,1 1 0,0 0 1,0 0-1,0 0 0,1 1 0,0 0 0,0 0 0,8-4 1,-9 6 738,-1 1 0,1 0 0,0 0 0,0 0 0,0 0 0,0 1 0,0 0 0,10-1 0,-12 2-80,-1 0 1,1 0-1,-1 1 1,1-1-1,-1 1 1,1-1 0,-1 1-1,1 0 1,-1 0-1,0 0 1,1 0-1,-1 0 1,0 0-1,0 1 1,0-1 0,0 1-1,0 0 1,0-1-1,0 1 1,-1 0-1,1 0 1,-1 0-1,1 0 1,-1 0-1,0 1 1,0-1 0,0 0-1,2 5 1,1 7 270,0 0 0,-1-1 0,-1 2 1,2 14-1,-3-17-34,6 80 2637,-6 97 0,-2-94-2570,1-94-775,0-10-2403,0-5 1215,-1 7 356,1-1 1,0 0 0,1 0-1,-1 1 1,2-1 0,-1 1-1,3-9 1,16-12-4995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298 135 6659,'0'0'8735,"-5"-17"-8362,-16-53 209,20 68-470,0-1 0,0 1 0,0-1 0,0 1 0,0-1 0,0 1 0,0 0 0,-1 0 0,1-1 0,-1 1 0,0 0 0,0 1 0,0-1 0,0 0 0,0 0 0,0 1 0,0-1 0,0 1 0,-1 0 0,-3-2 0,1 2 137,0 0 1,0 0-1,0 0 0,0 1 1,0 0-1,0 0 1,-7 1-1,-4 0-55,12-1-130,1 1 1,-1 0-1,1 0 1,-1 0-1,1 0 1,0 0-1,-1 1 1,1 0 0,0-1-1,0 1 1,0 0-1,0 1 1,0-1-1,1 0 1,-1 1-1,1 0 1,-1-1-1,1 1 1,-4 6 0,-1 2 74,0 1 0,1 0 1,-9 25-1,11-24-108,1 1-1,0-1 0,1 1 0,0 0 0,1 0 0,1 15 0,0-28-45,1 0 0,-1-1 1,0 1-1,1 0 0,-1-1 0,0 1 0,1 0 0,-1-1 1,1 1-1,-1 0 0,1-1 0,-1 1 0,1-1 0,-1 1 0,1-1 1,0 1-1,-1-1 0,1 0 0,0 1 0,-1-1 0,1 0 1,0 1-1,-1-1 0,1 0 0,0 0 0,0 0 0,-1 1 0,1-1 1,0 0-1,0 0 0,0 0 0,0-1 0,36 1-484,-24 0 301,26-3-813,-31 2 936,-1 0 0,1 0-1,0 1 1,0 0 0,0 0 0,0 1-1,0 0 1,-1 0 0,11 4-1,-12-2 82,0 1-1,0-1 0,-1 1 0,0 0 0,0 1 0,0-1 0,0 1 0,-1 0 0,0 0 0,7 10 0,-2 1 48,0-1 1,12 33 0,-13-23 108,0 1 1,-2 0 0,-1-1 0,3 43 0,-8 106 562,0-164-696,-1 0 1,-1 0-1,0-1 0,0 1 0,-1-1 1,0 1-1,-1-1 0,0 0 1,0 0-1,-1-1 0,0 1 0,-1-1 1,0 0-1,0-1 0,-1 1 1,1-1-1,-2 0 0,1-1 0,-10 7 1,4-5-36,0 0 0,0-1 1,0 0-1,-1-2 0,0 1 1,0-2-1,-1 1 0,0-2 1,1 0-1,-1-1 0,-29 0 1,28-1-12,8 0-93,1-1-1,-1 0 1,0-1-1,-7-1 1,13 2 71,1 0 0,0-1 0,-1 1 0,1 0 0,0-1 0,-1 1 0,1-1 0,0 0-1,0 1 1,-1-1 0,1 0 0,0 0 0,0 0 0,0 0 0,0 0 0,0 0 0,0 0 0,0 0 0,1 0 0,-1 0 0,0-1 0,1 1 0,-1 0 0,1-1 0,-1 1 0,1 0-1,-1-3 1,-1-16-830,0 1-1,2-1 0,0 0 1,2 0-1,0 0 0,1 0 0,6-19 1,15-34-6380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168 113 1953,'0'0'12840,"0"-4"-12317,0 1-357,0-5 213,0 1 1,-1-1 0,1 1 0,-4-13 0,3 17-355,0 0 0,0 0 0,-1 0 0,1 0 1,-1 1-1,0-1 0,0 0 0,0 1 0,0-1 0,0 1 0,-1 0 0,1-1 0,0 1 0,-5-2 0,5 2 50,0 1-1,0-1 0,0 1 0,0 0 0,-1-1 0,1 1 0,0 0 0,0 1 0,-1-1 0,1 0 0,-1 1 1,1-1-1,0 1 0,-1 0 0,1 0 0,-1 0 0,1 0 0,-1 0 0,1 0 0,-1 1 0,1-1 0,0 1 1,-1 0-1,1 0 0,0 0 0,-1 0 0,1 0 0,0 0 0,0 0 0,0 1 0,0-1 0,0 1 0,0 0 1,-1 2-1,-4 6 73,1 0 0,1 0 0,-1 1 0,2 0 1,0 0-1,0 0 0,1 1 0,0-1 1,-1 20-1,0 13 673,3 55 1,1-59-375,0 33 151,0-72-589,0 0 0,0 1 0,1-1 0,-1 0-1,0 0 1,0 0 0,0 0 0,1 0 0,-1 0 0,1 0-1,-1 1 1,1-1 0,-1 0 0,1-1 0,-1 1 0,1 0-1,0 0 1,0 0 0,-1 0 0,1 0 0,0-1 0,0 1-1,0 0 1,0-1 0,0 1 0,0 0 0,0-1 0,0 0-1,0 1 1,0-1 0,2 1 0,0-1-18,-1 1 1,1-1-1,-1 0 0,1 0 0,0 0 1,-1 0-1,1-1 0,0 1 1,-1-1-1,1 0 0,-1 1 0,1-1 1,3-2-1,2-2-72,0-1 0,0 0 0,0 0 1,-1 0-1,13-15 0,-3 0-584,15-23 1,-26 35 295,-1 0-1,0-1 1,-1 1 0,1-1 0,-2 0-1,1-1 1,1-10 0,-2 0-610,-1 0 0,0-35 948,-2 63 1507,-1 73 989,7 156 149,-6-231-2583,9 48 222,-8-51-248,0 0-1,-1 1 1,1-1 0,0 0 0,0 0 0,0 1 0,0-1-1,1 0 1,-1 0 0,1 0 0,-1 0 0,1 0 0,0-1-1,-1 1 1,1 0 0,0-1 0,0 0 0,3 2 0,-4-2-28,0-1-1,1 0 1,-1 1 0,0-1 0,0 0 0,0 0 0,0 0-1,1 0 1,-1 0 0,0 0 0,0 0 0,0 0 0,0-1 0,1 1-1,-1 0 1,0-1 0,0 1 0,0-1 0,0 1 0,0-1-1,0 1 1,0-1 0,0 0 0,0 1 0,0-1 0,-1 0 0,1 0-1,0 0 1,0 0 0,-1 0 0,2-1 0,2-4-207,-1-1-1,0 1 1,0 0 0,2-8 0,-2 6-193,39-116-8799,-28 63-1761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39:5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12726,'0'0'4394,"0"33"-1270,0 209 1345,1-218-4087,-1 21 592,12 80-1,-5-102-861,0-14-155,-7-9 37,0 0-1,0 0 1,1 0-1,-1 1 1,0-1-1,1 0 1,-1-1-1,0 1 1,0 0-1,1 0 1,-1 0-1,0 0 1,0 0-1,1 0 1,-1 0-1,0 0 1,0 0-1,1 0 1,-1-1-1,0 1 1,0 0-1,0 0 1,1 0-1,-1 0 1,0-1-1,0 1 1,0 0-1,0 0 1,1 0-1,-1-1 1,0 1-1,0 0 1,0 0-1,0-1 1,0 1-1,0 0 1,8-19-274,-1 0 0,-1-1-1,0 1 1,-2-1 0,0 0 0,0-22-1,-1 20 7,4-46-479,-3 26-1624,14-64 0,-16 95 1814,1 1 1,1-1 0,-1 1-1,2 0 1,-1 0 0,2 1-1,-1-1 1,1 1 0,0 0-1,16-16 1,-17 21 604,0 0 0,0 0 0,1 0 0,0 1 1,0 0-1,0 0 0,0 0 0,0 1 0,11-3 0,-14 4 112,1 0-1,-1 1 0,1-1 0,0 1 0,-1 0 1,1 0-1,-1 0 0,1 0 0,-1 1 1,1-1-1,-1 1 0,1 0 0,-1 0 0,1 0 1,-1 1-1,0-1 0,0 1 0,1 0 0,-1-1 1,2 4-1,1 0 136,-1 1 0,-1 1 0,1-1 0,-1 0 1,0 1-1,0 0 0,-1 0 0,4 12 0,17 64 1432,-23-78-1669,8 39 967,4 54 0,-10-76-733,1-12-578,-3-10 210,-1 0-1,1 0 1,-1 0 0,1 0 0,-1 0 0,0-1 0,1 1 0,-1 0 0,0 0 0,1-1 0,-1 1 0,0 0 0,1 0 0,-1-1 0,0 1 0,0 0 0,1-1 0,-1 1 0,0 0 0,0-1 0,1 1-1,-1 0 1,0-1 0,0 1 0,0-1 0,0 1 0,0 0 0,0-1 0,0 1 0,1-1 0,5-29-4019,-2-8-2638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04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4034,'0'0'5845,"2"9"-15,8-8-5746,-1 0 1,1 1 0,0 0 0,0 0 0,-1 1-1,14 6 1,15 4 61,32 2-85,-36-9 35,-11-2 16,0-2-1,27 0 1,-23-2-69,34 5 0,6 2-8,1-3 0,69-5-1,-42-1-4,31 1-38,136 3 27,-212 1 5,190 6 53,-196-7-44,61 10 0,24 3-62,-38-14 135,-44-2-48,69 8 0,-49-1 2,118-5 1,-86-2-25,839 1 495,-700-3-342,-86-4-218,-54 1 34,-53 4 1,371-25 44,-84 5-64,-259 20 12,111-2-14,93-5-16,113 5 71,-223 5-35,422-16-63,-458 8 64,69-7-4,54 2 30,-156 10-20,355-22-43,58 17 1243,-353 7 788,-171 0-10699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3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1 100 2881,'0'0'6393,"3"-6"-5289,8-11-168,-6 12-458,-1-1-1,0 1 0,-1-1 1,1 0-1,-1 0 0,0-1 1,-1 1-1,0-1 0,0 1 1,2-10 613,-4 18-1126,0 881 4266,1-872-5679,1-25-714,-1-54-5369,5 24-286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4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436 1 4562,'0'0'9191,"0"10"-8079,0-1-964,-1 0-1,-1-1 0,1 1 0,-1-1 1,-1 0-1,0 1 0,0-1 0,0 0 1,-6 8-1,-48 70 627,40-62-641,-22 32 71,-2-2-1,-3-2 1,-93 85-1,133-134-199,1 1-2,-1-1 1,0 1-1,0-1 1,0 0 0,0 0-1,-1 0 1,1-1-1,-1 0 1,0 0 0,0 0-1,0 0 1,-9 1-1,14-3-2,0 0-1,0 0 0,-1 0 1,1 0-1,0 0 1,0 0-1,0 0 0,0 0 1,0 0-1,0 0 1,-1 0-1,1 0 0,0 0 1,0 0-1,0-1 0,0 1 1,0 0-1,0 0 1,0 0-1,-1 0 0,1 0 1,0 0-1,0 0 1,0-1-1,0 1 0,0 0 1,0 0-1,0 0 0,0 0 1,0 0-1,0-1 1,0 1-1,0 0 0,0 0 1,0 0-1,0 0 1,0 0-1,0 0 0,0-1 1,0 1-1,0 0 0,0 0 1,0 0-1,0 0 1,0 0-1,0-1 0,0 1 1,0 0-1,0 0 1,1 0-1,-1 0 0,0-12-222,0 1 1,1-1-1,1 1 0,0-1 0,6-20 0,-7 28 163,1 0 0,0 0-1,-1 0 1,1 0 0,1 1 0,-1-1-1,0 1 1,1 0 0,0 0 0,-1 0-1,1 0 1,0 0 0,1 0 0,-1 1-1,0-1 1,1 1 0,0 0 0,-1 0-1,1 1 1,0-1 0,5-1 0,-6 2 94,1 1 0,-1-1 0,0 1 1,1 0-1,-1 0 0,1 0 0,-1 0 1,0 0-1,1 1 0,-1 0 0,1-1 1,-1 1-1,0 0 0,0 1 0,0-1 1,0 1-1,0-1 0,0 1 0,0 0 1,0 0-1,0 0 0,-1 0 0,1 1 1,-1-1-1,0 1 0,4 5 0,3 5 275,-1 1-1,0 1 0,-1 0 0,8 22 1,-9-20-57,42 144 1848,-36-114-1501,2 0 1,24 55-1,-36-96-555,1-1 1,0 0-1,0 1 1,0-1-1,1 0 1,0-1-1,0 1 0,0-1 1,1 1-1,-1-1 1,7 4-1,-8-6-46,0-1 0,1 1 0,-1-1 0,0 0 0,1 0 0,-1 0 0,0 0 0,1-1 0,-1 1 0,1-1 0,-1 0 0,1 0 0,-1 0 0,1 0 0,-1-1 0,1 1 0,-1-1 0,1 0 0,-1 0 0,6-3 0,-4 2-68,0-1 0,0-1 0,0 1-1,-1-1 1,1 1 0,-1-1 0,0 0 0,0-1 0,-1 1 0,1-1-1,-1 0 1,4-6 0,2-7-816,0 0 0,7-24 0,-10 25-380,-1-1 0,-1 1 0,2-23 0,-2-21-5643,-4 20 407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4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5122,'0'0'8185,"0"-13"-6883,0-39-331,0 39 2167,0 373 1517,-1-344-4505,2 0-1,0 0 0,0 0 0,8 30 0,-8-42-146,1 0-1,-1-1 1,1 1-1,-1 0 0,1-1 1,0 1-1,0-1 1,0 0-1,1 1 0,-1-1 1,1 0-1,0-1 1,0 1-1,0 0 0,0-1 1,0 1-1,1-1 1,-1 0-1,1 0 0,-1-1 1,1 1-1,0-1 1,-1 0-1,1 0 0,6 1 1,-4-1-39,0-1 0,0 0-1,0 0 1,0-1 0,1 1 0,-1-1 0,0-1 0,0 1 0,0-1 0,-1 0 0,1-1 0,0 1-1,-1-1 1,1 0 0,-1-1 0,0 1 0,0-1 0,0 0 0,-1 0 0,0 0 0,1-1 0,4-7 0,1-1-319,-1 0 1,0-1-1,-1-1 1,-1 1-1,0-1 1,-1-1-1,7-22 1,-9 23-98,-1-1-1,0 0 1,-1 1 0,-1-1-1,0 0 1,-1-1 0,-1 1-1,-3-20 1,3 27 319,-2 0 0,1 0 0,-1 1 0,0-1 0,-1 0 1,0 1-1,0 0 0,-1 0 0,0 0 0,0 1 0,-1 0 0,0 0 0,0 0 0,-1 1 0,-9-8 1,12 11 213,0 1 1,0-1 0,-1 1-1,1 0 1,0 0 0,-1 0-1,1 1 1,-1 0 0,0-1-1,1 2 1,-1-1 0,0 0-1,0 1 1,0 0 0,1 0 0,-1 1-1,0-1 1,0 1 0,1 0-1,-1 0 1,0 1 0,1-1-1,-1 1 1,1 0 0,0 0-1,-1 1 1,1-1 0,0 1-1,1 0 1,-1 0 0,0 0-1,1 0 1,-5 6 0,-25 39 508,48-72-6735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5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17 2609,'0'0'4840,"-5"-2"-4560,0 0-172,3 2-28,0-1 0,0 1 0,1-1 0,-1 0 0,0 0-1,0 0 1,1 0 0,-1 0 0,-2-3 0,3 4 85,0 0 0,0-1 0,1 1 0,-1 0 0,0 0 0,0 0 0,0-1 0,1 1 0,-1 0 1,0 0-1,0 0 0,0 0 0,0 0 0,1 1 0,-1-1 0,0 0 0,0 0 0,0 0 0,1 1 0,-1-1 0,0 0 0,0 1 0,1-1 0,-1 1 0,0-1 0,1 1 1,-1-1-1,0 1 0,1-1 0,-1 1 0,1 0 0,-1-1 0,1 1 0,-1 0 0,1 0 0,0-1 0,-1 2 0,-4 19 184,1 0-1,1 0 0,1 0 1,1 37-1,0-32-22,-6 419 6130,7-882-15057,1 433 8609,0 0-1,0 0 1,0-1 0,0 1 0,1 0 0,0 0 0,0 0-1,0 0 1,0 1 0,1-1 0,-1 0 0,1 1 0,0 0-1,0 0 1,6-6 0,6-4 205,1 1-1,19-12 1,-32 22-179,36-20 91,-36 21-26,0 0 1,0 0-1,-1 0 1,1 0-1,0 0 1,0 1 0,0 0-1,0-1 1,0 1-1,0 0 1,0 0-1,0 1 1,5 0 0,-7 0-33,1 0 0,0 0 0,-1 0 0,1 0 0,-1 0 1,1 1-1,-1-1 0,0 0 0,1 1 0,-1-1 1,0 1-1,0 0 0,0-1 0,0 1 0,0 0 1,-1-1-1,2 4 0,10 38 675,-8-29-412,12 59 935,-3 0 1,-3 1 0,1 149 0,-11-223-1180,0-1-102,0-214-2647,1 206 2528,1-1-1,-1 0 1,2 1-1,-1-1 1,1 1-1,1 0 1,0 0-1,0 0 1,9-14-1,-3 8-4,0 1-1,1 0 1,1 1-1,18-18 1,-26 28 134,-1 0 1,1 1-1,0-1 1,0 1-1,0 0 0,0 0 1,0 0-1,1 0 0,-1 1 1,1 0-1,-1 0 1,1 0-1,-1 0 0,8 0 1,-9 1 31,0 1 0,1-1 0,-1 0 0,0 1 0,1-1 0,-1 1 0,0 0 0,0 0 0,0 1 0,0-1 0,0 0 0,0 1 0,0 0 0,0 0 0,-1 0 0,1 0 0,-1 0 0,1 0 0,-1 1 0,2 2 0,4 7 169,-1 1 1,0 0 0,-1 1 0,0-1-1,-1 1 1,-1 0 0,0 1-1,-1-1 1,2 21 0,0 20 652,-4 64 0,-1-75-460,0 95-65,0-138-747,0-9-2756,0-58-4509,0 22-1059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6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4 129 2065,'0'0'12680,"-2"-5"-11054,1 3-1396,2 3 884,2 9-823,1-1 1,-2 1-1,1-1 1,-1 1 0,-1 0-1,0 0 1,0 13-1,1-5-43,6 405 2642,-9-283-2507,0-59-207,-1-14-23,9 68 1,-7-134-156,4 27 29,-4-27-34,0 0 0,1 0 1,-1 0-1,0 0 0,0-1 1,0 1-1,1 0 0,-1 0 1,0-1-1,1 1 1,-1 0-1,0 0 0,1-1 1,-1 1-1,1 0 0,0-1 1,-1 1-1,1 0 0,-1-1 1,1 1-1,0-1 1,-1 1-1,1-1 0,1 1 1,1-8-275,3-56-1848,-4-122 0,-3 93 796,-15-256-4347,9 269 3915,4 0 1,7-83 0,-3 157 1829,-1-1 0,1 1 0,0-1 0,1 1 0,-1 0 0,1 0 1,0-1-1,1 1 0,-1 0 0,1 1 0,0-1 0,0 0 0,0 1 1,1 0-1,0 0 0,4-4 0,-5 5 188,1 1 0,-1-1 0,1 1 0,0 0 0,0 0 0,0 1 0,0-1 0,0 1 0,0 0 0,0 0 0,0 0-1,1 0 1,-1 1 0,0 0 0,0 0 0,1 0 0,-1 0 0,0 1 0,1-1 0,-1 1 0,7 3 0,-7-3-69,0 1 0,0 0 1,-1 0-1,1 0 0,0 1 1,-1-1-1,1 1 0,-1 0 0,0 0 1,0 0-1,0 0 0,-1 1 0,1-1 1,3 7-1,2 5 369,0 1-1,6 22 1,-11-30-352,4 11 76,-1-1-1,-1 2 0,-1-1 0,-1 1 0,-1-1 0,0 1 0,-1 0 0,-1 0 1,-6 37-1,5-51-259,-1 0 0,0 0 0,0-1 1,0 1-1,-1-1 0,0 0 0,0 0 0,0 0 1,0 0-1,-1 0 0,0-1 0,0 1 0,0-1 1,-7 5-1,7-7-162,1 1 0,-1-1 0,0 0 0,0 0 0,0 0 0,0 0 0,0-1-1,0 1 1,0-1 0,0 0 0,-1-1 0,1 1 0,0-1 0,-1 1 0,1-1 0,-1-1 0,1 1 0,0-1 0,-1 1 0,-4-3 0,7 2-89,0 1 1,0-1 0,0 0 0,0 0-1,0-1 1,0 1 0,1 0 0,-1 0-1,0-1 1,1 1 0,-1-1 0,1 0-1,-2-2 1,-18-39-5103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6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8004,'0'0'9569,"3"41"-7995,20 278 1220,-17-194-1446,-3-43-743,16 102 0,-18-181-604,9 37 85,-10-38-104,1 0 0,-1 0 0,1 0 0,0-1-1,0 1 1,0 0 0,0 0 0,0-1 0,0 1 0,0-1-1,0 1 1,1-1 0,-1 0 0,1 1 0,-1-1-1,1 0 1,1 1 0,-2-2-62,-1 0 0,1 0 0,-1 0-1,1 0 1,0-1 0,-1 1 0,1 0 0,-1 0-1,1-1 1,-1 1 0,0 0 0,1-1 0,-1 1-1,1-1 1,-1 1 0,1 0 0,-1-1 0,0 1-1,1-1 1,-1 1 0,0-1 0,0 1 0,1-1-1,-1 1 1,0-1 0,0 0 0,0 1 0,0-1-1,0 1 1,0-1 0,1 1 0,-1-1 0,-1 0-1,1 1 1,0-2 0,2-27-2144,-1 25 1711,-1-42-4921,0-5-4694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7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71 359 16424,'0'0'4812,"23"-9"-4724,9-3-242,34-19-1,-62 28 75,0 1-1,0-1 1,-1 0-1,1 0 1,-1 0 0,1 0-1,-1-1 1,0 1-1,0-1 1,-1 0 0,1 0-1,-1 0 1,0 0-1,0-1 1,2-4 0,-2 0-389,0-1 1,0 0 0,-1 0-1,0-17 1,0 17 33,-1-2-221,1 0 0,-2 0 0,1 0 0,-5-20 0,3 27 556,1 1-1,-1-1 0,0 1 0,0-1 0,0 1 1,0 0-1,-1 0 0,0 0 0,0 1 0,0-1 0,0 1 1,-1-1-1,1 1 0,-7-4 0,4 3 147,-1 0 0,1 1 0,0 0 0,-1 1 0,0-1 0,1 1 0,-1 1 0,0-1 0,0 1 0,0 0 0,0 1 0,-12 0 0,16 0 77,0 0-1,1 1 1,-1-1 0,0 1 0,0 0 0,1 0 0,-1 0-1,1 0 1,-1 0 0,1 0 0,-1 1 0,1-1 0,0 1-1,-1 0 1,1 0 0,0 0 0,0 0 0,0 0 0,1 0-1,-1 0 1,0 1 0,1-1 0,0 0 0,-1 1 0,0 3-1,-4 9 376,1-1-1,1 1 1,-4 24-1,5-24-198,-5 38 1090,2 0-1,3 80 0,2-123-1258,2-1-1,-1 1 1,1 0-1,1 0 1,0-1-1,0 1 1,1-1 0,7 17-1,-8-22-119,1 0 1,-1 0-1,1 0 0,0-1 1,0 1-1,0-1 0,0 0 0,1 0 1,-1 0-1,1 0 0,0-1 1,0 1-1,-1-1 0,2 0 1,-1 0-1,0-1 0,0 1 0,1-1 1,-1 0-1,1 0 0,4 0 1,0 0-125,-1 0 1,1-1 0,-1 0-1,1-1 1,-1 0 0,1 0-1,-1-1 1,0 0 0,0 0-1,0-1 1,0 0 0,0 0-1,0-1 1,-1 0 0,11-7 0,-9 4-697,0-1 1,-1 0 0,0 0 0,0 0 0,-1-1 0,0 0 0,0-1-1,-1 1 1,-1-1 0,1-1 0,3-12 0,8-33-7464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7.7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8964,'0'0'8978,"0"31"-7655,0 194 1198,-3 41 472,3-315-3586,-1-50-4281,19-158 1,-17 249 4609,1 0 1,0 0 0,0 0-1,0 1 1,1-1 0,0 1 0,5-8-1,-7 12 401,0 1 0,1 1 0,-1-1 0,1 0-1,0 0 1,-1 1 0,1-1 0,0 1 0,0-1-1,0 1 1,0 0 0,0 0 0,1 0 0,-1 0-1,0 0 1,0 0 0,1 0 0,-1 1 0,1-1-1,-1 1 1,0 0 0,1 0 0,-1 0 0,1 0-1,-1 0 1,5 1 0,-5 0-33,-1 0 0,1 0 0,0 0 0,0 0 0,-1 0 1,1 0-1,0 0 0,-1 0 0,1 1 0,-1-1 0,0 1 0,1-1 0,-1 1 0,0 0 0,0-1 1,0 1-1,0 0 0,0 0 0,0 0 0,-1-1 0,1 1 0,-1 0 0,1 0 0,-1 0 0,1 3 0,2 5 397,5 18 535,-2 0 1,0 0 0,2 41 0,-3 88 1345,1 16-892,-4-165-1633,-1-18-142,0-22-162,-1-15 154,-1-9-1406,11-95 0,-8 136 1250,1-1 0,1 1-1,0-1 1,1 1 0,0 1 0,1-1-1,1 1 1,1 0 0,0 0-1,17-23 1,-22 34 453,0 0 1,0 0-1,0 0 0,0 0 1,1 0-1,-1 0 0,1 1 1,0 0-1,0 0 0,-1 0 1,1 0-1,0 0 0,1 1 1,-1 0-1,0 0 0,0 0 1,1 0-1,-1 1 0,0-1 1,5 1-1,-7 1 69,0-1 1,1 0 0,-1 1-1,0-1 1,0 1 0,0 0-1,0 0 1,0 0-1,0 0 1,0 0 0,0 0-1,0 0 1,-1 1 0,1-1-1,0 0 1,-1 1-1,1 0 1,-1-1 0,1 1-1,-1 0 1,0 0-1,0 0 1,2 3 0,1 6 222,1 0 0,-1 0 0,3 14 0,-5-17-176,5 21 433,-1 1 1,-1 0-1,0 33 1,-5 94 1279,-2-72-1516,2-85-377,0 1-1,-1-1 0,1 0 0,0 0 1,-1 0-1,1 0 0,0 0 0,-1 1 1,1-1-1,-1 0 0,1 0 1,0 0-1,-1 0 0,1 0 0,0 0 1,-1 0-1,1 0 0,-1 0 0,1 0 1,0-1-1,-1 1 0,1 0 1,-1 0-1,1 0 0,0 0 0,-1-1 1,1 1-1,0 0 0,-1 0 0,1 0 1,0-1-1,0 1 0,-1 0 1,1-1-1,0 1 0,0 0 0,-1-1 1,1 1-1,0 0 0,0-1 0,0 1 1,-8-22-2922,-6-28 1,13 46 2501,-9-44-6193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8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1 325 2977,'0'0'14434,"5"5"-12207,-2-4-2104,0-1-1,0 1 1,0-1-1,0 1 1,0-1-1,1 0 1,-1-1-1,0 1 1,0 0-1,0-1 1,0 0-1,0 0 1,0 0-1,0 0 1,0 0-1,0 0 1,0-1-1,0 0 1,3-2-1,6-5-109,0 0-1,18-19 0,-26 24-7,3-3-313,1-1 0,-1 1 1,-1-1-1,1-1 0,-1 1 0,-1-1 0,0 0 1,0-1-1,0 1 0,-1-1 0,-1 0 0,0 0 0,0 0 1,-1 0-1,0 0 0,-1-1 0,0 1 0,-1-1 0,0 1 1,-1-13-1,0 21 295,1-1 0,-1 1 0,0-1 0,0 1 0,0 0 0,0-1 0,0 1 0,0 0 0,-1 0 0,1 0 1,-1 0-1,1 0 0,-1 0 0,0 0 0,0 0 0,0 1 0,0-1 0,0 0 0,0 1 0,0 0 0,0 0 0,-1 0 0,-3-2 0,-1 1 75,0 0-1,-1 0 0,1 0 0,-1 1 0,0 0 0,-12 0 0,19 1 3,-1 1 1,0-1-1,0 1 0,1-1 0,-1 1 0,0-1 0,1 1 1,-1 0-1,0 0 0,1 0 0,-1 0 0,1 0 0,0 0 1,-1 0-1,1 0 0,0 0 0,0 1 0,0-1 0,-1 1 1,1-1-1,1 1 0,-1-1 0,0 1 0,-1 1 0,-2 7 309,1 0 1,-6 20-1,6-20-125,-9 46 828,3 1 1,2 1-1,2-1 0,5 98 0,0-150-1029,1 0 0,-1 0-1,0 0 1,1 0 0,0 0 0,0 0-1,1 0 1,-1-1 0,1 1-1,4 6 1,-4-8-46,0-1 0,0 0 0,0 0 0,0 0 0,0 0-1,0 0 1,1 0 0,-1-1 0,1 1 0,-1-1 0,1 0 0,0 1 0,0-1 0,-1-1 0,1 1 0,0 0-1,0-1 1,5 1 0,-2 0-73,-1-1 0,1 0 0,-1-1 0,1 1-1,-1-1 1,0 0 0,1 0 0,-1-1 0,0 1 0,0-1-1,0 0 1,0-1 0,0 1 0,0-1 0,-1 0 0,1 0-1,-1-1 1,4-3 0,5-6-931,-1 0 0,0-1 0,-1 0-1,10-19 1,11-24-5087,-13 0-4979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8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 11797,'0'0'3506,"0"31"-574,-3 213 2121,3 61-1414,1-325-3812,1 1-1,1-1 1,1 1 0,9-28-1,0-3-378,2-25-597,14-56-2292,-24 115 2506,0 1 0,1 0 0,1 0 0,0 0 0,18-26 0,-20 35 765,0 1 0,0-1 0,0 1 0,1 0 0,0 0-1,0 1 1,0 0 0,0 0 0,9-4 0,-13 7 258,0 0 1,1 0-1,-1 0 1,0 1-1,0-1 0,1 0 1,-1 1-1,0 0 1,0-1-1,1 1 0,-1 0 1,0 0-1,1 1 1,-1-1-1,0 0 0,1 1 1,-1-1-1,0 1 1,0 0-1,1 0 0,-1-1 1,0 2-1,0-1 1,0 0-1,0 0 0,0 1 1,-1-1-1,1 1 1,0-1-1,-1 1 0,1 0 1,-1 0-1,1-1 1,1 5-1,5 10 510,0 1 0,-1 0-1,-1 0 1,-1 0 0,0 1 0,-2 0-1,3 26 1,0 134 1746,-6-134-2075,6-51-5204,-2-22-1140,-1-10-5923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9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8420,'0'0'6245,"0"-5"-5885,0 2-323,1 5 260,8 70 1299,2 96 0,-9-101-741,2 118 994,9 124 221,-12-296-1958,-1-10-84,0 1 1,1-1-1,-1 1 1,1-1 0,-1 1-1,1-1 1,1 0 0,-1 1-1,2 3 1,-3-7-31,0 0 1,0 0-1,0 0 1,0 1-1,0-1 1,0 0-1,1 0 1,-1 0-1,0 1 1,0-1-1,0 0 1,0 0-1,0 0 1,1 0-1,-1 0 1,0 1-1,0-1 1,0 0-1,0 0 1,1 0-1,-1 0 1,0 0-1,0 0 1,0 0-1,1 0 1,-1 0-1,0 0 0,0 0 1,0 0-1,1 0 1,-1 0-1,0 0 1,0 0-1,0 0 1,1 0-1,-1 0 1,0 0-1,0 0 1,0 0-1,1 0 1,-1 0-1,0 0 1,0 0-1,0 0 1,1-1-1,-1 1 1,0 0-1,0 0 1,0 0-1,0 0 1,0 0-1,1-1 1,-1 1-1,0 0 1,0 0-1,0 0 1,0-1-1,0 1 1,0 0-1,0 0 1,0 0-1,0-1 1,4-15-443,-4-245-11836,-3 201 7299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19.8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28 115 496,'0'0'8049,"16"-15"-7118,52-46-114,-65 58-727,-1 1 1,1-1-1,0 1 1,0 0-1,1 0 1,-1 0-1,0 0 1,1 0-1,-1 1 1,1 0-1,-1 0 1,1 0 0,0 0-1,-1 0 1,6 0-1,6-1 100,-4-1 224,1 1 0,0 0 1,-1 0-1,1 2 0,0-1 1,22 3-1,-31-1-299,0 0-1,0 0 1,0 1 0,0-1 0,0 1-1,-1 0 1,1 0 0,-1 0 0,1 0 0,-1 0-1,0 1 1,1-1 0,-1 1 0,0-1 0,-1 1-1,1 0 1,0 0 0,-1 0 0,2 3-1,4 10 433,-1 0 0,5 20 0,-11-36-545,5 20 429,-1 2 1,0-1 0,-2 0 0,0 1 0,-2-1 0,0 1 0,-5 33 0,2-46-355,0 1 0,0-1 0,0 0 1,-1 1-1,-1-2 0,1 1 1,-1 0-1,-1-1 0,0 0 0,0 0 1,-9 9-1,3-5-36,-1-1 0,0 0 0,0-1 0,-1 0 0,-26 14 0,29-19-172,0 0-1,-1-1 0,1 0 0,-1-1 0,0 0 0,0-1 1,0 0-1,0-1 0,0 0 0,0-1 0,-14-1 0,24 0-47,-1 1 0,1 0 0,0-1 0,0 1 0,0-1 0,-1 0-1,1 0 1,0 0 0,0 0 0,0 0 0,0 0 0,0-1 0,0 1 0,1 0 0,-1-1-1,0 0 1,1 1 0,-1-1 0,1 0 0,-1 0 0,1 0 0,0 0 0,0 0-1,0 0 1,0 0 0,0 0 0,1 0 0,-1-1 0,1 1 0,-1 0 0,1 0-1,0-1 1,0 1 0,0 0 0,0-5 0,0 7 105,0-1 1,0 0-1,0 1 1,0-1-1,1 1 1,-1-1-1,0 0 1,0 1-1,1-1 1,-1 0-1,0 1 1,0-1-1,1 1 0,-1-1 1,1 1-1,-1-1 1,1 1-1,-1-1 1,1 1-1,-1-1 1,1 1-1,-1 0 1,1-1-1,-1 1 0,1 0 1,0-1-1,23-3-255,-18 4 425,0 1 0,0 0 1,-1 0-1,1 0 1,-1 0-1,12 5 0,-9-1 123,0 0 0,0 1-1,-1 0 1,0 0 0,0 0 0,7 9-1,39 52 1432,-46-58-1413,89 135 2991,1 2-283,-94-143-2884,-1 0-1,1 0 0,0 0 0,0 0 1,0-1-1,1 1 0,-1-1 1,0 0-1,7 3 0,-9-4-51,1-1-1,-1 1 1,1-1 0,-1 1-1,1-1 1,0 0-1,-1 1 1,1-1-1,0 0 1,-1 0 0,1 0-1,0 0 1,-1-1-1,1 1 1,-1 0-1,1-1 1,0 1 0,-1-1-1,1 1 1,-1-1-1,1 0 1,-1 0-1,0 1 1,1-1 0,-1 0-1,0 0 1,2-2-1,2-3-36,-1 0 0,0 0 0,0 0 0,0-1-1,5-13 1,13-43-904,-22 62 916,6-19-1518,7-41 0,-8 6-3423,-4-1-4827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28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1 384,'0'0'15911,"144"39"-15911,-104-30-32,-3-3-1888,-7 0-3043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28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11429,'0'0'8100,"114"39"-8084,-78-39-16,-2 0-1441,-8 0-864,-2-9-4306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29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4466,'0'0'9591,"1"-7"-8622,4-21-236,-1 21 164,-1 9-208,2 12-466,5 59 373,0 125 0,-9-161-331,0 262 2113,0-10-808,-1-281-1549,0 3 38,1 0 1,0 0 0,2 12-1,-3-22-57,1 1-1,-1-1 1,0 1-1,1-1 1,-1 1-1,1-1 1,-1 0 0,1 1-1,-1-1 1,1 0-1,0 0 1,0 1-1,0-1 1,0 0-1,0 0 1,0 0-1,0 0 1,0 0-1,0 0 1,0 0 0,0-1-1,1 1 1,-1 0-1,0 0 1,1-1-1,-1 1 1,0-1-1,1 0 1,-1 1-1,3-1 1,-3 0-51,0 0 0,0 0 1,0 0-1,0-1 0,0 1 0,0 0 1,0-1-1,0 1 0,-1-1 0,1 1 1,0-1-1,0 1 0,0-1 0,0 1 1,-1-1-1,1 0 0,0 0 0,0 1 0,-1-1 1,1 0-1,-1 0 0,1 0 0,-1 0 1,1 0-1,-1 0 0,1-1 0,7-30-1126,-7 23 812,19-102-6104,-13 52 1137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29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368 1 4322,'0'0'10413,"0"15"-8855,0-6-1359,0 0 0,0 1-1,-1-1 1,-1 0 0,1 0 0,-2 1 0,1-1 0,-1-1 0,0 1-1,-1 0 1,0-1 0,-8 12 0,-54 68 649,-3-2 1,-106 99-1,166-177-841,8-8-6,0 1-1,0 0 1,0-1-1,0 1 1,0 0-1,1 0 1,-1 0-1,0 0 1,0 0-1,0 0 1,1 0-1,-1 0 1,1 0-1,-1 0 1,1 0-1,-1 0 1,1 2-1,0-2-179,25 1-1235,-18-1 1413,0 1 0,0 0 0,-1 1 0,1-1 0,-1 1 0,1 1 0,-1-1 0,0 1 0,0 0 0,-1 0 0,1 1 0,-1 0 0,0 0 0,4 6 0,5 6 241,0 2 0,-2 0 0,14 25 0,-1 8 512,22 69 0,5 13 356,-49-127-1063,0 0 1,1-1 0,0 0 0,0 0-1,0 0 1,1 0 0,8 8 0,-11-12-51,0-1 0,-1 1 1,1-1-1,0 0 1,0 0-1,0 0 0,0 0 1,1 0-1,-1 0 0,0-1 1,0 1-1,0-1 1,1 1-1,-1-1 0,0 0 1,0 0-1,1 0 1,-1 0-1,0 0 0,1-1 1,-1 1-1,0-1 1,0 1-1,0-1 0,0 0 1,1 0-1,-1 0 0,2-2 1,3-2-60,0-2 0,0 1 0,-1-1 0,-1 0 0,1 0 0,-1 0 0,0-1 1,0 0-1,5-13 0,-6 13-36,16-31-1097,-2-2 0,-2 0 1,-1 0-1,-3-1 0,-1-1 0,9-79 1,-19 52 2650,-1 68-224,1 2-1112,0 0 1,-1 0-1,1 0 1,0 0 0,-1 0-1,1 0 1,0 1 0,-1-1-1,1 0 1,-1 0 0,1 0-1,0 1 1,-1-1 0,1 0-1,-1 1 1,1-1 0,-1 1-1,1-1 1,-1 1-1,1-1 1,-1 0 0,0 1-1,1 0 1,-1-1 0,1 1-1,-1-1 1,1 2 0,2 19-208,-2-13 401,6 100 676,-7-76-655,1-1-1,2 0 0,1 0 0,16 57 0,-19-84-332,0-1 0,1 1 0,0-1-1,-1 1 1,1-1 0,0 0 0,0 0 0,1 0-1,-1 0 1,1-1 0,-1 1 0,1-1-1,0 1 1,0-1 0,0 0 0,0 0 0,1 0-1,-1 0 1,6 1 0,-6-2-36,0 0 0,0-1-1,0 0 1,0 0 0,0 0 0,0 0-1,0 0 1,0 0 0,0-1 0,0 0 0,0 1-1,0-1 1,0 0 0,-1-1 0,1 1 0,0 0-1,0-1 1,-1 1 0,1-1 0,-1 0-1,0 0 1,1 0 0,-1 0 0,3-5 0,2-1-204,-1-1 1,0 1 0,-1-1 0,0 0-1,0-1 1,-1 1 0,0-1 0,-1 0-1,3-14 1,-1 1-550,-2 0 0,0-1 0,-2-28-1,-1 42 431,0 0 0,-1 0 0,-1 0 0,1 0 0,-2 0 0,1 0 0,-2 0 0,-6-15 0,7 19 328,-1 0 1,0 0 0,0 0 0,0 0-1,-1 1 1,1 0 0,-1 0 0,-1 0 0,1 0-1,-1 1 1,0 0 0,0 0 0,-8-4-1,9 6 235,0 0-1,1 1 0,-1-1 1,0 1-1,0 0 0,0 1 0,0-1 1,-7 1-1,11 0-138,0 0 0,-1 0 0,1 0-1,0 0 1,0 0 0,-1 0 0,1 0 0,0 1 0,-1-1 0,1 0-1,0 1 1,0-1 0,0 1 0,-1 0 0,1-1 0,0 1 0,0 0-1,0 0 1,0-1 0,0 1 0,0 0 0,1 0 0,-1 0 0,0 0-1,0 0 1,1 1 0,-1-1 0,0 0 0,1 0 0,-1 0 0,1 1-1,-1 1 1,1 18-3610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0.6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38 3490,'0'0'10223,"-4"0"-9689,-5 0-244,2 0 3320,7 22-2855,-1 68 810,2 107 1366,2-150-2374,1 0 1,13 51-1,-17-95-535,1 3 18,0 0 0,1 0 1,-1 0-1,1 0 0,1 0 0,-1-1 0,1 1 1,0-1-1,0 1 0,5 5 0,-6-10-17,0-7-88,5-35-712,-1 0 0,-1-76 0,-3 61-110,-2-14-231,5-62-949,-4 120 1875,1 0 1,0 0 0,1 1 0,0-1 0,1 0-1,1 1 1,-1 0 0,9-13 0,-11 21 264,-1 1 0,1 0 1,0 0-1,-1 0 0,1 0 0,0 0 0,0 0 0,0 1 1,0-1-1,0 1 0,1-1 0,-1 1 0,0 0 1,1 0-1,-1 0 0,1 0 0,-1 0 0,1 0 0,0 1 1,-1-1-1,1 1 0,0 0 0,-1 0 0,1 0 1,0 0-1,-1 0 0,1 1 0,0-1 0,-1 1 1,1 0-1,-1 0 0,1 0 0,-1 0 0,1 0 0,-1 0 1,0 1-1,0-1 0,1 1 0,-1-1 0,0 1 1,0 0-1,-1 0 0,3 3 0,7 10 266,-1 2 1,-1 0-1,0 0 0,-1 1 1,-1-1-1,6 24 0,22 117 1288,-19-25-590,2 2-369,-18-133-665,0-1 0,0 1 0,0-1 0,0 1 0,1-1 0,-1 0 0,0 1 0,1-1 0,-1 0 1,1 1-1,0-1 0,-1 0 0,1 0 0,0 0 0,0 1 0,0-1 0,0 0 0,2 2 0,-2-4-12,-1 0 0,1 0 1,-1 0-1,1-1 0,-1 1 0,1 0 0,-1 0 0,1 0 0,-1 0 0,0 0 0,0 0 0,0-1 0,1-1 0,40-205-2676,-28 159 1109,2 0-1,25-57 1,-34 93 1167,0 1 1,1 0-1,0 0 1,14-18-1,-19 27 437,0 1 0,0 0 0,0-1 0,1 1 0,-1 0 0,1 0 0,-1 1 0,1-1 0,-1 0 0,1 1 0,0 0 0,0-1 0,0 1 1,-1 0-1,1 0 0,0 1 0,1-1 0,-1 1 0,0-1 0,0 1 0,0 0 0,0 0 0,0 1 0,0-1 0,0 1 0,6 1 0,-6-1 88,-1 1 1,1 0-1,0 0 1,-1 0-1,1 1 1,-1-1-1,0 1 1,0-1-1,0 1 1,0 0-1,0-1 1,0 1-1,-1 0 1,1 0-1,-1 1 1,0-1-1,1 6 1,1-2 75,4 14 285,-1 0 1,-1 0-1,-1 1 0,2 28 1,-3 90 937,-4-95-1477,1-63-10017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1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7571,'0'0'10117,"0"3"-9212,3 5-479,-1 1 1,2-1-1,-1 0 1,6 11-1,12 28 184,-4 9-83,-4 2 0,-2 0 0,6 97 0,-13 179 393,-5-205-672,0-48-193,3 84 138,1-146-186,-3-20-7,0 1-1,0 0 1,0 0-1,0 0 1,0-1 0,0 1-1,0 0 1,0 0-1,1-1 1,-1 1 0,0 0-1,0 0 1,0 0-1,0 0 1,0-1-1,0 1 1,1 0 0,-1 0-1,0 0 1,0 0-1,0-1 1,0 1-1,1 0 1,-1 0 0,0 0-1,0 0 1,0 0-1,1 0 1,-1 0-1,0 0 1,0-1 0,0 1-1,1 0 1,-1 0-1,0 0 1,0 0-1,0 0 1,1 0 0,-1 0-1,0 0 1,0 1-1,1-1 1,-1 0-1,0 0 1,0 0 0,0 0-1,1 0 1,-1 0-1,0 0 1,0 0-1,0 0 1,0 1 0,1-1-1,-1 0 1,0 0-1,0 0 1,0 0 0,0 1-1,0-1 1,1 0-1,-1 0 1,0 0-1,0 1 1,0-1 0,0 0-1,6-17-323,0 0 0,-2-1 0,0 0 0,-1 0 1,2-27-1,-4 38 111,2-47-2290,-5-108 0,-21-54-2296,19 192 4274,-12-186-4947,12 2 4787,4 200 1078,0 1 1,0 0 0,1-1-1,0 1 1,0 0 0,1 0-1,0 0 1,0 0 0,5-8-1,-6 12-136,1 0-1,0 0 0,0 0 1,1 0-1,-1 1 0,1-1 0,-1 1 1,1 0-1,0 0 0,0 0 1,0 0-1,0 0 0,0 0 1,0 1-1,0 0 0,0-1 1,1 1-1,-1 0 0,1 1 0,5-2 1,-2 1 15,0 1 0,0-1 0,0 1 0,0 1 1,0-1-1,0 1 0,0 0 0,0 0 0,0 1 0,-1 0 0,1 1 1,-1-1-1,1 1 0,-1 0 0,0 1 0,7 4 0,-7-3-149,0 1-1,0 0 0,0 0 1,-1 0-1,1 1 0,-2 0 0,1 0 1,-1 0-1,0 0 0,0 1 1,-1-1-1,0 1 0,2 11 1,-1-6-20,-2 0 1,1 0 0,-2 1-1,0-1 1,-1 24 0,0-31-82,-1 0 1,0 0-1,0 1 0,0-1 1,-1 0-1,0 0 1,0 0-1,-1-1 1,0 1-1,0-1 1,0 1-1,0-1 1,-9 10-1,6-9-144,-1 1 0,1-1 0,-1 0 0,-1-1-1,1 0 1,-1 0 0,0 0 0,0-1 0,0 0 0,-1-1 0,1 0 0,-1 0-1,0-1 1,0 0 0,0-1 0,0 0 0,-13 0 0,20-1-22,0 0 1,0 0 0,0 0-1,0-1 1,0 1 0,0-1-1,1 0 1,-1 1 0,0-1-1,0 0 1,1 0 0,-1 0-1,1 0 1,-1 0-1,1-1 1,-1 1 0,1 0-1,0-1 1,-1 1 0,1-1-1,0 1 1,0-1 0,0 0-1,0 1 1,1-1 0,-2-3-1,-1-3-911,1-1-1,0 1 0,1-1 0,0-14 1,0 21 791,0-51-7552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1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9540,'0'0'7308,"-2"14"-6921,-5 30 542,0 66 0,6 64 1283,2-93-1398,-2 42 262,2 130 698,2-185-1302,21 112 0,-23-173-462,0 0-12,0 1 0,1-1-1,0 0 1,0 0 0,0 0-1,1 0 1,0 0 0,6 9 0,-8-15-8,-1-1 0,0 1 0,1-1 0,-1 1 0,1 0 0,-1-1 0,1 1 1,0-1-1,-1 1 0,1-1 0,-1 1 0,1-1 0,0 0 0,0 1 0,-1-1 1,1 0-1,0 1 0,-1-1 0,1 0 0,0 0 0,0 0 0,-1 0 0,1 0 1,0 0-1,0 0 0,0 0 0,-1 0 0,1 0 0,0 0 0,1-1 1,-1 0-56,0 1 0,1-1 0,-1 0 0,0 0 0,0-1 0,0 1 0,0 0 0,0 0 0,-1 0 0,1-1 0,0 1 1,0 0-1,-1-1 0,1 1 0,0-3 0,4-18-1540,-2 1 0,0-1 0,-1 0 0,-2-36 0,0 48 810,0-47-5339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2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1 229 14102,'0'0'6315,"28"15"-6168,91 43-30,-114-56-110,0 0 0,0 0-1,0 0 1,0 0 0,0-1 0,1 0-1,-1 0 1,0-1 0,1 1-1,-1-1 1,1 0 0,10-2-1,-14 1-53,1 1-1,-1-1 1,1-1 0,-1 1-1,0 0 1,1 0-1,-1-1 1,0 0 0,0 1-1,0-1 1,0 0-1,0 0 1,-1 0 0,1 0-1,0 0 1,-1 0-1,0-1 1,2-3-1,1-5-355,0-1-1,-2-1 0,1 1 0,-2 0 1,1-1-1,-2 1 0,-1-22 0,1 18-138,0 9 352,-1 1 0,0-1-1,0 0 1,0 0 0,-1 0-1,0 1 1,-1-1-1,1 1 1,-1 0 0,-1-1-1,1 1 1,-8-9 0,8 11 149,0 0 1,-1 0 0,1 0 0,-1 1-1,0 0 1,0-1 0,0 1 0,0 0 0,-1 1-1,1-1 1,-1 1 0,0 0 0,0 0-1,0 1 1,0-1 0,0 1 0,-8-1 0,10 2 101,1 0 0,0 0 0,-1 0 0,1 1 0,0-1 0,-1 1 0,1 0 0,0-1 0,0 1 0,-1 0 0,1 0 0,0 0 0,0 1 0,0-1 0,0 0 0,1 1 0,-1-1 0,0 1 0,1 0 0,-1 0 0,1-1 0,-1 1 0,1 0 0,0 0 0,-2 4 0,-2 5 310,1-1 0,0 1-1,1 0 1,-2 12 0,5-22-359,-9 45 1772,-4 85 0,10 49 1048,3-144-2381,0-17-208,1 1 0,0-1-1,2 1 1,7 31 0,-9-46-215,1 0 1,-1 0-1,1-1 1,0 1-1,0 0 0,1-1 1,-1 0-1,1 1 1,0-1-1,0 0 0,0-1 1,1 1-1,0 0 1,-1-1-1,1 0 1,0 0-1,1 0 0,-1 0 1,0-1-1,1 0 1,-1 0-1,11 3 0,-10-3-111,0-1 0,0-1-1,0 1 1,0-1-1,0 0 1,1 0-1,-1 0 1,0-1-1,0 1 1,0-1-1,0-1 1,0 1-1,0-1 1,0 1-1,0-2 1,-1 1-1,1 0 1,6-6-1,-1 0-511,-1 0-1,0-1 0,-1 0 0,1-1 0,-2 0 0,11-17 0,17-35-5684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2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12742,'0'0'6600,"4"33"-5423,10 114-67,-8 70 1642,-3-61-1569,-2-146-1126,-1-7-47,0 0-1,0 1 1,0-1-1,0 1 0,1-1 1,-1 0-1,1 1 1,0-1-1,0 0 0,1 0 1,-1 0-1,0 0 1,4 4-1,-5-7-17,0 1 0,0-1-1,0 0 1,1 0 0,-1 0 0,0 0 0,0 0-1,1 0 1,-1 0 0,0 1 0,1-1 0,-1 0-1,0 0 1,0 0 0,1 0 0,-1 0-1,0 0 1,0 0 0,1-1 0,-1 1 0,0 0-1,0 0 1,1 0 0,-1 0 0,0 0-1,0 0 1,1 0 0,-1-1 0,0 1 0,0 0-1,1 0 1,-1 0 0,0 0 0,0-1 0,0 1-1,0 0 1,1 0 0,-1 0 0,0-1-1,0 1 1,0 0 0,0 0 0,0-1 0,0 1-1,0 0 1,0-1 0,1 1 0,-1 0-1,0-1 1,4-12-394,-1-1 0,0 0 0,-1 0 0,1-21 0,-1-65-2457,-3 65 1907,-2-207-3778,3 237 4753,0 0 1,0 0 0,1 0-1,-1 0 1,1 0 0,0 0-1,3-6 1,-4 9 60,1 0 1,0 1-1,0-1 1,0 0-1,1 1 0,-1-1 1,0 1-1,1 0 1,-1-1-1,0 1 0,1 0 1,0 0-1,-1 0 1,1 0-1,0 0 1,-1 0-1,1 1 0,0-1 1,0 0-1,0 1 1,3-1-1,0 0 97,0 0-1,0 0 1,0 1-1,0-1 1,0 1 0,1 1-1,-1-1 1,0 1-1,0-1 1,0 2-1,0-1 1,0 0 0,0 1-1,0 0 1,-1 0-1,1 1 1,0-1 0,-1 1-1,0 0 1,0 0-1,0 0 1,0 1-1,0-1 1,-1 1 0,1 0-1,-1 0 1,0 0-1,0 1 1,-1-1 0,1 1-1,2 7 1,7 15 311,-1 1 0,-2 0 0,-1 0 1,6 39-1,7 120 1323,-1-10-337,-19-171-1457,0 1 1,1 0 0,-1 0 0,6 13 0,-7-19-21,1 1-1,-1-1 1,1 0 0,-1 0 0,1 0 0,0 0-1,-1 0 1,1 0 0,0 0 0,0 0-1,0 0 1,0 0 0,-1-1 0,1 1-1,1 0 1,-1-1 0,0 1 0,0 0-1,0-1 1,0 0 0,0 1 0,0-1-1,1 1 1,-1-1 0,0 0 0,0 0 0,0 0-1,3 0 1,-3 0-10,0 0-1,0 0 1,0 0 0,0-1-1,0 1 1,0 0 0,-1-1-1,1 1 1,0 0 0,0-1-1,0 1 1,0-1 0,-1 0-1,1 1 1,0-1 0,0 1-1,-1-1 1,1 0 0,0-1-1,7-12-187,0-1-1,-1 0 1,-1 0 0,0-1-1,4-24 1,2-13-1004,10-101 0,-16 94-822,16-69-1,-20 121 1858,1-1 0,0 1-1,0-1 1,1 1-1,0 0 1,0 0-1,1 1 1,10-13-1,-13 17 197,1 0-1,-1 1 0,1 0 0,-1 0 0,1-1 1,0 2-1,-1-1 0,1 0 0,0 0 0,0 1 1,0 0-1,1-1 0,-1 1 0,0 0 0,0 1 1,1-1-1,-1 1 0,0-1 0,1 1 0,-1 0 1,1 0-1,-1 0 0,0 1 0,1-1 0,-1 1 1,4 1-1,-6-1 30,1-1 0,-1 1-1,1 0 1,-1 0 0,1 0 0,-1 0 0,0 0 0,0 0 0,1 0 0,-1 0 0,0 0-1,0 1 1,0-1 0,0 0 0,0 1 0,-1-1 0,2 3 0,7 28 440,-8-28-417,6 42 660,-3 0 1,-1 1 0,-5 61 0,1-83-476,1-8-197,-1 0 0,-1 0 0,-1 0 0,0 0-1,-7 18 1,10-34-139,0 0 0,0-1 0,-1 1 0,1 0 0,0-1 0,0 1 0,-1-1 0,1 1 0,-1-1 0,1 1 0,-1 0 0,1-1 0,-1 1 0,1-1 0,-1 0 0,1 1 0,-1-1 0,1 1 0,-2-1 0,2 0-92,-1 0 0,1 0 0,-1 0 0,1 0 0,-1 0 0,1 0 0,-1 0 0,1 0 0,-1-1 0,1 1 0,0 0 0,-1 0 0,1 0 0,-1-1 0,1 1 0,0 0 0,-1-1 0,1 1 0,0 0 0,-1-1 0,1 1 0,0 0 0,-1-1 0,1 1 0,0-1 0,0 1 0,0-1 0,-1 1 0,1 0 0,0-1 0,0 1 0,0-1 0,0 0 0,-7-25-4969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2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3 527 9861,'0'0'8462,"-3"4"-7058,3-4-1395,0 0-1,0 0 0,0 0 0,1 0 0,-1 0 0,0 0 0,0 0 1,0 0-1,0 0 0,0 0 0,0 0 0,0 0 0,0 0 0,0 0 1,0 0-1,0 0 0,1 0 0,-1 0 0,0 0 0,0 0 0,0 0 1,0 0-1,0 0 0,0 0 0,0 0 0,0 0 0,0 1 0,0-1 1,0 0-1,0 0 0,0 0 0,0 0 0,1 0 0,-1 0 0,0 0 1,0 0-1,0 0 0,0 0 0,0 0 0,0 0 0,0 0 1,0 0-1,0 1 0,0-1 0,0 0 0,0 0 0,0 0 0,0 0 1,6-4 133,-1 0 0,1 0 1,-1-1-1,1 1 1,-2-1-1,9-10 0,29-43-195,-34 47 78,7-12-589,-1 0 1,0-1-1,-2-1 0,18-51 1,-25 59-411,-1-1 0,0 0 1,-1 0-1,-1 0 0,-1 0 1,0 0-1,-1-1 0,-5-26 1,5 42 908,-1 0 0,1 0-1,-1 0 1,0 0 0,0 1 0,0-1 0,0 0 0,-1 0 0,1 1 0,-1-1 0,0 1 0,1 0 0,-1-1 0,0 1-1,0 0 1,-1 0 0,1 0 0,0 0 0,-1 1 0,-3-3 0,2 2 307,0 1 0,0-1 0,-1 1 0,1 0 0,-1 0 0,1 0 0,-1 1 0,1-1 0,-1 1 0,0 0 0,1 1 0,-7 0 0,8 0-61,0 0 0,1 0 0,-1 0 0,0 0-1,1 1 1,-1-1 0,1 1 0,0-1 0,0 1 0,-1 0 0,1 0-1,0 0 1,1 0 0,-1 0 0,0 1 0,1-1 0,-1 0 0,1 1-1,-1-1 1,1 1 0,-1 4 0,-3 8 383,0 0 1,-4 26-1,8-34-393,-7 55 1326,3 1 1,3 73-1,2-111-1190,0 5 130,1 0-1,1 0 1,7 32-1,-7-52-361,1 0-1,0 0 1,1 0 0,0 0-1,0-1 1,1 0 0,0 0-1,1 0 1,0 0-1,0-1 1,1 0 0,10 10-1,-12-14-129,0-1-1,0 1 0,0-1 1,1 0-1,0-1 0,-1 1 1,1-1-1,0 0 0,0 0 1,0-1-1,0 0 1,0 0-1,1 0 0,-1-1 1,0 0-1,0 0 0,0-1 1,1 0-1,-1 0 0,0 0 1,0-1-1,0 1 0,0-1 1,-1-1-1,1 1 1,0-1-1,6-5 0,-3 1-473,-1-1 0,1 0 1,-2-1-1,1 1 0,-1-2 0,6-9 0,-4 4-1261,-1 1-1,-1-1 1,10-31 0,1-21-5622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3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 9668,'-3'25'6054,"-27"310"2278,29-315-7989,-1 272 2942,2-290-3287,0-1 0,-1 0-1,1 0 1,0 0 0,1 0 0,-1 0-1,0 0 1,0 1 0,0-1 0,1 0 0,-1 0-1,0 0 1,1 0 0,-1 0 0,1 0-1,-1 0 1,1 0 0,0 0 0,-1 0 0,1 0-1,0-1 1,0 1 0,0 0 0,-1 0-1,1-1 1,0 1 0,0 0 0,0-1 0,0 1-1,0-1 1,0 1 0,0-1 0,1 0-1,-1 1 1,0-1 0,0 0 0,0 0 0,0 0-1,0 0 1,0 0 0,1 0 0,-1 0-1,0 0 1,0 0 0,0-1 0,0 1 0,0 0-1,0-1 1,0 1 0,0-1 0,0 1-1,0-1 1,0 1 0,0-1 0,0 0 0,0 0-1,0 1 1,0-1 0,0-1 0,3-2-75,0 0 0,0-1-1,-1 1 1,0-1 0,0 0 0,0 0 0,4-9 0,15-45-424,-19 49 399,16-54-1698,13-84-1,-5 17-2900,-25 121 4159,1-1 0,0 1 0,0 1-1,1-1 1,10-16 0,-13 23 557,1 1 0,0 0 1,0-1-1,0 1 0,0 0 0,0 0 0,0 0 0,1 0 0,-1 1 1,1-1-1,-1 1 0,1-1 0,0 1 0,0 0 0,-1 0 0,1 0 1,0 0-1,0 1 0,0-1 0,0 1 0,0-1 0,0 1 0,4 1 1,-5-1 98,1 1 1,0-1-1,-1 1 1,1 0-1,-1 0 1,1 0-1,-1 0 1,1 1-1,-1-1 1,0 0-1,0 1 1,0 0-1,0 0 1,0-1 0,0 1-1,0 0 1,-1 1-1,1-1 1,0 0-1,-1 0 1,2 5-1,3 6 532,0 1 0,7 25 1,-10-28-229,7 29 396,-1 0-1,-3 0 0,-1 1 0,0 74 0,-3-103-620,0-9-542,0-8-1408,1-25-2567,-2-16-2986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4.5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24 3698,'0'0'8572,"-1"3"-7828,-2 5-481,1 0-1,1 0 1,0 1 0,0-1 0,0 1-1,1-1 1,0 0 0,2 9 0,-1 16 464,-1 804 7696,0-831-8384,2 15 71,-2-20-108,0-1 0,0 1 0,0-1 0,1 1 1,-1-1-1,0 0 0,0 1 0,1-1 0,-1 0 0,0 1 0,1-1 1,-1 0-1,0 0 0,1 1 0,-1-1 0,0 0 0,1 0 0,-1 1 1,1-1-1,-1 0 0,1 0 0,-1 0 0,0 0 0,1 0 1,-1 0-1,1 0 0,-1 0 0,1 0 0,-1 0 0,1 0 0,-1 0 1,1 0-1,-1 0 0,0 0 0,1 0 0,-1 0 0,1 0 1,-1-1-1,0 1 0,1 0 0,0-1-8,-1 1 0,1 0 0,0-1 0,-1 1 0,1 0-1,-1-1 1,1 1 0,-1-1 0,1 1 0,-1-1 0,0 1 0,1-1 0,-1 1 0,1-1 0,-1 1-1,0-1 1,0 1 0,1-1 0,-1 0 0,0 0 0,4-12-286,0-1 0,-1 1 0,-1-1 0,1-18 0,-1-63-1603,-3 71 1312,-11-273-4248,8 243 4468,3-67 1,2 61 305,0 37 27,2 1 1,0-1-1,2 1 0,0 0 1,2 1-1,0-1 0,1 1 1,19-33-1,-26 51 52,0 1 0,1 0 0,-1 0 0,1 0 0,0 0 0,0 0 0,0 0 0,0 0 0,0 1 0,0-1 0,0 1 0,0-1 0,1 1 0,-1 0 0,0 0 0,1 0 0,-1 0 0,1 0 0,5 0 0,3 0 242,0 0 1,0 1-1,18 1 0,-2 0 53,-21-1-251,1 0 0,0 0-1,-1 0 1,1 1 0,-1 0-1,1 0 1,-1 1 0,1 0-1,-1 0 1,0 0-1,0 1 1,0 0 0,0 0-1,-1 1 1,1-1 0,-1 1-1,0 0 1,0 1 0,0-1-1,0 1 1,-1 0 0,7 10-1,-4-5 184,-1 0 0,1 1 0,-2 0 0,0 0 1,0 0-1,-1 1 0,0-1 0,-1 1 0,3 18 0,-2 8 864,0 66 0,-4-91-989,0 1 0,-1-1 0,0 0 0,-1 1 0,-1-1-1,0 0 1,0 0 0,-1-1 0,-1 1 0,-1-1 0,1 0 0,-2 0 0,0 0 0,0-1-1,-17 19 1,11-16-61,0 0 0,0-1 0,-2-1 0,-24 17-1,31-24-73,-1-1 0,1 1-1,-1-1 1,0-1 0,0 0-1,0 0 1,0-1 0,-1 0-1,1 0 1,-17 0 0,22-2-52,1 0-1,0 0 1,0 0 0,0-1 0,0 1-1,0-1 1,0 0 0,0 0 0,0 0-1,0 0 1,0 0 0,1 0 0,-1-1-1,0 0 1,1 1 0,-1-1 0,-2-2-1,3 0-56,-1 1-1,1 0 0,0-1 1,0 1-1,0-1 0,1 1 0,-1-1 1,1 0-1,0 0 0,0 0 0,0 0 1,0-4-1,0 1-173,0 1 1,0 0-1,1 0 1,0 0 0,0-1-1,1 1 1,0 0-1,2-8 1,-3 12 234,1 1 1,-1 0 0,1 0 0,-1 0-1,1-1 1,0 1 0,-1 0 0,1 0 0,0 0-1,0 0 1,0 0 0,0 0 0,0 0-1,0 1 1,0-1 0,0 0 0,2 0-1,-1 0 61,0 1 0,0-1 0,0 1 0,0 0 0,0 0-1,0-1 1,0 2 0,0-1 0,0 0 0,0 0-1,0 1 1,0-1 0,0 1 0,0-1 0,2 2 0,1 0 50,-1 0 1,1 1 0,-1-1 0,0 1-1,0 0 1,0 0 0,0 0 0,-1 1 0,1-1-1,3 6 1,29 46 657,-34-52-667,92 186 2357,-29-55-1051,-61-126-1294,0-2 0,0 1 0,0 0 0,1-1 1,0 0-1,9 9 0,-13-14-59,1 0 1,-1 0 0,0 0-1,1 0 1,-1 0 0,1 0-1,-1 0 1,1-1 0,-1 1-1,1 0 1,0-1-1,-1 1 1,1-1 0,0 0-1,-1 0 1,1 0 0,0 0-1,-1 0 1,1 0 0,0 0-1,-1 0 1,1 0-1,0-1 1,-1 1 0,1-1-1,-1 1 1,1-1 0,-1 0-1,1 0 1,-1 0 0,1 1-1,-1-1 1,1-1-1,-1 1 1,0 0 0,2-2-1,3-5-213,0 0 1,-1 0-1,0 0 0,0 0 0,-1-1 0,0 1 1,3-11-1,20-69-5577,-27 88 5794,15-61-7404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4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9812,'0'0'12614,"177"85"-12358,-137-85-256,-3 0-592,-7-18-1633,-6-6-3345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5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0 275 12742,'0'0'619,"19"-32"-1105,55-100 406,-71 127 146,0-1 0,0 1-1,0-1 1,-1 1 0,0-1-1,0 0 1,-1 0 0,1 0-1,-1 0 1,0-10 0,0 4 390,-1 5-280,1-7 1786,-1 14-1889,0-1 1,0 1-1,0 0 0,0 0 0,0 0 0,0-1 1,0 1-1,1 0 0,-1 0 0,0-1 0,0 1 1,0 0-1,0 0 0,1 0 0,-1 0 0,0-1 1,0 1-1,1 0 0,-1 0 0,0 0 0,0 0 1,0 0-1,1 0 0,-1 0 0,0 0 0,1 0 1,-1-1-1,0 1 0,0 0 0,1 0 0,-1 0 1,0 1-1,0-1 0,1 0 0,-1 0 0,0 0 1,0 0-1,1 0 0,-1 0 0,0 0 0,0 0 1,1 0-1,-1 1 0,0-1 0,1 0-29,-1 1 1,1-1-1,-1 0 0,1 1 0,-1-1 0,1 1 0,-1-1 0,0 1 1,1-1-1,-1 1 0,0-1 0,1 1 0,-1 0 0,0-1 1,0 1-1,0-1 0,1 1 0,-1 0 0,0 0 0,6 31 337,-2-1 0,-1 0-1,-1 39 1,-1-27-82,1 390 1751,-3-231-5081,-9-229-8783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6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 9556,'0'0'5827,"0"0"-5764,-1 0 1,1 0-1,0 0 1,-1-1-1,1 1 1,-1 0-1,1 0 0,-1 0 1,1 0-1,0 0 1,-1 0-1,1 0 1,-1 0-1,1 0 0,0 0 1,-1 0-1,1 0 1,-1 1-1,1-1 0,-1 0 1,1 0-1,0 0 1,-1 0-1,1 1 1,0-1-1,-1 0 0,1 0 1,0 1-1,-1-1 1,1 0-1,0 1 0,0-1 1,-1 0-1,1 1 1,-10 422 1432,10 248 2261,0-661-3665,-1-3-31,1-1 0,0 0 0,1 1 0,1 7 0,-2-13-53,1 0 0,-1 0-1,0 0 1,1 0 0,-1 0 0,0-1 0,1 1-1,-1 0 1,1 0 0,-1 0 0,1 0-1,0-1 1,-1 1 0,1 0 0,0 0-1,0-1 1,-1 1 0,1-1 0,0 1-1,0-1 1,0 1 0,0-1 0,0 1-1,0-1 1,0 0 0,0 1 0,0-1-1,0 0 1,0 0 0,0 0 0,1 0-1,-2 0-7,0 0 0,0 0 0,1 0 0,-1 0 0,0 0 0,0 0 0,0 0 0,1 0 0,-1 0 0,0 0 0,0 0 0,0-1 0,0 1-1,0 0 1,1 0 0,-1 0 0,0 0 0,0 0 0,0 0 0,0-1 0,0 1 0,0 0 0,1 0 0,-1 0 0,0 0 0,0-1 0,0 1 0,0 0 0,0 0-1,0 0 1,0-1 0,0 1 0,0 0 0,0 0 0,0 0 0,0 0 0,0-1 0,0 1 0,0 0 0,8-58-978,-3 0-1,-1-67 1,-4-161-6697,-2 268 7468,0-1 1,-1 1-1,-1 0 1,-10-32-1,-2-2-804,-14-112-2011,24 51 5172,6 107-2067,1 0 1,0 1 0,1-1-1,-1 0 1,1 0 0,0 1-1,1-1 1,-1 1 0,1 0-1,0 0 1,1 0 0,-1 0-1,1 0 1,0 1 0,0 0-1,0-1 1,1 2 0,-1-1-1,1 0 1,5-2 0,0-1 78,-1 2 0,1-1 1,1 1-1,-1 0 0,1 1 1,0 1-1,0-1 0,0 2 0,19-3 1,34 2 633,68 6 1,-129-3-741,0 0 0,-1 1 1,1-1-1,0 1 0,0 0 1,0 0-1,-1 0 0,1 0 1,-1 1-1,1-1 0,-1 1 1,1-1-1,-1 1 0,0 0 1,0 0-1,3 2 0,-2 0 66,0 1 0,0-1 0,0 1 0,0 0 0,-1-1 0,1 1 0,-1 1 0,1 4 0,1 7 305,-1 0 0,0 1 0,-1-1 1,-1 25-1,-1-10 122,-2 58 467,1-78-888,-1-1 1,0 0-1,0-1 1,-1 1 0,-1 0-1,-5 10 1,-3 3-32,-1 0 1,-2-1 0,0-1-1,-1-1 1,-2 0-1,0 0 1,-1-2 0,-1-1-1,0 0 1,-2-1-1,-29 17 1,40-29-115,0 0-1,0 0 1,0-1 0,-1 0-1,1-1 1,-1-1 0,0 0-1,0 0 1,0-2 0,0 1-1,-20-2 1,29 0-55,0 1 0,1 0-1,-1-1 1,0 0 0,0 0 0,1 0 0,-1 0-1,1 0 1,-1 0 0,1 0 0,-1-1 0,1 1-1,0-1 1,-1 0 0,1 0 0,0 0 0,0 0 0,1 0-1,-1 0 1,0-1 0,1 1 0,-1 0 0,1-1-1,0 1 1,-2-6 0,1 0-263,0 0 1,0 0-1,1 0 0,1 0 1,-1 0-1,1 0 1,2-15-1,-2 21 317,1 1 0,-1-1 1,0 1-1,1 0 0,-1-1 0,1 1 0,-1-1 1,1 1-1,0 0 0,0 0 0,0-1 0,-1 1 1,1 0-1,0 0 0,0 0 0,1 0 0,-1 0 1,0 0-1,0 0 0,0 1 0,1-1 0,-1 0 1,0 1-1,1-1 0,-1 1 0,1-1 1,-1 1-1,0-1 0,3 1 0,1-1 43,-1 1 0,0 0 0,0 0 1,1 0-1,-1 1 0,0-1 0,0 1 0,1 0 0,5 2 0,-4 0 51,-1-1 0,0 1 0,0 0 0,0 1 0,-1-1 0,1 1 0,-1 0 0,0 0 0,0 0 0,4 6 0,5 8 385,15 26 0,12 33 979,35 95 1,-56-127-1158,-19-43-272,5 12 81,1 0 1,0 0-1,1-1 0,1 0 1,0 0-1,0 0 1,14 13-1,-20-24-90,-1 0 0,1 0 0,0 0 0,0-1 0,0 1 0,1-1-1,-1 0 1,0 1 0,0-1 0,1 0 0,-1 0 0,0-1 0,1 1 0,-1 0 0,1-1 0,-1 0 0,1 1-1,2-1 1,-2-1-16,-1 1 0,1-1 0,-1 0 0,0 0 0,0 0 0,1 0 0,-1 0 0,0 0 0,0 0 0,0-1 0,0 1 0,0-1 0,0 0 0,-1 0 0,3-2 0,5-9-134,-2 1-1,1-1 1,-2 0-1,0 0 0,5-16 1,-7 17 2,53-161-7025,-36 99 43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7.3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0 8260,'0'0'10679,"-6"2"-9235,-18 4-569,20-5-46,5 1-551,5-1-38,212 3 716,-131-5-6589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7.7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2305,'0'0'14684,"4"0"-13678,45 13 837,-36-9-1466,1 0 0,27 4 1,70-7 129,-61-1-4106,-49 0 2921,5-1-631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38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1024,'0'0'15784,"210"24"-15448,-153-24-64,-4 0-272,-12 0-1265,-11 0-2128,-17-6-3842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1.9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27 167 384,'0'0'9559,"1"-17"-8462,-1-6-716,0 7 106,1 0 1,4-23-1,1 14 2557,-6-5-1702,-8 112-1084,-1-2-60,-4 231 2071,7-128-803,2 58 583,14-452-9409,-3 82-1080,-7 111 7142,3-33-3256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2.4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24 286 2497,'0'0'6160,"0"-18"-5282,0-9-588,-1 2 191,3-35-1,0 51-425,0-1-1,1 1 0,0 1 0,0-1 1,1 0-1,0 1 0,1 0 1,0 0-1,0 0 0,0 0 1,1 1-1,0 0 0,1 0 0,0 1 1,0-1-1,9-5 0,-12 10 39,1-1-1,-1 2 1,0-1-1,1 0 1,-1 1-1,1 0 1,-1 0-1,1 0 1,0 0-1,0 1 1,-1 0-1,1 0 1,0 0-1,-1 1 1,1-1-1,0 1 1,-1 0-1,1 1 1,-1-1-1,8 4 1,-8-1 70,1 1 1,-1-1-1,0 1 1,0 0-1,0 0 1,-1 0-1,0 1 1,0-1 0,0 1-1,-1 0 1,3 8-1,0 3 315,-1 0 0,0 0 0,1 20-1,-3 110 1989,-3-126-2186,0-1-117,-1 1 0,-1-1 1,-1 0-1,0 0 0,-2 0 1,0-1-1,-1 0 0,-1 0 1,-1-1-1,-1 0 1,0 0-1,-25 30 0,34-45-170,-1-1 0,0 0 0,1 0 0,-1 0 0,0 0 0,0 0 0,0 0 0,0-1 0,-1 1 0,1-1 0,0 1 0,-1-1 0,1 0 0,-1 0 0,-2 1 0,4-2-42,1-1 0,-1 1 0,1-1 0,-1 1 0,1-1 1,-1 0-1,1 1 0,0-1 0,-1 1 0,1-1 0,0 0 0,-1 1 0,1-1 0,0 0 0,0 1 0,0-1 0,-1 0 0,1 0 0,0 1 0,0-1 0,0 0 0,0 1 0,0-1 1,1 0-1,-1 0 0,0 1 0,0-1 0,1-1 0,-1-2-239,0-2 51,1 0-1,0 0 1,0 0 0,0 0 0,1 0 0,0 0 0,0 0-1,0 1 1,1-1 0,0 1 0,0 0 0,0-1 0,1 1-1,-1 1 1,1-1 0,7-6 0,-8 8 228,1 0 0,-1 1 0,1-1 0,0 1 0,0-1 0,0 1 0,0 0 0,0 0-1,0 1 1,1 0 0,-1-1 0,1 1 0,-1 1 0,0-1 0,1 1 0,0-1 0,-1 1 0,1 1 0,-1-1 0,1 1 0,-1-1 0,1 1 0,-1 1 0,6 1 0,-3 1 110,0-1 1,0 1-1,-1 1 1,0-1-1,0 1 1,0 0-1,0 1 1,-1-1-1,0 1 1,0 0-1,-1 1 1,6 8-1,-3-3 148,0 0-1,-2 1 0,1 0 0,-2-1 1,1 2-1,2 17 0,-4-4 306,0 50-1,-3-68-534,0-4-4,0 1 0,-1-1 0,0 1 0,1-1 0,-2 0 1,1 0-1,-1 1 0,1-1 0,-1 0 0,-1 0 0,1 0 0,-1-1 0,0 1 0,0-1 0,-7 8 0,4-6 3,0 0-1,-1-1 0,0 0 1,0 0-1,0-1 0,0 0 1,-1 0-1,0-1 0,-10 4 1,-5-1-328,1-1 0,-1-1 0,0-1 0,0-1 0,0-1 0,-38-3 0,56 1 113,-1 1 1,1-1-1,-1 0 1,1 0 0,0-1-1,-1 0 1,1 0-1,0 0 1,0 0 0,0-1-1,0 0 1,-7-6 0,9 6-14,0 0 1,1 0 0,-1 0 0,1 0 0,0 0 0,-1-1 0,1 1-1,1-1 1,-1 0 0,1 1 0,-1-1 0,1 0 0,0 0 0,0 0-1,1 0 1,-1 0 0,1-7 0,0 4-235,0 3 133,-1 1 0,1-1 1,1 1-1,-1 0 0,0-1 0,1 1 1,-1 0-1,1-1 0,0 1 1,0 0-1,1 0 0,-1 0 1,3-5-1,25-19-3336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3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271 52 4178,'0'0'8084,"0"-2"-7351,0 0-700,0 1-1,0-1 0,0 1 1,0-1-1,-1 1 0,1 0 0,-1-1 1,1 1-1,-1 0 0,1-1 1,-1 1-1,0 0 0,0 0 1,1 0-1,-1-1 0,0 1 1,0 0-1,0 0 0,-3-1 1,1-1 9,0 1 0,-1 0 0,1 1 1,-1-1-1,0 1 0,1-1 1,-6 0-1,-6-1 243,0 1-1,1 1 1,-18 0 0,13 0-41,-23 3 544,40-2-749,0 1 0,0-1 0,0 1 0,0 0 0,-1 0 0,1 0 0,0 0 0,0 0 0,1 0 0,-1 1 0,0-1 0,0 1 1,1-1-1,-1 1 0,-2 3 0,-2 4 119,1-1 1,0 1 0,1 1-1,0-1 1,1 1 0,0-1 0,-3 16-1,-6 72 1251,11-90-1307,-3 173 2563,4-142-2054,0-32-522,-1-1-15,1 0 1,0 0 0,1 0-1,-1 0 1,1 0 0,0 0-1,2 6 1,-2-10-65,-1 0 0,1 1-1,0-1 1,0 0 0,0 0 0,0 0-1,1 0 1,-1 0 0,0 0 0,0 0-1,1 0 1,-1 0 0,0-1 0,1 1-1,-1 0 1,0-1 0,1 0 0,-1 1-1,1-1 1,-1 0 0,1 1 0,-1-1-1,1 0 1,0 0 0,-1 0 0,3-1 0,0 1-8,1 0 0,-1-1 0,1 0 0,-1 0 0,0 0 0,1-1 0,-1 1 0,0-1 0,0 0 0,0 0 0,0 0 0,0-1 0,0 1 0,-1-1 0,6-5 0,3-5-126,0 0-1,16-26 1,-21 29 22,10-14-630,-2 0 1,-1-1-1,-2 0 1,14-37-1,-19 40-725,0-1 1,-2 1-1,0-1 0,-2 0 1,1-41-1,-4 43 1729,0 37 2774,0 18-1436,-1 52 980,4 119 1020,-2-189-3431,0 0 0,1 0 1,1 0-1,1-1 0,0 1 1,1-1-1,0 0 0,11 18 1,-11-27-663,-2-10-1284,-3-16-2026,-1 14 3457,1-29-5437,0-4-3373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3.8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199 1 6707,'0'0'6902,"-5"0"-6513,0 0-284,0 0 1,0 1-1,0-1 0,1 1 0,-1 0 0,0 1 0,1-1 0,-1 1 0,1 0 0,-1 0 0,1 1 0,-6 3 0,-4 4 313,1 0-1,0 1 0,1 0 0,-22 26 1,29-31-278,1 1-1,-1 0 1,1 0 0,1 0 0,-1 1 0,1-1 0,1 1 0,-1 0 0,1 0 0,1 0 0,-1 0 0,0 11 0,2-10 16,-1 0-41,0 0 0,1 1 0,0-1 0,1 0 0,0 0 0,0 1 0,1-1 1,0 0-1,0 0 0,1-1 0,6 15 0,6-3-68,0-1 0,1 0 0,1-2 0,1 1 0,39 28 1,-15-12-46,-37-29 6,0-1-1,-1 1 1,0 0-1,0 0 1,0 1-1,0-1 0,-1 1 1,0 0-1,0-1 1,1 8-1,-2-10-8,-1 0 0,0 0 0,-1 0 0,1 0 0,-1 1-1,1-1 1,-1 0 0,0 0 0,0 0 0,0 1 0,-1-1 0,1 0 0,-1 0-1,0 0 1,0 1 0,0-1 0,0 0 0,0 0 0,-1-1 0,1 1 0,-1 0-1,-2 3 1,1-4 3,1 1-1,-1-1 0,0 1 0,1-1 1,-1 0-1,0 0 0,0 0 0,0-1 1,-1 1-1,1-1 0,0 0 0,0 1 1,-6 0-1,-3-1 23,0 1 0,-21-2 0,32 0-23,-1 0-7,1 0 0,-1 0 0,0 0 0,0-1 1,1 1-1,-1 0 0,1-1 0,-1 0 0,0 1 0,1-1 0,-1 0 0,1 0 0,-1 0 0,1 0 1,0 0-1,0 0 0,-1 0 0,1-1 0,0 1 0,0 0 0,0-1 0,0 1 0,0 0 0,0-1 0,1 1 1,-1-1-1,0 0 0,1 1 0,-1-1 0,1 0 0,-1-1 0,-1-8-68,1 0 0,0 1-1,0-22 1,1 21 45,0 1-33,1-1-1,-1 1 1,2 0-1,-1 0 1,1-1-1,1 1 1,0 0-1,0 1 1,1-1-1,0 1 1,1-1-1,0 1 1,10-14-1,1 3-188,0 0 0,0 1 0,40-34-1,-49 47 222,1 0 0,0 0 0,1 1 0,-1 0 0,1 1 0,0 0 0,0 0 0,0 1 0,1 0 0,-1 1 0,1 0 0,0 0 0,15 0 0,-22 3 63,0-1 0,0 0 0,-1 1 0,1 0 0,0 0 0,0 0-1,0 0 1,-1 0 0,1 0 0,-1 1 0,1 0 0,-1-1-1,1 1 1,-1 0 0,0 0 0,0 0 0,0 0 0,0 0 0,0 1-1,-1-1 1,1 1 0,0-1 0,-1 1 0,0-1 0,0 1 0,0 0-1,1 3 1,3 9 387,-1 1 0,-1-1-1,3 29 1,1 175 2179,-7-198-2642,-5-57-9040,1 20 6478,-4-25-5796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4.1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13814,'0'0'1985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4.5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9540,'119'145'2241,"-117"-143"-2144,-1 0 0,1 0 0,-1 0 0,0 1 0,0-1 0,0 0 0,0 1 0,0-1 0,0 1 0,0 4 0,-1-6-48,0-1-1,0 1 1,0 0-1,0-1 1,-1 1 0,1-1-1,0 1 1,0 0 0,-1-1-1,1 1 1,0-1-1,-1 1 1,1-1 0,-1 1-1,1-1 1,-1 1-1,1-1 1,-1 0 0,1 1-1,-1 0 1,0-1-8,-5 5 286,-1 1-1,1 0 1,1 0 0,-1 0-1,1 0 1,0 1-1,1 0 1,0 0-1,0 0 1,0 1-1,1-1 1,0 1-1,-4 14 1,3 0-3,1 1 1,0 0-1,2 38 1,1-50-310,0 0 1,1 0-1,0 1 1,1-1-1,1-1 1,-1 1-1,2 0 1,-1-1-1,1 1 0,1-1 1,0 0-1,1-1 1,0 1-1,12 15 1,86 89-262,-101-110 244,0 0 1,-1 0-1,1 1 0,-1-1 0,0 1 0,2 8 0,-3-12-1,-1 0 0,1 1 0,-1-1 1,0 0-1,0 1 0,1-1 0,-1 0 0,0 1 0,0-1 0,0 0 1,0 1-1,-1-1 0,1 0 0,0 1 0,0-1 0,-1 0 1,1 0-1,-1 1 0,1-1 0,-1 0 0,0 0 0,1 0 1,-1 0-1,0 0 0,0 1 0,0-2 0,0 1 0,0 0 1,-1 1-1,-7 1 1,0 0 1,-1 0 0,1-1 0,-1-1 0,0 0-1,1 0 1,-1 0 0,-19-3 0,6 2-346,21 0 247,1 0 1,0 0-1,-1 0 0,1 0 1,-1-1-1,1 1 0,-1 0 1,1 0-1,-1-1 0,1 1 1,0-1-1,-1 0 0,1 1 1,0-1-1,-1 0 0,1 0 1,0 1-1,0-1 0,0 0 1,0 0-1,0 0 0,0-1 1,0 1-1,0 0 0,-1-2 0,1-1-696,-1 0-1,1 0 0,0-1 0,0 1 0,1 0 0,-1-1 0,1-6 0,-1-30-9546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4.9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3 145 3249,'0'0'4949,"0"-17"-4020,0-64 65,0 34 6925,0 56-7799,0 777 5792,-1-762-5766,0-18-107,1 1 0,0-1 1,0 1-1,1-1 0,-1 0 0,2 1 0,1 7 0,-3-13-42,0-1 1,0 0-1,0 1 0,1-1 0,-1 1 1,0-1-1,0 1 0,0-1 0,1 0 1,-1 1-1,0-1 0,0 0 0,1 1 1,-1-1-1,0 0 0,1 1 0,-1-1 1,0 0-1,1 1 0,-1-1 0,0 0 0,1 0 1,-1 0-1,1 1 0,-1-1 0,0 0 1,1 0-1,-1 0 0,1 0 0,-1 0 1,1 0-1,-1 0 0,1 0 0,-1 0 1,0 0-1,1 0 0,-1 0 0,1 0 1,-1 0-1,1 0 0,-1 0 0,0-1 0,1 1 1,-1 0-1,1 0 0,-1 0 0,0-1 1,1 1-1,-1 0 0,0-1 0,1 1 1,-1 0-1,0-1 0,1 1 0,-1 0 1,1-1-1,4-12-537,-1 0-1,0 0 1,-1 0 0,0-1 0,1-23 0,-1-78-6821,-3 89 4818,0-25-5308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5.3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60 2017,'0'0'9338,"24"-11"-8157,77-33 244,-99 43-1365,0 1 1,0-1-1,-1 0 0,1 1 0,0-1 1,0 1-1,0 0 0,0 0 1,0-1-1,0 1 0,0 1 1,0-1-1,0 0 0,0 0 0,0 1 1,0-1-1,0 1 0,0 0 1,0-1-1,0 1 0,-1 0 0,1 0 1,0 0-1,-1 0 0,4 3 1,-3-1 65,0 0 1,0 0 0,0 1 0,-1-1 0,1 0 0,-1 1 0,0-1 0,0 1 0,1 4 0,0-2 117,3 23 561,-2-1 0,0 1 0,-2-1 0,-3 39 0,1-29-278,-2-8-261,-1 0-1,0-1 1,-3 0-1,-15 46 1,14-48-268,8-27-102,0 1 0,0-1 0,0 0 0,0 1 0,0-1 0,0 0 0,0 1 0,0-1 0,0 1 0,0-1 0,0 0 0,0 1 0,1-1 0,-1 0 0,0 1 0,0-1 0,0 0 0,1 0 0,-1 1 0,0-1 0,0 0 0,1 0 0,-1 1 0,0-1 0,0 0 0,1 0 0,-1 0 1,0 1-1,1-1 0,-1 0 0,0 0 0,1 0 0,-1 0 0,1 0 0,-1 0 0,0 0 0,1 0 0,-1 0 0,0 0 0,1 0 0,-1 0 0,0 0 0,1 0 0,-1 0 0,1 0 0,-1 0 0,1 0 0,24-4-1067,-20 3 578,3 0 268,0 0 0,0 0 0,0 1-1,0 0 1,0 1 0,0 0 0,15 3 0,-18-2 363,-1-1-1,0 1 0,1 1 0,-1-1 1,0 0-1,0 1 0,-1 0 1,1 0-1,-1 0 0,1 1 1,-1-1-1,0 1 0,0 0 0,4 7 1,0 1 249,-1 0 0,0 0 0,-1 1 1,0 0-1,-1 0 0,-1 1 0,0-1 0,1 16 1,-3-20-101,0 0 0,-1 1 1,0-1-1,0 0 0,-1 0 1,0 0-1,-1 0 0,0 0 1,-1 0-1,1 0 0,-2 0 1,1-1-1,-7 11 1,3-9-144,0 0 1,-1-1 0,0 0 0,-1-1 0,0 0 0,0 0 0,0-1 0,-1 0 0,-1-1 0,1 0 0,-1 0 0,0-1 0,0 0 0,0-1 0,0-1 0,-1 0 0,0 0 0,0-1 0,-12 1 0,22-3-101,0-1 1,0 1-1,0 0 1,0 0-1,0-1 1,0 1-1,0-1 1,0 0 0,0 1-1,0-1 1,0 0-1,0 0 1,1 0-1,-1-1 1,0 1-1,1 0 1,-1-1 0,1 1-1,-1-1 1,1 1-1,0-1 1,0 1-1,0-1 1,0 0-1,0 0 1,0 0-1,0 1 1,0-1 0,1 0-1,-1 0 1,0-4-1,-1-6-540,1-1 0,0 1-1,0-1 1,2-15-1,-1 7-908,3-34-3903,8 1-288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5.6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 8324,'0'0'7921,"-2"15"-7209,-2 58 929,4-1 0,2 0-1,15 93 1,-14-149-1417,5 29 142,-8-43-353,1 1 1,0-1-1,-1 0 0,1 0 1,0 1-1,0-1 0,0 0 0,1 0 1,-1 0-1,1 0 0,-1 0 1,1 0-1,-1-1 0,4 3 1,-5-4-23,0 1 0,0-1 1,1 0-1,-1 0 0,0 1 0,1-1 0,-1 0 1,1 0-1,-1 0 0,0 1 0,1-1 1,-1 0-1,1 0 0,-1 0 0,0 0 1,1 0-1,-1 0 0,1 0 0,-1 0 1,1 0-1,-1 0 0,0 0 0,1 0 1,-1 0-1,1 0 0,-1-1 0,0 1 1,1 0-1,-1 0 0,0 0 0,1-1 1,-1 1-1,0 0 0,1 0 0,-1-1 0,0 1 1,1 0-1,-1 0 0,0-1 0,0 1 1,1-1-1,-1 1 0,0 0 0,0-1 1,0 1-1,1-1 0,2-23-850,-2 18 548,2-100-7725,-3 47 515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6.0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14839,'0'0'496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6.3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8116,'0'0'7160,"5"26"-5922,-1-5-958,8 42 724,4 66 1,1 146 1711,16 187 510,-31-447-3116,-1 1-59,0 0-1,2 0 1,0 0-1,0-1 1,2 1-1,0-1 1,8 18 0,-12-32-51,0 1 1,0-1 0,-1 0 0,1 0 0,0 0-1,0 0 1,0 0 0,0 0 0,0 0 0,1 0-1,-1 0 1,0 0 0,3 0 0,-4 0-16,0-1-1,1 0 1,-1 0 0,1 0 0,-1 0 0,1 0 0,-1 0 0,0 0-1,1-1 1,-1 1 0,1 0 0,-1 0 0,1 0 0,-1 0 0,0 0-1,1-1 1,-1 1 0,0 0 0,1 0 0,-1-1 0,1 1-1,-1 0 1,0-1 0,0 1 0,1 0 0,-1-1 0,0 1 0,0 0-1,1-1 1,-1 1 0,0-1 0,0 1 0,0 0 0,0-1 0,0 1-1,1-1 1,-1 1 0,0-1 0,0 1 0,0 0 0,0-1 0,0 1-1,0-1 1,0 1 0,-1-1 0,4-133-6590,-3 97 2509,0 4-1581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6.8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265 91 8116,'0'0'1592,"-1"-5"-1402,1 3-80,-1 0 0,1 0 0,-1 0 0,0 0 0,1 0 1,-1 0-1,0 0 0,0 0 0,0 1 0,-1-1 0,1 0 0,0 1 0,-1-1 0,1 1 1,0-1-1,-1 1 0,0-1 0,1 1 0,-1 0 0,0 0 0,-4-2 0,-20-13 809,21 13-866,0 0 1,1 0-1,-1 0 0,0 0 0,0 1 1,0 0-1,-1 0 0,1 1 0,-10-3 1,-88-1 1162,102 5-1191,0 1 1,0-1-1,-1 1 0,1-1 1,0 1-1,0-1 0,0 1 1,0 0-1,0 0 0,0 0 0,0-1 1,0 1-1,0 0 0,1 0 1,-1 0-1,0 0 0,1 1 1,-1-1-1,0 0 0,1 0 0,-1 0 1,1 0-1,0 1 0,-1 1 1,-8 38 1071,8-36-914,-7 66 1887,2 0 1,6 90-1,1-78-995,-1-80-1055,0-1-1,0 0 0,0 1 1,0-1-1,0 1 1,0-1-1,1 0 0,-1 0 1,1 1-1,0-1 1,-1 0-1,1 0 1,0 1-1,0-1 0,3 3 1,-2-4-13,0 1 0,0-1 0,0 0 0,0 0-1,0-1 1,1 1 0,-1 0 0,0-1 0,0 1 0,1-1 0,-1 0 0,0 1 0,1-1 0,-1 0 0,3-1 0,-1 1-24,1-1-1,-1 1 1,1-1 0,-1 0 0,0 0 0,0-1 0,0 1 0,1-1 0,-1 0 0,-1 0 0,1 0 0,0-1 0,0 1 0,-1-1 0,4-4 0,5-5-218,0-1 0,16-23 0,-20 24 63,5-4-381,-1-1 0,-1-1 0,-1 0-1,0 0 1,-1-1 0,-1 0 0,-1-1 0,-1 0 0,-1 0 0,0 0 0,-1-1 0,1-35 0,-5 13 756,0 41 842,0 7 372,0 20-625,3 159 2691,0-142-2923,2-1 0,14 59 0,-16-90-517,0-1 0,0 1 0,0-1 1,8 14-1,-10-21-55,0 0 1,1 0-1,-1 0 0,1 0 1,-1 0-1,1-1 1,-1 1-1,1-1 0,0 1 1,0-1-1,0 0 0,0 1 1,0-1-1,0 0 0,0 0 1,0 0-1,0-1 1,0 1-1,0 0 0,1-1 1,-1 0-1,0 1 0,1-1 1,3 0-1,-3-1-64,-1 1-1,1-1 1,-1 0-1,1 0 1,-1 0-1,0 0 1,1 0 0,-1-1-1,0 1 1,0-1-1,0 1 1,0-1-1,0 0 1,0 0 0,0 0-1,-1 0 1,1 0-1,2-4 1,3-6-734,0 0 0,6-18 0,-7 17-59,16-46-4246,-7-6-2662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7.1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 13206,'0'0'2716,"0"30"0,0 9-1781,-1 21 796,7 70 0,39 209 2092,-41-320-3746,-4-19-79,0 0 0,0 0 0,0 0 0,0 0 0,0 0 0,0 0 0,0-1 0,0 1 0,0 0 0,1 0 0,-1 0 0,0 0 0,0 0 0,0 0 0,0 0 0,0 0 1,0 0-1,0 0 0,0 0 0,0 0 0,0 0 0,0 0 0,0 0 0,1 0 0,-1 0 0,0 0 0,0 0 0,0 0 0,0 1 0,0-1 0,0 0 0,0 0 0,0 0 0,0 0 0,0 0 0,0 0 0,0 0 0,0 0 0,0 0 0,0 0 0,1 0 0,-1-10-256,1-106-2636,16-118 1,-15 220 2251,0-1 0,2 1 0,-1 0 0,2 0 0,0 0-1,8-15 1,-11 25 606,0 0 0,1 0 0,-1 0-1,1 0 1,0 1 0,0-1 0,0 1 0,1-1-1,-1 1 1,1 0 0,0 1 0,0-1-1,0 1 1,0-1 0,0 1 0,1 0-1,-1 1 1,0-1 0,1 1 0,0 0 0,-1 0-1,8-1 1,-8 3 199,-1-1 0,1 0 0,-1 1-1,0-1 1,1 1 0,-1 0 0,0 0 0,0 0 0,0 1 0,0-1-1,0 1 1,0 0 0,0 0 0,0 0 0,-1 0 0,1 0-1,-1 0 1,1 1 0,-1-1 0,0 1 0,0 0 0,0 0 0,0 0-1,2 5 1,4 8 452,-1 0 0,-1 1 0,7 26 0,-9-28-300,7 35 680,-2 0 0,4 85 1,-5-35-210,-5-83-1031,-3-17 219,0 0 1,0 0-1,0 0 1,0 0-1,0 0 1,0 0-1,0 0 1,0 0 0,1 0-1,-1 0 1,0 0-1,0 0 1,0 0-1,0 0 1,0 0 0,0 0-1,0 0 1,0 0-1,0 0 1,0 0-1,0 0 1,0 0-1,0 0 1,0 0 0,0 0-1,0 0 1,1 0-1,-1 0 1,0 0-1,0 1 1,0-1-1,0 0 1,0 0 0,0 0-1,0 0 1,0 0-1,0 0 1,0 0-1,0 0 1,0 0-1,0 0 1,0 0 0,0 0-1,0 0 1,0 0-1,0 0 1,0 0-1,0 0 1,0 0-1,0 1 1,0-1 0,0 0-1,2-27-2213,-2-74-6651,0 39-2131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7.6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386 176 9444,'0'0'6555,"-3"-16"-6317,-2-7-133,2 10 95,1 0-1,0-1 1,1 1 0,0-21 0,1 32-109,0 1-1,0-1 0,0 0 0,-1 1 1,1-1-1,-1 1 0,1-1 0,-1 1 1,1-1-1,-1 1 0,0-1 1,0 1-1,0-1 0,1 1 0,-1 0 1,-1 0-1,1-1 0,0 1 0,-1-1 1,-2 0-5,1 0 0,0 0 0,0 0 0,-1 1 0,1-1 0,-1 1 0,1 0 0,-5-2 0,0 2 12,-1 0 1,1 0-1,0 0 1,0 1-1,0 0 0,0 1 1,-13 2-1,16-1-49,1 0-1,-1 0 1,1 0 0,0 1-1,0-1 1,0 1 0,0 0-1,1 1 1,-1-1-1,1 0 1,0 1 0,0 0-1,0 0 1,0 0 0,-1 4-1,1-4 1,-13 20 226,2 0 0,0 1 0,1 0-1,2 1 1,1 1 0,0 0 0,3 0 0,0 1-1,1 0 1,2 0 0,-1 36 0,5-64-276,0 1-1,0 0 1,0-1 0,0 1 0,0-1 0,0 1 0,0 0 0,0-1 0,0 1-1,0-1 1,1 1 0,-1-1 0,0 1 0,0-1 0,1 1 0,-1-1 0,0 1-1,1-1 1,-1 1 0,0-1 0,1 1 0,-1-1 0,1 1 0,-1-1 0,1 0-1,-1 1 1,1-1 0,-1 0 0,1 0 0,-1 1 0,1-1 0,0 0 0,-1 0-1,1 0 1,-1 0 0,1 0 0,0 0 0,-1 0 0,1 0 0,-1 0 0,1 0-1,0 0 1,-1 0 0,1 0 0,0 0 0,3-1-29,-1 0-1,1 0 1,-1-1 0,0 1-1,1 0 1,4-4 0,3-3-241,0 0 1,-1-1-1,0 0 0,16-21 1,31-48-2259,22-54-5475,-78 131 7923,0-1-1,-1 1 0,1 0 1,0 0-1,0-1 0,0 1 1,0 0-1,0 0 0,0 0 1,0 0-1,0 0 1,0 0-1,1 0 0,-1 0 1,0 1-1,1-1 0,-1 0 1,2 0-1,-2 1 140,0 0 0,0 1 1,0-1-1,0 0 0,-1 0 0,1 1 0,0-1 0,0 0 0,-1 1 1,1-1-1,0 1 0,-1-1 0,1 1 0,0-1 0,-1 1 0,1-1 1,-1 1-1,1 0 0,-1-1 0,1 1 0,-1 0 0,1 0 0,0 1 1,3 8 815,0 0 0,-1 0 0,0 0 0,1 12 0,-1-10-756,55 284 6209,-46-208-5195,1 125-1,-12-174-1036,0-16-154,-4 31-1,3-53 52,0-1-1,0 0 0,0 1 0,0-1 0,0 1 0,0-1 1,0 1-1,0-1 0,0 1 0,-1-1 0,1 0 0,0 1 1,0-1-1,-1 1 0,1-1 0,0 0 0,0 1 0,-1-1 1,1 0-1,-1 1 0,1-1 0,0 0 0,-1 0 0,1 1 1,0-1-1,-1 0 0,1 0 0,-1 1 0,-10 1-145,0 1 0,0-1 0,0-1 0,-1 0 0,1-1 0,0 0 0,-13-2 0,-15 1-473,37 1 584,-27 1-641,1-2 1,-1-1-1,-43-9 1,64 9 487,0 0 0,1 0 0,-1-1 0,1 0-1,-1 0 1,1-1 0,0 0 0,1 0 0,-1-1 0,1 0 0,-1 0 0,2 0-1,-1-1 1,0 0 0,1 0 0,0-1 0,-7-12 0,8 11-179,1 0 1,0-1 0,0 0-1,1 1 1,0-1-1,0 0 1,0-16 0,2-2-2197,2-33 0,7-4-4755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8.3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197 67 3682,'0'0'10567,"2"-5"-9967,-1 4-598,0-3 56,1 0-1,0 0 0,-1 0 0,0 0 0,0 0 1,1-6-1,-2 9-43,0-1 1,0 1-1,0 0 1,-1 0-1,1 0 1,0 0-1,0 0 1,-1 0-1,1 0 1,0 0-1,-1 0 0,1 0 1,-1 0-1,1 1 1,-1-1-1,0 0 1,1 0-1,-1 0 1,0 1-1,0-1 1,1 0-1,-1 1 1,0-1-1,0 0 1,0 1-1,0-1 1,0 1-1,0 0 1,0-1-1,0 1 1,0 0-1,0-1 0,0 1 1,0 0-1,0 0 1,0 0-1,-1 0 1,-72-1 1530,71 2-1510,1-1 0,0 1 0,0 0 0,-1 0 0,1 0 0,0 0 0,0 0 0,0 0 0,0 0 0,0 1 0,0-1 0,0 1 0,1 0 0,-1-1 0,0 1 0,1 0 0,-1 0 0,1 0 0,0 0 0,0 0 0,0 0 0,0 0 0,-1 3 0,-5 11 199,1 0-1,-5 19 1,8-23 9,-8 32 719,1 1 0,-6 85 0,14 90 1694,1-217-2634,1 1 1,1-1-1,-1 0 1,0 0-1,1 0 1,0 0-1,-1 0 1,1 0-1,0 0 1,1 0-1,-1 0 1,0 0-1,1-1 1,0 1-1,2 2 1,-2-3-15,0 0 1,1 0-1,-1-1 1,1 1-1,-1-1 1,1 0-1,0 0 1,-1 0-1,1 0 1,0 0-1,0-1 1,0 1-1,0-1 1,0 0-1,4 1 1,-2-1-45,-1-1 1,1 1-1,-1 0 0,1-1 1,-1 0-1,0 0 0,1-1 1,-1 1-1,0-1 0,0 0 1,0 0-1,5-3 0,-2 1-125,-1-1 0,1-1 0,-1 1 0,0-1 0,-1 0 0,6-9-1,1-2-372,0-2 0,-2 0-1,0 0 1,9-28 0,-12 23-736,-2 0 0,-1 1 0,0-2 0,-2 1 0,-1 0 0,-2-33 1,0 19 583,2 34 921,-1 0 0,0 0 0,-1 0 1,1 0-1,-1 0 0,1 0 0,-1 0 1,-1 1-1,1-1 0,-4-7 3573,5 16-2664,0 114 1712,1 154 107,-1-269-3026,0 4 115,0 1 0,1 0 1,0-1-1,1 1 0,3 11 0,-5-19-144,1 1 1,-1-1-1,1 1 0,0-1 0,0 0 0,-1 1 1,1-1-1,0 0 0,0 0 0,0 0 1,0 0-1,1 0 0,-1 0 0,0 0 0,0 0 1,1 0-1,-1 0 0,0-1 0,1 1 1,-1-1-1,1 1 0,-1-1 0,0 1 1,1-1-1,-1 0 0,1 0 0,0 0 0,-1 0 1,1 0-1,-1 0 0,1 0 0,-1 0 1,1 0-1,-1-1 0,1 1 0,1-1 0,-1-1-266,1 1 0,-1 0 0,0 0 0,0-1 0,0 0 0,0 1 0,0-1 0,0 0 0,-1 0 0,1 0 0,-1 0 0,1 0 0,-1 0 0,0 0 0,0 0 0,0-1 0,0 1 0,0 0 0,1-6 0,1 0-1147,15-39-7680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8.6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10949,'0'28'5683,"0"314"2739,0-312-7874,1-1-1,2 1 0,0-1 1,16 56-1,-8-61-461,-11-24-90,1 1 0,-1-1 0,0 1 0,0-1 0,1 0 0,-1 1 0,0-1 0,1 0 0,-1 1 0,0-1 0,1 0 0,-1 0 0,1 1 0,-1-1 0,0 0 0,1 0 0,-1 0 0,1 1 0,-1-1 0,1 0 0,-1 0 0,1 0 0,-1 0 0,1 0 0,-1 0 0,1 0 0,-1 0 0,0 0 0,1 0 0,-1 0 0,1 0 0,-1-1 0,1 1 0,-1 0 0,1 0 0,-1 0 0,0-1 0,1 1 0,-1 0 0,1 0 0,-1-1 0,0 1 0,1 0 0,-1-1 0,0 1 0,1 0 0,-1-1 0,0 1 0,0-1 0,1 1 0,-1-1 0,5-9-110,-1 1 1,0-1 0,0 0 0,-1 0 0,-1 0-1,3-14 1,-3 13 25,25-166-1882,-6 37-1846,-19 129 3322,0 0 0,1 1 0,0-1 1,0 1-1,1-1 0,1 1 1,6-11-1,-9 18 493,1-1 0,-1 1 0,1 0 0,0 0 0,0 0 0,0 0 0,0 1 0,0-1 0,1 1 0,-1 0 0,1-1 0,-1 2-1,1-1 1,0 0 0,0 1 0,0 0 0,0 0 0,0 0 0,0 0 0,0 0 0,8 1 0,-10 0 90,0 0 0,1 0 0,-1 1 0,0-1 1,0 1-1,0-1 0,0 1 0,-1 0 0,1 0 0,0 0 0,0 0 0,0 0 0,-1 0 0,1 0 0,0 1 1,-1-1-1,3 4 0,0-1 115,0 1 1,-1 0 0,0 0-1,0 0 1,-1 1-1,3 6 1,2 9 455,-1 1 0,4 32 0,-5-3 600,-2 93 1,-3-89-858,0-53-1036,-1-16-3873,2 6 2722,2-27-6033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49.0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0 21386,'0'0'3505,"-4"18"-9363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0.1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 7523,'0'0'7428,"0"-6"-6567,0 4-199,0 5 1136,19 666 2357,-8-391-3131,-5-162-437,-6-115-578,0 0 0,1 0 0,-1 0 0,0 1-1,0-1 1,1 0 0,-1 0 0,1 0 0,-1 0 0,1 0 0,-1 0 0,1 1 0,0 0 0,0-2-14,-1 0 0,0 0 0,0 0-1,1 0 1,-1 1 0,0-1 0,1 0-1,-1 0 1,0 0 0,0 0 0,1 0 0,-1 0-1,0 0 1,1 0 0,-1 0 0,0 0 0,1 0-1,-1 0 1,0 0 0,1 0 0,-1 0 0,0 0-1,1 0 1,-1 0 0,0 0 0,0-1 0,1 1-1,-1 0 1,0 0 0,1-1 0,1 0-90,0-1 1,0-1 0,0 1 0,0 0-1,0 0 1,-1-1 0,1 1-1,-1-1 1,2-2 0,13-32-2988,-1-1 1,12-45-1,-16 31-2728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0.5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81 2785,'0'0'11627,"32"-15"-11176,-32 15-451,140-56 477,-135 54-424,0 0 0,1 0 0,-1 1 0,1 0 0,-1 0 0,1 0 0,0 1 0,-1 0 0,1 0 0,-1 1 0,1-1 0,0 1 0,-1 0 0,1 1 0,-1-1 0,0 1 0,0 0 0,1 0 0,-1 1 0,0 0 0,-1 0 0,1 0 0,7 7 0,-2-3 92,12 9 218,0 1 1,-1 1-1,-1 1 1,-1 0-1,17 23 0,-25-27-112,0 1 0,-1 0 0,-1 0-1,-1 0 1,0 1 0,-1 1-1,-1-1 1,6 27 0,-6-5 58,-1 0 0,-2 1 0,-2-1 0,-1 1 0,-7 47 0,1-61-256,0 0 0,-1-1 0,-2 1 0,-1-2 1,0 1-1,-2-1 0,-1-1 0,-1 0 0,0-1 0,-2 0 0,-34 35 1,41-47-119,-1-1 1,0 0 0,0-1 0,-1 1 0,0-2-1,0 0 1,-1 0 0,0-1 0,0-1 0,0 0-1,-1 0 1,0-2 0,0 1 0,0-2 0,-27 3-1,40-5 36,0 0 0,-1 0 0,1 0 0,0 0 0,-1 0 0,1 0-1,0 0 1,-1 0 0,1 0 0,0 0 0,-1 0 0,1 0-1,0 0 1,-1 0 0,1 0 0,0-1 0,-1 1 0,1 0 0,0 0-1,0 0 1,-1-1 0,1 1 0,0 0 0,0 0 0,-1-1 0,1 1-1,0 0 1,0 0 0,0-1 0,0 1 0,-1 0 0,1-1 0,0 1-1,0 0 1,0-1 0,0 1 0,0 0 0,0-1 0,0 1 0,0 0-1,0-1 1,0 1 0,0 0 0,0-1 0,0 1 0,0 0 0,0-1-1,0 1 1,0 0 0,1-1 0,-1 1 0,0-6-262,0-10-765,0-1-1,1 0 1,1 1-1,0-1 1,1 1-1,1-1 1,8-20-1,14-21-7741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0.9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0 378 12886,'0'0'4581,"27"-25"-4165,84-79-424,-104 97-72,1 0 0,-2-1-1,1 0 1,-1 0 0,0 0 0,-1-1 0,0 0 0,5-9 0,-8 10-173,-1 1 0,1-1 0,-1 1 0,0-1-1,-1 1 1,0-1 0,0-7 0,-1-7-365,1 18 596,-1 1 0,0 0 1,0-1-1,0 1 0,0 0 1,0 0-1,-1 0 1,0 0-1,1 0 0,-1 0 1,0 0-1,-1 0 0,1 1 1,0-1-1,-1 1 1,1-1-1,-1 1 0,0 0 1,0 0-1,-4-2 0,4 2 37,0 0 0,-1 0 0,1 1 0,-1-1 0,0 1 0,1-1 0,-1 1 0,0 0 0,0 0 0,0 1 0,0-1-1,0 1 1,0 0 0,0 0 0,0 1 0,1-1 0,-1 1 0,-5 1 0,8-2 8,0 1-1,0-1 1,0 1 0,0-1-1,1 1 1,-1 0 0,0-1-1,0 1 1,1 0 0,-1-1-1,1 1 1,-1 0 0,0 0-1,1 0 1,0 0 0,-1 0-1,1-1 1,-1 1 0,1 2-1,-6 22 563,2 0-1,1 0 0,1 1 0,2 46 0,0-39-66,0 6 89,-1 2 664,9 74 0,-6-102-1083,0 0 0,1-1 1,1 1-1,0-1 0,1 0 1,0 0-1,1 0 0,0-1 1,15 21-1,-17-27-192,0 0 0,0-1 1,1 0-1,0 0 0,-1 0 0,2 0 0,-1-1 0,0 0 1,1 0-1,-1 0 0,1 0 0,0-1 0,0 0 1,0-1-1,0 1 0,0-1 0,0 0 0,0-1 1,0 1-1,1-1 0,-1 0 0,0-1 0,0 0 1,0 0-1,1 0 0,-1 0 0,0-1 0,-1 0 0,1-1 1,0 1-1,-1-1 0,1 0 0,-1 0 0,8-6 1,-1-2-457,-1-1 0,0 0 0,0-1 0,-1 0 0,-1 0 0,10-17 0,-8 8-2862,16-38 0,-8-1-6087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1.5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178 0 2753,'0'0'13558,"-3"2"-12434,-7 3-875,1 1 0,0 0 1,0 0-1,1 1 0,0 0 1,0 0-1,1 1 0,-11 14 1,2 0 38,1 0 1,-17 33 0,28-45-182,-1 1 0,2-1 0,-1 1-1,1-1 1,1 1 0,0 0-1,1 0 1,0 0 0,0 0 0,1 1-1,2 12 1,-2-21-97,1 0 0,0 0 1,0 0-1,0 0 0,0-1 0,0 1 1,0 0-1,1-1 0,-1 1 0,1-1 1,0 0-1,0 1 0,0-1 0,0 0 1,0 0-1,0 0 0,1 0 0,-1 0 0,1-1 1,-1 1-1,1-1 0,0 0 0,4 2 1,9 3-20,-1-2 1,1 0-1,20 3 1,-13-3 28,-4-1 12,-1 1 0,1 1 0,-1 1 0,23 10 0,-36-14-26,0 1 0,-1 0 0,1-1-1,-1 1 1,0 1 0,0-1 0,0 0 0,-1 1 0,1 0-1,-1 0 1,0 0 0,0 1 0,0-1 0,0 1-1,-1-1 1,0 1 0,0 0 0,0 0 0,0 0 0,-1 0-1,1 5 1,0 1 18,-1 0-1,0 0 1,-1 0 0,0 1-1,-1-1 1,-4 21 0,4-29-17,1 1 0,-1-1 1,-1 0-1,1 0 0,0 0 1,-1 0-1,0 0 0,1 0 0,-1 0 1,0 0-1,-1-1 0,1 1 1,0-1-1,-1 0 0,1 1 1,-1-1-1,0 0 0,0-1 1,0 1-1,0 0 0,0-1 1,0 0-1,0 1 0,0-1 0,-1-1 1,-5 2-1,8-1 3,-1-1 1,0 0-1,0 0 0,0 1 0,0-1 1,0 0-1,0-1 0,0 1 1,1 0-1,-1 0 0,-2-1 0,3 0-12,0 0 0,0 0 0,0 1 0,1-1 0,-1 0 0,0 0 0,0 0 0,1 0 0,-1 0-1,1 0 1,-1 0 0,1 0 0,-1 0 0,1 0 0,0-1 0,-1 1 0,1 0 0,0 0 0,0 0 0,0 0 0,0-2-1,-1-9-116,0 1-1,1 0 0,0 0 0,1 0 0,0 0 0,1 0 0,0 0 1,1 0-1,0 0 0,1 0 0,0 1 0,1 0 0,8-14 0,3-3-442,1 1-1,1 1 0,24-26 1,-37 45 527,1 0 0,0 1-1,1-1 1,-1 1 0,1 0 0,0 1 0,0 0 0,1 0 0,-1 0 0,1 1 0,-1 0 0,1 1 0,0 0 0,0 0 0,1 0 0,13 0 0,-20 2 69,0 0 1,1 1 0,-1-1-1,0 0 1,0 1 0,0 0-1,0-1 1,0 1-1,0 0 1,0 0 0,0 0-1,0 0 1,0 1 0,0-1-1,0 0 1,1 3 0,1 0 87,-1 0 1,0 0 0,0 0-1,0 1 1,0 0 0,3 8-1,1 5 408,-2 1-1,7 35 1,-11-49-466,5 45 583,-3 1-1,-3 52 1,0-74-2659,0-70-2518,0-16-4739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1.8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14263,'0'0'3281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2.5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 3618,'0'0'7777,"0"-3"-6924,0-6 92,0 13 302,0 22-96,0 45 441,17 466 5252,-16-525-6743,0-1 0,1 1 0,0-1 0,1 0 0,4 13 0,-7-23-95,0-1 0,1 1 0,-1 0 0,0-1 1,0 1-1,0-1 0,0 1 0,1 0 1,-1-1-1,0 1 0,1-1 0,-1 1 0,0-1 1,1 1-1,-1-1 0,1 1 0,-1-1 0,0 1 1,1-1-1,-1 0 0,1 1 0,0-1 0,-1 0 1,1 1-1,-1-1 0,1 0 0,-1 0 1,1 1-1,0-1 0,-1 0 0,1 0 0,0 0 1,-1 0-1,1 0 0,0 0 0,-1 0 0,1 0 1,-1 0-1,2-1 0,-1 0-4,1 0 0,-1 0 0,0 0 1,1-1-1,-1 1 0,0 0 0,0-1 0,0 1 0,0-1 0,-1 0 0,1 1 0,0-1 1,-1 0-1,1-2 0,7-33-776,-1 0 0,-2 0 0,0-64 0,1-4-1805,-3 74 1749,-2 4 264,2 0 0,1 0 0,12-41 0,-15 62 646,1 0 0,0 1 0,1-1 0,-1 1 0,1-1 0,0 1 0,0 0-1,1 0 1,-1 1 0,1-1 0,0 1 0,1 0 0,-1 0 0,1 0 0,-1 0-1,1 1 1,0 0 0,0 0 0,1 0 0,-1 1 0,1-1 0,5-1 0,-8 4 10,-1-1 1,0 0 0,1 1 0,-1 0-1,1-1 1,-1 1 0,1 0 0,-1 0-1,1 0 1,-1 1 0,0-1-1,1 0 1,-1 1 0,0 0 0,1-1-1,-1 1 1,0 0 0,1 0 0,-1 0-1,0 1 1,0-1 0,0 1 0,2 1-1,0 2 75,0 1-1,0-1 0,-1 1 1,1 0-1,-1 0 0,-1 0 1,4 10-1,7 25 477,-1 0 1,-2 1 0,5 49-1,-2 131 899,-13-220-1479,0-5-168,3-39-767,2 1 0,16-68 0,-18 98 658,10-48-2152,26-72 1,-32 113 1840,0-1 1,1 2-1,1-1 0,1 1 1,1 1-1,0-1 0,26-27 1,-33 40 511,1 0 1,0 0-1,0 0 0,1 0 1,-1 1-1,8-4 1,-11 6 67,0 1 1,0-1-1,0 0 1,0 1-1,0-1 1,0 1-1,0-1 1,0 1-1,0 0 1,0 0-1,1 0 1,-1 0-1,0 0 1,0 0-1,0 1 1,0-1-1,0 1 1,0 0-1,0-1 1,0 1-1,0 0 1,0 0-1,1 1 1,0 1 125,0 0 1,0 1-1,0-1 1,-1 1-1,1-1 1,-1 1-1,0 0 1,0 0-1,2 8 1,12 43 1202,-8-17-392,-2 1 0,1 50 0,-6 81 1133,-2-91-1357,2-54-566,0-15-167,-1 0 0,0 0-1,-1 0 1,0 0-1,0 0 1,-1-1 0,-4 15-1,6-23-55,0-1 0,0 1 0,-1-1 0,1 0 1,0 1-1,0-1 0,0 0 0,0 1 0,-1-1 0,1 0 0,0 1 0,0-1 0,-1 0 0,1 1 0,0-1 0,-1 0 0,1 0 0,0 1 0,-1-1 1,1 0-1,0 0 0,-1 0 0,1 1 0,-1-1 0,0 0-53,1-1 0,-1 1 0,1-1 0,0 1 0,-1 0 0,1-1 0,-1 1 0,1-1-1,0 1 1,-1-1 0,1 1 0,0-1 0,-1 1 0,1-1 0,0 1 0,0-1 0,-1 1 0,1-1 0,0 0 0,0 1 0,0-2 0,-5-21-2502,-2-35-1,6 42 1352,-6-52-4838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3.1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171 130 6547,'0'0'7876,"8"-6"-6900,23-17-234,-30 22-714,-1 1 1,1-1 0,0 0-1,-1 1 1,1-1-1,-1 0 1,1 0-1,-1 0 1,1 1 0,-1-1-1,1 0 1,-1 0-1,0 0 1,1 0 0,-1 0-1,0 0 1,0 0-1,0 0 1,0 0 0,0 0-1,0 0 1,0 0-1,0 0 1,0 0 0,-1 0-1,1 0 1,0 1-1,0-1 1,-1 0 0,1 0-1,-1 0 1,1 0-1,-1 0 1,1 1-1,-1-1 1,1 0 0,-1 0-1,0 1 1,0-1-1,1 0 1,-2 0 0,-2-4 120,0-2-110,-1 1 0,1-1 1,-1 1-1,-9-10 1,12 14-1,-1 1 0,1-1 0,-1 0 0,1 1 1,-1-1-1,0 1 0,1 0 0,-1-1 1,0 1-1,0 1 0,0-1 0,0 0 0,0 1 1,0 0-1,-4-1 0,4 1 72,-1 0 0,1 0 0,0 0 0,-1 1 1,1-1-1,0 1 0,-5 1 0,6-1-37,0 0 1,1 1-1,-1-1 1,0 0-1,1 0 1,0 1-1,-1-1 1,1 1-1,0-1 1,-1 1-1,1 0 1,0 0-1,0-1 1,-1 4-1,-7 19 320,1 0 0,1 0-1,1 1 1,1 0-1,-2 31 1,3-23 0,-9 80 1347,2 132 0,10-245-1739,1 1 1,0-1-1,0 0 1,0 1-1,0-1 1,1 1-1,-1-1 1,0 0 0,0 1-1,0-1 1,0 0-1,0 1 1,0-1-1,0 1 1,1-1-1,-1 0 1,0 1-1,0-1 1,1 0-1,-1 0 1,0 1-1,0-1 1,1 0-1,-1 1 1,0-1-1,1 0 1,-1 0-1,0 0 1,1 1 0,-1-1-1,0 0 1,1 0-1,-1 0 1,1 0-1,-1 0 1,0 0-1,1 0 1,-1 0-1,1 0 1,-1 0-1,0 0 1,1 0-1,0 0 1,15-6 41,-7 0-80,-1-1 1,0-1 0,0 0 0,-1 0 0,0 0 0,0-1-1,-1 0 1,6-11 0,-8 13-27,20-32-786,29-62-1,-44 82 33,-2 0 0,0-1 0,-1 1 0,-1-1 0,4-38 0,-10 209 3910,2-61-2138,0-52-543,1-1-1,8 46 0,-8-69-331,2 1 0,0-1-1,0 1 1,1-1 0,1 0 0,1-1-1,-1 1 1,14 17 0,-18-29-67,-1 0 1,1 1-1,0-2 0,0 1 1,0 0-1,0 0 1,0-1-1,0 1 0,1-1 1,-1 1-1,0-1 1,1 0-1,3 1 0,-4-2-18,-1 1 0,1-1 0,-1 0 0,1 0-1,-1 0 1,1 0 0,-1-1 0,1 1 0,0 0-1,-1-1 1,1 1 0,-1-1 0,0 1 0,1-1-1,-1 0 1,1 0 0,-1 1 0,0-1-1,0 0 1,1 0 0,-1 0 0,0 0 0,0-1-1,0 1 1,0 0 0,1-2 0,12-21-308,-1 1 1,-1-2-1,-1 0 1,9-31-1,-5 14-345,25-85-3135,-31 87-49,5-49 0,-6-4-5417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3.4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0 6883,'0'0'11595,"-1"9"-10862,-5 77 654,10 171 0,2-94-444,-5 329 476,1-478-1704,1-13-601,2-9-712,1-25-1302,1-15-1547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4.0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1 235 12166,'0'0'7758,"37"1"-7150,128 5-66,96 6 567,46-1-895,-51-5 1918,-260-14-3306,-3-12-972,1 0 0,1-1 0,1 0 0,-3-36 0,4 28-1980,-9-40 0,6 53 3828,-4 6 9109,10 15-8263,1-1 0,0 0 1,0 1-1,0-1 0,0 0 0,1 0 1,-1 0-1,1 0 0,0 0 0,0 0 1,1 0-1,3 4 0,7 8-234,21 21 0,2 3 207,-28-30-520,-1 1 0,-1 0 1,0 0-1,0 1 0,-1 0 1,-1 0-1,0 0 0,-1 0 1,0 1-1,-1-1 0,0 1 1,-1 0-1,0 18 0,-1-26 1,-1 0 0,0 0 0,0 0 0,0 0-1,0 0 1,-1 0 0,1-1 0,-1 1 0,-1-1-1,1 1 1,-1-1 0,1 0 0,-1 0-1,0 0 1,-1 0 0,1 0 0,-1-1 0,-3 4-1,-9 5 80,0 0 0,-1-1 0,-21 10 0,23-13-30,11-6-211,-40 19 583,11-16-4413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5.1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17 188 3810,'0'0'7134,"-2"-5"-6446,1-4-341,0 5 35,0 0 0,0 0 0,0 1 0,0-1 0,-4-8 1755,5 18-1884,-4 874 7226,5-885-7500,-1 0 0,1 0 0,0 1 0,0-1 0,0 0 1,3-7-1,3-10-279,5-31-1817,-4-1 0,4-83 0,-13-111-2225,-9 126 3565,0-20 73,11 31 387,-1 107 376,1 0 0,-1-1 0,1 1 0,1 0 0,-1 0 0,0 0 0,1 0 0,0 1 0,0-1 1,0 0-1,0 1 0,1-1 0,-1 1 0,1 0 0,0 0 0,0 0 0,0 0 0,1 0 0,-1 1 0,1-1 0,-1 1 0,1 0 0,0 0 0,-1 0 0,8-1 1,-2-1 90,0 2 0,0 0 0,0 0 0,0 0 1,1 1-1,-1 1 0,1 0 0,-1 0 1,0 0-1,17 4 0,-18-1 30,1 0-1,-2 0 1,1 1-1,0 0 1,-1 0-1,0 1 1,0 0-1,0 0 1,0 1-1,-1-1 1,0 2-1,9 10 1,-3-1 311,0 1 0,-1 0 0,-1 0 0,10 25 0,-14-26-120,-1 0 0,0 1 0,-1 0 0,-1 0 0,-1 0 1,-1 0-1,0 0 0,-1 0 0,-3 21 0,2-27-275,-1 0-1,0 0 1,-1-1 0,0 1-1,-1-1 1,0 1 0,0-1-1,-1-1 1,-1 1 0,0-1-1,0 0 1,-1 0 0,0 0-1,-14 12 1,14-14-147,0-1 0,-1 0 1,0 0-1,0 0 0,0-1 0,-1-1 0,0 0 0,0 0 1,0 0-1,0-1 0,-1-1 0,1 1 0,-1-2 0,1 1 1,-1-1-1,-17-1 0,24 0-47,0 0-1,0-1 1,1 0 0,-1 1-1,0-1 1,0 0 0,1-1-1,-1 1 1,1 0 0,-1-1-1,1 1 1,-1-1 0,1 0-1,0 0 1,0 0 0,0 0-1,0 0 1,0 0 0,0-1-1,1 1 1,-1 0 0,1-1-1,-1 0 1,1 1 0,0-1-1,0 0 1,0 1 0,0-5-1,-2-7-758,1 0-1,0-1 0,1 1 0,1-19 0,0 29 620,0 0 14,2-15-545,-2 19 766,1 0-1,-1-1 1,1 1-1,-1 0 1,1-1-1,-1 1 1,1 0-1,-1-1 1,1 1-1,-1 0 1,1 0-1,0 0 0,-1 0 1,1-1-1,-1 1 1,1 0-1,0 0 1,-1 0-1,1 0 1,-1 0-1,1 1 1,0-1-1,-1 0 0,1 0 1,-1 0-1,1 0 1,-1 1-1,1-1 1,0 0-1,0 1 1,3 0 65,-1 1 0,1 0 0,0 0 0,-1 0 0,1 0 0,-1 1 1,0-1-1,1 1 0,-1 0 0,5 6 0,23 38 841,-20-28-544,93 168 2943,16 27-412,-119-213-2881,7 12 201,1 0-1,0-1 0,13 14 0,-19-23-176,1 0 0,-1 0 0,1 0 0,-1 0 0,1-1 0,0 0 0,0 0 0,0 0 0,0 0 0,0 0 0,1-1 0,-1 0 0,0 0 0,1 0 0,5 0 0,-7-1-34,0 0 0,-1 0 0,1-1 1,-1 1-1,1-1 0,-1 1 0,1-1 1,-1 0-1,1 0 0,-1 0 0,1 0 1,-1 0-1,0-1 0,0 1 0,0-1 1,0 0-1,0 1 0,0-1 0,0 0 0,0 0 1,-1 0-1,1 0 0,1-4 0,3-5-166,0 0-1,-2 0 0,7-23 1,-6 18-142,35-126-6257,-26 78-312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5.5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7171,'0'0'12998,"67"12"-12518,-24-3 465,4-3-561,-7-3-240,-3-3-144,-4 0-32,-13 0-176,-3 0-929,-14 0-895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5.8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9172,'0'0'11750,"208"64"-11302,-158-64-144,-7 0-304,-9-3-112,-8-9-592,-6 3-1505,1 2-1345,-5 1-4034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6.2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1 290 4418,'0'0'1339,"1"-25"-728,5-84-40,4 41-316,-8 60-88,-1 0-1,1 0 0,-1-15 1,-1 12-769,0-11 5770,0 14 9,0 23-3763,0 710 4300,0-739-6166,-1-18-2227,2 1 0,9-59 0,3 39-2134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6.7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105 70 8388,'0'0'6184,"0"-3"-5146,0 3-929,0-1 1,0 1-1,0-1 1,0 1-1,0-1 1,0 1-1,0-1 1,0 1-1,0-1 1,0 1-1,0-1 1,0 1-1,0 0 1,-1-1-1,1 1 1,0-1-1,0 1 1,-1-1-1,1 1 1,0 0-1,0-1 1,-1 1-1,1 0 1,0-1-1,-1 1 1,1 0-1,-1-1 0,1 1 1,0 0-1,-1 0 1,1-1-1,-1 1 1,1 0-1,-1 0 1,1 0-1,0 0 1,-1-1-1,1 1 1,-1 0-1,0 0 1,-1 1-9,1-1 0,-1 1 1,1-1-1,-1 1 0,1-1 0,-1 1 1,1 0-1,0 0 0,-1 0 1,1 0-1,0 0 0,0 0 0,0 0 1,-2 2-1,-4 6 27,1 0 1,0 1-1,0 0 0,1 0 0,0 0 1,1 0-1,0 1 0,1 0 1,-3 17-1,-1 11 299,-1 51 1,8-89-418,-4 216 1481,4-174-1230,0-35-211,-1 0-1,1 0 1,1-1 0,0 1-1,0 0 1,0-1-1,1 1 1,0-1-1,0 0 1,1 1-1,0-1 1,1 0-1,7 12 1,-9-16-40,0-1 0,1 1 0,-1-1 0,1 1 0,0-1 0,0 0 0,0 0-1,0 0 1,0 0 0,0 0 0,0-1 0,1 1 0,-1-1 0,1 0 0,-1 0 0,1-1 0,-1 1 0,1 0 0,-1-1 0,1 0 0,0 0 0,-1 0-1,7-2 1,-3 1-15,-1-1 0,1 1-1,0-2 1,-1 1-1,1-1 1,-1 0 0,0 0-1,0-1 1,0 0-1,0 0 1,7-7-1,12-14-303,-2-1-1,0 0 0,-2-2 0,0-1 0,-2-1 0,23-50 0,-35 64 54,-2 1 0,0-2 0,-1 1 0,0 0 0,-2-1 0,0 0 0,0 1-1,-2-1 1,0 0 0,-4-28 0,2 35 246,-1 1 0,0 0-1,0-1 1,0 1 0,-2 0 0,1 1 0,-1-1-1,0 1 1,0 0 0,-1 0 0,-12-13-1,2 6 124,1 0 0,-2 1-1,0 0 1,-23-13-1,33 23-79,-1 0 0,1 1-1,0 0 1,-1 0 0,0 1-1,1 0 1,-1 0 0,0 1-1,0 0 1,0 0 0,-15 1 0,21 1-40,1-1 0,-1 0 0,1 0 0,-1 1 0,1-1 0,-1 1 0,1-1-1,0 1 1,-1-1 0,1 1 0,0 0 0,-1 0 0,1 0 0,0 0 0,0 0 0,0 0 0,0 0 0,0 0 0,0 0 0,0 0 0,0 1 0,1-1 0,-1 0 0,0 0 0,1 1 0,-1-1 0,0 2 0,-1 5-1630,0-1-1,0 1 0,-1 14 1,3-21 1234,-1 12-9589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8.0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78 134 1649,'0'0'8057,"-4"0"-7195,3-1-815,1 1 0,-1 0 0,0 0 0,1 0 1,-1 0-1,1 0 0,-1 0 0,0 0 0,1 0 1,-1 0-1,0 0 0,1 0 0,-1 0 0,1 0 1,-1 0-1,0 0 0,1 1 0,-1-1 0,1 0 1,-1 0-1,1 1 0,-1-1 0,1 0 1,-1 1-1,1-1 0,-1 1 0,1-1 0,-1 2 1,-2 24 1372,3-20-1328,-11 446 6878,-1 1-4888,12-451-1874,2-6-216,7-20-448,-1-1-1,-1-1 1,-2 1-1,5-39 1,0-111-2560,-5 49 1209,-2-14 730,-4 86 780,2-1-1,12-74 1,-10 114 367,0 0 0,1 0 1,0 1-1,2 0 1,-1 0-1,2 0 0,0 0 1,0 1-1,1 0 0,1 1 1,0 0-1,1 0 1,13-12-1,-18 20 34,0 1-1,0 0 1,1 0-1,-1 0 1,1 0-1,0 1 1,0 0 0,0 0-1,0 1 1,0 0-1,0 0 1,0 0 0,0 1-1,0 0 1,1 0-1,8 1 1,-13 0-52,0-1 1,0 1-1,0 0 1,0-1-1,0 1 1,0 0-1,0 0 0,0 0 1,0 1-1,0-1 1,0 0-1,0 1 1,-1-1-1,1 1 1,-1 0-1,1-1 1,-1 1-1,0 0 0,0 0 1,1 0-1,0 3 1,3 7 284,0 0 0,5 20 1,-8-25-180,4 17 288,-2-1 1,-1 1 0,-1 0-1,0 0 1,-2 0 0,-5 40-1,2-48-292,0 1 0,-1-1-1,-1 0 1,0 0 0,-1 0-1,-1-1 1,0 0 0,-15 22-1,10-20-95,0 1-1,-2-2 1,0 0-1,-1 0 0,0-2 1,-22 17-1,30-26-86,-1 1 0,0-1 0,0-1-1,0 1 1,-1-2 0,0 1 0,1-1 0,-1 0-1,0-1 1,-1 0 0,1 0 0,0-1 0,0 0-1,-1-1 1,1 0 0,-11-2 0,18 2-36,0 0 1,0-1-1,0 1 0,0-1 1,0 0-1,0 0 0,0 0 0,0 0 1,0 0-1,0 0 0,0 0 1,0-1-1,1 1 0,-1-1 1,1 1-1,-1-1 0,1 0 1,-1 1-1,1-1 0,0 0 1,0 0-1,0 0 0,0 0 1,0 0-1,-1-3 0,1-4-420,-1 0-1,1 0 0,0 0 0,1-17 1,0 18 94,0 5 252,0 1-1,0-1 1,0 0-1,0 0 0,1 1 1,-1-1-1,1 0 1,0 1-1,-1-1 1,2 0-1,-1 1 1,0-1-1,0 1 0,1 0 1,-1-1-1,4-3 1,-3 5 129,0 0-1,-1 0 1,1 0 0,0 0 0,0 0 0,0 1 0,-1-1 0,1 1-1,0-1 1,0 1 0,0 0 0,0 0 0,0 0 0,0 0-1,0 0 1,0 0 0,0 0 0,0 1 0,0-1 0,0 1 0,-1-1-1,1 1 1,0 0 0,0-1 0,-1 1 0,3 1 0,3 2 103,-1 1 0,0-1 0,1 1 0,-1 0 0,-1 0 0,1 1 1,-1 0-1,5 7 0,36 56 1179,38 92 1386,-11-18-693,-71-140-1908,0 0 0,0 0 0,0 0 0,0 0 0,0 0 0,1-1 0,-1 1 0,1-1 0,0 1 0,4 2 0,-6-5-55,0 0 1,-1 1-1,1-1 1,-1 0 0,1 0-1,0 0 1,-1 1-1,1-1 1,0 0 0,-1 0-1,1 0 1,0 0-1,-1 0 1,1 0-1,0-1 1,-1 1 0,1 0-1,0 0 1,-1 0-1,1-1 1,-1 1-1,2-1 1,-1 0-13,0 0-1,1 0 1,-1-1 0,0 1 0,0 0-1,0-1 1,-1 1 0,1-1-1,0 1 1,0-1 0,-1 1 0,1-1-1,-1-1 1,11-42-2676,6-60 0,-15 87 1348,5-44-4035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8.4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21 10869,'0'0'7523,"174"30"-7523,-147-36-1328,-7-15-2066,0-3-6914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8.7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0 307 10501,'0'0'480,"77"-174"-5314,-63 132 192</inkml:trace>
  <inkml:trace contextRef="#ctx0" brushRef="#br0" timeOffset="1">97 0 2753,'0'0'12886,"0"25"-11901,-3 277 1715,3 64 117,0-212-4175,0-284-8679,0 78-37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9.1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19 7555,'0'0'9037,"10"-3"-8000,-1 0-875,1 0-12,0 0-1,0 1 1,1 0-1,-1 1 1,14-1 0,33 3 285,15 0-690,-24-3-5528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0:59.5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12582,'0'0'7859,"147"48"-7811,-120-48-48,-7 0-512,0 0-1361,0-12-1920,-7-3-3235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0.1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264 100 6611,'0'0'6905,"3"-5"-6220,-3 4-702,13-23 887,-13 23-795,1 0 0,-1 0 1,1 0-1,-1 0 0,0 0 0,1 0 0,-1 0 1,0 0-1,0-1 0,0 1 0,0 0 0,0 0 1,0 0-1,0 0 0,0 0 0,-1 0 1,1 0-1,0 0 0,0 0 0,-1 0 0,1 0 1,-1 0-1,1 0 0,-1 0 0,0 0 0,1 0 1,-2-2-1,-7-2 13,-1 0 1,1 0-1,-1 0 1,0 1-1,0 1 1,0 0-1,-1 0 0,1 1 1,-1 0-1,0 1 1,1 0-1,-15 1 1,23 1-41,0-1 0,0 1 0,0 0 0,0-1 0,-1 1 0,1 0 0,0 0 1,1 1-1,-1-1 0,0 0 0,0 1 0,0-1 0,1 1 0,-1-1 0,1 1 0,-1 0 1,1 0-1,0-1 0,-1 1 0,1 0 0,0 0 0,-1 4 0,-4 8 150,0 1 1,-5 16-1,8-20-72,-10 38 617,2 1 1,2 1-1,2 0 0,0 96 1,7-142-726,-1 0 39,1-1-1,0 0 0,0 1 1,1-1-1,-1 0 0,1 0 0,0 0 1,2 5-1,-2-7-37,0-1-1,0 0 0,0 0 1,0 0-1,0 0 1,1 0-1,-1 0 1,0 0-1,1 0 1,-1 0-1,0 0 1,1-1-1,-1 1 1,1-1-1,-1 1 1,1-1-1,0 1 0,-1-1 1,1 0-1,-1 0 1,1 0-1,-1 0 1,1 0-1,2 0 1,2-1-22,-1 0 1,1 0-1,-1 0 1,1 0-1,-1-1 1,0 0-1,0 0 1,1-1-1,-1 1 1,-1-1-1,1 0 1,0-1-1,-1 1 1,0-1-1,7-6 1,7-10-237,0-1 1,15-23-1,-8 11-246,-19 25 389,12-15-822,27-45 0,-40 59 663,-1 1 0,0-1 0,-1 0 0,0 0 0,0 0 0,-1 0 0,0-1 0,-1 1 0,1-16 0,-2-27 3120,13 53-2462,-12 0-389,1 1 0,-1-1-1,0 1 1,0 0 0,1-1 0,-1 1-1,-1 0 1,1-1 0,0 1-1,0 0 1,-1 0 0,1 0 0,-1 0-1,1 0 1,-1 3 0,3 4 38,5 30 144,0 0-1,2 60 0,-6 80 205,-4-170-369,0 23 12,-2 0 0,-1 1 0,-1-1 1,-12 40-1,12-57-44,0-1 0,-2 0 0,0 0-1,0 0 1,-1-1 0,-1 0 0,0 0 0,-1-1 0,0 0 0,-1-1 0,-16 16 0,21-23-91,-1 0 0,0 0 0,0 0 0,0-1 0,0 0 0,0 0 0,-1-1 0,0 1 1,1-1-1,-14 2 0,-2-2-1476,0-1-1,-24-1 1,16 0-1859,-39 0-9019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3.8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1 136 5555,'0'0'6565,"12"-12"-5612,35-38-212,-45 49-634,0-1 0,0 0 0,0 0-1,-1 0 1,1 0 0,-1 0-1,0 0 1,1-1 0,-1 1 0,0 0-1,0-1 1,-1 1 0,1 0-1,0-1 1,-1 1 0,1-1 0,-1 1-1,0-1 1,0 1 0,0-1 0,0 0-1,0 1 1,-2-4 0,1-9 103,1 15-161,3-1-21,1 10 23,9 102 417,-9-67-143,17 299 3009,1 8-1266,-22-339-1933,1 1 1,1-1-1,0 1 0,1-1 0,5 12 0,-8-23-132,0 0 0,1 0 0,-1 0 0,1 0 0,-1-1 0,0 1 0,1 0-1,0 0 1,-1-1 0,1 1 0,-1 0 0,1-1 0,0 1 0,0-1 0,-1 1 0,1-1 0,0 1-1,0-1 1,0 1 0,-1-1 0,1 0 0,0 1 0,0-1 0,0 0 0,0 0 0,0 0 0,0 0 0,0 1-1,-1-1 1,1-1 0,0 1 0,0 0 0,0 0 0,0 0 0,0 0 0,0-1 0,0 1 0,1-1-1,0 0-75,0 0 0,1 0 0,-1-1-1,0 1 1,0-1 0,0 0 0,0 1-1,0-1 1,0 0 0,-1 0 0,4-4 0,-1-3-422,0 0 0,-1 0 0,1 0 0,-2-1 0,1 0 1,-1 1-1,0-12 0,1-72-6347,-3 66 3663,0-18-2931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4.3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22 240 3874,'0'0'5826,"-3"-17"-4633,-11-54-177,12 60-531,1 0 0,0 0-1,0 0 1,2-18 0,0 3 69,-1 24-538,0 0 0,0 0 0,0 1 1,1-1-1,-1 0 0,1 0 0,-1 0 0,1 1 1,0-1-1,0 0 0,-1 1 0,1-1 0,0 1 1,1-1-1,-1 1 0,0-1 0,0 1 0,1 0 0,-1-1 1,2 0-1,0 0 20,1 0 0,-1 0 1,1 0-1,0 0 0,-1 1 0,1 0 0,0 0 1,0 0-1,6-1 0,-5 1 54,0 1 0,0 0 1,0 0-1,0 0 0,0 0 0,0 1 0,0-1 1,0 1-1,0 1 0,0-1 0,0 1 0,0 0 1,-1 0-1,1 0 0,-1 0 0,6 5 1,-5-2 37,0 1 1,0 0 0,0 1 0,-1-1 0,0 1-1,-1 0 1,1 0 0,-1 0 0,-1 0 0,1 0-1,-1 1 1,1 7 0,1 11 384,-1 1-1,0 32 1,-8 96 504,3-128-926,-2-1 1,-2 0-1,-13 44 0,12-49-90,-5 12-171,-28 58 0,38-88-988,6-6-352,3-4 1234,0 1 1,0 1-1,1 0 1,0 0-1,0 0 0,1 1 1,-1 0-1,1 1 1,0 0-1,0 0 0,10-1 1,-13 2 340,-1 1 0,1 0 1,0 1-1,0-1 0,0 1 1,0 0-1,0 1 0,0-1 1,0 1-1,-1 0 0,1 1 1,0-1-1,-1 1 0,1 0 0,-1 1 1,1-1-1,-1 1 0,0 0 1,7 6-1,-6-3 87,-1 0 0,1 1 1,-2 0-1,1-1 0,-1 2 0,0-1 1,0 0-1,-1 1 0,0 0 0,3 14 1,-2-3 236,0 0 0,-2 0 0,0 31 0,-2-44-345,0-1 0,0 1 0,-1-1 0,0 1 0,0-1 1,0 0-1,-1 1 0,0-1 0,0 0 0,0 0 0,-4 6 0,1-5-47,0 0 0,0 0 0,0 0 0,-1 0-1,1-1 1,-1 0 0,-9 5 0,4-4-168,1 0 0,-1-1 0,0 0 0,-1-1 0,1 0 0,-1-1 0,0 0 0,1-1 0,-1 0 1,0-1-1,0-1 0,-17 0 0,27 0 47,0 0 0,0 0 0,1 0 0,-1 0 0,0 0 0,0 0 0,0 0 0,0-1 0,0 1 0,1-1 0,-1 1 0,0-1 0,0 0 0,1 0 0,-1 0 0,0 0 0,1 0 0,-1 0 0,1 0 0,0 0 0,-1-1 0,1 1 0,0-1 0,0 1 0,-1-1 0,0-1 0,0-3-679,1 0 0,0 1 0,0-1 0,0 1 1,1-1-1,-1 0 0,2-7 0,-1 8-31,0-17-6783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4.7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7491,'0'0'6419,"0"253"-4130,0-142-864,0-12 368,4-11-432,-1-25-401,-3-24-608,3-15-304,1-18 0,2-15-832,1-30-1153,-4-18-2225,-3-7-4866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5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12294,'0'0'1616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5.5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4786,'0'0'11739,"-1"20"-10424,-5 284 3175,6 10-1107,0-341-3916,2-1 0,0 1 0,1-1 0,2 1-1,11-35 1,0 12-994,2-9-1119,3 0 1,33-65 0,-51 118 2413,0 0 0,1 0 0,0 0 0,0 1 0,1 0 0,-1 0 0,8-7 0,-11 11 302,0 0 0,1 1 0,-1-1 0,1 0 0,-1 0 0,0 1-1,1-1 1,-1 0 0,1 1 0,-1 0 0,1-1 0,0 1 0,-1 0 0,1 0 0,-1 0 0,1 0 0,0 0-1,-1 0 1,1 0 0,-1 1 0,1-1 0,-1 0 0,1 1 0,-1 0 0,1-1 0,-1 1 0,1 0 0,-1 0-1,0-1 1,1 1 0,-1 0 0,0 0 0,0 1 0,0-1 0,0 0 0,0 0 0,2 3 0,5 8 593,0 1 0,-1 1 0,0-1 0,9 29 0,-8-21-142,6 20 329,-1 0-1,-2 1 1,-2 1-1,-2 0 1,-2 0-1,-1 76 1,-4-40-117,0-77-922,1-4-288,0-1 0,0 1 0,0 0 0,-1 0 0,1-1 0,-1 1 0,1-1 0,-1 1 0,0-3 0,1-2-425,2-38-3823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5.8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1 424 2113,'0'0'15351,"167"-117"-15351,-137 66-192,-10 0-993,-6 6-559,-11 2-994,-3 7-751,0 9-209</inkml:trace>
  <inkml:trace contextRef="#ctx0" brushRef="#br0" timeOffset="1">118 0 2321,'0'0'9789,"-13"41"-7503,-41 137-336,50-162-1601,0 0 0,2 1 0,0-1 0,0 0 0,2 1 0,0-1 0,1 1 0,0-1 0,1 0 0,8 28 0,-5-26 37,0 0 1,1-1-1,1 1 0,14 23 0,-18-35-328,0 0 1,1-1-1,-1 1 0,2-1 0,-1 0 1,0 0-1,1 0 0,0-1 0,0 0 0,0 0 1,1 0-1,-1 0 0,1-1 0,0 0 1,11 4-1,-10-5-121,0-1 0,-1 1 0,1-2 1,0 1-1,0-1 0,0 0 0,-1 0 0,1-1 0,0 0 1,0 0-1,-1 0 0,1-1 0,-1 0 0,1-1 1,-1 1-1,0-1 0,0 0 0,0-1 0,0 1 0,-1-1 1,8-7-1,-2 0-1022,-1 0 1,0 0 0,-1-1-1,-1 0 1,0 0 0,0-1-1,-1 0 1,9-25 0,2-17-7045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6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8196,'0'0'3834,"0"34"-940,0 230 2485,26 42-414,-25-294-4841,-1-10-89,0 0-1,0 0 0,1 1 1,-1-1-1,0 0 0,1 0 0,0 0 1,-1 0-1,1 0 0,0 0 1,2 4-1,0-6 93,-1-7-129,4-39-32,31-281-4787,-34 293 3833,-2 2-666,9-44 0,-8 68 1461,0 1 0,0-1 1,0 1-1,1-1 0,0 1 0,0 0 1,1 0-1,0 0 0,1 0 0,9-11 0,-10 15 364,0-1 0,1 1 0,-1 0-1,1 1 1,0-1 0,-1 1 0,1 0-1,0 0 1,1 1 0,-1-1 0,0 1-1,0 0 1,1 0 0,-1 1 0,0 0 0,1 0-1,5 1 1,0-1 273,-1 2-1,0-1 1,0 1-1,0 1 1,0 0-1,0 0 1,16 9-1,-3 1 146,27 10-1,-41-19-1213,-1-2-1,1 1 1,0-1-1,0 0 1,0-1-1,16 1 1,-5-2-4471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6.5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9236,'0'0'8439,"25"-3"-7887,-3 1-411,31-5 576,66 1-1,-74 7-270,0 2-1,0 2 1,66 16-1,-54-7-331,0-3 0,1-3 0,88 2 0,-39-10-63,-106-1-49,-1 1 1,1-1-1,-1 1 0,0 0 0,1-1 0,-1 1 0,1-1 1,-1 1-1,0-1 0,1 1 0,-1-1 0,0 1 1,0-1-1,1 0 0,-1 1 0,0-1 0,0 1 1,0-1-1,0 0 0,0 1 0,0-1 0,0 1 1,0-1-1,0 0 0,0 0 0,0-24-232,0 19 115,-1-5-893,0 1 1,-1-1-1,0 0 0,-1 1 1,0 0-1,-1 0 0,-7-16 1,11 26 944,-13-33-5147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6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1473,'0'0'15500,"9"12"-14852,69 79 553,-64-76-1095,0 1 0,-1 0 1,-1 1-1,-1 0 0,15 29 0,-21-35-100,-1 0 0,0 1-1,0-1 1,-1 1-1,-1-1 1,0 1 0,0 0-1,-1 0 1,-1 0-1,-1 23 1,0-30 36,0 0 1,-1 0-1,1 0 1,-1 0-1,0 0 0,0 0 1,-1-1-1,1 1 1,-1-1-1,0 0 0,0 1 1,-1-1-1,-3 3 1,-7 6 17,0-1 1,-20 13 0,27-21-79,5-1-332,-17 8 533,7-8-7089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7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 67 8308,'0'0'4775,"0"7"-4334,1 95 882,-3 195 2146,-20-3-746,18-261-2395,-4 21 646,0 72 0,8-129-998,0-1 1,1 1-1,-1-1 0,1 0 1,0 1-1,0-1 1,2-4-1,3-11-123,5-27-1029,-2-1 0,-2 0 1,-2 0-1,-2-1 0,-6-93 1,-2 116 924,0 0 0,-1 1 0,-19-47 0,17 51 282,1 1 1,0-2-1,2 1 0,0-1 1,1 1-1,-1-30 0,5 25 18,-1 9 89,4-31 0,-3 42-122,1 0 1,0 0 0,1 0 0,0 0 0,-1 0 0,1 0-1,1 1 1,-1-1 0,1 1 0,3-5 0,0 1 0,0 1-1,0 0 1,1 0 0,0 1 0,0 0 0,1 0-1,0 0 1,0 1 0,0 0 0,0 1 0,1 0 0,0 0-1,0 1 1,0 0 0,0 1 0,0 0 0,1 0-1,-1 1 1,15-1 0,-7 1 110,-1 1 0,0 1 0,0 0 0,30 6 0,-41-5-30,1-1 0,-1 1 0,0 1 0,1-1 0,-1 1 0,0 0 0,-1 0 1,1 1-1,-1-1 0,1 1 0,-1 0 0,0 0 0,0 0 0,-1 1 0,1 0 0,-1-1 0,3 7 0,0 1 202,-1-1-1,0 1 1,-1 1 0,0-1-1,-1 1 1,3 23-1,-4-6 526,-2 58 0,-2-71-684,-1 1 0,0 0 0,-1-1 0,-1 0 1,-1 0-1,0 0 0,-1 0 0,-1-1 0,-1 0 0,-19 27 0,16-27-113,-2 0 0,1 0-1,-2-1 1,0-1 0,-1 0 0,0-1 0,-1-1-1,-1 0 1,-19 9 0,30-18-102,1 0 0,-1 0 0,1 0 0,-1-1 0,0 0 0,0-1 0,0 1 1,0-2-1,0 1 0,0-1 0,-10 0 0,16 0 31,0 0 0,-1 0 0,1-1 0,0 1 0,0 0-1,0-1 1,0 1 0,0-1 0,0 1 0,0-1 0,0 1 0,0-1 0,0 0 0,0 1 0,0-1 0,1 0 0,-1 0 0,0 0-1,0 1 1,1-1 0,-1 0 0,1 0 0,-2-2 0,-1-25-1120,3 21 838,-1 3 211,1-1-1,0 1 1,0-1-1,0 1 1,1 0-1,0-1 1,0 1-1,0 0 1,0-1-1,1 1 1,-1 0-1,1 0 0,0 0 1,0 0-1,1 1 1,-1-1-1,1 1 1,0-1-1,0 1 1,0 0-1,0 0 1,0 0-1,1 0 1,0 1-1,-1-1 1,1 1-1,0 0 1,0 0-1,0 0 1,0 1-1,0-1 1,1 1-1,6-1 1,-1 0 220,0 0 0,1 1 0,-1 0 0,0 1 0,1 0 0,-1 0 0,0 1 0,0 0 0,1 1 0,-1 0 0,0 1 0,-1 0 0,1 1 0,0 0 0,-1 0 0,0 1 0,0 0 0,0 1 0,12 10 0,14 16 640,-1 2 0,-2 2 0,31 43 1,-20-25-56,-42-52-667,1 1 0,0-1 0,0 0 0,0 1 0,1-1 0,-1 0 0,0 0 0,1-1 0,-1 1 0,1 0 0,0-1 0,-1 0 0,1 0 0,0 1 0,0-1 0,3 0 0,-4-1-39,0 0 0,0-1 0,0 1-1,1 0 1,-1-1 0,0 0 0,0 1 0,0-1-1,0 0 1,-1 0 0,1 0 0,0 0-1,0-1 1,0 1 0,-1 0 0,1-1 0,-1 1-1,1-1 1,-1 1 0,0-1 0,1 0 0,-1 0-1,2-3 1,14-27-2406,21-53-1,-38 84 2349,25-63-5604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8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55 7732,'0'0'11255,"10"-5"-9961,11-4-906,1 2 1,-1 0-1,43-7 0,30 3-66,-51 10-7925,-47 13-835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8.4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9780,'-13'180'2354,"13"-162"63,3 0-448,28-3-577,2-6-367,4-9-401,-1 0-144,-2 0-432,-4-9-48,-3-9-1200,-11 0-1746,-6 6-3281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08.8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 37 5282,'0'0'9850,"26"-6"-9572,85-18 117,-102 22-295,1 0 1,-1 1-1,1 0 1,0 1 0,0 0-1,-1 0 1,1 1-1,0 0 1,-1 1 0,1 0-1,-1 0 1,0 1-1,1 1 1,-2-1 0,17 10-1,-18-8 64,0 1 0,0 0 0,-1 1 0,0-1 0,0 1 0,0 1 0,-1-1 0,0 1 0,0 0-1,-1 0 1,0 0 0,0 0 0,-1 1 0,4 16 0,-3 0 274,-1 0 0,0 0 1,-2 0-1,-4 47 0,3-69-420,-2 11 88,-1 0 0,1 0 0,-2 0 0,0-1-1,-1 1 1,0-1 0,-1 0 0,0-1 0,-1 1 0,-1-1-1,0-1 1,-13 16 0,3-7-39,0 0 1,-2-1-1,-1-1 0,0-1 0,-37 23 1,45-32-68,-1-1 0,0 0 0,0-1 0,0-1 0,-1 0 0,0-1 0,1 0 0,-2-1 0,1-1 0,0 0 0,-17-1 0,30-1-24,0 0 0,0 0 1,0 0-1,0 0 0,0 0 1,0 0-1,0-1 0,0 1 1,1-1-1,-1 1 1,0-1-1,0 0 0,0 0 1,0 0-1,1 0 0,-1 0 1,0 0-1,1 0 0,-1 0 1,1-1-1,-3-1 0,3 0-44,0 1-1,1-1 1,-1 1-1,0 0 0,1-1 1,0 1-1,-1-1 0,1 1 1,0-1-1,0 1 1,1-1-1,-1 1 0,0-1 1,1 1-1,0-1 0,-1 1 1,3-3-1,-2 0 5,1 1-1,0 0 1,0 0-1,1 0 0,-1 0 1,1 0-1,0 0 1,0 1-1,1-1 1,-1 1-1,0 0 1,1 0-1,0 0 1,0 1-1,0-1 1,0 1-1,0 0 1,6-2-1,2-1 34,1 1 0,1 1 0,-1 0 1,0 0-1,16 0 0,-17 2 119,1 0 1,-1 1-1,1 0 1,-1 0 0,1 2-1,-1-1 1,1 2-1,-1 0 1,0 0-1,0 1 1,0 0-1,-1 1 1,1 1-1,-1 0 1,13 9-1,34 31 376,-34-25-182,37 23 0,-57-41-265,0-1 0,0 0 0,0 0 0,0 0 0,6 1 0,-9-3-43,0 1 0,0-1-1,0 0 1,0 0 0,0 0 0,0 0-1,0 0 1,0 0 0,0 0 0,0 0-1,-1 0 1,1-1 0,0 1 0,0 0-1,0 0 1,0-1 0,0 1 0,0-1 0,-1 1-1,1-1 1,0 1 0,0-1 0,-1 1-1,1-1 1,0 0 0,-1 1 0,1-1-1,0 0 1,-1 0 0,1 1 0,-1-1-1,0 0 1,1-1 0,6-32-2354,-6-5-2398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0.0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0 128 6451,'0'0'8916,"2"-5"-8281,5-15-133,-5 15 122,-2 11-91,22 630 4110,-17-509-3704,-5-122-848,2 16 154,-2-21-225,0 1 1,0-1-1,0 1 0,1-1 1,-1 1-1,0-1 1,0 1-1,0-1 1,1 1-1,-1-1 1,0 0-1,0 1 1,1-1-1,-1 1 1,0-1-1,1 0 1,-1 1-1,0-1 1,1 0-1,-1 1 1,1-1-1,-1 0 1,1 0-1,-1 1 1,1-1-1,-1 0 1,1 0-1,-1 0 1,1 0-1,0 1 1,-1-2-21,1-1 1,-1 1 0,1 0-1,-1 0 1,1 0 0,-1 0-1,0 0 1,1 0-1,-1-1 1,0 1 0,0 0-1,0 0 1,0 0 0,0-1-1,0 1 1,-1-1-1,2-4-10,3-450-7530,-6 260 5849,3 183 1636,-1 0 0,2 0 1,0 1-1,0-1 0,1 1 0,1-1 0,0 1 1,1 0-1,9-17 0,-11 23 14,0 1 1,1-1-1,0 1 0,0 0 0,0 0 1,0 0-1,1 1 0,0-1 0,0 1 1,0 0-1,0 0 0,1 1 0,-1 0 1,1 0-1,0 0 0,0 1 1,0 0-1,0 0 0,1 0 0,8-1 1,-9 2 173,-1 1 0,1-1 0,-1 1 1,1 0-1,-1 1 0,1-1 1,-1 1-1,1 0 0,-1 0 1,1 1-1,-1 0 0,0 0 1,0 0-1,0 0 0,0 1 0,0 0 1,-1 0-1,1 0 0,-1 0 1,1 1-1,-1 0 0,-1 0 1,1 0-1,0 0 0,-1 1 0,0-1 1,0 1-1,0 0 0,3 8 1,1 2 293,-1 1 0,0 0 0,-1 1 1,0-1-1,-2 1 0,3 23 0,-4-13 32,-1-1-1,-2 1 0,-4 37 0,2-50-395,0 0-1,-1-1 1,0 1-1,-1-1 1,-1 0 0,0 0-1,0 0 1,-2-1-1,1 0 1,-2-1-1,1 1 1,-2-1-1,1-1 1,-1 0-1,-1-1 1,0 1 0,-19 11-1,24-18-80,-1 0 0,1 0 0,-1 0 0,0-1 0,0 0 0,0 0 0,0-1-1,-9 1 1,14-2-23,0 0 0,0 1 0,0-1 0,-1 0 0,1 0 0,0 0 0,0-1 0,0 1 0,0 0 0,0-1-1,0 1 1,0-1 0,0 0 0,0 0 0,0 0 0,0 0 0,0 0 0,0 0 0,1 0 0,-1-1 0,0 1-1,1-1 1,-1 1 0,1-1 0,0 1 0,-1-1 0,1 0 0,0 0 0,-1-3 0,0-5-201,0-1 1,1 1-1,0-1 1,1-12-1,0 18 111,0 4 127,0 0 1,0-1 0,0 1-1,0 0 1,0 0 0,1 0 0,-1 0-1,0 0 1,1-1 0,-1 1-1,1 0 1,-1 0 0,1 0 0,-1 0-1,1 0 1,0 0 0,-1 0 0,1 0-1,0 0 1,0 1 0,0-1-1,0 0 1,0 0 0,0 1 0,0-1-1,0 1 1,0-1 0,0 1-1,0-1 1,0 1 0,0-1 0,3 1-1,0-1 29,0 1-1,0 0 0,0 0 0,0 0 0,0 0 0,0 1 1,0 0-1,8 2 0,-3 1 54,0 1 0,0 0 0,0 1 0,-1-1 0,0 2 0,0-1 0,0 1 0,-1 0 0,11 14 0,-11-13-4,58 68 656,35 37-284,-74-95-396,-25-17-98,0-1 1,0 0-1,0 1 0,0-1 1,-1 1-1,1-1 0,0 0 1,0 0-1,0 1 0,0-1 1,0 0-1,0 0 0,0 0 1,0 0-1,0 0 1,0 0-1,0-1 0,0 1 1,-1 0-1,1 0 0,0-1 1,0 1-1,0 0 0,0-1 1,0 1-1,-1-1 0,1 1 1,0-1-1,0 1 0,0-2 1,3-4-794,-1-1 0,0 0 0,0 1 0,3-14 0,-1 2-1461,9-21-4581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0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 13846,'0'0'6083,"193"39"-6083,-163-48-816,-6-15-2050,-7 9-3761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0.7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1 310 3105,'0'0'8570,"10"-26"-9059,35-88-105,-14 51-509,-25 52 954,-1 0-1,0 0 1,5-15-1,-9 18 1055,1 1 0,-1-1-1,0-16 2066,-1 45-660,0 670 3175,0-691-5664,1-7-661,0-1 0,-1 1 0,1-1 0,-1 0 0,-2-8 0,1-8-1117,1-18-2848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1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10629,'0'0'8556,"18"3"-7606,144 9 365,-74-12-1841,-49 0-3769,-59 0-9069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1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14102,'10'208'2065,"-7"-187"-976,30-3 1328,4-9-1569,3-6-447,-6-3-401,-4 0-32,0-6-1073,-3-15-1424,-4-3-2722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1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1 220 10229,'0'0'4570,"23"-24"-4992,71-79-239,-85 93 517,-1 0 1,0 0 0,8-13 0,-15 21 295,0-1-1,0 1 1,0-1 0,-1 0 0,1 1 0,-1-1 0,1 0 0,-1 0 0,0 1 0,0-5-1,0 1 3188,1 6-3236,0 0 0,0 0 0,0 0 0,0 1 0,1-1 0,-1 0 0,0 1 0,0-1 1,0 1-1,0-1 0,0 1 0,0-1 0,0 1 0,0 0 0,0 0 0,0-1 0,0 1 0,1 2 0,0 0-3,0 0 0,0 1 1,0-1-1,-1 0 0,1 1 1,1 3-1,1 9-17,0 1 0,1 16-1,-4-26 52,6 66 836,-6 133-1,-2-138-555,-9 105 194,0-13-2465,10-173 786,3-55-6046,8 19-3840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2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6 2177,'0'0'20874,"-10"-6"-25116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18.88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714 31 3778,'0'0'3028,"1"-5"-2583,2-20 4915,-2 28-5148,0-1 0,0 2-1,0-1 1,-1 0 0,1 0 0,-1 0 0,1 6-1,0 1-27,14 99 951,3 217 1,-6 115-659,-1-2-106,-11 810-395,29-906-46,-11-184 100,-6 359-1258,-14-338 1271,14 109 280,-7 3-1406,-5-193 259,-7 44 569,0-31 131,4 22 182,-14 232-660,2-222 518,-20 233-16,12-65 180,-21 100-50,-29-3-1,-1 8-16,18-92-6,-35 307-17,28-190 135,36-289 123,-5 34 81,-33 231-39,-5 132-152,34-279 53,10-12 202,5-37 177,-9 210 391,26-1-643,4-402-306,0-27 12,-4-2 66,4 0-73,-1 1 0,1-1 1,-1 0-1,1 0 0,-1 0 0,1 0 1,-1 0-1,1 1 0,-1-1 1,1 0-1,-1 0 0,1 0 0,-1-1 1,1 1-1,-1 0 0,1 0 1,-1 0-1,1 0 0,-1 0 1,1-1-1,-1 1 0,1 0 0,-1 0 1,1-1-1,0 1 0,-1 0 1,1-1-1,-1 1 0,1 0 1,0-1-1,-1 1 0,1 0 0,0-1 1,0 1-1,-1-2 0,1 2 351,0 22-287,-10 255 183,5 132-290,7-236 20,4 565 294,-7-485 212,3 285-104,28-170-285,-13-217-107,3 49 76,23 268 93,9 504-71,-46-356-54,-8-361-40,2 361-14,-20-569-194,17-27 197,1 1 0,1 0 0,3 36 0,-1-9-1,-1 417 444,0-454-441,0 1 0,1-1-1,0 0 1,1 1-1,0-1 1,1 0-1,1 0 1,6 16-1,-8-24 0,-1 1 1,1 0-1,-1 0 0,0 0 1,0 0-1,0 1 0,-1-1 0,1 0 1,-1 0-1,-1 8 0,2 4-6,2 22-52,4 93-130,-7-120 157,0 0 37,0-1-1,1 0 1,2 18-1,1-11-58,-2 0-1,0 0 1,0 34 0,-2-51 61,1 1 1,0 0 0,-1 0-1,1-1 1,0 1 0,-1-1-1,1 1 1,0 0 0,0-1-1,0 0 1,-1 1 0,1-1-1,0 1 1,0-1 0,0 0-1,0 0 1,0 1 0,0-1-1,0 0 1,0 0 0,0 0-1,-1 0 1,1 0 0,0 0-1,2-1 1,-3 1-87,0-6-736,1-12-672,-2-1-1,0 1 0,-6-28 0,-8 0-9047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3426,'0'0'7886,"-3"0"-6755,48 0 5375,16 0-3949,150 0-7271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4162,'0'0'11781,"131"9"-10948,-81 3-289,-4-3-304,1-9-240,-10 0-32,-7 0-368,-6 0-2033,-8-3-2674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8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232 279 7235,'0'0'5424,"-13"2"-5232,-38 5 78,48-6-191,0 0 1,-1 1 0,1-1 0,0 1-1,0 0 1,0-1 0,1 1 0,-1 0-1,0 1 1,1-1 0,-1 0 0,1 1-1,0-1 1,0 1 0,0 0 0,0 0-1,0 0 1,1 0 0,-1 0 0,1 0-1,0 0 1,-1 4 0,-1 1 145,-3 6 142,2 0 0,-1 1-1,2-1 1,-4 30-1,3 63 780,4-80-889,-2 27 372,4 117 861,-1-153-1335,2-1-1,0 0 0,0 1 1,2-1-1,0-1 0,1 1 1,12 23-1,-15-34-103,0-1-1,1 1 1,-1-1 0,1 0-1,0 0 1,0-1 0,1 1-1,-1-1 1,1 0 0,0 0 0,0 0-1,0 0 1,1-1 0,-1 0-1,1 0 1,0-1 0,0 0-1,0 0 1,0 0 0,0-1-1,0 1 1,1-1 0,-1-1 0,0 1-1,11-2 1,-10 1-34,0-1 1,1 0 0,-1 0-1,0-1 1,0 0-1,0 0 1,0-1-1,-1 0 1,1 0-1,-1 0 1,1-1-1,-1 0 1,0 0 0,0-1-1,-1 1 1,0-1-1,0-1 1,7-8-1,1-3-28,0-1-1,-1-1 1,-2 0-1,0 0 1,8-23-1,-11 24-83,-1 0 0,-1 0 0,0 0-1,3-33 1,-7 43 65,-1-1-1,1 1 0,-1-1 1,-1 1-1,0 0 0,0-1 1,-1 1-1,0 0 1,0 0-1,-1 0 0,0 0 1,0 0-1,-6-8 1,1 4 14,-2 1 0,1 0 0,-1 1 0,-1 0-1,-23-16 1,-67-38-108,90 58 110,-38-22-105,-55-34-105,89 51 217,0 0 0,0-1-1,1 0 1,-16-19 0,25 23-76,0 1 0,0-1 0,1 0 0,0 0 0,0 0 0,1-1 0,0 1 0,0-1 0,1 0 0,0 0 0,1 0 0,0 0-1,0 0 1,1 0 0,1-10 0,-1 13-60,0 1-1,1-1 0,-1 1 0,1 0 1,1-1-1,-1 1 0,1 0 0,-1 0 1,2-1-1,-1 1 0,0 1 1,1-1-1,0 0 0,0 1 0,1-1 1,-1 1-1,6-5 0,-2 4-52,-1 0-1,1 0 0,-1 1 1,1 0-1,1 0 1,-1 0-1,1 1 0,-1 1 1,1-1-1,0 1 1,10-1-1,-4 0 157,-1 2 1,0 0-1,0 1 0,14 1 1,-22-1 46,0 1 0,0 0 1,0 0-1,0 0 0,0 1 0,0-1 1,0 1-1,-1 1 0,1-1 1,0 0-1,-1 1 0,0 0 1,5 5-1,-2-1 40,-1 1 0,0-1 0,-1 1 0,0 1 1,0-1-1,-1 1 0,0 0 0,0 0 0,-1 0 0,0 1 0,-1-1 0,2 15 0,1 13 684,-2 70 0,-3-89-455,0-1-14,-1 0 0,-1 0 0,0 0 0,-2 0 0,0 0 0,0 0 0,-2-1 0,0 0 0,-1 0 0,-9 16 0,14-29-165,-14 29-197,15-29-361,2-4-195,12-18-1282,21-31-3357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238 148 3810,'0'0'8310,"6"-13"-6971,16-43-245,-21 53-890,1 0 1,-1 1-1,0-1 0,-1 0 0,1 0 0,0 0 0,-1 0 0,0 0 0,1 0 0,-1-1 0,-1 1 0,1-3 1,-1-6 169,0 11-367,1 0 1,-1 0-1,1 0 0,-1-1 0,0 1 0,1 0 0,-1 0 0,0 0 0,0 0 0,0 0 0,1 0 0,-1 0 1,0 0-1,0 1 0,-1-1 0,1 0 0,0 0 0,0 1 0,0-1 0,0 1 0,-1-1 0,1 1 0,0 0 0,0-1 1,-1 1-1,1 0 0,0 0 0,-3 0 0,-39-3 54,39 2-41,1 1 1,-1 0-1,1 0 0,0 1 0,-1-1 1,1 0-1,-1 1 0,1 0 0,0 0 1,0 0-1,-1 0 0,1 1 0,0-1 1,0 1-1,0 0 0,1 0 1,-1 0-1,0 0 0,1 0 0,-1 0 1,1 1-1,-1-1 0,1 1 0,0 0 1,0 0-1,-1 3 0,-14 22 466,1 0 0,2 1-1,1 1 1,1 0 0,2 1 0,1 0 0,1 1-1,1 0 1,2 0 0,-1 58 0,6-89-478,0 0 1,0 0-1,0 1 1,0-1 0,0 0-1,1 0 1,-1 0-1,0 0 1,1 1-1,-1-1 1,1 0-1,-1 0 1,1 0-1,-1 0 1,1 0 0,0 0-1,0 0 1,-1 0-1,1-1 1,0 1-1,0 0 1,0 0-1,0-1 1,0 1-1,0 0 1,0-1-1,0 1 1,0-1 0,0 1-1,0-1 1,0 0-1,1 1 1,-1-1-1,0 0 1,2 0-1,3 0 6,-1 0 0,1 0 0,-1 0 0,0-1 0,1 0 0,-1 0 0,5-3 0,1 0-32,-1 0 1,0-1-1,0-1 1,0 0-1,-1 0 1,17-15-1,49-52-802,-65 63 624,4-5-538,-1-1 1,0 0-1,20-34 1,-28 40 353,0 1 1,-1 0-1,0-1 0,-1 0 0,0 0 0,-1 0 1,0 0-1,0 0 0,0-16 0,-2 12-70,0 12 823,0 11 545,0 26 432,-1 22 490,12 96-1,-11-152-1825,8 49 675,4 86 0,-12-121-612,0 13 25,-4 34 1,3-52-103,-1 0 0,0-1 0,-1 1 1,0-1-1,-1 0 0,1 0 0,-8 11 0,-5 6-14,-1-1 0,-2-1-1,0-1 1,-1-1 0,-2 0-1,0-2 1,-32 24 0,46-39-117,-1 0 0,1 0 0,-16 6 0,22-10 67,0-1 0,1 1 0,-1-1 0,0 1 0,0-1 0,0 0 0,0 0-1,1 0 1,-1 0 0,0 0 0,0 0 0,-2-1 0,4 1-5,-1 0-1,0-1 1,0 1 0,0-1-1,1 1 1,-1-1 0,0 1 0,1-1-1,-1 0 1,0 1 0,1-1-1,-1 0 1,1 1 0,-1-1-1,1 0 1,-1 0 0,1 1-1,0-1 1,-1 0 0,1 0-1,0 0 1,0 0 0,0 0-1,-1 1 1,1-1 0,0-1-1,-1-103-4972,1 38 960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7507,'0'0'8692,"-26"10"-7739,-83 36-62,105-44-822,0 0 1,0 0-1,1 1 1,-1-1-1,0 1 1,1 0-1,0 0 1,0 0-1,0 0 1,0 0-1,0 1 1,1 0-1,-1-1 1,1 1-1,0 0 1,-1 4-1,1-1 74,0 0-1,1 0 1,0 1-1,1-1 1,-1 0 0,2 12-1,0-1-24,-1-9-93,1 0 1,0-1-1,1 1 0,-1-1 1,2 0-1,-1 1 1,1-1-1,1 0 0,-1-1 1,7 10-1,6 9 51,33 37 1,-2-3 19,-32-37-65,23 44 0,-35-59-41,1 0 0,-1 0-1,0 1 1,-1-1 0,0 1 0,0 0 0,-1 0 0,0 0-1,-1 15 1,0-23 13,0 1-1,-1-1 0,1 1 1,-1-1-1,1 0 1,-1 1-1,1-1 0,-1 0 1,0 0-1,0 1 1,1-1-1,-1 0 0,0 0 1,0 0-1,0 0 1,0 0-1,-1 0 0,-1 1 1,-1 1 3,-1-1 1,0 0-1,1 0 1,-1 0 0,-7 2-1,-6 0 24,1-1-1,-23 1 1,-90-3-94,127-1 6,-1 0 1,1 0 0,0-1 0,0 1 0,-1-1-1,1 1 1,0-1 0,0 0 0,0 0 0,0-1-1,0 1 1,0-1 0,0 1 0,0-1-1,0 0 1,-4-4 0,4 3-140,1 0-1,0-1 1,-1 1-1,1-1 0,1 0 1,-1 1-1,0-1 1,1 0-1,0 0 1,0 0-1,0 0 1,0 0-1,0-8 1,0-35-2930,1-6-1998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10853,'0'0'5667,"221"9"-4355,-171-6-1168,-13 3-144,-14 0-160,-13 3-1120,-10 3-2290,0 0-5506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76 2305,'0'0'11480,"-2"-12"-10368,-1-3-759,1 8-34,1-1 0,0 0 0,0 0 0,1-9 2585,0 22-2810,0 55 328,-14 316 2197,-6-96-1298,25-381-4885,4 30-1820,-3 30-734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7235,'0'0'8217,"-3"7"-6781,-3 17-502,1 0 0,1 0 0,-2 45 0,5 84 1189,2-79-1201,-1-41-554,-1-7-66,1 0 1,5 33 0,-4-53-269,0 0 0,0 0 0,1 0 0,0 0 0,0 0 1,0 0-1,1-1 0,0 1 0,0-1 0,0 0 0,0 0 1,1 0-1,0 0 0,9 8 0,-11-11-33,1 0-1,-1 0 1,1-1-1,0 1 1,0-1 0,0 1-1,0-1 1,-1 0-1,2 0 1,-1 0 0,0-1-1,0 1 1,0-1-1,0 0 1,0 1 0,0-1-1,1-1 1,-1 1-1,0 0 1,0-1 0,0 0-1,0 1 1,0-1-1,0 0 1,0-1 0,4-1-1,-1-1-35,1 0-1,-1-1 1,0 0-1,0 0 1,0-1-1,-1 1 1,0-1-1,0 0 1,5-9-1,5-7-328,-2 0 1,-1-1-1,-1 0 0,-1 0 0,0-2 0,-2 1 1,-1-1-1,-1 0 0,-1 0 0,1-26 0,-5 24-301,0 1-1,-2-1 0,-8-49 0,7 66 672,0 1-1,-1 0 1,0 0-1,-1 1 1,0-1 0,0 1-1,-1-1 1,0 1-1,0 0 1,-1 1-1,0 0 1,0 0-1,-1 0 1,-8-7-1,11 12 128,0-1 0,0 1 0,-1 0-1,1 0 1,-1 0 0,1 1-1,-1-1 1,1 1 0,-1 0-1,0 1 1,1-1 0,-1 1 0,0 0-1,0 0 1,1 0 0,-1 1-1,0 0 1,1 0 0,-1 0-1,1 0 1,-1 1 0,-5 2 0,1 3-278,7-5-1122,2-23-12395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1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10805,'0'0'9095,"26"-1"-8428,186-4 325,-136 2-954,0-3 1,104-21-1,-140 19-1235,2 2 0,50-1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9332,'0'0'6915,"30"22"-6346,94 69-126,-116-85-371,0 0 1,-1 1-1,0 1 1,8 8 0,-13-14-37,-1 1 0,0-1 0,1 1 0,-1 0 0,0 0 0,0-1 0,0 1 0,0 5 0,1 0 45,0-1-12,0 1 0,-1-1 0,0 1 0,0-1 0,0 1 0,-1-1 0,-1 1 0,1-1 0,-1 1 0,0-1 0,-1 1 0,0-1 0,0 0 0,0 1 0,-1-1 0,0 0 0,-1-1 0,1 1 0,-1-1 0,-6 8 0,-90 85 315,28-31-283,61-56-155,5-5-315,0 0 1,0-1-1,-1 0 0,0 0 0,0-1 1,0 0-1,-12 6 0,5-9-4102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15 1217,'-1'-2'15039,"-2"-8"-12967,-150 7-1135,153 5-1025,2 46 127,10 59 1,0-7 340,0 94 760,-8-91-280,31 184 0,-34-278-781,1 1 1,1 0 0,0 0 0,0-1-1,0 0 1,1 1 0,1-1 0,0-1 0,7 12-1,-12-20-77,0 0 0,0 0 0,0 1 0,1-1 0,-1 0 0,0 0 0,0 0-1,0 0 1,0 1 0,0-1 0,0 0 0,1 0 0,-1 0 0,0 0 0,0 0-1,0 0 1,0 0 0,1 1 0,-1-1 0,0 0 0,0 0 0,0 0 0,0 0 0,1 0-1,-1 0 1,0 0 0,0 0 0,0 0 0,1 0 0,-1 0 0,0 0 0,0 0 0,0 0-1,1 0 1,-1 0 0,0 0 0,0 0 0,0 0 0,1 0 0,-1-1 0,0 1-1,0 0 1,0 0 0,0 0 0,1 0 0,-1 0 0,0 0 0,0-1 0,0 1 0,0 0-1,0 0 1,0 0 0,1 0 0,-1-1 0,0 1 0,0 0 0,0 0 0,3-14-64,-3 12 36,4-58-1886,-4-67 1,-1 53 32,-2 12-1529,-3 0-1,-15-72 0,8 73-696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3858,'0'0'6101,"5"-27"-5311,19-82-75,-23 107-683,-1 0 0,1-1 1,-1 1-1,1-1 0,0 1 0,0 0 1,0 0-1,1-1 0,-1 1 0,0 0 1,1 0-1,-1 0 0,1 1 0,0-1 1,0 0-1,-1 0 0,1 1 1,0 0-1,1-1 0,-1 1 0,0 0 1,0 0-1,0 0 0,1 0 0,-1 0 1,0 0-1,3 0 0,3-1 39,2-1 94,0 1 1,0 0-1,0 0 0,0 1 1,0 0-1,0 1 1,1 0-1,-1 1 0,0 0 1,0 0-1,0 1 1,0 1-1,-1-1 0,1 2 1,0-1-1,-1 1 1,0 1-1,0 0 0,0 0 1,8 7-1,-6-2 107,0 1 0,-1 1 1,0 0-1,-1 0 0,0 1 0,-1 0 0,-1 0 0,0 1 0,0 0 0,-2 0 0,7 23 0,-7-16 108,-1 1 0,0-1 0,-2 1 0,0-1 0,-2 1 0,0 0 0,-6 34 0,4-45-290,-1 0 0,0 0 1,-1 0-1,0-1 0,-1 0 1,0 0-1,-1 0 0,0-1 1,0 1-1,-1-1 0,0-1 1,0 1-1,-1-1 0,-11 8 1,9-8-86,0 0 0,0-1 0,-1 0 0,0-1 0,-1 0 1,0-1-1,1 0 0,-1-1 0,-1 0 0,1-1 0,-1 0 0,-14 1 0,20-3-71,1-1-1,0 0 0,-1 0 0,1 0 1,-1 0-1,1-1 0,-12-3 0,16 3-25,0 0 0,0-1 0,0 1-1,0 0 1,0-1 0,0 1 0,1-1-1,-1 0 1,1 1 0,-1-1 0,1 0-1,0 0 1,-1 0 0,1 0 0,0 0-1,0 0 1,0 0 0,1-1 0,-1 1 0,1 0-1,-1 0 1,1-1 0,-1-3 0,1 6 45,0-1 0,0 0 0,-1 0 1,1 1-1,0-1 0,0 0 0,0 0 1,0 1-1,0-1 0,0 0 0,0 0 1,0 1-1,0-1 0,0 0 1,1 0-1,-1 1 0,0-1 0,0 0 1,1 1-1,-1-1 0,0 0 0,1 1 1,-1-1-1,1 0 0,-1 1 0,1-1 1,-1 1-1,1-1 0,0 0 1,1 1 30,0-1 1,0 1-1,0 0 1,-1 0-1,1 0 1,0 0-1,0 1 1,0-1-1,-1 0 1,1 1-1,0-1 1,2 2-1,2 0 42,0 0-1,0 1 0,-1 0 1,1 0-1,-1 1 0,0 0 1,0 0-1,6 5 1,35 43 468,3 14 427,52 95 0,-52-79-367,-45-76-509,0 1 1,0-1 0,1 0-1,0 0 1,0-1-1,0 1 1,11 7-1,-15-12-42,1 0 0,-1-1 0,0 1 0,1 0 0,-1-1 0,1 1 0,-1-1 0,0 0 0,1 1 0,-1-1 0,1 0 0,-1 0 0,1 0 0,-1 0 0,1 0 0,-1 0 0,3-1 0,-1 0-19,-1 0 0,0 0-1,0 0 1,0 0 0,-1-1-1,1 1 1,0-1 0,0 1 0,-1-1-1,1 0 1,-1 0 0,1 1-1,-1-1 1,0 0 0,1-3-1,8-15-1419,-1-2 0,-1 1 0,10-41 0,-9-2-5906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5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8756,'0'0'4778,"28"6"-3220,-15-3-1383,207 34 1734,305-13-757,-376-24-1189,-149 0 24,-3 0-3272,2 0 2960,0 0 1,1 0 0,-1 0 0,1 0 0,-1 0 0,1 0 0,-1 0 0,1 0 0,-1-1 0,1 1 0,-1 0-1,1 0 1,-1-1 0,1 1 0,-1 0 0,1-1 0,-1 1 0,-6-15-3120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1 208,'0'0'16701,"26"23"-16050,81 78-77,-100-94-507,1 0 1,-1 0-1,-1 1 0,0 0 1,0 0-1,0 0 1,-1 1-1,5 10 1,-4-5 53,-1-4-16,-1-1 0,-1 1 0,0 1 0,0-1 0,-1 0 1,-1 1-1,1 12 0,-1-16-43,-1-1 1,0 1-1,-1 0 1,0-1 0,0 1-1,0 0 1,-1-1-1,0 1 1,0-1-1,0 0 1,-1 1 0,-5 7-1,-3 0-7,0-1-1,-1 0 1,-1 0-1,0-1 1,-19 13-1,-78 48-75,106-71 22,-1 1-102,-2 2-666,0-1 0,-1 1 0,0-1 0,0-1 0,-16 5-1,13-7-3618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3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55 6931,'0'0'8916,"0"-3"-7918,0 1-847,1 0 1,-1 0-1,-1 0 0,1 0 1,0 0-1,0 0 1,-1 0-1,1 1 0,-1-1 1,0 0-1,1 0 0,-1 0 1,0 1-1,0-1 0,-2-2 1,1 2-95,0 1 0,0-1 0,-1 1 0,1-1 0,0 1 0,-1 0 0,0 0 1,1 0-1,-1 0 0,1 0 0,-1 1 0,-4-1 0,-13-2 15,-1 1-1,-36 2 1,23 1-4,26-2-56,1 2-1,0-1 1,-1 1 0,1 0 0,0 0 0,-1 1-1,1 0 1,0 0 0,1 1 0,-1 0-1,0 0 1,1 1 0,-1 0 0,1 0-1,0 0 1,0 1 0,1-1 0,0 2-1,-1-1 1,2 0 0,-9 12 0,4-3 97,0 2 0,1-1-1,1 1 1,0 0 0,1 1 0,1-1 0,0 1 0,1 0 0,-2 27 0,2-1 370,2 1 0,7 73 0,-4-101-405,1-1-1,1 1 0,0 0 1,1-1-1,1 1 0,1-1 1,0-1-1,0 1 1,2-1-1,0 0 0,0-1 1,1 1-1,1-2 0,0 1 1,1-2-1,0 1 0,1-1 1,0-1-1,1 0 1,0-1-1,0 0 0,1-1 1,29 12-1,-24-14-65,-1-1-1,1-1 1,0-1 0,0 0-1,1-2 1,27 0-1,-36-1-49,-1-1-1,1 0 0,-1 0 1,1-1-1,-1 0 0,0-1 1,0 0-1,11-5 0,-15 5-457,0 0 1,-1 0-1,1-1 0,-1 0 0,0 0 0,0 0 0,0-1 0,-1 1 1,1-1-1,-1 0 0,0-1 0,-1 1 0,6-11 0,-2-7-6620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3057,'0'0'6153,"0"-8"-5212,0-31 71,0 17 4160,0 23-4894,1 16-8,1 0 1,5 26-1,1 2 282,14 435 4342,-17-219-3550,-4-243-1214,0 0 0,1 0 0,6 24 0,-7-41-123,-1 0 0,0 0 0,0 0-1,1 0 1,-1 0 0,1 0 0,-1 0 0,1 0 0,0 0 0,-1 0-1,1 0 1,0 0 0,-1 0 0,1 0 0,2 1 0,2-5-118,-1-10-296,3-157-8266,-7 148 6845,0-37-4185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 8260,'0'0'6694,"1"-6"-4276,-4 10 24,-15 45-2257,7-23 70,2 0 0,-7 33 0,-1 41 997,3 1 0,1 164 1,13-243-1087,-1-8-64,1-1 0,1 1 1,0 0-1,4 17 0,-5-28-89,1 0 0,0 0-1,0 0 1,0 0 0,1-1-1,-1 1 1,1 0 0,-1-1-1,1 1 1,0-1 0,0 1 0,0-1-1,0 0 1,0 0 0,1 0-1,-1 0 1,1 0 0,-1-1-1,1 1 1,0-1 0,-1 0 0,1 1-1,0-1 1,4 1 0,0-1-1,0 0 0,0 0 0,0 0-1,0-1 1,0 0 0,1-1 0,-1 1 0,0-1 0,0-1 0,0 1 0,0-1 0,0-1 0,0 1 0,-1-1 0,1 0 0,-1-1 0,0 1 0,0-1 0,7-6 0,3-4-63,0-1 0,-1 0 0,-1-1 0,0 0 0,14-25 0,-13 18-131,0 0 0,-2-2 0,-1 1 0,-1-2 0,-1 1-1,-2-2 1,0 1 0,-2-1 0,0 0 0,-2 0 0,0-33 0,-4 48 116,2-17-63,-3 1-1,0-1 1,-6-33-1,5 54 122,0 0 0,0 0-1,-1 0 1,1 1-1,-2-1 1,1 1 0,-1-1-1,0 1 1,-1 1 0,0-1-1,0 0 1,0 1-1,-1 0 1,0 1 0,-12-10-1,14 12 20,-1 0-1,0 0 1,0 1-1,-1 0 1,1 0-1,0 0 1,0 1-1,-1 0 1,-8-1-1,-53 2 20,34 1-354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7299,'0'0'7438,"8"0"-5773,39-4 950,-33 2-2294,1 1 0,-1 0-1,1 1 1,15 1 0,-27 0-284,0-1 0,1 1 1,-1 0-1,0 0 1,0 0-1,0 0 1,0 0-1,0 0 1,0 1-1,0 0 0,-1 0 1,1 0-1,0 0 1,-1 0-1,1 0 1,-1 0-1,0 1 1,0-1-1,0 1 0,0 0 1,-1 0-1,1-1 1,1 4-1,0 5 82,0 0-1,0 0 1,-1 0-1,-1 1 1,0-1-1,0 0 1,-1 0-1,-1 1 1,0-1-1,0 0 1,-1 0-1,-1 1 1,0-2-1,0 1 1,-1 0-1,0-1 1,-1 1-1,-8 12 1,-87 117 409,99-139-534,0 0 0,0 1 0,0-1 0,0 0 0,0 1 0,1-1-1,-1 1 1,1-1 0,-1 1 0,1-1 0,-1 1 0,1-1 0,-1 3 0,7-3-293,25-1-130,-14-1 325,0 0 1,0 2-1,-1 0 0,32 7 1,-43-7 100,-1 0 0,1 1 0,-1 0 0,0 0 0,1 0 0,-1 1 0,0-1 0,0 1 1,0 0-1,-1 0 0,1 0 0,-1 0 0,0 1 0,0 0 0,0-1 0,0 1 0,0 0 1,-1 1-1,0-1 0,0 0 0,0 1 0,2 5 0,-2-4-1,-1 1-1,1-1 0,-1 1 1,0-1-1,-1 1 1,0-1-1,0 1 1,0-1-1,-1 1 0,0-1 1,0 1-1,0-1 1,-1 1-1,0-1 1,0 0-1,-1 0 0,0 0 1,0 0-1,0-1 1,-1 1-1,1-1 1,-1 0-1,-1 0 0,1 0 1,-1 0-1,0-1 1,-5 4-1,0 0-136,0 0 1,-1-1-1,0 0 0,0-1 0,-1-1 0,1 1 1,-1-2-1,0 0 0,-1 0 0,1-1 0,-1-1 1,-17 2-1,15-6-2223,14 1 2118,1 0 0,-1 1-1,1-1 1,0 0 0,-1 0 0,1 1 0,0-1-1,0 0 1,-1 0 0,1 0 0,0 0-1,0 1 1,0-1 0,0 0 0,0 0-1,0-1 1,0-26-6095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2577,'0'0'14892,"0"0"-14860,1 0 1,-1 0-1,0 0 0,0 0 0,0 1 0,0-1 0,0 0 0,0 0 1,0 0-1,0 0 0,0 0 0,1 0 0,-1 0 0,0 1 0,0-1 0,0 0 1,0 0-1,0 0 0,0 0 0,0 0 0,0 0 0,0 1 0,0-1 0,0 0 1,0 0-1,0 0 0,0 0 0,0 0 0,0 1 0,0-1 0,0 0 0,0 0 1,0 0-1,0 0 0,0 0 0,0 0 0,-1 0 0,1 1 0,0-1 1,0 0-1,0 0 0,0 0 0,0 0 0,0 0 0,0 0 0,0 0 0,0 0 1,-1 1-1,1-1 0,0 0 0,0 0 0,0 0 0,0 0 0,0 0 0,0 0 1,-1 0-1,1 0 0,0 0 0,0 0 0,0 0 0,0 0 0,0 0 1,-1 0-1,1 0 0,0 0 0,0 0 0,0 0 0,0 0 0,0 0 0,12 2 249,1 1 0,1-2 0,-1 0-1,0 0 1,20-2 0,-5 0-47,65 0 525,4-1-4712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3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182 209 5074,'0'0'5678,"0"-1"-5443,0 1 1,0-1-1,0 1 1,0 0-1,-1-1 1,1 1-1,0-1 1,0 1-1,0 0 1,0-1-1,-1 1 1,1 0-1,0-1 1,0 1-1,-1 0 1,1-1-1,0 1 1,-1 0-1,1-1 1,0 1-1,-1 0 1,1 0-1,0 0 1,-1-1-1,1 1 1,-1 0-1,1 0 1,-1 0-1,0 0-180,-1 0-1,1 0 0,-1 1 1,1-1-1,-1 1 1,1-1-1,-1 1 0,1 0 1,0 0-1,-1-1 0,1 1 1,0 0-1,0 0 0,-1 0 1,1 0-1,0 1 1,0-1-1,0 0 0,0 0 1,0 2-1,-18 33 667,9-5-273,1 0 0,2 0 0,0 0 0,-1 34 0,3-29-165,-5 71 753,3 113-1,7-214-1024,-1 9 49,2 0 0,-1 1 0,2-1 0,0 0 0,5 18 0,-6-29-51,0-1-1,1 1 1,0-1-1,-1 1 1,1-1-1,0 0 1,1 0-1,-1 0 1,0 0-1,1 0 1,0-1-1,0 1 1,-1-1-1,2 1 1,-1-1-1,0 0 1,0 0-1,1-1 1,-1 1-1,1-1 1,-1 1-1,1-1 1,-1 0-1,1-1 0,6 2 1,-5-2-26,0 1 1,0-1 0,0 1-1,0-1 1,0-1-1,1 1 1,-1-1-1,0 0 1,0 0-1,0 0 1,-1-1-1,1 0 1,0 0-1,-1 0 1,1 0 0,-1-1-1,1 0 1,-1 0-1,0 0 1,0 0-1,-1-1 1,1 1-1,-1-1 1,1 0-1,-1 0 1,0 0-1,-1-1 1,1 1 0,2-8-1,1-2-122,-1-1 0,0-1 0,-1 1 0,-1-1 0,0 1 0,-2-1 0,1 0 0,-2-22 0,-1 26 122,-1 0 0,0 0 0,0 0 1,-1 0-1,-1 0 0,0 0 0,0 1 0,-1 0 0,-13-21 0,-6-3 39,-43-49 1,43 56-6,-7-9 25,-43-55-24,68 83-8,0 0-1,1 0 0,0-1 1,0 0-1,1 0 0,1 0 1,0 0-1,-3-16 1,4 15 3,1 0 0,1 0 1,-1 0-1,2 0 1,1-11-1,-1 17-16,0 0 0,1 0-1,-1 0 1,1 0 0,0 0-1,0 0 1,1 1 0,0-1-1,-1 1 1,2 0 0,-1 0-1,6-7 1,2 2-79,1-1 0,0 2 0,0 0 1,1 0-1,0 1 0,0 0 0,1 1 0,0 1 1,0 0-1,0 1 0,0 1 0,1 0 0,-1 1 0,1 0 1,0 1-1,0 1 0,20 2 0,-31-2 82,-1 1 0,0-1-1,0 1 1,0 0 0,1 0-1,-1 1 1,0-1 0,0 1-1,-1-1 1,1 1 0,0 0-1,0 0 1,-1 0 0,0 0-1,1 1 1,-1-1 0,0 1-1,0-1 1,0 1 0,0 0-1,0 0 1,-1 0 0,0 0-1,1 0 1,-1 0 0,0 0-1,1 4 1,1 9 26,0 0 0,-1 1 0,-1-1-1,-1 21 1,0-22 91,-2-1-1,1 1 0,-2 0 1,0 0-1,-8 23 0,-35 67 865,30-69-686,8-22-201,6-10-81,0-1-1,1 1 1,-1 0-1,1 0 1,-1-1-1,1 1 1,0 0-1,1 0 1,-1 4-1,1-7-156,1-1 1,0 0-1,0 0 0,0 0 0,0 0 1,0 0-1,0 0 0,0-1 0,0 1 1,0 0-1,0 0 0,0-1 0,0 1 0,0 0 1,0-1-1,-1 1 0,2-2 0,35-24-4575,5-12-4219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79 11941,'0'0'1863,"-3"-10"-924,-10-29 243,13 37-1095,-1 0 0,0 1 1,0-1-1,0 0 0,0 1 0,-1-1 1,1 1-1,0-1 0,-1 1 1,1 0-1,0 0 0,-1-1 1,0 1-1,1 0 0,-1 0 1,0 0-1,1 1 0,-1-1 0,0 0 1,-3 0-1,-1 0 126,0 0-1,-1 0 1,1 1-1,-9 0 1,5 1 36,7-1-160,-1 0 1,1 1-1,-1 0 1,0 0-1,1 0 0,-1 0 1,1 1-1,0-1 1,0 1-1,-1 0 1,1 0-1,0 0 0,0 0 1,1 0-1,-1 1 1,0-1-1,1 1 0,-1 0 1,1 0-1,-2 4 1,-6 8 191,1 1 1,-13 32-1,13-28-47,-39 102 1189,42-104-1176,1 1 0,1-1 0,1 1-1,-1 36 1,4-51-220,0-3-23,0 0 0,-1 0 1,1 0-1,0 0 0,1 0 0,-1 0 1,0 0-1,0 0 0,0 0 0,1 0 1,-1 0-1,0 0 0,1 2 0,0-3-5,0 1 0,0-1 0,0 1 0,1-1 0,-1 1 0,0-1 0,0 0 0,0 1 0,0-1 0,0 0 0,0 0 0,0 0 0,1 0 0,-1 0 0,2 0 0,4-1-31,1 0 1,0-1 0,-1 1-1,1-2 1,-1 1-1,1-1 1,-1 0 0,0 0-1,0-1 1,0 0-1,-1 0 1,1-1 0,9-9-1,10-10-933,38-46-1,-61 67 864,12-16-1071,0-1 0,23-42 1,-33 54 929,0-1 1,-1 0 0,-1 0-1,1-1 1,-1 1 0,-1-1 0,0 1-1,1-14 1,10 217 4775,0-11-2658,-11-132-1489,0-16-180,-2 1 0,-7 60-1,5-87-212,0-1-1,-1 1 1,0 0-1,0-1 0,-1 0 1,0 0-1,-1 0 1,0 0-1,0-1 0,0 0 1,-1 0-1,0 0 1,-1 0-1,1-1 0,-1 0 1,-1-1-1,1 0 1,-15 8-1,8-6-252,-1 0 0,0-1 1,0 0-1,-1-1 0,0-1 0,0 0 0,0-1 0,0-1 1,-23 0-1,38-2 195,0 0 0,1 0 0,-1-1 1,0 1-1,0 0 0,1 0 0,-1-1 0,0 1 0,1 0 1,-1-1-1,0 1 0,1 0 0,-1-1 0,0 1 1,1-1-1,-1 1 0,1-1 0,-1 0 0,1 1 1,-1-1-1,1 1 0,-1-1 0,1 0 0,0 1 1,-1-1-1,1 0 0,0 0 0,0 1 0,0-1 1,-1 0-1,1 0 0,0 1 0,0-1 0,0-1 1,1-34-1385,0 25 1001,0 0-282,0-1-1,1 1 1,4-16 0,9-9-1798,-1 6 192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4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7 4978,'0'0'12803,"-5"-2"-12069,-2 1-605,0 0 0,0 0 0,1 0-1,-1 1 1,0 0 0,0 0 0,0 0-1,0 1 1,0 1 0,1-1 0,-1 1 0,0 0-1,1 0 1,0 1 0,-1 0 0,1 0 0,0 0-1,0 1 1,1 0 0,-1 0 0,-8 9-1,8-7-22,-1 0-1,2 0 0,-1 0 0,1 1 0,0 0 0,1 0 0,-1 1 0,1-1 0,1 1 0,-1 0 0,1 0 0,1 0 1,0 0-1,0 0 0,0 1 0,1-1 0,0 9 0,0-2-70,1-1 0,1 0-1,3 21 1,-2-28-33,0 0-1,0-1 0,0 0 0,1 1 1,0-1-1,0 0 0,0 0 0,1-1 1,5 8-1,45 42-13,-36-38-15,31 38-1,-45-49 24,0 0-1,0 0 0,0 0 1,-1 0-1,0 1 0,0-1 1,-1 1-1,0 0 0,0 0 1,-1 0-1,2 10 0,-3-12-9,1 1 1,-1 0-1,0 0 0,-1-1 0,0 1 0,-1 6 0,1-10 7,0 1 0,0-1 0,0 1-1,-1-1 1,1 0 0,-1 1 0,0-1-1,1 0 1,-1 0 0,0 0 0,0 0 0,-1 0-1,1-1 1,-4 3 0,-9 5-77,0 0-1,0-2 1,-1 0 0,0-1 0,0 0 0,0-1-1,-1-1 1,0-1 0,0 0 0,0-1-1,0-1 1,0-1 0,-29-2 0,44 1-38,1 1-1,0-1 1,-1 1 0,1-1 0,0 0 0,0 1 0,0-1 0,0 0 0,0 0 0,0 0 0,0 0-1,0 0 1,0 0 0,0 0 0,0 0 0,0 0 0,1 0 0,-1 0 0,0-1 0,1 1-1,-1 0 1,1-1 0,0 1 0,-1 0 0,1-2 0,-4-38-3076,3 35 2493,1-46-4834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7812,'0'0'12597,"184"48"-11060,-144-33-1537,-17-3-144,-19 0-1249,-4 0-2817,-34-6-6691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10629,'0'0'7318,"29"-2"-7054,97-4-168,5 4-44,-84 3-878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8948,'0'0'6403,"204"33"-5859,-144-33-544,-7 0-16,-13 0-304,-13 0-2737,-14-9-4643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7235,'0'0'8047,"4"-10"-7839,-4 10-207,5-12 21,0 1 0,0 0 1,1 1-1,12-17 0,-15 22-61,0 0 0,0 0 0,0 0 0,-1 0 0,0 0 0,0-1 0,0 1 0,2-12 0,-2 2 15,-1-1 1,-1-15 789,0 38-601,0 827 6433,0-827-6566,1 21 87,-1-28-118,0 1 1,0-1 0,0 1 0,1 0 0,-1-1 0,0 1 0,0-1 0,0 1-1,0-1 1,1 1 0,-1 0 0,0-1 0,1 1 0,-1-1 0,0 1 0,1-1 0,-1 1-1,0-1 1,1 0 0,-1 1 0,1-1 0,-1 1 0,1-1 0,-1 0 0,1 1 0,-1-1-1,1 0 1,0 0 0,-1 0 0,1 1 0,0-1 0,0 0-7,-1 0-1,0 0 1,0 0 0,0 0 0,1 0-1,-1 0 1,0-1 0,0 1-1,0 0 1,1 0 0,-1 0 0,0 0-1,0 0 1,0-1 0,1 1 0,-1 0-1,0 0 1,0 0 0,0 0 0,0-1-1,0 1 1,0 0 0,0 0 0,1 0-1,-1-1 1,0 1 0,0 0-1,0 0 1,0-1 0,0 1 0,0 0-1,0 0 1,0 0 0,0-1 0,0 1-1,0-1 1,4-23-1624,-1-1 1,-1 0-1,-2-34 0,0 45 594,0-52-5104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9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5202,'0'0'6980,"-3"0"-5913,2 0-989,0 0-1,0 0 1,0 1 0,1-1 0,-1 0 0,0 1 0,0-1 0,0 0 0,1 1-1,-1-1 1,0 1 0,1-1 0,-1 1 0,0 0 0,1-1 0,-1 1 0,1 0-1,-1-1 1,1 1 0,-1 0 0,1 0 0,-1-1 0,1 1 0,0 0 0,-1 0-1,1 0 1,0 0 0,0-1 0,0 2 0,-6 36 737,5-21-359,-19 480 6091,20-477-6379,0-1 26,-1 6 12,1 0 0,2 0 1,0-1-1,11 46 0,-12-64-193,1-1 0,0 0-1,0 0 1,0 0 0,0 0-1,1-1 1,0 1 0,0-1-1,0 1 1,1-1 0,-1 0-1,1 0 1,0 0 0,0-1-1,0 0 1,1 1 0,-1-1-1,1-1 1,0 1 0,0-1-1,0 0 1,0 0 0,0 0-1,0-1 1,1 1 0,-1-1-1,0-1 1,7 1 0,-6-1-10,0 0 1,0 0 0,0 0 0,-1-1 0,1 0-1,0 0 1,0-1 0,-1 0 0,1 0 0,-1 0 0,1 0-1,5-5 1,-3 2-46,-1 0-1,0-1 1,0 0-1,-1 0 1,0-1-1,0 1 1,7-12-1,-1 0-157,-2-1-1,0-1 1,-1 1-1,-1-1 1,-1-1-1,5-25 0,-5 6-265,-2-1 0,-1 0-1,-2-1 1,-7-77 0,2 91 316,-2 0 0,0 1 0,-2 0 0,-9-27 0,9 37 133,1 1-1,-2 0 1,0 0 0,-1 1-1,0 0 1,-2 0 0,-16-18-1,24 29 22,-1 0-1,0 1 1,-1-1-1,1 1 1,-1 0-1,1 0 1,-1 0-1,0 1 0,0 0 1,-8-3-1,2 3 9,0 0 0,1 1-1,-1 0 1,-13 1-1,21 0-55,-1 0-1,1 0 0,0 0 0,-1 1 1,1-1-1,-1 1 0,1 0 0,0 0 1,0 0-1,0 0 0,-1 1 1,1-1-1,0 1 0,1 0 0,-1 0 1,0 0-1,0 0 0,1 0 0,-1 0 1,1 1-1,0 0 0,0-1 1,0 1-1,0 0 0,0 0 0,1 0 1,-1 0-1,1 0 0,0 0 1,0 1-1,0-1 0,0 0 0,0 6 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9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 4562,'0'0'7782,"-2"-3"-5968,-5-11-138,8 13-1625,-1 1 0,0 0 0,0 0 0,0-1 0,0 1 0,0 0 0,0 0-1,0-1 1,1 1 0,-1 0 0,0 0 0,0 0 0,0-1 0,0 1 0,1 0 0,-1 0 0,0 0 0,0 0 0,1 0 0,-1-1 0,0 1 0,0 0 0,1 0 0,-1 0 0,0 0-1,0 0 1,1 0 0,-1 0 0,0 0 0,0 0 0,1 0 0,-1 0 0,0 0 0,0 0 0,1 0 0,-1 0 0,0 0 0,0 0 0,1 0 0,-1 1 0,0-1 0,1 0 0,1 0 242,130 0 1897,2 0-3924,-132 0 301,-86 30-8961,44-21 5192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4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0 848,'-10'12'9153,"2"3"-5023,-6 38-2896,9-33 334,-10 50 382,2 0-1,4 1 1,-1 99-1,10-156-1792,0 1 0,1 0 0,0-1 0,7 29 0,-7-39-153,1 0 1,-1 0-1,1-1 0,0 1 1,0 0-1,0-1 0,1 0 1,-1 1-1,1-1 0,0 0 1,0 0-1,0 0 0,0-1 1,1 1-1,-1-1 1,0 0-1,1 0 0,0 0 1,0 0-1,-1-1 0,6 2 1,4 1-9,0-1 1,0-1 0,0 0 0,0 0 0,0-1-1,0-1 1,1-1 0,19-2 0,-13-1-175,0 0 0,0-2 0,-1 0 1,34-15-1,-37 12-78,28-11-414,-41 19 613,0 0-1,0 0 1,1 0 0,-1 1 0,0-1 0,0 1 0,1-1 0,-1 1 0,0 0 0,0 1 0,5 0 0,-8-1 54,0 0 1,1 0 0,-1 0 0,0 0 0,1 1-1,-1-1 1,0 0 0,1 0 0,-1 1 0,0-1-1,0 0 1,1 0 0,-1 1 0,0-1 0,0 0-1,1 1 1,-1-1 0,0 0 0,0 1 0,0-1-1,0 1 1,0-1 0,0 0 0,0 1 0,1-1-1,-1 1 1,0-1 0,0 0 0,0 1 0,0-1-1,-1 0 1,1 1 0,0 0 0,1 10 87,0 1 1,-2 0-1,1 0 0,-1-1 1,-1 1-1,0 0 0,-1-1 1,0 0-1,-1 1 1,0-1-1,-8 15 0,-4 3 151,-1 0 0,-1-2 0,-2 0 0,-44 48 0,59-70-223,-1-1 1,1 1-1,-1-1 1,-11 6 0,16-9-65,-1 0 0,0-1 1,1 1-1,-1 0 0,0 0 0,0-1 0,0 1 1,0-1-1,1 0 0,-1 0 0,0 1 1,0-1-1,0-1 0,0 1 0,0 0 1,0 0-1,0-1 0,0 1 0,1-1 1,-4 0-1,3-1-233,1 0 0,0 1 1,0-1-1,0 0 0,0 0 0,0 1 1,0-1-1,1 0 0,-1 0 0,1 0 1,-1 0-1,1 0 0,-1 0 1,1 0-1,0 0 0,0 0 0,0 0 1,1-3-1,-1-3-1136,-1-28-5450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2353,'0'0'5250,"0"21"-5330,-4-21 449,-2 0-321,-8 6-48,1 3-785,-7 0-2880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 5491,'13'63'1648,"-32"-70"180,0 1-1,-24-4 1,15 7-903,1 2 0,-1 1 0,-32 5 0,51-3-797,1 0 0,-1 0 0,1 1 0,-1 0 0,1 1-1,0-1 1,1 2 0,-1-1 0,1 1 0,-1 0 0,1 1 0,1 0 0,-1 0-1,1 0 1,0 1 0,-6 9 0,1-1-15,1 1 0,1 0 0,1 1 0,0 0-1,1 0 1,-9 33 0,8-15 366,2 0 1,-3 53-1,7 74 815,2-115-910,-1-21-115,2-1-1,1 0 0,1 1 1,1-1-1,13 42 0,-14-58-205,0-1 0,0-1 0,1 1 0,0 0-1,0-1 1,1 0 0,0 0 0,0 0 0,1-1 0,0 1-1,0-1 1,0-1 0,1 1 0,0-1 0,0 0-1,0-1 1,1 0 0,-1 0 0,1 0 0,14 3 0,-9-3-46,1-2 0,1 1 0,-1-2 0,0 0 1,0 0-1,1-2 0,-1 1 0,0-2 0,1 0 0,-1-1 1,0 0-1,-1-1 0,1-1 0,-1 0 0,18-9 1,-15 5-317,-1 0 1,0-1-1,0 0 1,-1-1 0,-1-1-1,0 0 1,0-1 0,-1 0-1,-1-1 1,0 0-1,16-30 1,-23 35-709,0 0-1,0 0 0,-1 0 1,0-1-1,-1 1 1,0-1-1,0 0 1,0-18-1,-2-21-9469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4498,'0'0'6363,"-4"19"-3556,-10 62-428,-5 30-463,18-97-1678,-35 499 5769,44-532-6047,1-12-926,-1-1-1,-2 1 0,-1-2 1,0-33-1,-4-138-6731,-3 99 3403,2 99 4379,1 0-1,-1 0 1,1 0 0,0 0 0,0 0-1,1 0 1,0 0 0,0 0 0,0 1-1,1-1 1,5-7 0,-3 5 258,1 1 0,0-1 0,1 1 0,0 1 0,0 0 0,13-10 0,-8 7 181,1 1 1,1 0-1,23-10 0,-28 15-271,0 0-1,-1 1 1,1 0-1,0 0 1,0 1 0,0 0-1,16 1 1,-22 0-154,0 1-1,0-1 1,0 1 0,0-1 0,0 1-1,0 0 1,0 0 0,0 0 0,-1 0-1,1 1 1,0-1 0,-1 1 0,1 0 0,-1 0-1,0-1 1,3 4 0,-2-1 64,0 0 0,0 0 0,0 0 0,0 1 1,-1 0-1,1-1 0,-1 1 0,2 8 0,0 4 411,-1-1 0,-1 1 0,0 0 0,-1 33 1,-3-41-447,1 1 1,-1 0 0,0-1 0,-1 0 0,0 1-1,-1-1 1,0 0 0,0-1 0,-1 1 0,0-1-1,0 0 1,-1 0 0,0 0 0,0-1 0,-9 8-1,-7 5-18,0-1-1,-1-1 1,-44 26-1,58-39-176,-1 0-1,-18 8 1,27-13 40,1 0 0,0 0 1,0 0-1,0 0 1,-1 1-1,1-1 0,0 0 1,0 0-1,0 0 0,-1 0 1,1 0-1,0 1 1,0-1-1,0 0 0,0 0 1,0 0-1,0 1 1,0-1-1,-1 0 0,1 0 1,0 1-1,0-1 1,0 0-1,0 0 0,0 0 1,0 1-1,0-1 1,0 0-1,0 0 0,0 1 1,0-1-1,0 0 0,0 0 1,0 1-1,1-1 1,-1 0-1,0 0 0,0 0 1,0 1-1,0-1 1,0 0-1,0 0 0,0 0 1,1 0-1,-1 1 1,0-1-1,0 0 0,0 0 1,1 0-1,-1 0 1,0 0-1,0 1 0,0-1 1,1 0-1,-1 0 0,12 9-184,113 78 1097,-95-65-822,-26-18-107,1-1 1,0 1-1,0-1 1,0 0 0,1-1-1,-1 1 1,9 2 0,10-4-3340,-23-1 3200,-1 0 0,0 0 0,1 0 0,-1-1 0,1 1 0,-1 0 1,1 0-1,-1 0 0,0 0 0,1 0 0,-1-1 0,1 1 0,-1 0 0,0 0 0,1-1 0,-1 1 1,0 0-1,1-1 0,-1 1 0,0 0 0,0-1 0,1 1 0,-1 0 0,0-1 0,0 1 0,1-1 1,3-25-8036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14102,'0'0'5251,"177"15"-6692,-160-15-1264,-10-15-3122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8340,'0'0'7779,"0"210"-5826,0-117-272,0-2-96,0-10-833,-4-21-368,4-15-112,0-18-272,0-12-112,0-9-464,-10-6-5795,-6 0-2849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12 153 2785,'0'0'11827,"-3"-1"-10530,3 1-1287,-9-4 2212,28 3-943,60 5-80,153 28 1,-105-11-940,446 48-113,-528-65-128,-42-15-3730,-3-19 3409,0 23-127,-1-12-312,0 0 0,0 0 1,-2 0-1,-9-32 0,10 43 736,0 1-1,-1 0 0,0 0 1,0 0-1,-1 1 0,1-1 1,-2 1-1,1 0 0,-1 0 1,0 0-1,0 1 0,0-1 1,-1 1-1,-12-8 2305,35 24-474,8 10-1606,-1 1-1,-1 1 0,38 51 1,-52-61-188,0 0 1,-1 0 0,-1 1-1,0 0 1,-1 0 0,-1 0-1,0 1 1,-1 0 0,0 0 0,2 28-1,-5-27 61,-1 0 0,0 0 0,-1 0 1,-4 19-1,2-25-27,1-1 1,-1 0 0,-1 0 0,0 0 0,0 0 0,-1-1-1,-11 16 1,-6 6 151,-34 33 0,46-52-304,-1-1 0,0-1 0,-1 0 0,1-1 0,-2 0-1,-16 8 1,28-15-567,-2 0 167,2-28-13299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6131,'0'0'4933,"-1"-5"-4709,-4-12 1723,4 40 791,1 1-3179,5 139 3510,31 196-1,-35-349-2975,0-1-25,1 1-1,-1 0 0,1-1 1,1 1-1,0-1 0,0 0 1,7 13-1,-5-19-1351,-3-10-24,-2-19-1121,0 20 1661,0-35-3728,0-1-2798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23 8788,'0'0'6435,"-5"2"-5205,-1 6-978,1 0 0,0 0 0,0 1 0,1-1 0,0 1 1,0 0-1,-5 19 0,-11 73 1138,8 14 587,4 156 0,8-260-1881,0 0 1,1-1 0,0 1 0,0 0 0,1-1 0,6 18 0,-6-25-86,-1 1 1,1-1 0,0 1 0,0-1 0,0 0 0,1 0 0,-1 0 0,1 0 0,-1 0 0,1 0 0,0-1 0,0 1 0,1-1 0,-1 0-1,0 0 1,1 0 0,-1 0 0,1-1 0,0 0 0,6 2 0,-3-1 1,1-1 0,-1 0-1,0 0 1,0-1 0,0 0 0,1 0 0,-1-1-1,0 0 1,0 0 0,0 0 0,9-4-1,-6 1-11,0 0-1,0-1 1,0 0-1,-1-1 0,0 0 1,15-13-1,-8 4-187,-2 0 0,0 0-1,0-2 1,-2 0 0,0 0 0,-1-1-1,11-24 1,-16 28-123,-1 0 0,0 0 0,-1 0 0,-1 0 0,3-30 0,-4 10-928,-4-51 1,1 69 1087,-2 0 0,0 0 0,-1 1 0,0-1 1,-1 1-1,-1 0 0,0 0 0,-2 1 0,1 0 0,-1 0 1,-1 0-1,-1 1 0,0 1 0,0 0 0,-1 0 1,-1 1-1,0 0 0,-24-15 0,28 21 257,0 2 0,0-1 0,-1 1 0,0 0 0,1 1 0,-1 0-1,0 0 1,0 1 0,0 0 0,0 1 0,0 0 0,-18 2 0,23-1-21,-1 0 0,0 0 0,1 0 0,-1 1 1,1-1-1,0 1 0,0 0 0,-1 0 0,1 1 0,1-1 0,-6 5 0,6-4-45,1-1 0,0 1 0,0-1-1,0 1 1,0 0 0,1 0-1,-1 0 1,1 0 0,-1 0 0,1 0-1,0 0 1,0 0 0,1 0-1,-1 1 1,1-1 0,-1 0-1,1 5 1,0-7-54,0-1 1,0 0-1,0 1 0,0-1 0,0 0 1,0 1-1,0-1 0,0 0 1,0 1-1,0-1 0,0 0 0,1 1 1,-1-1-1,0 0 0,0 1 0,0-1 1,0 0-1,1 1 0,-1-1 0,0 0 1,0 0-1,0 1 0,1-1 0,-1 0 1,0 0-1,1 1 0,-1-1 0,0 0 1,0 0-1,1 0 0,-1 1 0,0-1 1,1 0-1,-1 0 0,0 0 0,1 0 1,-1 0-1,0 0 0,1 0 0,-1 0 1,0 0-1,1 0 0,-1 0 0,1 0 1,-1 0-1,0 0 0,1 0 1,-1 0-1,0 0 0,1-1 0,-1 1 1,7 0-361,0 0-161,-1 0 0,1-1 0,-1 0 0,11-2 0,31-18-4127,-41 17 3834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1169,'0'0'10519,"0"-6"-9508,0 4-933,0 0 10,0 1 0,1 0-1,-1-1 1,0 1-1,0 0 1,1-1 0,-1 1-1,1 0 1,-1-1 0,1 1-1,1-2 1,-1 2 7,0 0 1,0 0-1,0 1 0,0-1 1,0 0-1,0 1 0,1-1 1,-1 1-1,0-1 1,1 1-1,-1 0 0,0-1 1,1 1-1,-1 0 1,0 0-1,1 0 0,1 0 1,2 0 184,0 0 1,0 0 0,0 1-1,0-1 1,0 1 0,9 3-1,-12-3-191,0 0-1,0 0 1,0 0-1,0 1 1,0-1 0,0 1-1,-1 0 1,1-1-1,-1 1 1,1 0 0,-1 0-1,1 0 1,-1 0-1,0 0 1,0 0 0,0 0-1,1 3 1,2 10 249,-1-1 1,0 1 0,-1 0-1,0 0 1,-1 0-1,-2 27 1,1-16-87,-1-10-91,0 0 0,-1 0 0,0 0 0,-1 0 0,-7 19 0,7-26-244,1 1 0,0 0 0,0-1-1,1 1 1,-1 18 0,2-28 67,0 0 0,0 0 0,0 1 0,0-1 0,0 0-1,0 0 1,0 0 0,1 0 0,-1 1 0,0-1 0,0 0 0,0 0 0,0 0-1,0 0 1,0 0 0,0 1 0,0-1 0,0 0 0,0 0 0,0 0 0,1 0 0,-1 0-1,0 0 1,0 1 0,0-1 0,0 0 0,0 0 0,0 0 0,1 0 0,-1 0-1,0 0 1,0 0 0,0 0 0,0 0 0,0 0 0,1 0 0,-1 0 0,0 0 0,0 0-1,0 0 1,0 0 0,1 0 0,-1 0 0,0 0 0,0 0 0,0 0 0,1 0-1,23 0-591,-15-1 532,-1 1 0,0 0 1,1 1-1,10 1 1,-17-1 82,0-1 1,0 1 0,0-1-1,0 1 1,-1 0 0,1 0-1,0 0 1,-1 0 0,1 0-1,-1 0 1,1 0 0,-1 0-1,1 1 1,-1-1 0,0 0-1,1 1 1,-1-1 0,0 1-1,0 0 1,0-1 0,0 1-1,-1 0 1,1 0 0,1 3-1,-1 4 69,1 1 0,-1-1-1,0 1 1,-1 0 0,0-1-1,-1 1 1,0 0 0,0-1-1,-1 1 1,0-1 0,-1 0-1,0 0 1,-6 12 0,5-15-59,0 0 1,0 0 0,-1 0-1,0 0 1,-9 7-1,11-10-108,0-1 0,0 0-1,0 0 1,0 0-1,0-1 1,0 1 0,0-1-1,0 0 1,-1 1-1,1-1 1,-1-1 0,1 1-1,-6 0 1,8-1-40,1 0 0,-1 0 1,1-1-1,-1 1 0,1 0 1,-1 0-1,1-1 1,-1 1-1,1 0 0,-1-1 1,1 1-1,0 0 0,-1-1 1,1 1-1,0-1 0,-1 1 1,1-1-1,0 1 0,0-1 1,-1 1-1,1 0 1,0-1-1,0 0 0,0 1 1,0-1-1,0 1 0,0-1 1,-1 1-1,1-1 0,0 1 1,1-2-1,-1-22-3349,0 16 1539,0-27-7111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12710,'0'0'7667,"188"30"-7443,-142-30-224,-6 0-64,-10-3-1712,-13-9-1570,-7 0-5538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84 248 6707,'0'0'11144,"-6"27"-10165,-13 65 515,-12 149 0,30-64 184,1-176-1677,0 9 86,0 1-1,1-1 1,0 0-1,4 20 1,-4-27-79,0-1 0,0 1 0,0-1 1,0 0-1,0 1 0,1-1 1,-1 0-1,1 0 0,0 0 0,-1 0 1,1 0-1,0 0 0,0 0 1,0-1-1,0 1 0,1-1 0,-1 0 1,0 1-1,1-1 0,-1 0 1,0 0-1,1 0 0,4 0 0,-1 0-6,1 0-1,0 0 0,0-1 0,-1 0 0,1 0 1,0 0-1,-1-1 0,1 0 0,0-1 0,-1 0 0,1 1 1,-1-2-1,0 1 0,0-1 0,0 0 0,0 0 1,0-1-1,-1 0 0,7-5 0,-1-1-167,-1 1 0,-1-2-1,1 1 1,-2-1 0,1-1 0,-2 1-1,1-1 1,6-18 0,-9 18-50,-1 0 0,0 0 0,-1-1 0,-1 0 1,0 1-1,0-1 0,-1 0 0,-1 0 0,0 0 1,-1 0-1,0 0 0,-1 0 0,-1 1 0,0-1 0,-1 1 1,0 0-1,0 0 0,-11-19 0,-10-3 37,0 1-1,-2 2 1,-61-55-1,27 27 234,54 52 49,0 0 1,0-1-1,1 1 0,0-1 1,-8-16-1,11 18 1,1 0-1,0 0 1,0 0 0,1-1-1,0 1 1,0 0 0,0 0-1,1-1 1,0-10 0,0 13-80,1 1 0,-1 0 0,1 0 0,0 0 0,0 0 0,0 0 0,1 0 0,-1 0 0,1 0 0,-1 0 0,1 0 0,0 1 0,0-1 1,3-3-1,0 1-57,1 0 0,0 1 0,0-1 0,0 1 0,0 0 0,8-3 0,-1 1-111,1 1-1,-1 0 1,1 1 0,0 0-1,0 1 1,19-1-1,-27 3 122,0 1-1,0 0 1,0 0-1,0 1 0,0-1 1,0 1-1,0 1 1,0-1-1,6 3 1,-9-2 18,0-1-1,0 1 1,0 0 0,0 1 0,0-1 0,0 0 0,-1 1 0,1 0 0,-1-1-1,0 1 1,0 0 0,0 0 0,0 0 0,0 0 0,-1 1 0,2 3-1,1 5 39,0 0 0,-1 1 0,0-1 0,-1 1-1,0 0 1,-1 14 0,-1 2 274,-6 48-1,1-53 72,-1 1 0,-1-2 0,-2 1 0,0-1-1,-24 43 1,31-62-313,-3 4 49,4-5-91,-1-1 0,1 1 0,0 0 0,0-1 0,0 1 1,0 0-1,0 0 0,0 0 0,1-1 0,-1 6 0,17-17-2594,23-28-3184,13-17-7582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67 11685,'0'0'203,"4"-2"243,-2 1-312,0 0 1,-1 0 0,1 0-1,0 0 1,-1 0 0,1-1-1,-1 1 1,0 0 0,0-1-1,1 1 1,-1-1 0,2-3-1,-2 2 300,0 0 0,0-1 0,0 1 0,-1-1-1,1 0 1,-1 1 0,0-8 0,0 11-402,0-1 0,0 1 0,0 0 0,0-1 0,0 1 0,0-1 0,0 1 0,-1-1 0,1 1 0,0 0 0,0-1 0,0 1 0,-1 0 0,1-1 0,0 1 0,0 0 0,-1-1 0,1 1 0,0 0 0,-1-1 0,1 1 0,0 0 0,-1 0 0,1-1 0,0 1 0,-1 0 0,1 0 0,-1 0 0,1-1 0,-1 1 0,1 0 0,0 0 0,-1 0 0,1 0 0,-1 0 0,1 0 0,-1 0 0,1 0 1,0 0-1,-2 0 0,1 1-10,-1-1 1,0 0-1,0 1 1,1 0-1,-1-1 1,0 1-1,1 0 1,-1-1 0,1 1-1,-1 0 1,1 0-1,-2 2 1,-12 13 333,2 2 0,0-1 0,1 2 1,0 0-1,-13 31 0,14-28-47,11-22-308,-16 31 672,-13 34 1,26-55-514,-1-1 0,2 1 0,0 1 0,0-1 0,0 0 0,1 0 0,1 21 0,0-31-158,0 1 0,0-1 0,0 1 0,0-1 0,0 1 0,0-1 0,1 1 0,-1-1 0,0 1-1,0-1 1,0 1 0,0-1 0,1 0 0,-1 1 0,0-1 0,0 1 0,1-1 0,-1 0 0,0 1 0,1-1 0,-1 1 0,0-1 0,1 0 0,-1 0 0,1 1 0,-1-1 0,0 0-1,1 0 1,-1 1 0,1-1 0,-1 0 0,1 0 0,4 1-42,1 0 1,-1 0-1,0 0 0,0-1 1,0 0-1,1 0 1,-1 0-1,0-1 0,0 0 1,0 0-1,9-3 0,-5 0-156,1 0-1,-1 0 0,0-1 0,0 0 1,12-10-1,0-3-550,0 0 0,-2-2 0,28-35-1,-37 44-75,-2-1 0,0 0 0,0 0-1,-1-1 1,-1 0 0,0 0 0,0-1-1,-2 0 1,0 0 0,0 0 0,-1 0 0,-1 0-1,1-24 1,-3 35 2397,0 10 1137,0 246 5202,0 134-4832,0-358-2916,0-26-166,0 0 0,0 0 0,0 0-1,0 0 1,-1 0 0,1 0 0,-1 0-1,0 0 1,0 0 0,0 0-1,0 0 1,0 0 0,-1 0 0,1-1-1,-1 1 1,0-1 0,0 1 0,0-1-1,0 0 1,-3 3 0,0-2-52,0 0 0,-1 0-1,1-1 1,0 0 0,-1 0 0,0 0 0,0-1 0,1 0 0,-9 1 0,-22 2-1414,-53-2 0,75-2 1095,9 0 223,0 0-1,0 0 1,0-1-1,0 1 1,0-1-1,0-1 1,1 1-1,-1-1 1,-9-4-1,11 5 81,1-1 0,-1 0 0,1 0 0,0 0 0,0 0-1,0 0 1,0 0 0,0-1 0,0 1 0,0-1 0,1 1-1,-1-1 1,1 0 0,0 0 0,0 0 0,0 1 0,-1-6-1,0-3-345,0 1 1,1 0-1,1-1 0,0 1 0,0-1 0,1 1 0,0-1 0,1 1 0,0 0 0,0-1 0,1 1 0,7-14 0,0 4-2019,18-24-1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 6403,'0'0'11378,"-7"-1"-10217,4 0-1059,-1 1 0,1-1 1,-1 1-1,0-1 0,1 1 0,-1 0 0,0 1 1,1-1-1,-1 0 0,0 1 0,1 0 0,-1 0 1,1 0-1,-1 1 0,1-1 0,0 1 0,-1-1 1,1 1-1,0 0 0,0 0 0,0 1 0,0-1 1,1 1-1,-1-1 0,-2 5 0,0 0 10,0 1-1,1 0 1,0 0 0,1 0-1,0 1 1,0-1 0,0 1-1,1-1 1,-1 16 0,0 6-28,3 46 1,1-59-80,0-3-10,0 0 0,1-1 0,0 0 0,1 1 0,1-1 0,0 0 0,9 17 0,5 5-106,28 42 1,-28-49 41,-10-17 44,-2-1 0,1 2 0,-2-1 0,0 1 0,0-1 0,-1 1 0,0 1 0,-1-1 1,0 0-1,-1 1 0,0 14 0,-2-26 24,0 0 0,0 1 1,0-1-1,-1 1 0,1-1 1,-1 1-1,1-1 0,-1 0 0,1 1 1,-1-1-1,0 0 0,0 0 0,1 1 1,-1-1-1,0 0 0,0 0 1,0 0-1,0 0 0,-1 0 0,1 0 1,0-1-1,0 1 0,0 0 1,-1 0-1,1-1 0,-3 1 0,-3 2 7,-1 0-1,-1-1 0,-12 1 1,9-1 11,-20 3-36,-1-1 0,1-2 1,-1-1-1,-49-5 0,81 4-55,-1 0-1,1-1 1,-1 1-1,1-1 1,-1 1-1,1-1 1,-1 0 0,1 1-1,0-1 1,-1 0-1,1 0 1,0 0-1,0 0 1,-1 0-1,1 0 1,0-1-1,0 1 1,0 0 0,0 0-1,1-1 1,-1 1-1,0-1 1,0 1-1,1-1 1,-1 1-1,1-1 1,-1-2-1,-1-4-492,1-1-1,1 0 0,-1 1 1,2-11-1,-1 6-114,0-37-2858,0-3-1849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14871,'0'0'8180,"203"138"-8148,-179-129-64,-11-3 32,-9-3-849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7940,'0'0'12661,"181"67"-12164,-145-67-465,-2 0-32,-11 0-1409,-6-3-1568,0-15-3266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10373,'0'0'6379,"19"-14"-5896,64-51-777,-75 58 39,-1 0 0,0-1 1,0 0-1,-1 0 0,0 0 0,0-1 0,7-14 1,-6 9-317,4-6-713,-1 0 1,-1-1-1,0 1 0,-2-2 0,5-21 1,-12 42 1525,0 1 0,0-1 0,0 1 1,0-1-1,0 1 0,0-1 0,0 1 1,1-1-1,-1 1 0,0-1 0,0 1 1,1 0-1,-1-1 0,0 1 0,1-1 1,-1 1-1,0 0 0,1-1 0,-1 1 1,0 0-1,1 0 0,-1-1 0,1 1 1,-1 0-1,1 0 0,-1-1 0,0 1 1,1 0-1,-1 0 0,1 0 0,-1 0 1,1 0-1,-1 0 0,1 0 0,-1 0 1,1 0-1,-1 0 0,1 0 0,-1 0 1,1 0-1,0 1 0,4-1-73,-4 3 263,21 158 2479,2 253 0,-24-199-2394,0-214-645,0-6-1505,0-57-3585,0 26 122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9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7876,'0'0'10917,"33"0"-10005,1 0-176,3 0-496,6 0 33,-6 0-273,-4 0-321,-9 0-479,-4 0-801,-7-6-688,-10-3-976,-3 0-2226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5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11093,'0'0'8052,"207"66"-8052,-164-66-128,1 0-1505,-14-21-3345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3970,'-2'0'12175,"0"6"-11371,4 336 6214,0 11-5832,-2-353-1336,0-2-498,8-91-4296,-2 46 1516,0-3-1750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2177,'0'0'17575,"-1"10"-16816,-23 136 1489,6-54-1415,5 0 402,-1 151 1,13-238-1206,1 0 1,0 0-1,1 0 1,-1 0-1,1 0 1,0 0 0,0 0-1,1 0 1,2 6-1,-3-9-25,1-1 1,-1 1-1,1 0 0,0 0 0,-1-1 0,1 1 0,0-1 0,0 1 1,0-1-1,0 0 0,0 1 0,0-1 0,0 0 0,1-1 0,-1 1 0,0 0 1,0-1-1,1 1 0,-1-1 0,5 1 0,0-1-16,0 1-1,1-1 0,-1 0 1,0 0-1,1-1 1,-1 0-1,0 0 0,0-1 1,0 0-1,0 0 1,0-1-1,12-6 1,-8 2-121,0-1 1,-1 0 0,0 0-1,0-1 1,-1 0 0,12-15-1,-12 12-122,0 0-1,-1 0 1,0-1-1,-1 0 0,0 0 1,-1-1-1,-1 0 1,0 0-1,3-17 1,-4 6-390,-1 0 0,0 0 0,-2 0 0,-4-41 0,2 55 529,0 0-1,-1 1 1,0-1 0,-1 1-1,0 0 1,-1 0 0,0 0-1,0 0 1,-1 1 0,-1-1-1,-9-13 1,10 18 158,0-1 1,0 1-1,0 0 0,0 0 1,-1 1-1,0 0 0,0 0 1,0 0-1,0 0 0,-1 1 1,0 0-1,1 1 1,-1-1-1,0 1 0,0 1 1,0-1-1,0 1 0,-8 0 1,-77 1 292,91 0-406,0 0 0,-1 0-1,1 0 1,0 0 0,0 0 0,0 0 0,0 0 0,0 1 0,0-1 0,0 0-1,0 1 1,0-1 0,0 1 0,0-1 0,0 1 0,0-1 0,0 1-1,0 0 1,1-1 0,-1 1 0,0 0 0,0 0 0,1 0 0,-1-1-1,0 1 1,1 0 0,-1 0 0,1 0 0,-1 0 0,1 0 0,0 0 0,-1 0-1,1 0 1,0 0 0,0 1 0,-1-1 0,1 1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6851,'0'0'8668,"1"4"-7481,-1 0-971,0 0-1,0-1 1,0 1-1,-1-1 1,1 1-1,-1 0 1,0-1 0,0 0-1,0 1 1,0-1-1,-1 1 1,1-1-1,-3 4 1,-33 43 1109,16-23-908,-4 7 17,-38 51 419,-73 133-1,133-214-833,1 1 0,0 0 0,0 0-1,0 1 1,0-1 0,1 0-1,0 1 1,0-1 0,0 9-1,1-14-14,1 1 0,-1-1 0,0 1 0,0-1 0,0 1 0,0 0 0,0-1 0,0 1 0,1-1 0,-1 1 0,0-1 0,0 1 0,1-1 0,-1 1 0,0-1 0,1 0 0,-1 1 0,0-1 0,1 1-1,-1-1 1,1 0 0,-1 1 0,1-1 0,-1 0 0,2 1 0,17 2 22,23-8-91,-20-1-244,-1-1 0,0-1 0,0-1 0,-1-1 0,28-18 0,42-19-2167,-77 41 2463,0 2-1,0-1 0,1 1 1,-1 1-1,1 1 0,0 0 1,0 0-1,16 1 1,-30 2 59,0-1 1,1 0-1,-1 0 1,1 0 0,-1 1-1,1-1 1,-1 0 0,0 1-1,1-1 1,-1 0 0,1 1-1,-1-1 1,0 0-1,1 1 1,-1-1 0,0 1-1,0-1 1,1 1 0,-1-1-1,0 0 1,0 1-1,0-1 1,0 1 0,0-1-1,1 1 1,-1-1 0,0 1-1,0-1 1,0 1 0,-1 0-1,2 20 242,-2-16-167,-1 12-329,2-16 162,-1-1-1,1 0 1,0 0 0,0 0 0,0 0 0,0 0 0,0 0 0,0 0 0,0 1 0,-1-1 0,1 0 0,0 0 0,0 0 0,0 0 0,0 0 0,-1 0 0,1 0 0,0 0 0,0 0 0,0 0 0,0 0 0,0 0 0,-1 0 0,1 0 0,0 0 0,0 0 0,0 0 0,0 0 0,-1 0-1,1 0 1,0 0 0,0 0 0,0 0 0,0 0 0,-1 0 0,1 0 0,0 0 0,0-1 0,0 1 0,0 0 0,0 0 0,0 0 0,0 0 0,-1 0 0,1-1 0,-2-1-377,0-1 0,1 1 0,-1-1 0,1 0 0,-1 0-1,1 0 1,0 1 0,-1-5 0,-8-31-3077,0-6-1705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4066,'0'0'12632,"0"28"-11196,0 176 695,1-124-1251,0 3 228,-11 97-1,2-126-1187,-2 21 396,9-39-10154,-2-60 690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9092,'0'0'14631,"10"-3"-18665,-10-6-1216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94 121 10373,'0'0'6589,"1"26"-5465,3 87-68,-3-103-811,0-1-1,1 1 1,0 0-1,5 14 0,-5-19 4,0 0 1,1 0-1,0 0 0,0-1 0,7 8 0,-10-11-231,1 0 0,0 0 0,0 0 0,-1 0 0,1-1 0,0 1 0,0 0 1,0-1-1,0 1 0,0 0 0,0-1 0,0 1 0,0-1 0,0 0 0,0 1 0,0-1 1,0 0-1,1 0 0,-1 0 0,0 0 0,0 0 0,0 0 0,0 0 0,0 0 0,0 0 1,1 0-1,-1 0 0,0-1 0,0 1 0,0-1 0,0 1 0,0-1 0,0 1 0,0-1 0,0 1 1,0-1-1,0 0 0,-1 1 0,1-1 0,0 0 0,0 0 0,0 0 0,-1 0 0,1 0 1,0-1-1,7-11-214,-1-1 0,0 1 1,-1-1-1,-1-1 0,0 1 1,4-22-1,-4 7-363,-2 1 0,1-48-1,-4 71 523,0 0 0,0 0 0,0 0 0,-1 0 0,0 0 0,0 1 0,0-1 0,-1 0 0,1 0 0,-1 1 0,0-1 0,-1 1 0,-4-7 0,4 8 37,1 0 0,-1 0 1,0 1-1,0 0 0,-1-1 1,1 1-1,0 0 0,-1 1 1,1-1-1,-1 1 1,0-1-1,1 1 0,-1 0 1,0 1-1,0-1 0,0 0 1,-7 1-1,7 0 5,0 0-1,0 0 1,1 0-1,-1 1 1,0 0 0,0-1-1,0 1 1,1 1 0,-1-1-1,0 0 1,1 1-1,0 0 1,-1 0 0,-4 3-1,4-1 18,0 0 0,-1 0 0,1 1 0,1-1 0,-1 1 0,1 0 0,0 0 0,-4 9 0,-1 7 120,0-1 1,2 2-1,1-1 0,-3 27 1,-2 42 818,5 182 0,5-220-735,1-11 66,7 43 0,-6-67-181,2 0 0,0 0 1,1-1-1,13 31 1,-15-40-84,1 0 1,0 0 0,1 0-1,-1 0 1,1 0 0,1-1-1,-1 0 1,1 0 0,0-1-1,0 0 1,12 8 0,-14-11-21,1 0-1,0 1 1,0-1 0,0-1 0,0 1 0,0-1-1,0 0 1,0 0 0,0 0 0,0-1 0,1 0-1,-1 0 1,0 0 0,0-1 0,1 1 0,-1-1 0,0-1-1,8-2 1,-4 1-9,0-2-1,-1 1 1,1-1-1,-1-1 1,0 0-1,0 0 1,-1 0 0,9-10-1,7-9-171,20-30-1,-3-1-1350,39-71 0,-62 94-226,-1 0 1,-2-1-1,20-68 1,-19 22-3359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1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4482,'0'0'12582,"5"2"-12054,-3-1-494,-1 0-1,1-1 1,-1 1 0,1 0-1,-1 0 1,1 0 0,-1 0-1,0 0 1,1 0 0,-1 0-1,0 0 1,0 0 0,0 0-1,0 1 1,0-1 0,1 3-1,0 0 16,-1 1-1,0-1 1,0 0-1,-1 1 1,1-1-1,-1 0 1,0 7-1,0 8 76,0 1-1,-1-1 0,-1 1 0,-1-1 0,-1 0 0,-10 30 0,-13 29 63,-255 812 1968,274-858-2089,-68 279 288,59-223-324,-8 139-1,24-128-244,1-97 134,0 0 0,0 0 0,0 0 1,0 0-1,0-1 0,1 1 0,-1 0 1,1 0-1,-1-1 0,1 1 0,-1 0 0,1-1 1,0 1-1,0 0 0,0-1 0,0 1 1,0-1-1,0 1 0,0-1 0,1 0 1,-1 0-1,1 1 0,-1-1 0,3 1 0,-3-1-139,1-1-1,0 0 1,0 0-1,0 0 0,-1 0 1,1 0-1,0-1 0,0 1 1,0 0-1,-1-1 0,1 1 1,0-1-1,-1 0 0,1 1 1,0-1-1,-1 0 0,1 0 1,-1 0-1,0 0 0,3-3 1,4-4-1837,0-1 1,0 0-1,-1-1 1,10-17-1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61 5699,'0'0'5997,"-2"-7"-5314,1 4-469,-6-24 183,4 4 6091,3 25-6440,1-1-1,0 1 0,0 0 1,0 0-1,0-1 1,0 1-1,0-1 0,0 1 1,0-1-1,2 2 1,6 7 79,26 46 305,-3 1 1,35 84 0,35 129 522,-81-213-759,-4-8-93,63 163 158,-59-163-187,3 0 1,33 51-1,-48-86 12,0-1 1,0 0 0,1-1 0,1 0 0,0-1 0,20 17 0,-24-22 77,-6-5-1058,-1-4-259,0-7 117,0-75-4670,0 23 228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1:2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 26 7507,'0'0'8092,"-5"-4"-7275,-13-12-244,16 15-539,1 0-1,-1 0 1,1 1-1,-1-1 1,0 1 0,1-1-1,-1 1 1,0-1-1,0 1 1,1 0-1,-1 0 1,0 0 0,0 0-1,1 0 1,-1 1-1,0-1 1,1 0-1,-1 1 1,0-1 0,1 1-1,-1-1 1,0 1-1,-1 1 1,-5 4 3,-1 1 0,2 0 0,-1 0 1,-11 16-1,7-9 17,-57 72 522,-104 173-1,124-182-267,13-19-159,-118 180 233,-17-13-27,164-219-337,6-5-14,0 0 1,-1 1-1,1-1 0,0 0 1,0 0-1,0 1 0,0-1 1,0 1-1,0-1 1,0 1-1,1-1 0,-1 1 1,1-1-1,-1 1 1,0 2-1,1 0-4,0-4-109,2 0-1273,1 0 1172,4 1-597,1-1 0,-1-1 0,0 1 0,1-1 0,-1-1 0,14-3 0,12-14-4724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45 6739,'0'0'4610,"-1"-5"-4450,-5-35 3821,6 49-3909,0 555 6064,1-563-7011,1-4 244,1-8-918,-2-16-2805,-1-3-2748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22 4402,'0'0'4173,"-7"-3"-3947,-1-1 195,-1 1 0,1 0 0,-1 1-1,0 0 1,0 0 0,-18 0 0,24 2-343,0 0 1,0 0-1,1 0 1,-1 0-1,0 1 1,1 0-1,-1-1 0,0 1 1,1 0-1,-1 0 1,1 0-1,-1 0 1,1 1-1,0-1 1,-1 1-1,1 0 1,0-1-1,0 1 1,0 0-1,0 0 1,0 0-1,1 1 1,-1-1-1,1 0 1,-1 0-1,1 1 0,0-1 1,-1 4-1,-38 72 923,5 1-1,-44 142 1,70-175-481,2 1 0,2-1 0,2 1 0,3 53 0,0-56 55,0-24-292,1 0 1,0 1-1,2-1 1,0 0 0,11 35-1,-12-50-244,0 1 1,0-1-1,0 1 0,1-1 0,0 0 0,0 0 0,0 0 1,1-1-1,0 1 0,0-1 0,0 0 0,0 0 1,1 0-1,-1 0 0,1-1 0,0 0 0,0 0 0,0 0 1,0-1-1,1 1 0,-1-1 0,1-1 0,-1 1 1,11 1-1,-8-2-14,-1-1 1,1 1-1,0-1 0,-1-1 1,1 1-1,-1-1 1,1-1-1,-1 1 0,1-1 1,-1-1-1,13-5 1,-11 3-80,1-1-1,-1-1 1,0 1 0,-1-1 0,1-1 0,-2 0 0,12-13 0,-2 0-215,-1-2 0,-1 1 0,-1-2 1,-1 0-1,-1-1 0,-1 0 0,13-46 0,-14 30 77,-2-1 0,-1 0 0,-3 0 0,0-55 0,-3 37 89,1 19-353,-6-56 0,3 86 339,-1 0 0,0 0 0,-1-1 0,0 1 0,0 1 0,-1-1 0,-1 0 0,0 1 0,-10-16 0,13 23 133,0 0 1,0 1-1,0-1 0,-1 0 1,1 1-1,-1 0 1,1-1-1,-1 1 0,0 0 1,0 1-1,0-1 0,0 0 1,0 1-1,0-1 1,0 1-1,0 0 0,-1 0 1,1 1-1,0-1 0,-1 0 1,-4 1-1,7 1-191,0 1 0,0 0-1,0-1 1,0 1 0,1-1-1,-1 1 1,0 0 0,1 0-1,-1-1 1,1 1 0,0 0-1,-1 0 1,1 0 0,0 2-1,-2 6-2362,-7 18-4988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8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52 121 7267,'0'0'8599,"-2"-15"-7769,0 1-638,0 0 0,1-21 0,2 34-169,-1-1 0,1 0 0,-1 1 0,1-1 0,0 0 0,0 1 0,0-1 0,0 1 0,0-1 1,0 1-1,0 0 0,0-1 0,0 1 0,1 0 0,-1 0 0,1 0 0,-1 0 0,1 0 0,-1 0 0,1 0 0,-1 0 0,1 1 0,0-1 0,0 1 0,-1-1 0,1 1 1,0-1-1,0 1 0,-1 0 0,4 0 0,3-1 9,16-3 32,0 1 0,0 1 1,34 1-1,-38 1-12,-17 0-33,1 0-1,0 0 1,0 0-1,-1 1 1,1 0-1,0-1 1,-1 1-1,1 0 0,0 1 1,-1-1-1,0 0 1,1 1-1,-1 0 1,0 0-1,0 0 1,0 0-1,0 1 0,0-1 1,0 1-1,-1 0 1,1-1-1,-1 1 1,0 0-1,0 1 1,0-1-1,0 0 0,0 0 1,-1 1-1,0-1 1,1 1-1,-1 0 1,0-1-1,-1 1 1,1 4-1,0 1 123,0 0 0,-1 0 0,0 1 0,0-1 0,-1 0 0,-1 1 0,1-1 0,-1 0 0,-1 0 0,0 0 1,-7 15-1,0-6 19,-1-1 0,0 0 1,-1-1-1,-21 22 0,-80 72 179,4-3-285,107-104-53,-1-1 0,1 1 0,0 0 1,1 0-1,-1 0 0,0 0 0,-1 4 1,3-6-1,0 0 0,0-1 0,-1 1 0,1 0 0,0 0 0,0-1 0,0 1 1,0 0-1,0 0 0,0 0 0,0-1 0,0 1 0,0 0 0,0 0 0,0-1 0,0 1 1,1 0-1,-1 0 0,0-1 0,1 1 0,-1 0 0,0-1 0,1 1 0,-1 0 0,1-1 1,-1 1-1,1-1 0,-1 1 0,1 0 0,-1-1 0,1 0 0,0 1 0,-1-1 0,1 1 1,0-1-1,-1 0 0,1 1 0,1-1 0,8 3 51,1-1 0,0 0 0,0-1 0,20 0 0,50-4 104,-71 2-181,-1-1-1,1 0 1,-1 0-1,0-1 0,0 0 1,17-8-1,-21 8-300,0 1-1,0-2 0,0 1 0,-1 0 0,8-8 0,-10 9-219,0-1 0,0 1-1,-1 0 1,1-1 0,0 0 0,-1 1 0,0-1-1,1 0 1,-1 0 0,0 0 0,0-4 0,0-11-7471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9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866 149 7299,'0'0'7044,"-12"-14"-6839,-61-72-154,68 82-29,0-1 1,-1 1-1,0 0 1,1 0 0,-2 0-1,1 1 1,0 0-1,-1 0 1,1 1-1,-1-1 1,0 2-1,0-1 1,-13-1 0,-11 1 240,1 1 1,-30 3-1,9-1-195,29 1-40,-1 2 0,1 0 0,0 1 0,1 1 0,-1 1 0,-20 10 0,16-7 88,11-5 93,-9 4 218,-40 20 0,58-26-282,-1 1 0,0 1-1,1-1 1,0 1-1,0 0 1,1 1 0,-1-1-1,1 1 1,0 0 0,-4 8-1,-6 13 89,2 1 0,0 0 0,2 1 0,2 0 0,-8 40-1,-17 154 771,32-213-943,-21 425 2349,22-413-2251,2-1 0,1 1 0,1 0-1,0-1 1,2 1 0,13 37 0,-15-50-133,1-1-1,0-1 1,0 1 0,1 0 0,0-1 0,0 0-1,1 0 1,-1-1 0,2 1 0,-1-1 0,1 0-1,0-1 1,0 0 0,0 0 0,1 0 0,-1-1-1,1 0 1,0-1 0,16 5 0,-10-4-14,0-2 1,1 1 0,-1-2-1,1 0 1,-1 0-1,0-2 1,1 1-1,-1-2 1,1 0-1,-1-1 1,0 0 0,0-1-1,-1-1 1,1 0-1,-1-1 1,0 0-1,17-11 1,3-6-203,-2-2 0,0-1 0,-2-1 0,0-1-1,-2-2 1,-2 0 0,0-2 0,-2-1 0,-2-1 0,23-47 0,-23 32-63,-3 0 0,-1-2 0,-3 0 0,-2 0-1,8-85 1,-5-265-1615,-15 382 1810,0 15 29,0 0 0,0 0 0,0-1-1,-1 1 1,0 0 0,0 0 0,0 0-1,0 0 1,0 0 0,-1 1 0,0-1-1,1 0 1,-1 0 0,-1 1 0,1 0-1,0-1 1,-1 1 0,0 0-1,0 0 1,0 0 0,0 1 0,0-1-1,-1 1 1,1-1 0,-1 1 0,1 0-1,-1 1 1,0-1 0,0 0 0,0 1-1,0 0 1,0 0 0,0 0 0,-8 0-1,-15 1-2946,-8 0-2220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09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10917,'0'0'5819,"15"17"-5048,24 29-191,142 176 1913,63 190 480,-73-110-1563,-139-249-1225,-32-52-303,0-5-1363,0-8 229,0-1-1,-2 1 1,1 0-1,-1 0 1,-6-20-1,-6-9-3480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0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826 0 9524,'0'0'3778,"-22"5"-3479,7-2-210,5-1-20,0 0 0,0 0-1,0 1 1,0 0 0,0 1 0,0 0-1,1 1 1,0 0 0,0 0-1,0 1 1,0 0 0,1 0-1,-12 13 1,-20 29 783,-64 101-1,-17 62 342,62-103-877,17-33-129,-75 125 249,85-151-339,-73 87 0,88-120-57,17-16-50,0 1 1,0-1 0,-1 0-1,1 0 1,0 0 0,0 1-1,0-1 1,-1 0 0,1 0 0,0 0-1,0 0 1,0 1 0,-1-1-1,1 0 1,0 0 0,0 0-1,-1 0 1,1 0 0,0 0 0,-1 0-1,1 0 1,0 0 0,0 0-1,-1 0 1,1 0 0,0 0 0,-1 0-1,1 0 1,0 0 0,0 0-1,-1 0 1,1 0 0,-1-7-297,2 5 126,-1-5-405,1 1 0,0-1 1,0 0-1,1 1 0,0-1 0,0 1 0,0-1 0,7-11 0,14-23-4636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0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9428,'0'0'7108,"9"-1"-6193,146-2 2311,-84 3-5450,-8 1-7617,-74-1 3438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0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8132,'0'0'5586,"180"12"-4561,-126-12-753,-14 0-192,-13 0-80,-11-6-1169,-9 0-2784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1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7507,'-2'-1'8228,"0"8"-7796,-13 579 4288,10-392-3067,5-169-1351,0-24-248,0-6-620,0-108-8086,0 63 1313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2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77 5330,'0'0'8783,"1"-3"-7465,2-3 1713,-3 12-1729,-7 28-1358,0-1 461,-4 52 648,4 1-1,5 90 1,2-150-889,0-5 49,0 1 1,1-1-1,2 0 1,7 34-1,-8-49-179,0-1 0,-1 1 0,2-1 0,-1 0 0,1 0 0,0 0 0,0 0 0,0 0 0,1 0 0,-1-1 0,1 0-1,0 1 1,1-2 0,-1 1 0,1 0 0,-1-1 0,1 0 0,0 0 0,1 0 0,-1-1 0,9 4 0,-5-4-26,-1 0 0,1 0 0,0-1 0,0 0 0,0-1 0,-1 1 0,1-2 0,0 1 0,0-1 0,0-1 0,-1 0 0,1 0 0,-1 0 0,1-1 0,-1-1 0,0 1 0,0-1 0,0-1 0,-1 1 0,1-1 0,-1 0 0,0-1 0,-1 0 0,9-9 0,0-1-221,-1-1 1,-1 0-1,-1-1 1,0-1-1,-1 0 0,-1 0 1,-1-1-1,-1 0 1,0-1-1,-2 1 0,0-2 1,-2 1-1,0 0 1,-1-1-1,0-37 0,-3 47 88,0-20-474,-5-44 0,3 66 516,0-1 0,-1 1 1,0-1-1,0 1 0,-1 0 1,0 0-1,-11-18 1,8 18 64,0-1 0,0 2 0,-1-1 1,-1 1-1,1 0 0,-19-13 0,20 17 17,0 1-1,0 0 0,0 0 0,-1 1 0,0-1 1,0 2-1,0-1 0,0 1 0,0 1 0,-16-2 0,15 2 2,-64-1-41,66 2 17,0 1-1,1 0 1,-1 0-1,1 0 1,-1 1-1,1 0 1,0 0-1,-9 4 1,-1 10-763,12-6-1566,4-10 2105,0 0 0,0 1 0,0-1 0,0 0 0,0 1 0,0-1 0,0 0 0,0 1 0,0-1 0,0 0 1,0 1-1,1-1 0,-1 0 0,4 3-3223,13 1-3591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2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2625,'0'0'9751,"0"-7"-8390,0-21-219,0 21 421,1 7-1475,0-1-1,-1 1 0,1 0 1,0 0-1,-1 0 1,1 0-1,0 1 0,-1-1 1,1 0-1,0 0 1,-1 0-1,1 0 0,-1 1 1,1-1-1,0 0 0,-1 1 1,1-1-1,-1 0 1,1 1-1,-1-1 0,1 0 1,-1 1-1,1-1 1,-1 1-1,0-1 0,1 1 1,-1-1-1,0 1 1,1 0-1,-1-1 0,0 1 1,1 0-1,7 45 626,-1 1-1,0 94 0,-6 250 1750,-1-208-1957,-1-183-509,1 1 1,0-1-1,0 1 1,0 0-1,0-1 0,0 1 1,0-1-1,0 1 1,0 0-1,0-1 1,0 1-1,0-1 0,1 1 1,-1 0-1,0-1 1,0 1-1,1-1 1,-1 1-1,0-1 1,0 1-1,1-1 0,0 1 1,0-1-61,-1-1 0,1 0 1,-1 0-1,1 1 0,-1-1 0,1 0 1,-1 0-1,1 0 0,-1 0 0,0 0 1,0 0-1,1 0 0,-1 0 0,0 0 1,0-1-1,3-23-2256,-1 0 1,-3-35-1,1 21-1889,0-21-5838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3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7267,'0'0'7158,"1"-3"-6653,2 96 3112,0 486 2167,-3-564-5746,0 0 0,1 1 0,0-1 1,1 0-1,1 0 0,7 22 0,-9-34-36,-1-2-5,0-1-1,0 1 1,0-1-1,1 1 0,-1 0 1,0-1-1,1 1 0,-1-1 1,0 1-1,1-1 1,-1 1-1,0-1 0,1 1 1,-1-1-1,1 0 0,-1 1 1,1-1-1,-1 1 1,1-1-1,0 0 0,-1 0 1,1 1-1,-1-1 1,2 0-1,-1-5-2533,-1 1 1586,0 0 0,0 0 0,-1 0 0,0 0 0,1 0 0,-2 1 0,1-1 0,-2-4 0,-9-10-9406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3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201 78 3362,'0'0'10167,"0"-8"-9279,4-23-26,-3 30-798,-1 0-1,1 0 1,-1 0 0,1 0 0,-1 0-1,1 0 1,0 0 0,-1 0-1,1 0 1,0 0 0,0 0 0,0 0-1,0 0 1,0 1 0,0-1 0,0 0-1,0 1 1,0-1 0,0 1-1,0-1 1,0 1 0,2-1 0,2-1 183,3-2-48,1 1 0,0 0-1,0 1 1,0 0 0,0 1 0,0 0 0,0 0 0,0 1 0,0 0 0,18 2-1,-25-1-177,-1-1 1,1 1-1,0-1 0,0 1 0,0 0 0,-1 0 0,1 0 0,0 0 0,-1 0 0,1 0 0,-1 0 0,1 0 0,-1 1 0,1-1 0,-1 1 0,0-1 0,0 1 0,0-1 0,0 1 0,0 0 0,0-1 0,0 1 0,-1 0 0,1 0 0,0 0 0,-1 0 0,1 3 1,1 5 238,-1 1 1,0 0-1,0 15 1,-1-25-238,0 9 121,1-3-69,-1 0 0,0 0 0,0 0 0,-1 1 0,0-1 0,0 0 0,-1 0 1,0 0-1,0 0 0,0 0 0,-1-1 0,-6 12 0,-4 1-12,-1-1 0,-1 0 0,-1-1-1,-34 28 1,-81 53-10,67-53 2,61-43-53,-5 3-3,1 1 1,-1 1-1,-11 11 0,17-15 10,0 0 0,0-1 0,0 1 0,1 0 0,-1 0 0,1 0 0,0 0 0,0 0-1,0 1 1,0-1 0,0 0 0,1 0 0,0 1 0,-1 4 0,1-7-5,0 1 0,1-1 0,-1 1 0,0-1 0,1 0 0,-1 1 0,0-1 0,1 0 0,-1 0 0,1 1 0,0-1-1,0 0 1,-1 0 0,1 0 0,0 0 0,0 0 0,0 0 0,0 0 0,2 2 0,1-1 22,-1 0 0,1 0-1,0 0 1,0 0 0,0 0 0,6 1-1,8 1 67,0-1-1,24 1 0,-36-3-93,184 3-66,-132-5-582,-36-2-81,-6 0-3367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4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4 220 4066,'0'0'11330,"-2"-3"-9921,2 2-1374,0 1 1,0 0-1,0 0 0,0-1 1,-1 1-1,1 0 0,0-1 1,0 1-1,0 0 0,0-1 1,0 1-1,0 0 0,0-1 1,0 1-1,0 0 1,0-1-1,0 1 0,0 0 1,0-1-1,0 1 0,0 0 1,0-1-1,0 1 0,0 0 1,0-1-1,1 1 0,-1 0 1,0 0-1,0-1 0,0 1 1,1-1-1,12-4 709,32 5 6,-26 1-544,2-1-51,391 12 1085,75 3-1093,-487-37-1735,-1 0-194,-1 1-1,-1 0 1,-1 0-1,0 0 1,-2 0-1,-8-19 1,-2 0-2114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5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1985,'0'0'12896,"4"4"-11676,23 17-550,0-1 0,47 24 0,-41-25-626,0 2 0,30 25 0,-57-40-49,0 0 1,-1 0-1,0 1 1,0 0-1,0 0 0,-1 0 1,0 1-1,-1-1 0,0 1 1,0 0-1,0 0 1,-1 0-1,0 0 0,-1 1 1,0-1-1,0 0 1,-1 1-1,0-1 0,0 0 1,-1 1-1,0-1 0,-1 0 1,0 0-1,0 0 1,-6 14-1,2-10 23,0 0 0,-1-1 0,-1 1 0,0-2 0,-1 1 0,-16 15 0,-69 54 166,48-43-142,-26 22-2096,59-50-2057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6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448 129 7972,'0'0'8147,"0"-15"-7979,-1-45-90,1 59-64,0-1 0,0 1 0,0 0 0,-1-1-1,1 1 1,0-1 0,0 1 0,-1 0 0,1-1 0,-1 1 0,1 0 0,-1-1 0,0 1 0,1 0 0,-1 0 0,0 0 0,0 0 0,0 0 0,0 0-1,0 0 1,0 0 0,0 0 0,0 0 0,0 0 0,0 0 0,-1 1 0,1-1 0,0 1 0,0-1 0,-2 0 0,-3-1 39,-7-2 57,0 0 0,-1 1 0,0 0 0,1 2 0,-1-1 0,0 1-1,0 1 1,-14 2 0,-5-2 67,24 1-151,-1-1 0,1 2-1,-1-1 1,1 1 0,0 0 0,0 1-1,0 0 1,0 1 0,0 0 0,1 0-1,-1 1 1,1-1 0,0 2 0,1 0-1,-1 0 1,1 0 0,1 0 0,-11 14-1,8-8 114,0 0 0,1 1 0,1 0 0,0 0 0,0 1 0,2 0 0,0 0-1,0 0 1,1 0 0,1 1 0,-2 20 0,3 133 1266,2-138-1135,0-12-39,2 0-1,-1-1 0,2 1 1,1 0-1,0-1 0,1 0 1,14 32-1,-15-39-148,2-1 1,0 1 0,0-1-1,0 0 1,1 0-1,1-1 1,-1 0 0,2 0-1,-1-1 1,1 0-1,0 0 1,0-1 0,0-1-1,12 6 1,-3-5-40,0 0 1,0-1 0,1-1 0,0-1 0,0 0-1,0-1 1,0-2 0,0 0 0,34-4-1,-42 3-120,-1-1 0,1 0 0,0-1 0,-1 0-1,0-1 1,0 0 0,0-1 0,0 0 0,-1 0-1,1-1 1,-1 0 0,-1-1 0,1 1 0,-1-2 0,12-13-1,-14 13-580,0-1 0,0 1 0,-1-1 0,6-11-1,-7 10-712,-1 1 0,1-1 0,-2 0 0,3-14 0,2-21-7059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7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9 119 5090,'0'0'7865,"0"8"-7534,-7 384 7387,6-356-7221,0-17-10,3 33-1,4-43-277,-6-9-206,0 1 0,0-1 1,0 0-1,0 0 0,1 0 0,-1 0 1,0 0-1,0 0 0,0 0 0,0 1 1,0-1-1,0 0 0,0 0 0,1 0 0,-1 0 1,0 0-1,0 0 0,0 0 0,0 0 1,0 0-1,1 0 0,-1 0 0,0 0 1,0 0-1,0 0 0,0 0 0,1 0 1,-1 0-1,0 0 0,0 0 0,0 0 1,0 0-1,0 0 0,1 0 0,-1 0 1,0 0-1,0 0 0,0 0 0,0 0 1,0-1-1,0 1 0,1 0 0,-1 0 1,0 0-1,0 0 0,0 0 0,0 0 1,0 0-1,0-1 0,0 1 0,0 0 1,0 0-1,1 0 0,-1 0 0,0 0 1,0-1-1,0 1 0,0 0 0,0 0 1,0 0-1,0 0 0,0 0 0,0-1 0,8-66-2225,-2 0 0,-4-84-1,-1 3 617,0 138 1597,0 0 0,0 0-1,1 0 1,0 1-1,1-1 1,0 0 0,1 1-1,-1 0 1,2 0-1,-1 0 1,1 0 0,10-11-1,-11 14 38,1 1-1,1-1 0,-1 1 0,1 1 1,0-1-1,0 1 0,0 0 0,0 0 0,1 1 1,-1 0-1,1 0 0,0 0 0,0 1 1,0 0-1,1 0 0,-1 1 0,13-1 1,-13 1 116,1 1 1,0 0 0,-1 0-1,1 0 1,-1 1 0,1 0-1,-1 1 1,1-1 0,-1 2-1,0-1 1,0 1 0,0 0-1,0 0 1,0 1 0,-1 0-1,1 0 1,-1 0 0,0 1-1,0 0 1,-1 0 0,6 8-1,-4-5 68,-1 0 0,-1 0 0,0 1 0,0 0-1,0 0 1,-1 0 0,-1 0 0,0 1-1,0-1 1,-1 1 0,0 0 0,1 17 0,-2-19-114,-1 0 0,0 0 0,-1 0 0,0 1 0,0-1 0,-1-1 0,0 1 0,0 0 0,-1 0 0,0-1 1,0 1-1,-1-1 0,0 0 0,0 0 0,-1 0 0,-6 6 0,-6 6-12,-1-2 0,-1-1 0,0 0 0,-1-1 0,-27 14 0,34-21-150,-1-1 0,0 0 0,-1-1 0,1-1 0,-1-1-1,0 0 1,0 0 0,-1-2 0,-24 2 0,39-4-20,-1 0 1,0 0-1,0 0 1,0 0 0,0 0-1,0 0 1,0-1-1,0 1 1,0-1-1,1 1 1,-1-1 0,0 0-1,0 1 1,0-1-1,1 0 1,-1 0 0,-2-2-1,3 1-130,0 0 0,0 0 0,0 0 0,0 0 0,1 0 0,-1-1 0,0 1 0,1 0 0,0 0 0,-1 0 0,1 0 0,0-1 0,1-3 0,-1 5 160,0 0 0,0 0 1,0-1-1,1 1 0,-1 0 1,1 0-1,-1 0 0,1 0 0,-1-1 1,1 1-1,-1 0 0,1 0 1,0 0-1,0 0 0,0 0 1,0 1-1,-1-1 0,1 0 1,0 0-1,0 1 0,0-1 1,1 0-1,-1 1 0,0-1 1,0 1-1,0-1 0,0 1 1,1 0-1,-1-1 0,0 1 1,2 0-1,7-2 36,0 2 0,0-1 0,11 1 0,-8 1 9,-1-1 144,0 1-1,0 1 0,-1 0 1,1 1-1,0 0 0,-1 1 1,0 0-1,20 11 0,5 5 508,40 30-1,-47-29-427,-2-3-98,-2-2-38,-1 1 0,-1 0 0,0 2 0,29 32 1,-46-40 234,-4-7-1531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18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24 319 3522,'0'0'9959,"-4"-7"-8753,-11-21-168,11 21 1211,218 7 1814,281 0-3855,-399-3-152,-95 2-117,-1 1-1,1-1 1,-1 0-1,1 0 1,-1 0 0,0 0-1,1 0 1,-1 0 0,0 0-1,0 0 1,0 0-1,0 0 1,0 0 0,0 0-1,0 0 1,0 0 0,0 0-1,0 0 1,0 0 0,-1-2-219,1-9-462,-1-1 1,0 1 0,-1-1 0,-1 1-1,0 0 1,-1 0 0,0 0 0,0 0-1,-1 1 1,-1 0 0,-8-13 0,-22-30-199,32 49 1284,1 1 0,-2-1 1,1 1-1,0 0 0,-1 0 0,0 1 1,0-1-1,-10-4 2569,15 11-2126,0 2-666,1-1 0,1 1 1,-1-1-1,0 1 0,1-1 0,0 0 0,0 1 0,0-1 0,1 0 0,-1 0 0,1-1 0,0 1 0,0-1 0,5 5 1,11 10 200,26 20 0,-37-32-216,161 118 435,-165-121-557,0 0 0,0 0 0,0 0-1,-1 1 1,0 0 0,1 0 0,-1 0 0,4 8-1,-5-9 9,-1-1-1,-1 1 0,1 0 0,0 0 1,-1-1-1,1 1 0,-1 0 0,0 0 1,0 0-1,0-1 0,0 1 0,0 0 1,-1 0-1,1 0 0,-1-1 0,0 1 1,1 0-1,-3 2 0,-3 7 11,-1-1 0,0-1-1,-1 0 1,-1 0 0,1 0-1,-16 12 1,16-14 21,-204 196 807,173-160-782,38-44-529,1-30-17375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0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54 6547,'0'0'5747,"0"-7"-5393,-1-1 112,-1-13-472,2 4 5013,0 25-4980,-13 677 3705,9-533-2718,4-149-968,0-3-38,0 1 1,0-1 0,0 1-1,-1-1 1,1 1 0,0-1-1,0 0 1,0 1-1,0-1 1,0 1 0,0-1-1,0 1 1,0-1 0,0 1-1,1-1 1,-1 1 0,0-1-1,0 0 1,0 1-1,0-1 1,1 1 0,-1-1-1,0 0 1,0 1 0,1-1-1,-1 0 1,0 1 0,1-1-1,-1 0 1,0 1-1,1-1 1,-1 0 0,1 0-1,-1 1 1,0-1 0,1 0-1,-1 0 1,1 0 0,-1 1-1,1-1 1,-1 0-1,0 0 1,1 0 0,-1 0-1,1 0 1,-1 0 0,1 0-1,-1 0 1,1 0 0,-1 0-1,1-1 1,-1 1-1,1 0 1,0-1-19,0 1 0,0-1-1,0 0 1,-1 1 0,1-1 0,0 0-1,-1 0 1,1 1 0,0-1 0,-1 0-1,1 0 1,-1 0 0,1 0 0,-1 0-1,1 0 1,-1 0 0,0 0 0,0 0-1,1 0 1,-1 0 0,0 0 0,0 0-1,0 0 1,0-2 0,0-1-86,10-58-1966,8-50-6812,-8 73 2765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1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1 3522,'0'0'12862,"0"2"-12668,-3 54 587,-2 0 0,-16 66-1,1-10 194,8 0 504,3 143 0,9-248-1415,0 0 0,1 0 0,-1 0 0,2 0 0,-1 0 0,1 0-1,-1 0 1,2-1 0,-1 1 0,1-1 0,0 1 0,6 8 0,-6-11-39,1-1 0,-1 1 0,1-1 1,-1 1-1,1-1 0,0 0 0,0-1 1,1 1-1,-1-1 0,0 0 0,1 0 1,-1 0-1,1 0 0,0-1 0,0 0 1,0 0-1,-1 0 0,9 0 0,-6-1-12,0 1 0,0-2 0,0 1 0,-1-1 0,1 0 0,0 0 0,0-1 0,-1 0 0,1 0 0,-1 0 0,1-1 0,-1 0 0,0-1 0,0 1 0,0-1 0,-1 0 0,1 0 0,-1-1 0,7-8 0,8-6-142,-1-1 0,-1 0-1,-2-2 1,22-34-1,-30 42-63,0-1 1,-2 0-1,0 0 0,0-1 1,-2 0-1,0 0 0,0 0 0,1-30 1,-3-1-371,-6-74-1,1 95 467,-1 0-1,-1 0 0,-1 0 0,-13-31 1,18 55 96,-6-18-30,-2 0 0,0 1-1,-13-20 1,19 34 24,1 1-1,-1 0 0,0 0 1,-1 0-1,1 1 1,-1-1-1,0 1 1,0 0-1,0 0 1,0 0-1,0 0 1,0 1-1,-1-1 0,0 1 1,1 1-1,-1-1 1,0 0-1,0 1 1,-5-1-1,5 2 23,0-1 0,0 1 0,0 0-1,0 1 1,0-1 0,0 1 0,1 0 0,-1 0 0,0 0-1,0 1 1,-5 2 0,8-3-148,0 0 0,1 0 0,-1 1 1,0-1-1,1 1 0,-1-1 0,1 1 0,0-1 0,-1 1 1,1 0-1,-1 2 0,0-1-577,1 0 1,0 0-1,0 1 1,0-1-1,1 0 0,-1 0 1,1 0-1,-1 7 1,1 0-7710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2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43 3586,'-2'0'10531,"-10"0"-9777,11 0-704,-1 0 1,1 1 0,-1-1-1,1 0 1,-1 1-1,1-1 1,-1 1-1,1-1 1,0 1-1,-1 0 1,1 0 0,0 0-1,-1 0 1,1 0-1,0 0 1,0 0-1,0 0 1,-1 2 0,-18 27 342,9-11-197,0-1 21,0 0 0,2 1 0,0 0 0,1 0 1,1 1-1,1 0 0,1 0 0,-5 37 0,4 11 888,2 89-1,4-129-772,0-20-212,0 1-1,1-1 1,0 0 0,0 0-1,1 0 1,0 0 0,1 0-1,0 0 1,0-1-1,7 14 1,-7-17-77,0 0 1,0 0-1,1 0 0,-1 0 0,1 0 1,0-1-1,0 1 0,0-1 0,1 0 1,-1 0-1,1-1 0,-1 1 0,1-1 1,0 0-1,0-1 0,0 1 0,10 1 1,2-1 36,1-1 0,20-1 0,-16 0 0,-16-1-90,0 1 1,1-1-1,-1 0 1,0 0 0,0-1-1,1 0 1,-1 0-1,-1 0 1,1-1-1,0 0 1,0 0-1,-1-1 1,0 1 0,0-1-1,0 0 1,0 0-1,0-1 1,-1 0-1,0 0 1,5-7 0,-3 2-134,0 0 1,0 0 0,-1-1 0,0 0 0,-1 0 0,0 0 0,-1 0 0,0-1 0,-1 1 0,1-17 0,0-25-269,-2 1 1,-10-78-1,5 98 146,-2 1 1,-1 0-1,-2 0 0,-1 0 1,-18-38-1,24 62 175,1 0-1,-1 0 1,-1 0 0,-7-9 0,10 14 69,0 0 1,1 0 0,-1 1-1,0-1 1,0 0 0,-1 1 0,1 0-1,0-1 1,0 1 0,-1 0 0,1 0-1,-1 1 1,1-1 0,0 0-1,-1 1 1,0-1 0,-3 1 0,5 0 9,1 0 0,-1 0 1,1 0-1,-1 0 1,1 0-1,0 0 1,-1 0-1,1 1 0,-1-1 1,1 0-1,-1 0 1,1 1-1,0-1 1,-1 0-1,1 0 1,-1 1-1,1-1 0,0 0 1,-1 1-1,1-1 1,0 0-1,0 1 1,-1-1-1,1 1 0,0-1 1,0 1-1,0-1 1,-1 0-1,1 1 1,0-1-1,0 1 1,0 0-1,-1 17-827,2-13 450,-1 18-1991,0-1-1789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2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64 4562,'0'0'7908,"3"-8"-7185,8-24 26,-8 24-84,-8 17 2864,-4 9-3705,-7 18 724,2 2-1,1-1 1,2 2-1,2 0 1,-6 55-1,8-28 333,4 1 0,7 94 1,-4-156-837,0 0 1,1 1-1,0-1 1,0 1-1,0-1 1,1 0-1,0 0 1,0 0-1,0 0 1,0 0-1,1 0 1,5 7 0,-5-9-27,0-1 0,0 1 1,0 0-1,0-1 0,1 1 1,-1-1-1,1 0 0,0 0 1,0-1-1,-1 1 1,1-1-1,0 0 0,0 0 1,1 0-1,-1 0 0,6-1 1,-3 1-12,1-2-1,0 1 1,0-1 0,-1 0 0,1 0 0,-1-1 0,1 0 0,-1-1 0,1 1 0,-1-1 0,0-1 0,0 1-1,-1-1 1,1-1 0,-1 1 0,0-1 0,6-6 0,9-9-85,-1-2 0,-2 0 1,20-30-1,-22 30-242,-1-2 0,-1 0 0,17-40 0,-25 47 91,0 0 0,-2 0 0,0 0 1,0-1-1,-2 1 0,1-31 1,-7-49-531,3 85 679,-1 1 0,0 0 0,-1 1 0,0-1 0,-1 0 1,-7-13-1,6 14 40,-1-1 0,0 1 0,-13-16 0,17 24 37,0 0 1,0-1-1,-1 1 0,1 0 0,-1 0 0,1 0 0,-1 1 0,0-1 1,1 1-1,-1-1 0,0 1 0,0 0 0,0 0 0,0 0 0,-1 0 1,1 1-1,-6-1 0,3 1 13,-1 0 1,1 0-1,0 0 0,-1 1 1,-10 3-1,15-3-27,-1 0-1,1 1 1,0-1 0,-1 0-1,1 1 1,0 0 0,0-1 0,0 1-1,0 0 1,0 0 0,1 0-1,-1 0 1,1 1 0,-1-1-1,1 0 1,-1 4 0,-10 20-3383,10-7-2540,2-7-2875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6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 2785,'0'0'400,"0"36"-1296,-3-27 784,-7 0-144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7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1 2017,'-13'139'638,"12"-115"-109,1-24-517,0 0 1,0 0 0,0 0-1,0 0 1,0 0 0,0 0-1,0 0 1,0 0 0,0 0-1,0-1 1,0 1 0,0 0-1,0 0 1,0 0-1,0 0 1,0 0 0,0 0-1,0 0 1,0 0 0,0 0-1,0 0 1,0 0 0,0 0-1,0 0 1,0 0 0,0 0-1,0-1 1,0 1 0,0 0-1,0 0 1,0 0-1,0 0 1,1 0 0,-1 0-1,0 0 1,0 0 0,0 0-1,0 0 1,0 0 0,0 0-1,0 0 1,0 0 0,0 0-1,0 0 1,0 0-1,0 0 1,0 0 0,0 0-1,1 0 1,-1 0 0,0 0-1,0 0 1,0 0 0,0 0-1,0 0 1,0 0 0,0 0-1,0 0 1,0 0 0,0 0-1,0 0 1,0 1-1,0-1 1,0 0 0,0 0-1,0 0 1,1 0 0,1-3 711,0 1-247,0 0 0,0 0 0,0 0 1,-1 0-1,1 0 0,0-1 1,-1 1-1,0-1 0,1 1 0,-1-1 1,0 1-1,0-1 0,-1 0 1,1 1-1,0-1 0,-1 0 1,0 0-1,1 0 0,-1 0 0,-1-3 1,1 5-102,-24 1 675,23 0-1019,-1 1-1,0-1 1,0 0-1,0 1 1,1 0 0,-1-1-1,0 1 1,1 0-1,-1 0 1,0 0-1,1 0 1,-1 0 0,1 0-1,0 0 1,-1 1-1,1-1 1,0 1 0,0-1-1,0 1 1,-2 2-1,-17 37 267,17-35-248,-9 25 351,2 0 0,1 1-1,1 0 1,-6 65 0,7 130 2253,7-187-2253,0-37-364,0 1 0,0-1 0,0 1 0,0 0 0,1-1 0,0 1 0,-1-1 0,1 1 0,1-1 0,-1 1 0,0-1 0,1 0 0,0 0 0,-1 0 0,4 3 0,-3-3-21,1-1 0,0 0-1,0 0 1,0 0 0,0 0 0,0-1 0,0 1 0,0-1-1,1 0 1,-1 0 0,0 0 0,1 0 0,-1-1 0,1 1-1,3-1 1,3 1 8,0-1 0,0-1-1,0 0 1,0 0 0,0-1 0,0 0-1,-1-1 1,1 0 0,-1 0-1,0-1 1,0 0 0,0-1 0,0 0-1,12-9 1,-5 1-122,-1 0 0,0-1 0,-1 0 0,0-1 0,-1-1 0,14-21-1,-21 27-12,-1 0 0,0-1 0,0 1-1,-1-1 1,0 0 0,-1 0-1,-1 0 1,3-20 0,-2-7-121,-3-49 1,-1 36 108,1 19 26,-5-37 0,4 59 74,-1 0-1,-1 0 1,1 0-1,-2 0 1,1 0 0,-1 1-1,-9-15 1,10 21-40,0-1 1,0 1 0,0 0 0,0 0 0,-1 1 0,1-1 0,-1 1-1,0 0 1,0-1 0,0 2 0,0-1 0,0 0 0,0 1-1,0 0 1,0 0 0,-1 0 0,1 0 0,-1 1 0,1 0 0,0 0-1,-1 0 1,1 0 0,0 1 0,-1 0 0,1-1 0,0 2 0,-1-1-1,1 0 1,0 1 0,0 0 0,0 0 0,0 0 0,-5 4 0,1 4-1852,0 0 0,-11 16 1,18-23 1197,-13 18-6970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29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22 1617,'0'0'11850,"-5"-4"-11159,1 0-437,-14-9 2681,18 40-2573,-13 685 5006,9-525-4229,5-216-2659,8-45 0,12-29-6613,-8 54-844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0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26 6819,'0'0'4994,"-6"-4"-4313,-17-12 170,23 16-786,-1-1 0,1 1 1,-1-1-1,0 1 0,0-1 1,1 1-1,-1-1 0,0 1 1,0 0-1,1-1 0,-1 1 1,0 0-1,0 0 0,0 0 1,0-1-1,1 1 0,-1 0 1,0 0-1,0 0 0,0 0 1,0 1-1,0-1 0,1 0 0,-1 0 1,0 0-1,0 1 0,0-1 1,1 0-1,-1 1 0,0-1 1,0 1-1,1-1 0,-1 1 1,0-1-1,1 1 0,-1-1 1,1 1-1,-1 1 0,-1 1 24,0 0 0,1 0 0,-1 0 0,1 0 0,0 1 0,-1 5 1,1-5 95,-13 59 1192,3 0-1,-4 72 1,8 127 1328,7-245-2594,-1-3 7,1 0 1,1 0 0,4 25 0,-4-36-110,0 0 1,-1 0 0,1 0-1,0 0 1,0-1 0,1 1-1,-1 0 1,1-1-1,-1 1 1,1-1 0,0 1-1,0-1 1,0 0-1,0 1 1,0-1 0,1-1-1,-1 1 1,1 0-1,-1 0 1,1-1 0,-1 0-1,1 1 1,3 0-1,1 0-1,-1-1-1,1 0 0,0 0 1,-1-1-1,1 1 0,0-2 0,-1 1 1,1-1-1,0 0 0,-1 0 0,1 0 1,-1-1-1,1 0 0,-1-1 0,0 1 1,0-1-1,0 0 0,0-1 0,-1 0 1,1 0-1,-1 0 0,7-6 0,3-5-136,-1-1-1,0-1 0,0 0 1,-2 0-1,18-35 1,-20 33-76,-1 0 0,-2-1 1,0 0-1,-1-1 1,0 1-1,-2-1 1,-1 0-1,0 0 1,-2 0-1,0-1 1,-4-35-1,1 45 137,1 1-1,-2-1 1,1 0-1,-2 1 1,1 0-1,-2 0 1,1 0-1,-2 1 1,1-1-1,-1 1 1,-1 0-1,0 1 1,0 0-1,-1 0 1,0 0-1,-1 1 1,0 0 0,0 1-1,0 0 1,-12-6-1,15 9 71,-1 1 0,1 0 0,-1 1-1,1 0 1,-1 0 0,0 0 0,0 0 0,-12 0-1,2 1 10,0 1 0,-24 3-1,38-2 26,0-1-1,0 1 1,0 0 0,0 0-1,0 0 1,0 0 0,0 0-1,0 1 1,0-1-1,-3 4 1,-6 10-1005,12-14 625,0 0 0,0 0-1,-1 1 1,1-1 0,0 0 0,0 1-1,0-1 1,0 0 0,0 0-1,0 1 1,1-1 0,-1 0-1,0 0 1,1 2 0,6 0-5069,19-3-3266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0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6355,'0'0'13097,"1"5"-12873,5 258 1938,-6-176-1432,-7 342 1223,7-476-3169,-1 0-3664,9-83 0,-2 88-645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1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30 5122,'0'0'8938,"0"-7"-8047,0-15 590,0 34 1227,0 54-1038,0 0-1150,-14 355 2388,1-175-4063,13-284-4587,0 19 839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2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4914,'0'0'8559,"4"-1"-7866,317-22 3591,-87 11-4283,50 0-49,-37 3-243,19 2-298,13-2 338,-81-19-195,10 0 38,291 29 439,-342 4 29,-107-1-46,66 13 0,-67-9 33,67 4 1,452-10 33,-315-3 859,-280 1-5067,-12 0-4309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4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28 976,'0'0'14650,"-7"-4"-14213,-18-12-82,23 15-331,1 0 0,0 0-1,-1 0 1,1 1 0,-1-1-1,0 0 1,1 1 0,-1 0 0,1-1-1,-1 1 1,0 0 0,1 0-1,-1 0 1,0 0 0,1 0-1,-1 0 1,0 0 0,1 0 0,-1 1-1,0-1 1,1 1 0,-1-1-1,1 1 1,-1 0 0,1-1-1,-1 1 1,1 0 0,-2 2 0,-1 0 14,1 1 1,0-1 0,1 1 0,-1 0 0,1 0 0,-1 0 0,1 0 0,-2 5 0,-5 17 226,1 0 1,0 1-1,2 0 0,-3 32 0,-3 112 1173,9 122 608,3-289-2008,0 0 0,1 0 1,-1 0-1,1 0 0,0-1 0,-1 1 0,2 0 0,-1 0 0,0-1 1,1 1-1,0 0 0,0-1 0,0 0 0,0 1 0,0-1 0,1 0 1,0 0-1,-1 0 0,1-1 0,0 1 0,4 2 0,-2-2 12,0-1 0,0 0 0,1 0 0,-1-1-1,1 1 1,-1-1 0,1 0 0,-1-1 0,1 1 0,0-1-1,-1 0 1,1-1 0,10-1 0,-6 0-24,-1-1 0,0 0 1,0 0-1,0-1 0,0 0 1,-1-1-1,0 0 0,0 0 0,0-1 1,0 0-1,-1 0 0,13-14 1,-2-1-79,-1-1-1,-1 0 1,18-31 0,-25 37-83,-1 0-1,-1 0 0,-1-1 1,0 0-1,6-31 0,-7 18-175,-1-1 0,-1-46 0,-4 63 290,0 0-1,0 0 1,-1 0 0,-1 0-1,0 0 1,-1 0 0,-10-22-1,10 28 19,0-1-1,0 1 0,-1 0 0,-1 1 0,1 0 0,-1-1 1,0 2-1,-1-1 0,1 1 0,-1 0 0,-1 0 0,1 1 1,-9-5-1,10 7 6,1 1 1,-1 0-1,0 0 1,1 1-1,-1-1 1,0 1-1,0 1 1,0-1-1,0 1 1,-9 0-1,13 0-20,0 0 0,-1 1 1,1-1-1,0 0 0,0 1 0,0-1 0,0 1 1,0-1-1,0 1 0,0 0 0,0 0 0,0 0 1,0 0-1,0 1 0,1-1 0,-1 0 0,0 1 0,1-1 1,-1 1-1,1-1 0,-1 1 0,1 0 0,0 0 1,0 0-1,0-1 0,0 1 0,0 0 0,0 0 1,0 4-1,0-4-343,1 1 0,-1-1 0,1 1 1,0-1-1,0 1 0,0-1 0,0 1 1,0-1-1,1 1 0,-1-1 0,1 1 0,0 2 1,13 5-5491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5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1 266 9044,'0'0'5683,"2"-14"-5643,19-114 58,-17 62-117,-1 10 593,-1 56-484,-2-1-85,0 1 0,1 0 0,-1 0 0,0 0 0,0 0 0,1 0 0,-1 0 0,0 0 0,0 0 0,1 0 0,-1 0-1,0 0 1,0 0 0,1 0 0,-1 0 0,0 0 0,0 0 0,0 0 0,1 0 0,-1 0 0,0 0 0,0 1 0,1-1 0,-1 0 0,0 0 0,0 0 0,0 0-1,1 0 1,-1 1 0,0-1 0,0 0 0,0 0 0,0 0 0,0 0 0,1 1 0,-1-1 0,0 1 0,0 833 6673,0-834-6673,0 1 1,0-1-1,0 0 1,0 0 0,-1 0-1,1 1 1,0-1-1,0 0 1,0 0 0,0 0-1,0 1 1,0-1-1,0 0 1,0 0 0,0 1-1,0-1 1,0 0-1,0 0 1,1 0-1,-1 1 1,0-1 0,0 0-1,0 0 1,0 0-1,0 1 1,0-1 0,0 0-1,1 0 1,-1 0-1,0 1 1,0-1 0,0 0-1,0 0 1,1 0-1,-1 0 1,0 0 0,0 0-1,0 1 1,1-1-1,-1 0 1,0 0 0,0 0-1,0 0 1,1 0-1,-1 0 1,0 0 0,0 0-1,0 0 1,1 0-1,-1 0 1,0 0 0,0 0-1,1 0 1,6-8-167,-2-6-780,-2 0-1,1-1 1,1-26-1,-2 11-1340,4-20-2374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6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61 2801,'0'0'7801,"-2"-9"-7056,-8-25 76,9 33-743,1-1 1,-1 1-1,0 0 0,0 0 0,0 0 1,0 1-1,0-1 0,0 0 0,0 0 0,0 0 1,0 1-1,0-1 0,0 0 0,0 1 1,0-1-1,-1 1 0,1 0 0,0-1 0,0 1 1,-1 0-1,1 0 0,0-1 0,-1 1 1,1 0-1,0 0 0,0 1 0,-1-1 0,-1 0 1,-2 1 112,-13-2 349,13 0-434,1 0 0,-1 1-1,0 0 1,1 0 0,-1 0-1,0 0 1,1 1 0,-1 0-1,1 0 1,-1 0 0,1 0-1,-1 1 1,-6 3 0,4 1-44,1 1 0,1 0 0,-1 0 0,1 0 0,0 1 0,1-1 0,0 1 0,0 0 0,1 1 0,-4 10 0,-3 15 543,-7 43-1,8-3 487,3 1 0,4 76 1,2-145-1034,-1 8 100,1 1 0,1-1 0,1 1 0,4 18 0,-6-30-129,1 1 0,1-1 0,-1 0 0,0 0 0,1 0 0,0 0 1,-1 0-1,1 0 0,0 0 0,1 0 0,-1-1 0,0 1 0,1-1 1,-1 0-1,1 0 0,0 0 0,0 0 0,0 0 0,0 0 0,0-1 0,0 1 1,7 1-1,-2-1-9,0-1 1,0 1 0,0-1 0,0-1-1,0 0 1,0 0 0,0 0 0,0-1-1,0 0 1,0-1 0,0 0 0,0 0-1,-1-1 1,1 1 0,-1-2 0,1 1-1,-1-1 1,0 0 0,0-1 0,10-9-1,1-2-123,0-2 1,-1 0-1,-1-1 0,-1-1 0,20-33 0,-24 36-183,-1 0 0,-1-1 0,-1 0-1,0 0 1,-1-1 0,-1 0 0,-1-1-1,0 1 1,-2-1 0,0 0 0,-2 1 0,0-1-1,-2-24 1,0 35 256,0 0 1,-1 0-1,0 0 0,0 0 1,-1 0-1,-1 1 0,1-1 1,-1 1-1,-1 0 0,1 0 1,-1 0-1,-1 1 0,1 0 1,-1 0-1,-1 0 0,1 1 1,-1 0-1,0 0 0,-1 0 0,1 1 1,-1 0-1,0 1 0,0 0 1,-1 0-1,1 1 0,-1 0 1,0 0-1,0 1 0,0 0 1,0 1-1,-14-1 0,16 1 62,-1 1 0,1 1 0,0-1 0,0 1 0,0 1 0,-13 3 0,18-5-23,0 1 1,1 0 0,-1 1 0,0-1 0,1 0 0,-1 0-1,0 1 1,1-1 0,-1 1 0,1-1 0,0 1 0,0-1 0,-1 1-1,1 0 1,0 0 0,1 0 0,-1 0 0,0-1 0,0 1-1,1 0 1,-1 0 0,1 1 0,0-1 0,-1 0 0,1 0 0,0 0-1,1 3 1,-2-2-207,2 4-956,22-5-15196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6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0 307 11141,'0'0'832,"10"-28"-1701,32-92 509,-38 108 445,0 0 1,-1 0-1,0 0 0,-1-1 1,0 1-1,-1 0 1,0-1-1,-2-16 1,0-3 3504,1 53-2424,0-5-939,1 117 1451,-21 508 1606,9-529-5104,6-87-2091,-6-13-3924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39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 5218,'0'0'4200,"7"5"-3547,-3-1-528,0 0 0,-1-1 0,1 1 0,0 1 0,-1-1 0,0 0 0,0 1 0,-1 0 0,1-1 0,-1 1 0,0 0 0,0 0 0,2 10 0,0 23 653,-2 0 0,-3 51 0,0-21-249,1-44-387,-13 441 1888,-11 48-702,-20 194-322,-9-236-904,27 6-65,25-396-36,-1 63 12,24 227 0,9-130-19,13 81 43,22-7-15,-52-261-45,3 0 1,2-1 0,3-2-1,47 86 1,-56-117 10,0-2-1,1 0 1,1 0 0,1-2 0,0 0 0,20 15-1,-22-21 24,0 0-1,0-1 1,1-1-1,1-1 0,-1 0 1,1-1-1,0 0 1,1-2-1,18 4 1,5-3 73,78-1 1,-99-4-46,14-2-11,0 0 1,-1-2 0,0-2-1,0-1 1,43-15-1,151-70-429,-157 60 279,2 2 1,88-23-1,-122 47 128,0 1-1,0 2 1,65 2 0,-62 1 123,-37 0-99,0 0 1,-1 0-1,1 0 1,0 0 0,0 1-1,-1-1 1,1 1-1,0 0 1,0 0-1,-1 0 1,1 0 0,-1 0-1,1 1 1,2 1-1,-2-1 43,-3-2-55,0 0 1,0 0-1,0 0 1,0 0 0,0 0-1,0 0 1,1 0-1,-1 0 1,0 0 0,0 0-1,0 0 1,0 0-1,0 0 1,0 0 0,1 0-1,-1 0 1,0 0-1,0 0 1,0 0-1,0 0 1,0 0 0,0 0-1,0 0 1,0 0-1,1 0 1,-1-1 0,0 1-1,0 0 1,0 0-1,0 0 1,0 0 0,0 0-1,0 0 1,0 0-1,0 0 1,0 0 0,0-1-1,0 1 1,0 0-1,0 0 1,1 0-1,-1 0 1,0 0 0,0 0-1,0-1 1,0 1-1,0 0 1,0 0 0,-1 0-1,1 0 1,0 0-1,0 0 1,1-11-172,-1 8 228,1-28-440,8-40 0,1-10-898,-8-53-2648,-2 132 3935,0 0 1,0-1 0,0 1 0,0 0-1,-1 0 1,1 0 0,-1-1 0,0 1 0,0 0-1,0 0 1,0 0 0,0 0 0,0 0-1,0 0 1,-1 0 0,1 1 0,0-1-1,-1 0 1,0 1 0,1-1 0,-1 1-1,0 0 1,0-1 0,0 1 0,0 0-1,0 0 1,0 0 0,0 1 0,0-1 0,0 0-1,-6 0 1375,8 3-1205,1 0 1,-1 1-1,1-1 0,0 0 1,-1 0-1,1 0 0,0 0 1,0 0-1,0 0 0,1 0 1,-1 0-1,0 0 0,1 0 1,-1-1-1,1 1 0,-1-1 1,1 1-1,3 1 0,36 21-306,-14-13 102,42 11 0,-43-14-295,-1 0-1,29 14 1,-49-19 245,0 0 0,-1 0-1,1 1 1,-1-1 0,1 1 0,-1 0 0,0 0-1,-1 0 1,1 1 0,-1-1 0,0 1 0,0 0 0,0 0-1,-1 0 1,1 0 0,-1 1 0,-1-1 0,1 1 0,-1-1-1,0 1 1,0-1 0,0 1 0,-1 0 0,0 5-1,-1 4 5,0-1 0,0 0 0,-1 0 0,-1-1 0,-1 1 0,0 0 0,-1-1 0,-10 23 0,-2-6 49,-2 0 0,-1-1 0,-42 48 1,27-39 169,-2-2 0,-42 31 0,41-40 63,29-21-171,7-9-104,4-4-237,1 0 1,0 0 0,0 0-1,1 0 1,-1 1 0,2-1 0,-1 1-1,1 0 1,9-10 0,2-3-1080,48-60-5564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0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376 2 8996,'0'0'5512,"-35"0"-4189,-109 0-381,133-1-754,-1 1-1,0 0 1,1 1-1,-1 0 1,1 1-1,-21 6 1,28-6-137,0 1 0,0 0-1,0-1 1,1 1 0,-1 1 0,1-1 0,0 0 0,0 1 0,0 0-1,0 0 1,1 0 0,-1 0 0,-1 5 0,-4 6 122,1 1 1,1-1 0,1 1-1,0 0 1,1 1-1,0-1 1,-1 25-1,1 125 1087,4-116-941,0-22-123,-1 20 174,3 0 0,12 80 0,-12-116-321,0 0 0,1 0-1,1-1 1,0 1 0,1 0 0,0-1-1,0 0 1,2-1 0,-1 1 0,1-1-1,1 0 1,-1-1 0,2 1-1,-1-2 1,17 14 0,-16-17-36,1 1 1,-1-2-1,1 1 0,0-2 1,0 1-1,1-1 0,-1-1 1,1 0-1,-1 0 0,1-1 1,0 0-1,-1-1 0,1 0 1,0-1-1,0 0 0,-1-1 1,1 0-1,-1-1 0,14-4 1,-14 1-122,0 0 1,0-1-1,-1 1 1,0-2-1,0 1 1,-1-1-1,0-1 1,0 0-1,-1 0 1,0 0 0,11-21-1,-5 7-1317,-1-2-1,-2 1 1,0-2-1,7-30 1,-2-14-5536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0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37 8388,'0'0'5341,"0"0"-5261,-1 0 0,1 0 0,-1 0 0,1-1 1,-1 1-1,1 0 0,-1 0 0,1 0 0,-1 0 0,1 0 0,-1 0 1,1 0-1,-1 1 0,1-1 0,-1 0 0,1 0 0,-1 0 0,1 0 1,-1 1-1,1-1 0,-1 0 0,1 0 0,0 1 0,-1-1 0,1 0 0,-1 1 1,-8 109 2529,1-35-1773,-10 127 952,-6 73-492,23-215-224,2-81-1163,2 0-1,0 0 1,12-38 0,2-14-638,-10 19-634,-3 0 1,-2-64-1,0-28-1391,-1 138 2838,-1-1-1,1 1 0,1-1 0,-1 1 0,2 0 1,-1 0-1,1 0 0,0 0 0,1 0 1,-1 1-1,2 0 0,-1-1 0,1 1 0,0 1 1,0-1-1,1 1 0,0 0 0,0 0 0,1 1 1,-1-1-1,1 1 0,0 1 0,0-1 0,1 2 1,0-1-1,-1 1 0,1 0 0,0 0 0,1 1 1,-1 0-1,13-1 0,-21 3-82,14-2 245,-1 0 0,1 1 0,20 2 0,-30-1-180,0 1 1,0-1 0,0 1-1,-1 0 1,1 1-1,0-1 1,0 1 0,-1-1-1,1 1 1,-1 0 0,0 1-1,0-1 1,0 0 0,0 1-1,0 0 1,3 3 0,1 3 104,-2 0 1,1 0-1,-1 0 1,0 0 0,-1 1-1,0 0 1,-1 0-1,0 0 1,-1 0-1,0 1 1,2 14 0,-4-15-87,1 0-1,-1 0 1,0 0 0,-1 0 0,0 0 0,-1 0 0,0 0 0,-1 0 0,0-1 0,0 1 0,-1-1 0,-7 13 0,1-8-34,0-1 0,0 0 1,-2 0-1,1-1 0,-2-1 1,1 0-1,-2-1 0,-22 14 0,24-17-106,-1 0-1,-1 0 0,1-1 0,-1-1 0,0 0 0,0-1 0,-1-1 0,1 0 0,-1-1 0,-15 0 0,27-1-72,1-1 0,-1 0-1,0-1 1,0 1-1,0 0 1,1-1-1,-1 1 1,0-1 0,1 0-1,-1 0 1,0 0-1,-4-3 1,6 3 26,0 0 0,-1-1 0,1 1 0,0-1 0,0 1 0,1-1 0,-1 1 0,0-1 0,0 0 0,1 1 0,-1-1 0,1 0 0,-1 1 0,1-1 0,0 0 0,0 0 0,0 1 0,0-1 0,0-2 0,0-3-173,2-8-265,-2 14 545,1 1 0,-1-1 0,1 1 0,0 0 0,-1-1 0,1 1 0,-1 0 0,1 0 0,0 0 0,-1-1 0,1 1 0,0 0-1,-1 0 1,1 0 0,0 0 0,0 0 0,-1 0 0,1 0 0,0 1 0,-1-1 0,1 0 0,-1 0 0,1 0 0,1 1 0,2 0 100,-1 1-1,1 0 1,0-1 0,-1 1-1,1 0 1,-1 1 0,0-1 0,1 0-1,-1 1 1,0 0 0,4 5 0,28 43 635,-17-24-350,-5-8-101,43 54 362,-51-66-622,0-1-1,1-1 1,0 1-1,0-1 1,0 0 0,1-1-1,0 1 1,12 5-1,-18-10-74,0 1-1,1 0 0,-1-1 0,1 1 1,-1-1-1,1 0 0,-1 1 1,1-1-1,-1 0 0,1 0 0,-1 0 1,1 0-1,-1 0 0,1-1 0,-1 1 1,1 0-1,-1-1 0,1 1 0,-1-1 1,1 1-1,-1-1 0,0 0 1,1 1-1,-1-1 0,0 0 0,0 0 1,2-2-1,0 0-407,-1-1 0,1 1 0,-1-1 0,0 0 0,0 0 0,-1 0 0,1 0 0,0-6 0,9-33-4498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1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14279,'0'0'5666,"170"36"-6258,-150-36-465,-6-3-1552,-8-6-2209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1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 8724,'0'0'8884,"10"159"-7283,-10-59-32,0 5-433,0 3-464,0-18-191,-10-17-433,3-25-32,4-24-32,3-15-112,-4-9-673,4-12-5426,-6-12-2593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2.4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187 211 3762,'0'0'304,"-20"0"-192,-64 0 720,81 0-520,0 0 0,0 0 0,0 0 0,0-1 0,0 1 0,0-1 0,1 0 0,-1 1 0,-4-3 0,-5-10 2023,2 2-509,2 8-705,7 3-891,0-1 0,-1 1 0,1 0 0,0-1 0,0 0 0,0 1 0,0-1 0,0 1 0,0-1 0,0 0 0,0 0 0,0 0 0,0 0 0,0 0 0,0 0 0,0 0 0,-1-2 0,18 3 1784,35 0-1440,329 9 525,-174 8-970,433 20-82,-637-64 196,-2 22-176,0 1-243,1-1 0,-1 1 0,0-1-1,0 1 1,-1-1 0,0 0 0,1 1 0,-1-1 0,-1 1 0,1 0 0,-1-1 0,1 1 0,-1 0 0,0 0-1,-1 0 1,1 0 0,-5-5 0,4 6 49,-12-14-813,0 0-1,-27-22 1,36 35 937,1 0-1,0 0 1,-1 1-1,0 0 1,0 0 0,0 0-1,0 1 1,0 0-1,-1 0 1,1 1-1,-1 0 1,1 0 0,-10-1-1,15 2 466,10 14 437,79 47-516,-61-44-301,0 1 0,34 31 0,-53-42-71,-1 1-1,0 0 0,0 0 0,-1 0 0,0 1 1,0 0-1,-1 0 0,-1 1 0,1-1 1,-1 1-1,4 17 0,-5-16 17,-1 1 0,0-1 0,0 1 0,-1-1 0,-1 1 0,0 0 0,0-1-1,-1 1 1,-1-1 0,0 1 0,0-1 0,-1 0 0,-1 0 0,0 0 0,0 0 0,-1-1 0,-1 1 0,0-1 0,0 0 0,-1-1-1,-7 9 1,-6 3-176,-1-1 0,0-1-1,-2-1 1,0-2-1,-42 25 1,51-36-2775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3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 7 976,'0'0'11907,"-11"-6"-10135,8 6-1668,0 0 1,1 0 0,-1 1 0,0-1-1,0 1 1,1 0 0,-1 0-1,0 0 1,1 0 0,-1 0-1,1 0 1,-1 1 0,1-1 0,0 1-1,-3 2 1,1 0-24,0 0-1,1 0 1,-1 1 0,1-1-1,0 1 1,0 0 0,-3 6-1,0 5 71,1 0 0,0 1-1,1-1 1,-3 23-1,0 34 1221,5 128 1,3-140-852,-1-32-284,2 0 0,1 0 0,9 38 1,-9-55-140,0 0 0,2 0 0,-1 0 0,2 0 0,-1-1 0,2 0 0,-1 0 0,2 0 0,15 18 0,-19-25-68,0 0 0,0-1 0,0 1-1,0-1 1,1 0 0,-1 0-1,1-1 1,0 0 0,0 1-1,7 1 1,-2-2 36,-1 0 1,1-1-1,0 0 1,14 0-1,-15-2-42,0 0 0,0 0 0,0-1-1,0-1 1,0 1 0,0-1-1,-1-1 1,1 1 0,-1-2-1,0 1 1,0-1 0,0 0 0,-1 0-1,0-1 1,0 0 0,0-1-1,6-8 1,6-7-127,-2-1 1,-1 0-1,0-2 1,15-33-1,-22 39-92,0-1 0,-1 0 1,-1-1-1,-1 0 0,-1 0 0,-1 0 0,0-1 0,-2 1 1,0-27-1,-2 40 150,0 0 0,-1 1 0,0-1 1,0 1-1,-1-1 0,0 1 0,-1-1 0,1 1 1,-1 0-1,0 0 0,-1 0 0,-6-8 0,0 2 36,0 1-1,-1 0 1,-1 1-1,-24-19 1,23 19 18,0 2 1,0 0 0,0 0 0,-1 1 0,-1 1 0,1 0 0,-1 1 0,0 1 0,-1 0 0,1 1 0,-1 1 0,0 0 0,-20 0 0,-14 3 79,184 3-7230,-73-3 921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3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37 4818,'0'0'7988,"0"-6"-7057,0-18 37,0 18 2586,0 10-3250,-18 481 3641,3-132-2565,14-257-825,9-250-4801,-3 68 232,-1 22-1300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4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85 10549,'0'0'7019,"3"-12"-6021,0-7-659,6-26 2934,-19 85-3093,1 0 0,2 0-1,-2 51 1,5 127 1154,5-152-948,-1-51-321,-1 4 31,1 0 0,2 1-1,4 27 1,-5-42-86,0-1 0,1 1 0,0 0 0,-1 0 0,1-1 0,1 1 0,-1-1 0,1 0 0,-1 0 0,1 0 0,1 0 0,-1 0 0,0-1-1,1 1 1,0-1 0,0 0 0,0 0 0,6 4 0,-4-4 3,-1-1 1,1 1-1,0-1 0,0-1 1,0 1-1,0-1 0,0 0 0,0 0 1,0 0-1,1-1 0,-1 0 0,0 0 1,0-1-1,8-1 0,-6-1-18,1 1 0,-1-1 0,0-1-1,1 0 1,-2 0 0,1 0 0,0-1-1,12-11 1,-1-1-162,-2-1-1,0-1 0,-1-1 1,-1 0-1,24-41 1,-31 46-45,0 0 0,-1-1 0,0 0 0,-1-1 0,-1 0 0,-1 1 0,0-1 0,-1-1 0,-1 1 0,-1 0 0,0-1 0,-2-20 0,-1 28 79,0 1 0,0-1 0,0 0 0,-2 1 0,1 0 0,-1-1 0,0 2 0,-1-1 0,0 0 0,0 1 1,-1 0-1,0 0 0,-1 0 0,-10-9 0,-3-1 112,0 2-1,-1 0 1,0 1 0,-32-16 0,41 24 76,-1 1 1,1 1 0,-2 0-1,1 0 1,0 1-1,-1 1 1,0 1-1,0-1 1,0 2-1,-15 0 1,27 1-22,0 0-1,1 0 1,-1 0 0,0 0-1,0 1 1,0-1 0,0 1-1,0-1 1,0 1 0,1 0 0,-1-1-1,0 1 1,1 0 0,-1 0-1,0 0 1,1 1 0,-1-1-1,1 0 1,0 0 0,-1 1 0,1-1-1,0 1 1,0-1 0,0 1-1,0 0 1,-2 2 0,1 2-3,1 0 0,-1 0 1,1 0-1,0 0 0,0 0 1,1 0-1,0 8 0,0-13-85,0 0-1,0 0 1,0 1-1,0-1 1,0 0-1,0 0 1,1 0-1,-1 1 1,0-1-1,1 0 1,-1 0-1,1 0 1,-1 0-1,1 0 1,0 0-1,-1 0 1,1 0-1,0 0 1,0 0-1,0 0 1,0 0-1,-1 0 1,1-1-1,0 1 1,1 0-1,-1-1 1,1 2-1,2-1-438,0 0-1,1 0 1,-1 0-1,0-1 1,0 0-1,6 1 1,-5-1-94,35 0-5205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4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14 4306,'0'0'9970,"-1"-3"-8810,0-1-1030,0-2 1214,0 24-136,1 399 3942,0 41-4404,0-582-9230,0 81 1102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5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6211,'0'0'11837,"0"3"-10834,0-2-971,0 0 0,0-1 0,0 1 0,0 0 0,0 0-1,0-1 1,0 1 0,0 0 0,0-1 0,1 1 0,-1 0-1,0-1 1,1 1 0,-1 0 0,0-1 0,1 1 0,-1-1-1,1 1 1,-1 0 0,1-1 0,-1 1 0,1-1 0,-1 1-1,1-1 1,0 0 0,-1 1 0,1-1 0,1 1 0,1 0 55,1 1-1,1-1 1,-1 1 0,0-1 0,7 1 0,13 0 146,29-1-1,-44-1-159,77 0-146,27 0 107,-35 0-8106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6.1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20 245 6451,'0'0'6723,"6"-23"-6678,1-3-79,26-84-68,-27 73 1117,-6 32-837,0 1 0,0 0 0,1-1 0,0 1 0,0 0 0,0-1 0,3-6 0,2 5 1043,-3 12-735,-2 18-335,-1-23-131,0 19 56,1 82 1233,-25 203 1,-39 38-804,61-326-494,1-9-964,0-18-429,1-73-7020,0 48 571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7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 2385,'0'0'12336,"8"1"-11415,39 2-396,1-2 1,0-2 0,0-2-1,0-2 1,-1-3-1,69-19 1,-62 12-1399,-53 0-6124,-1 6 2461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7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3682,'0'0'14390,"181"-3"-13685,-124 3-241,-7 0-464,-7-3-32,-9-3-817,-11 0-1119,-13-3-3427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8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7 2865,'-5'-5'15451,"0"4"-15833,1 1 459,0 0 0,1 0 0,-1 0 0,0 1 0,1 0 0,-1-1 0,0 1 1,1 1-1,-1-1 0,1 0 0,-5 3 0,4 0-38,-1-1-1,1 1 0,0 0 1,1 0-1,-1 0 0,1 0 1,-5 8-1,-6 11 211,1 1 0,2 1-1,0 0 1,1 0 0,2 1 0,1 0 0,1 1-1,-3 29 1,0 27 711,3 107 0,6-182-892,0 0 0,0-1 0,1 1 0,0 0 0,1 0 0,4 12 0,-5-17-52,0-1-1,0 1 0,0-1 1,1 0-1,0 1 1,-1-1-1,1 0 0,0 0 1,0 0-1,0 0 0,0-1 1,0 1-1,0-1 1,0 1-1,1-1 0,-1 0 1,1 1-1,-1-1 1,1 0-1,-1-1 0,1 1 1,3 0-1,0 0 3,0 0 0,0 0 0,0 0 0,0-1 0,0 0 0,0-1 0,0 1 1,0-1-1,0 0 0,0-1 0,0 1 0,0-1 0,-1 0 0,9-5 0,-5 2-60,0-1 0,-1-1 0,0 0 0,0 0 1,-1 0-1,0-1 0,11-15 0,-6 7-214,-2 0 0,1-1 1,-2-1-1,-1 0 0,0 0 0,-1-1 0,-1 1 1,4-23-1,-7 30 165,-1-1 0,-1 0 0,0 0 0,0 0 0,-2 0-1,1 0 1,-1 0 0,-1 1 0,0-1 0,-1 0 0,0 1 0,-1 0 0,0-1 0,-9-16 0,2 10 84,-1 0 0,-28-32 1,34 44 57,0 0 0,0 0 0,0 1 0,-1-1 0,1 2 0,-1-1 0,0 1 0,-1 0 0,1 0 0,-16-4 0,10 4-5,11 4-1101,30 2-5022,6-2 283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49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3 560,'-4'-3'15885,"2"6"-16499,1 8 856,0 0-1,1 1 1,1 17-1,0 4 122,-17 388 3960,9-303-3953,6-84 70,1-32-267,0-10-175,3-108-3541,6 36-1988,-1 40-496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50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1 3282,'0'0'6093,"-3"0"-5607,-2 0-434,1 0 118,1 0 1,0-1 0,0 1 0,-1 1 0,1-1 0,0 0 0,0 1 0,0 0 0,0 0 0,-1 0 0,1 0 0,0 0 0,0 0 0,1 1 0,-1-1 0,0 1 0,0 0 0,-2 3 0,-1 3 169,0 1 1,1 1 0,1-1-1,-1 0 1,1 1 0,1 0 0,0 0-1,0 0 1,-1 16 0,0-5 165,-11 53 942,3 1 0,4 0 0,3 145 0,5-218-1435,0 0-1,0-1 1,0 1 0,1-1-1,-1 1 1,0 0-1,1-1 1,0 1-1,-1-1 1,1 1-1,0-1 1,-1 1-1,1-1 1,0 0-1,0 1 1,0-1-1,1 0 1,-1 0-1,0 1 1,0-1-1,1 0 1,-1 0-1,0-1 1,1 1-1,-1 0 1,1 0-1,-1-1 1,1 1-1,-1-1 1,1 1-1,0-1 1,-1 1-1,1-1 1,0 0-1,-1 0 1,1 0-1,-1 0 1,3-1-1,2 1-12,-1-1 0,1 0 1,-1 0-1,1 0 0,-1-1 0,0 1 0,0-2 0,0 1 0,0 0 0,0-1 0,6-4 0,1-3-108,-1-1-1,0 0 1,0-1 0,11-16 0,34-57-1016,-47 68 813,0 0 1,-1 0-1,-1-1 1,-1 0-1,0 0 1,4-27-1,-5 14 31,-2 0 0,-1-1-1,-3-34 1,1 62 314,-1-1 1,1 1-1,-1 0 0,0-1 0,0 1 0,0 0 1,-1 0-1,1 0 0,-1 0 0,0 0 1,0 0-1,0 0 0,-1 1 0,1-1 0,-1 1 1,0-1-1,0 1 0,0 0 0,0 0 1,-1 1-1,1-1 0,-1 1 0,0-1 1,0 1-1,0 0 0,0 1 0,0-1 0,0 1 1,0 0-1,0 0 0,-1 0 0,1 0 1,0 1-1,-7-1 0,-25 1 43,35 0-314,21 0-11144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50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0 6099,'0'0'9572,"0"12"-8051,-1 8-831,-1 0 1,-1 0-1,-7 26 0,-4 19 204,2 47 639,1 146-1,11-254-1506,-1 0 0,2 0-1,-1 0 1,0 0 0,1 0-1,-1 0 1,1 0 0,3 7-1,-3-9-19,0-1-1,0 0 0,0 0 1,0 0-1,0 0 1,1 0-1,-1 0 0,0 0 1,1 0-1,-1 0 0,1-1 1,-1 1-1,0-1 1,1 1-1,0-1 0,-1 1 1,1-1-1,-1 0 1,1 0-1,-1 0 0,1 0 1,0 0-1,2 0 0,0 0-5,0-1 0,1 1 0,-1-1 0,0 0 0,0 0 0,0 0 0,1-1 0,-1 0-1,-1 1 1,1-2 0,0 1 0,0 0 0,-1-1 0,7-5 0,2-3-106,-1-1 1,16-23 0,-18 23-2,11-14-424,-2-1 1,0-1-1,23-52 0,-36 67 280,0 1 0,0-1 0,-2 0 0,0-1 0,0 1 0,-1 0 0,0-1 0,-2 1 0,1-1 0,-2 0 0,-3-25 0,3 35 260,0 1 1,0-1 0,0 1-1,0 0 1,-1 0 0,1-1-1,-1 1 1,0 0 0,0 0-1,0 0 1,0 1 0,-1-1-1,1 0 1,-1 1 0,0 0 0,1 0-1,-1-1 1,0 2 0,0-1-1,-1 0 1,1 1 0,0-1-1,0 1 1,-5-1 0,-6-1 190,0 0-1,0 1 1,-1 1 0,-23 1 0,32 0-177,-6 0-340,-1 1 0,1 1 0,0 1-1,0-1 1,-1 2 0,2 0 0,-1 0-1,0 1 1,-17 10 0,-29 17-6852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55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2097,'0'0'9823,"0"-6"-9225,0 1-1,1 0 1,0 0 0,1-7-1,1 10-582,15-9 82,29-13-1,-40 21-104,1 0 0,-1 1 0,1 0 0,0 0 0,0 1 0,0 0 0,10 0 0,-14 1 13,1 0 18,0 0 0,0 0 0,0 0-1,1 1 1,-1 0 0,0 0 0,7 2 0,-10-2 15,0 0 0,-1 1 0,1-1 0,0 0 0,-1 1 0,1-1 0,-1 1 0,0-1 0,0 1 0,1 0 0,-1 0 0,0-1 0,0 1 0,0 0 0,-1 0 0,1 0 0,0 0 1,-1 0-1,0 0 0,1 0 0,-1 4 0,2 3 151,0 1 1,-1-1 0,0 1 0,-1 0-1,0 0 1,0-1 0,-1 1 0,-1 0-1,1-1 1,-1 1 0,-1-1 0,0 0-1,0 0 1,-1 0 0,-8 14 0,-34 34 215,35-45-365,1-1 0,0 2-1,1-1 1,0 1-1,-8 19 1,16-32-59,1 1 1,0-1-1,0 1 1,-1-1 0,1 1-1,0-1 1,0 1-1,0-1 1,0 1-1,-1 0 1,1-1 0,0 1-1,0-1 1,0 1-1,0-1 1,0 1-1,1-1 1,-1 1 0,0 0-1,0-1 1,0 1-1,0-1 1,1 1 0,-1-1-1,0 1 1,0-1-1,1 1 1,-1-1-1,0 1 1,1-1 0,-1 0-1,1 1 1,0 0-1,18 4-701,-11-4 581,10 3 47,1 0-1,-1 1 1,0 1 0,-1 1 0,1 1 0,23 14 0,-35-19 149,0 2 0,0-1 0,-1 1 0,1-1 0,-1 2 0,0-1 0,0 0 0,-1 1 0,1 0 0,-1 0 0,-1 1 0,1-1 1,-1 1-1,0-1 0,-1 1 0,1 0 0,-1 0 0,-1 0 0,2 13 0,-2-9 114,0-1-1,-1 0 1,0 1 0,-1-1 0,-4 21-1,4-26-158,-1-1 0,0 1-1,0-1 1,0 1-1,-1-1 1,1 1-1,-1-1 1,0 0-1,0 0 1,0-1 0,-1 1-1,1-1 1,-1 1-1,-4 2 1,2-2-24,1-1-1,-1 1 1,0-1 0,0 0 0,0 0 0,0-1-1,-1 0 1,1 0 0,-1 0 0,1-1 0,-1 0-1,0 0 1,-8-1 0,14 0-62,0 0 1,-1 0-1,1 0 0,0 0 1,-1 0-1,1-1 0,0 1 1,0-1-1,-1 1 0,1-1 0,0 1 1,0-1-1,0 1 0,-1-1 1,1 0-1,0 0 0,0 0 1,0 0-1,0 0 0,0 0 1,1 0-1,-1 0 0,0 0 0,0 0 1,1 0-1,-1 0 0,1-1 1,-1 1-1,1 0 0,-1-1 1,1-1-1,-2-4-586,1-1 0,0 0 1,1 1-1,1-13 0,-1 6-635,0-28-4215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2:56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894 193 7059,'0'0'7785,"0"-24"-5098,0 21-2632,-1 1 1,1-1-1,-1 1 1,0-1-1,0 1 1,0 0-1,0-1 1,0 1-1,0 0 1,-1 0-1,1 0 1,-1 0-1,0 0 1,1 0-1,-1 0 1,-4-3-1,-40-28-149,26 20 136,5 3-32,0 0 0,0 2 0,-1 0 0,-1 1 0,1 0 0,-1 1 0,0 1 1,-27-4-1,-2 3 35,-93 0 0,133 7-28,0 0 0,0 0 1,0 1-1,0-1 0,1 1 0,-1 0 0,1 1 0,-1-1 0,1 1 1,0 0-1,0 1 0,0-1 0,-8 8 0,-5 6 105,-29 36-1,-117 179 1322,148-204-1301,1 1-1,1 0 1,-17 52-1,14-23 247,-10 62 0,20-67-202,3 0 0,3 85-1,2-65 115,0-48-217,1 1-1,1-1 1,2 1 0,1-1 0,0 0 0,2-1-1,1 0 1,1 0 0,1 0 0,1-2 0,25 38-1,-20-36 7,1-2-1,1 0 0,0 0 0,2-2 0,1-1 0,0 0 1,1-2-1,1 0 0,1-2 0,32 15 0,-38-22-57,1-2 0,-1 0-1,1-2 1,0 0 0,0-1-1,0-1 1,40 0 0,-52-3-30,0 0 0,0 0 0,1-1 0,-1 0 0,0-1 0,0 1 1,-1-1-1,1-1 0,-1 0 0,1 0 0,-1 0 0,0-1 0,-1 0 0,1 0 0,11-12 1,4-7-143,-2-1 1,32-47 0,138-216-482,-171 258 597,-1-2 0,-1 0-1,23-67 1,-34 78 18,-1 0 0,0 0 0,1-44 0,-6-67-51,-1 57 75,1 57-18,-2-1 1,0 1 0,0-1 0,-2 1-1,0 0 1,-2 0 0,0 0 0,0 0-1,-2 1 1,-12-21 0,-1 0-23,8 14 38,-17-24-1,26 43-23,0 0 0,0 0 1,0 0-1,-1 0 0,1 1 0,-1 0 0,-1 0 0,1 0 0,-11-5 0,7 6-4,-1 0 0,0 1 0,0 1 1,0 0-1,0 0 0,0 1 0,0 0 0,-11 2 0,-12-1 41,22-1 208,-15 1-1254,25-1 860,0 1 0,0-1 0,0 0 0,0 1 0,1-1-1,-1 1 1,0-1 0,0 1 0,0 0 0,1-1 0,-1 1 0,0 0 0,1-1 0,-1 1 0,0 0 0,1 0 0,-1-1 0,1 1 0,-1 0 0,1 0 0,0 0 0,-1 0 0,1 1 0,-4 15-5616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14.3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1 238 1505,'0'0'3252,"6"-3"-2695,21-9 177,-27 12-679,1 0-1,-1 0 1,1 0-1,-1 0 1,0 0-1,1-1 1,-1 1-1,0 0 1,1 0-1,-1 0 1,0-1-1,1 1 1,-1 0-1,0 0 1,1-1 0,-1 1-1,0 0 1,0-1-1,1 1 1,-1 0-1,0-1 1,0 1-1,0 0 1,1-1-1,-1 1 1,0-1-1,0 1 1,0 0-1,0-1 1,0 1-1,0-1 1,0 1-1,0 0 1,0-1 0,0 0-1,0-3 683,20-22 371,39-41-1,-38 45-1326,-16 15-277,0 0 1,-1 0 0,0-1-1,0 0 1,0 1 0,-1-1 0,3-12-1,2 0 12366,-9 29-13513,0 35 2634,-9 45 1,-2 21-30,-3 178 1114,-10 386 336,25-673-2359,1-23-316,6-33-1,1-8-1786,-3 4-3950,1 26-1945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15.1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218 48 7379,'0'0'6417,"-1"-7"-5924,-7-22-85,7 28-367,0 0-1,1 0 0,-1 0 1,0 1-1,0-1 0,0 0 1,0 0-1,0 1 0,0-1 1,-1 0-1,1 1 0,0-1 0,0 1 1,0-1-1,-1 1 0,1 0 1,0 0-1,0-1 0,-1 1 1,1 0-1,0 0 0,0 0 1,-1 0-1,1 0 0,0 1 1,0-1-1,-1 0 0,0 1 1,-6 0 131,5-1-139,0 0-1,0 1 0,0 0 0,1-1 0,-1 1 0,0 0 1,0 1-1,1-1 0,-1 0 0,0 1 0,1-1 1,0 1-1,-1 0 0,1 0 0,0 0 0,0 0 1,0 0-1,0 0 0,-2 3 0,-3 6 82,0 0 0,0 0 0,-6 16 0,-1 9 232,0 1 1,3 1 0,1 0 0,2 0 0,-6 61-1,5 198 2019,9-248-1931,0-17-43,1 0-1,1-1 1,13 63 0,-13-85-311,1 0 1,0-1-1,1 1 1,0-1 0,0 0-1,1 0 1,10 15-1,-11-19-44,0 0 0,1 0 0,-1 0-1,1 0 1,0 0 0,0-1 0,0 0-1,0 0 1,1-1 0,-1 1 0,1-1-1,-1 0 1,10 1 0,-4-1-14,0 0 1,0-1-1,0-1 0,1 0 1,-1 0-1,0-2 0,0 1 1,0-1-1,0-1 0,0 0 1,0 0-1,0-1 0,-1 0 1,0-1-1,0 0 0,16-12 1,-2-1-28,0-1 0,-1-1 0,-1-2 0,37-47 0,-36 40-163,-1-1-1,-1-1 1,27-58 0,-38 67 65,-2 0 1,0-1 0,-1 0 0,-2 0-1,0 0 1,-1-1 0,0-24-1,-3 15-62,-1 1 0,-5-35-1,2 52 142,0-1 0,0 1 0,-2 0 0,1 0 0,-2 1 0,-9-19 0,4 14 27,0 0 1,-1 1-1,-1 1 1,-22-24-1,29 35 0,0 0 0,0 0 0,-1 1 0,0 0 0,0 0 0,0 1 0,-1 0 0,1 0 0,-1 0 0,0 1 0,0 1 0,0-1 0,-1 1 0,-10-1 0,9 2-99,0 0 0,0 1 1,-1 1-1,1 0 1,0 0-1,0 1 1,-17 5-1,23-6-17,1 0 0,-1 1 0,0 0 0,1 0 1,-1 0-1,1 0 0,0 1 0,0-1 0,0 1 0,0 0 0,0 0 0,1 0 0,-1 0 0,1 0 0,0 1 0,0-1 0,0 1 1,0-1-1,0 1 0,1 0 0,0 0 0,-1 4 0,0 4-5047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16.7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19 1201,'0'0'11327,"0"-3"-10241,0 2-1987,6-14 7835,-3 21-6337,4 15-518,-2 1 0,-1 0 1,2 36-1,-4-40-7,10 441 2326,-14-315-2016,1-84-258,2 64 25,0-112-88,0 0 0,1 0 0,0 0 0,2 0 0,-1 0 0,1-1 0,9 19 0,-11-27-44,-2-2-12,0-1-1,0 1 1,0-1-1,1 1 1,-1-1-1,0 1 1,0-1-1,1 1 1,-1-1-1,0 1 1,1-1-1,-1 0 1,0 1-1,1-1 1,-1 0-1,1 1 1,-1-1-1,1 0 1,-1 1-1,0-1 1,1 0-1,-1 0 1,2 1-1,-2-2-18,0 1 1,1 0-1,-1 0 1,1-1-1,-1 1 0,1 0 1,-1-1-1,0 1 0,1-1 1,-1 1-1,0 0 0,1-1 1,-1 1-1,0-1 0,0 1 1,0-1-1,1 1 0,-1-1 1,0 1-1,0-1 0,0 1 1,0-1-1,0 1 1,0-1-1,0 1 0,0-1 1,0 0-1,0-2-97,9-65-2351,3-26-4371,-3 43 550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17.2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55 3554,'0'0'9244,"2"-9"-8524,12-36 2471,-14 53-2457,0 961 5895,0-961-6611,0 0 0,0 0-1,1 1 1,0-1-1,0-1 1,1 1 0,0 0-1,1 0 1,4 9-1,-7-17-19,0 1 0,0-1-1,0 1 1,0-1 0,0 0-1,1 1 1,-1-1-1,0 1 1,0-1 0,0 0-1,1 1 1,-1-1-1,0 0 1,1 0 0,-1 1-1,0-1 1,1 0 0,-1 1-1,0-1 1,1 0-1,-1 0 1,1 0 0,-1 0-1,0 1 1,1-1-1,-1 0 1,1 0 0,-1 0-1,0 0 1,1 0 0,-1 0-1,1 0 1,-1 0-1,1 0 1,-1 0 0,0 0-1,2-1 1,-2 1-31,1-1 0,0 1 0,0-1-1,0 0 1,0 0 0,-1 1 0,1-1 0,0 0 0,-1 0 0,1 0 0,-1 0-1,1 0 1,-1 0 0,1 0 0,-1 0 0,0-1 0,3-13-1126,0 0 1,-2-1-1,0 1 1,-1-26-1,-1 13-3005,1 5-2735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19.6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49 5619,'0'0'5754,"7"-7"-4860,19-22 45,-25 29-842,-1 0 1,1 0-1,-1-1 1,0 1-1,1 0 1,-1-1-1,1 1 1,-1 0-1,0-1 0,1 1 1,-1-1-1,0 1 1,0 0-1,1-1 1,-1 1-1,0-1 0,0 1 1,0-1-1,1 1 1,-1-1-1,0 1 1,0-1-1,0 1 0,0-1 1,0 1-1,0-1 1,0 0-1,-8 6 670,1 7-665,1 1-1,0-1 1,0 1-1,1 0 1,1 1-1,0 0 1,-3 25 0,-3 106 681,9-139-738,-2 308 2713,3-272-2483,0 0 75,1 0-1,10 55 1,-9-86-283,0-1 0,0 0 1,1 1-1,1-1 0,0 0 0,0-1 0,0 1 1,2-1-1,-1 0 0,1 0 0,0 0 0,1-1 1,0 0-1,13 12 0,-15-17-42,0 1 0,0-1 0,1 0 1,-1-1-1,1 1 0,0-1 0,-1 0 0,1 0 0,0-1 1,0 0-1,0 0 0,0 0 0,0-1 0,0 0 0,1 0 0,-1-1 1,0 1-1,10-4 0,-6 2-8,-1-1 1,0-1 0,0 1 0,0-2-1,0 1 1,-1-1 0,0 0-1,0-1 1,0 0 0,11-11-1,3-7-173,0 0 0,-2-2-1,-1 0 1,-1-1 0,21-41 0,-29 47-4,-2-1 0,0 0 1,-1 0-1,-1 0 0,-1-1 1,0 0-1,-2 0 1,0-33-1,-3 25-1,-4-100-123,2 113 287,0 1 0,-1-1 0,-2 1 0,1 0 0,-11-23 0,8 24 25,-1 1 1,-1-1-1,0 1 1,-1 1-1,0-1 0,-24-23 1,27 32-22,1 0 1,-1 1 0,0-1 0,0 2 0,-1-1-1,1 1 1,-1 0 0,0 0 0,0 1-1,0 0 1,-1 1 0,1 0 0,-1 0-1,1 1 1,-16-1 0,7 2-35,-38 2 66,52-2-65,-1 1 1,1 0-1,-1 0 0,1 0 1,0 0-1,-1 0 1,1 1-1,0 0 1,0-1-1,0 1 1,0 0-1,-5 5 1,2 3-594,3-3-1245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20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88 7780,'0'0'6936,"4"-14"-6042,10-42-299,-9 40-386,-3 14 665,0 13 116,-1 118-352,-13 329 2811,-7-39-1936,19-418-1551,0 1 1,0-1 0,0 0 0,1 0-1,-1 0 1,0 1 0,1-1-1,-1 0 1,0 0 0,1 0 0,0 0-1,-1 0 1,1 0 0,0 0 0,-1 0-1,1 0 1,0 0 0,0 0 0,0 0-1,0 0 1,0 0 0,0-1-1,0 1 1,0-1 0,0 1 0,0 0-1,0-1 1,0 0 0,1 1 0,-1-1-1,0 0 1,0 1 0,0-1 0,1 0-1,-1 0 1,0 0 0,0 0-1,1 0 1,-1 0 0,0-1 0,0 1-1,1 0 1,-1-1 0,0 1 0,0-1-1,0 1 1,0-1 0,0 1 0,0-1-1,0 0 1,0 1 0,0-1-1,0 0 1,0 0 0,0 0 0,0 0-1,-1 0 1,1 0 0,0 0 0,-1 0-1,1 0 1,0 0 0,0-2 0,0-4-1460,0 0 0,0 1 0,0-1 1,-1-10-1,0 1-5565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27.5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4626,'0'0'12713,"0"3"-12663,7 294 617,-7 270 2639,0-566-3274,0 1 0,0-1 0,0 0 1,0 0-1,0 0 0,0 1 0,0-1 1,1 0-1,-1 0 0,0 0 0,1 0 1,-1 0-1,1 0 0,0 0 0,-1 0 1,2 2-1,-2-3-13,1 0 1,-1 1-1,1-1 0,-1 0 1,1 1-1,0-1 1,-1 0-1,1 0 0,-1 0 1,1 1-1,-1-1 1,1 0-1,0 0 0,-1 0 1,1 0-1,-1 0 1,1 0-1,0 0 0,-1 0 1,1 0-1,-1-1 1,1 1-1,0 0 0,1-1-23,0 0-1,0 0 1,-1 0-1,1 0 1,0 0-1,0-1 1,-1 1-1,1 0 0,-1-1 1,0 1-1,1-1 1,-1 0-1,0 1 1,0-1-1,0 0 1,2-3-1,7-21-1226,0 0-3748,9-38 0,-12 24-4145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28.0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 4306,'0'0'6987,"7"-10"-3270,3 250 382,0-26-2425,-10 466 431,2-648-1539,-1-21-1987,-1 1-3919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2.9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44 136 2481,'0'0'1561,"-1"-10"-1465,-11-80 2217,10 79-1989,2 10-407,0 0 0,0-1 0,0 1 0,0 0 0,-1 0 0,1-1 0,0 1 0,-1 0 0,1 0 0,-1-1 0,0 1 0,1 0 0,-1 0 0,-1-2 0,1 3-229,-1-1 0,1 0-1,0 1 1,0-1 0,0 1-1,0 0 1,0-1 0,0 1-1,-1 0 1,1 0 0,0 0-1,0 0 1,-2 0 0,0 0-558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3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224 133 416,'-42'-112'691,"34"92"-2,8 21-441,-1 4 2646,-19-6 4046,31 0-2978,34-3-2699,-44 4-1374,8 0 118,0-1 1,0 1-1,-1 1 1,1 0-1,0 0 1,0 0-1,-1 1 1,1 1 0,15 5-1,-21-6-2,1 0-1,-1 0 0,0 1 1,0-1-1,0 1 1,0-1-1,-1 1 1,1 0-1,0 0 1,-1 0-1,0 0 1,0 0-1,0 1 1,0-1-1,-1 1 0,1-1 1,-1 1-1,0 0 1,0 0-1,0-1 1,0 1-1,-1 0 1,0 0-1,0 7 1,0 1 42,1-8 0,-1 1-1,1 0 0,-1-1 1,-1 1-1,1-1 0,-1 1 1,1 0-1,-1-1 0,-1 1 0,1-1 1,-1 0-1,1 1 0,-1-1 1,0 0-1,-1 0 0,-3 6 1,-21 15 27,-1-1 1,-1-1 0,-50 30 0,45-31-46,0 1 0,-41 38 0,69-55-35,4-5 3,-1 1 1,1 0-1,0 0 0,0 0 1,0 1-1,0-1 1,0 0-1,0 1 0,1-1 1,-1 1-1,1-1 1,0 1-1,0 0 1,0 0-1,0 0 0,-1 2 1,3-4 5,-1 0 0,1 0 0,-1 0 1,1 0-1,-1 0 0,1-1 0,-1 1 1,1 0-1,0 0 0,-1-1 0,1 1 1,0-1-1,0 1 0,0-1 0,-1 1 1,1-1-1,0 1 0,0-1 0,0 0 1,0 1-1,0-1 0,0 0 0,0 0 1,0 0-1,0 1 0,0-1 0,0 0 1,0 0-1,1-1 0,6 3 36,140 16 508,-104-14-444,-1 1 0,72 19 0,-114-24-152,0 0 0,0 0-1,0 1 1,0-1 0,0 1-1,0-1 1,0 0 0,0 1 0,-1 0-1,1-1 1,0 1 0,0 0 0,0-1-1,-1 1 1,1 0 0,0 0-1,-1-1 1,1 1 0,-1 0 0,2 1-1,-2 14-5590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31 226 8580,'0'0'6008,"-5"-3"-5093,-15-9-80,15 9 464,12 3-290,123-1 84,4-1-858,186 21 0,-297-16-230,141 20-23,193 2-1,-122-19-325,-243-16 149,-24-22-782,-52-68 0,38 43 253,29 35 362,3 6 307,-25-27 0,38 43 207,3 0-106,-1 0 1,1 1 0,-1-1-1,0 1 1,1-1 0,-1 1-1,0-1 1,0 1 0,0 0-1,1-1 1,0 2 0,6 3 33,67 35 257,104 38 1,-173-76-345,-1 0 0,0 0 0,0 0 0,0 1 0,-1 0 0,1 0 0,-1 0 0,1 1 0,-1 0 0,6 7 0,-8-8-4,0 0 0,-1 0 0,1 0 0,-1 0 0,1 1 0,-1-1 0,0 0 0,-1 1 0,1-1 0,-1 1 0,1-1 0,-1 1 0,0 0 0,0-1 0,0 1 0,-1-1 0,1 1 0,-3 4 0,1 2 9,-1-1-1,-1 0 1,1 1-1,-2-1 0,-9 16 1,-35 41 82,48-65-78,-63 79 244,-111 152 645,171-225-928,-1 1 1,1 0 0,-5 15 0,3-7-4515,14-36-5960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7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425 106 10405,'0'0'6184,"0"-11"-5669,0-51 445,0 61-941,-1-1 0,1 1 0,-1 0 0,1-1 0,-1 1 0,0 0 0,1-1 0,-1 1 0,0 0 0,0 0 0,0 0 0,0 0 0,0 0 0,0 0 0,0 0 0,0 0 0,0 1 0,-1-1 0,1 0 0,0 1 0,-1-1 0,1 0 0,0 1 0,-1 0 0,1-1 0,0 1 0,-1 0 0,1 0 0,-2 0 0,-46-5-12,21 5-2,19-1-2,0 0 0,0 1 0,-1 0 0,1 1 0,0 0 0,0 0 0,0 1-1,0 0 1,-11 5 0,8 0 11,0 1 1,0 0-1,1 1 0,0 0 0,0 1 0,1 0 1,0 1-1,1 0 0,1 0 0,-1 1 0,2 0 0,0 1 1,0-1-1,-7 21 0,2 1 139,1 0-1,1 1 1,2 0 0,-6 58 0,6 175 1195,8-252-1258,-1 13 112,3 1 1,0-1 0,2 0-1,9 37 1,-9-52-88,1-1-1,0 1 1,1-1 0,0 0 0,1 0-1,0-1 1,1 0 0,1 0 0,0-1 0,18 17-1,-19-20-74,1-1 0,1 0 0,-1 0 0,1-1 0,1-1 0,-1 1 0,1-2 0,-1 1 0,1-2 0,19 5 0,-9-5 27,0 0-1,0-1 0,0-1 0,40-4 0,-45 1-79,0 0 0,0-2 0,-1 0-1,1-1 1,-1 0 0,0-1 0,0-1 0,-1 0-1,0-1 1,0-1 0,0 0 0,-1-1-1,-1 0 1,0-1 0,0 0 0,17-23-1,-19 20-706,0 0 0,-1-1 0,-1 0 0,0 0-1,9-28 1,-7 12-3828,-2 6-2698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56 6451,'0'0'4567,"0"-4"-2741,0 9 30,0 600 4584,0-604-6421,-1 0-1,1 0 0,0 0 1,0 0-1,0 0 0,0 1 1,0-1-1,0 0 0,0 0 1,0 0-1,1 0 0,-1 0 1,0 0-1,1 0 0,-1 0 0,1 0 1,-1 0-1,1 0 0,-1-1 1,1 1-1,-1 0 0,1 0 1,0 0-1,0-1 0,-1 1 1,1 0-1,0-1 0,0 1 1,1 0-1,-1-17-525,-1-442-5605,1 449 6116,0 1 0,1-1-1,-1 1 1,2 0 0,-1 0 0,1-1 0,1 1 0,-1 1-1,7-10 1,-5 7-141,0 0 1,-1 0-1,0 0 0,4-15 0,-7 21 67,0-1 1,0 1-1,0 0 0,0 1 0,1-1 1,0 0-1,0 0 0,0 1 0,0-1 1,1 1-1,-1-1 0,6-4 0,-5 6 93,-1 2-1,1-1 0,-1 0 1,1 0-1,0 1 1,-1-1-1,1 1 0,0 0 1,0 0-1,-1 0 1,1 0-1,4 1 0,4 0 34,42-2 440,68 3 481,-117-2-870,0 1 0,1 0 0,-1 0 0,0 0 0,1 0 0,-1 1 0,0-1 0,0 1 1,0 0-1,0 0 0,-1 1 0,1-1 0,-1 1 0,1 0 0,-1 0 0,0 0 0,0 0 0,0 0 1,0 1-1,-1-1 0,1 1 0,-1 0 0,0 0 0,0 0 0,1 4 0,1 4 131,-1-1 1,0 1-1,-1 0 0,-1-1 0,0 1 0,0 0 0,-1 0 0,-2 14 0,1-19-199,-1-1 0,1 1 0,-1-1 1,-1 0-1,1 0 0,-1 0 0,0 0 0,0 0 0,-1-1 0,0 1 0,0-1 0,0 0 0,-1 0 0,1 0 0,-8 4 0,-6 6 28,-2 0-1,-38 20 1,34-22-137,0-1 0,-1-2 0,0 0 0,0-2 1,-35 7-1,59-15 41,1 0-1,-1 0 1,1 0 0,0 0 0,-1 0 0,1 0-1,-1 0 1,1 0 0,0 1 0,-1-1-1,1 0 1,0 0 0,-1 0 0,1 0 0,0 1-1,-1-1 1,1 0 0,0 0 0,-1 1 0,1-1-1,0 0 1,0 1 0,-1-1 0,1 0 0,0 1-1,0-1 1,-1 0 0,1 1 0,0-1-1,0 1 1,6 10-337,18 8 122,21 14 466,-1 2-1,-2 2 1,-1 2-1,-2 1 1,52 71-1,-80-98-869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3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7379,'0'0'7180,"-9"4"-6583,5-2-557,-4 1 115,0 1 0,0 0 0,1 0 0,-1 0 0,1 1 0,0 1 0,0-1 0,1 1 0,-8 9 0,1 5 123,1 1 0,1 0 0,1 1-1,1 0 1,0 0 0,2 1-1,1 0 1,-5 37 0,1 20 724,2 92 0,7-168-965,1 405 2156,0-384-2072,1-1 0,1 0 0,1-1 0,1 1-1,11 32 1,-13-48-90,1-1 0,1 0 0,-1 0 0,1-1 0,0 1-1,1-1 1,-1 0 0,12 11 0,-12-13-23,0-1 0,1 1 0,0-1-1,0 0 1,0-1 0,0 1 0,0-1 0,0 0-1,1 0 1,-1-1 0,1 1 0,-1-1 0,10 0 0,-11 0-15,-1-1 0,1 0 0,0 0 0,0-1 0,0 1 0,0-1 0,0 0 0,-1 0 0,1 0 0,0 0 0,-1-1 0,1 1 0,-1-1 0,1 0 0,-1 0 0,0-1 0,0 1 0,5-5 0,-3 1-216,0 0 0,-1 0-1,0-1 1,0 1 0,0-1-1,-1 0 1,0 0 0,4-14-1,-3 7-802,-1 0 0,0-1-1,0-15 1,-1-18-5308,-2 14-2828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1 234 8292,'0'0'3057,"4"-13"-3009,9-22-10,5-13-124,20-89 1,-40 167 1630,3 35 0,1-5-783,-27 341 2827,4-118-1885,20-145-639,1-138-1074,0 0 0,1 0 1,-1 0-1,0 0 0,0 0 1,1 0-1,-1 0 0,0 0 1,0 0-1,1 0 0,-1 0 1,0-1-1,0 1 0,1 0 1,-1 0-1,0 0 0,0 0 0,1 0 1,-1-1-1,0 1 0,0 0 1,0 0-1,1 0 0,-1-1 1,0 1-1,0 0 0,0 0 1,0-1-1,0 1 0,1 0 1,-1 0-1,0-1 0,0 1 0,0 0 1,0 0-1,0-1 0,0 1 1,0-1-1,6-16-1452,-2 0 0,6-34 0,-4 15-1101,4-18-2584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0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7091,'0'0'7059,"-6"2"-5991,2-1-930,1 1 0,0 0 0,-1 0 0,1 0 1,0 0-1,0 1 0,0-1 0,0 1 0,1 0 1,-1-1-1,1 1 0,-1 1 0,1-1 0,0 0 1,0 0-1,1 1 0,-1-1 0,1 1 0,-2 4 1,-7 28 507,1 1 0,2 0 0,1 0 0,0 52 0,2-38-131,-6 340 1705,10-385-2185,1 1 0,-1-1 1,1 0-1,1 1 0,-1-1 0,1 0 1,0 0-1,0 0 0,4 7 0,-4-10-24,0-1-1,0 1 0,0-1 1,0 1-1,0-1 1,1 0-1,-1 0 0,1 0 1,0 0-1,-1 0 1,1-1-1,0 1 0,0-1 1,0 0-1,0 0 1,0 0-1,0 0 0,1 0 1,3 0-1,0 0 10,0 0-1,0-1 0,0 1 1,1-2-1,-1 1 0,0-1 1,0 0-1,0 0 0,0-1 1,0 0-1,0 0 1,-1-1-1,1 1 0,9-7 1,-4 0-42,0 0 0,0 0 1,-1-2-1,-1 1 0,0-1 1,11-15-1,-3 1-212,-1 0-1,-1-1 1,-1-1-1,-2 0 1,0-1 0,13-47-1,-16 37-217,-1-1-1,-2 0 1,-2 0-1,0-65 1,-5 88 386,1-3 21,-1 0-1,-2 0 1,-4-29 0,4 41 55,0 1 1,0 0-1,0 0 1,-1 0 0,0 1-1,0-1 1,0 1-1,-1-1 1,0 1 0,0 0-1,0 0 1,-1 1 0,1-1-1,-9-5 1,6 6-7,0-1 0,0 1 0,0 1 0,0-1 0,-1 1 0,0 1 0,1-1 0,-1 1 0,-11-1 0,-6 0-3,-42 2 1,50 1-3,8 0-90,1 0-1,-1 1 0,1 0 0,-1 1 1,1 0-1,0 0 0,-1 1 0,1 0 1,1 0-1,-1 1 0,0 0 0,1 1 0,0-1 1,0 1-1,0 1 0,1-1 0,-1 1 1,1 0-1,-9 12 0,9-7-2923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6323,'0'0'6603,"-1"9"-5869,-6 58 939,3 1-1,5 67 1,0-42-771,-10 275 1187,5-254-1900,5-132-2468,7-36 0,0 11-1409,-2-7-2128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7331,'0'0'5779,"1"0"-5743,-1 0-1,0 0 1,1 0-1,-1 0 1,1 0-1,-1 0 1,0 0 0,1 0-1,-1 0 1,1 0-1,-1 1 1,0-1-1,1 0 1,-1 0 0,0 0-1,1 1 1,-1-1-1,0 0 1,1 0-1,-1 1 1,0-1 0,0 0-1,1 1 1,-1-1-1,0 0 1,1 1-1,1 2 72,-1 0 0,1 0-1,0 1 1,-1-1 0,0 0 0,0 0-1,0 1 1,0-1 0,0 1-1,0 6 1,-1 42 918,0-26-598,0 39 738,-2 0 0,-20 118 0,4-101-465,4 1 1,-7 144 0,25-225-625,-3-2-69,1 0-33,0-1 0,-1 1 0,1-1 0,0 1 1,-1-1-1,1 0 0,-1 0 0,1 0 0,-1 0 1,1 0-1,-1 0 0,0 0 0,0 0 1,1 0-1,-1 0 0,0-1 0,0 1 0,0-1 1,0 1-1,0-1 0,-1 1 0,1-1 0,1-2 1,13-44-1547,-14 48 1535,3-19-2620,0-1-1,1-36 1,-4 10-7838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2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3890,'0'0'1392,"0"-12"-1840,4 12-496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4770,'148'-13'3647,"-119"10"-1699,-29 3-1749,0-1 0,0 1 1,0 0-1,0-1 0,0 1 1,0-1-1,0 1 0,0-1 0,0 1 1,0-1-1,0 1 0,0 0 1,0-1-1,-1 1 0,1-1 0,0 1 1,0 0-1,-1-1 0,1 1 1,0-1-1,-1 1 0,1 0 0,0-1 1,-1 1-1,1 0 0,0 0 1,-1-1-1,0 1 0,-13-1 465,5 2-491,7-1-145,0 0 0,1 0 0,-1 1 0,1-1 0,-1 1 0,0-1 0,1 1 0,-1 0 0,1-1 0,0 1 0,-1 0 0,1 0 0,-1 0 0,1 0 0,0 0 0,0 1 0,0-1 0,0 0 0,0 0 0,0 1 0,0-1 0,-1 2 0,-15 37 462,16-35-410,-11 36 633,1 0 0,3 1-1,-6 73 1,8 127 1220,6-210-1731,0-20-145,-1 3 66,2 1 0,-1-1 0,2 0 1,5 22-1,-7-33-96,2-1 0,-1 1-1,0-1 1,1 0 0,-1 0 0,1 0-1,0 0 1,0 0 0,0 0 0,0 0 0,1 0-1,-1-1 1,1 1 0,0-1 0,-1 0-1,1 0 1,0 0 0,0 0 0,1 0-1,-1-1 1,0 1 0,1-1 0,6 2 0,-4-2 0,0 0 0,0 0 0,0-1 0,0 0 1,0 0-1,1 0 0,-1-1 0,0 0 0,0 0 1,0 0-1,8-4 0,-5 1-12,1 0 0,-1-1-1,0 0 1,0-1 0,0 0 0,8-7 0,6-10-78,0 0 1,-2-1 0,23-34 0,-19 23-296,28-51 0,-45 70 161,0-1-1,-1 0 1,0 0 0,-2-1 0,7-31-1,-9 28 23,-1 0 0,-1 1-1,-1-1 1,-1 0 0,0 1-1,-2-1 1,-7-30 0,7 41 175,0 1 0,0 0 1,0 0-1,-1 0 1,-1 1-1,0-1 0,0 1 1,0 0-1,-1 0 1,0 1-1,-1 0 0,0 0 1,0 0-1,0 1 1,-1 0-1,0 0 0,0 1 1,-9-5-1,10 8 36,1-1 0,-1 1-1,1 0 1,-1 1 0,0-1 0,1 1-1,-1 1 1,0-1 0,0 1 0,0 0-1,-7 2 1,10-2-11,-1 1-1,1 0 1,-1 0-1,1 1 1,-1-1-1,1 1 1,0 0-1,-1 0 1,1 0-1,0 1 1,0-1-1,1 1 1,-1 0-1,1 0 1,-1 1-1,-2 3 1,6-7-63,-1 0 0,1 0-1,0 1 1,0-1 0,-1 0 0,1 0 0,0 0 0,0 1-1,-1-1 1,1 0 0,0 0 0,0 1 0,0-1 0,0 0 0,-1 1-1,1-1 1,0 0 0,0 1 0,0-1 0,0 0 0,0 1-1,0-1 1,0 0 0,0 0 0,0 1 0,0-1 0,0 0 0,0 1-1,0-1 1,0 0 0,0 1 0,0-1 0,0 0 0,1 1-1,-1-1 1,0 0 0,0 0 0,0 1 0,0-1 0,1 0 0,-1 1-1,0-1 1,0 0 0,1 0 0,-1 0 0,0 1 0,0-1-1,1 0 1,-1 0 0,0 0 0,1 0 0,-1 0 0,0 1 0,0-1-1,1 0 1,-1 0 0,0 0 0,1 0 0,-1 0 0,0 0 0,1 0-1,-1 0 1,1 0 0,24-2-5354,-22 1 4243,30-6-6478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3794,'0'0'13139,"0"11"-12653,0 57 957,-14 359 2593,-9-107-2907,24-328-1407,0-1 0,0 1 1,1 0-1,0 0 0,6-14 0,3-15-1243,10-61-4970,-11 50 179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6995,'0'0'7788,"5"8"-6729,-1-2-869,0 0 0,-1 1 0,1-1 0,-1 1 0,-1 0 0,0 0 0,0 0 0,0 0-1,1 11 1,0 74 1599,-3 1-1,-26 184 1,17-210-1367,1 74 1,8-141-423,-1 0-1,1 0 0,0 0 1,0 0-1,0 0 1,0 1-1,0-1 0,0 0 1,0 0-1,0 0 1,0 0-1,0 0 0,0 1 1,-1-1-1,1 0 0,0 0 1,0 0-1,0 0 1,0 0-1,0 1 0,0-1 1,0 0-1,0 0 1,0 0-1,1 0 0,-1 0 1,0 1-1,0-1 1,0 0-1,0 0 0,0 0 1,0 0-1,0 0 0,0 1 1,0-1-1,0 0 1,0 0-1,1 0 0,-1 0 1,0 0-1,0 0 1,0 0-1,0 0 0,0 1 1,0-1-1,1 0 0,-1 0 1,0 0-1,0 0 1,0 0-1,0 0 0,0 0 1,1 0-1,-1 0 1,0 0-1,0 0 0,0 0 1,0 0-1,1 0 1,-1 0-1,3-3-167,1 0 1,-1 0-1,0 0 1,-1-1-1,1 1 0,0-1 1,-1 1-1,0-1 1,0 0-1,0 0 0,0 0 1,1-6-1,15-54-3839,-18 62 3841,11-56-4911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 3217,'0'0'13295,"2"-2"-12266,-2 1-1012,1 1 0,-1 0 0,0 0 0,0 0 0,0 0 0,0-1 0,1 1 0,-1 0-1,0 0 1,0 0 0,0 0 0,1 0 0,-1-1 0,0 1 0,0 0 0,1 0 0,-1 0 0,0 0 0,0 0-1,1 0 1,-1 0 0,0 0 0,0 0 0,1 0 0,-1 0 0,0 0 0,0 0 0,1 0 0,-1 0-1,0 0 1,0 0 0,0 0 0,1 1 0,-1-1 0,4 10 461,-4 27 285,-1-20-411,0 88 1293,-18 124 0,9-140-1177,0 132 0,18-230-2180,-5-2-110,1-1 1,-1 0-1,2-20 1,-4-7-5353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3954,'0'0'10087,"6"8"-8958,14 14-406,1-1 0,39 30 1,30 29 75,-67-54-641,-1 0-1,-2 1 1,0 2-1,-2 0 1,-1 1 0,-2 0-1,0 1 1,-3 1-1,0 0 1,-2 1 0,-2 0-1,0 1 1,4 62-1,-8-30 25,-2 0 1,-3 0-1,-10 68 0,6-98-128,-2-1 1,-2 0-1,-1 0 0,-1-1 1,-2 0-1,-2-1 0,-21 36 1,22-45-80,0-1 0,-2-1 0,0 0 0,-2-1 0,0-1 0,-1-1 0,-1 0 0,-1-2 0,-1 0 0,-46 27 0,51-33-3763,10-6-276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28 7091,'0'0'7644,"0"-1"-7487,0 0 1,0 0-1,0 0 0,0 0 1,0 1-1,0-1 1,-1 0-1,1 0 0,0 0 1,0 0-1,-1 1 1,1-1-1,0 0 0,-1 0 1,1 1-1,0-1 1,-1 0-1,1 1 0,-1-1 1,0 0-1,1 1 1,-1-1-1,1 1 0,-1-1 1,0 1-1,0-1 1,-41-4 261,0 2 1,-72 5 0,96-1-418,1 0 1,0 2-1,0 0 0,0 1 1,0 1-1,1 0 0,-1 1 1,1 1-1,1 1 0,-1 0 1,2 1-1,-1 1 0,1 0 1,0 1-1,-13 13 0,13-9 57,2 0 0,0 0-1,0 1 1,1 0 0,1 1-1,1 0 1,0 1 0,2 0 0,0 0-1,1 1 1,0 0 0,2 0-1,-3 27 1,0 39 663,9 130-1,0-172-486,2 0-1,2 0 1,17 62-1,-14-77-131,1-1 0,0 1 0,2-2 0,2 1 1,0-2-1,19 25 0,-26-39-84,1-1 0,1 0 0,0 0 0,0-1 0,1 0 1,0-1-1,0 0 0,1-1 0,0 0 0,1-1 0,-1 0 0,1 0 1,1-2-1,-1 1 0,0-1 0,1-1 0,0-1 0,0 1 0,0-2 1,0 0-1,0 0 0,23-3 0,-25 1-15,1 0 0,-1-1 0,1-1 0,-1 1 0,0-2 0,0 1 0,0-2 0,0 1 0,-1-2 0,1 1 0,-1-1 0,-1-1 0,1 0 0,11-12 0,-6 4-180,-2-1 1,0 0 0,0-1 0,-2 0 0,0-1-1,-1 0 1,9-25 0,-4 5-2996,21-79 0,-22 52-3482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4082,'0'0'9407,"0"3"-9295,0 47 771,-12 337 4301,-2-161-3456,14-229-1738,0 0-1,0 0 1,1 0-1,0 0 1,-1 0-1,1 0 0,0 0 1,0 0-1,3-5 1,3-8-143,1-8-690,-2 0 0,0-1 0,-2 0-1,2-38 1,-6-105-6182,0 157 6479,-3-46-2445,-4 4-744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7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0 42 3169</inkml:trace>
  <inkml:trace contextRef="#ctx0" brushRef="#br0" timeOffset="1">0 42 3169,'172'-37'2023,"-166"35"-1808,-1 1 0,0 0 1,1 1-1,-1-1 0,0 1 0,1 0 1,-1 1-1,0-1 0,6 2 1,-9-1-82,-1 0 1,1-1-1,-1 1 1,0 0-1,1 0 1,-1 0-1,0 0 1,0 0-1,1 0 1,-1 1-1,0-1 1,0 0-1,0 0 1,-1 1-1,2 2 1,4 4 517,-1 1-103,0-1 0,-1 1 0,1 0 0,-2 0-1,1 0 1,-1 0 0,-1 1 0,2 10 0,-1 6 828,0 48 0,-4-66-1243,0 1 0,0-1 0,0 0 0,-1 0 0,0 0 0,-1-1 0,0 1 0,0 0 0,-1-1 1,0 0-1,0 0 0,0 0 0,-1 0 0,-6 6 0,-3 2-19,-1 0 0,0-1-1,-1 0 1,-24 15 0,32-24-154,1 0 1,-1-1-1,0 0 1,0 0-1,0-1 1,0 0-1,-1 0 0,1-1 1,-1 0-1,1 0 1,-1-1-1,-12 0 0,21-1-8,-1 0-1,1 0 0,-1 0 1,1 0-1,-1 0 0,1 0 1,-1 0-1,0 0 0,1-1 0,-1 1 1,1 0-1,-1 0 0,1 0 1,-1-1-1,1 1 0,-1 0 1,1-1-1,-1 1 0,1 0 0,0-1 1,-1 1-1,1-1 0,-1 1 1,1 0-1,0-1 0,-1 1 1,1-1-1,0 1 0,0-1 0,0 1 1,-1-1-1,1 1 0,0-1 1,0 0-1,0 1 0,0-1 0,0 1 1,0-1-1,0 0 0,0 0 6,0 0 1,0 0-1,1 1 0,-1-1 0,0 0 0,0 0 0,1 1 0,-1-1 0,1 0 0,-1 1 1,1-1-1,-1 0 0,1 1 0,-1-1 0,1 1 0,-1-1 0,1 1 0,0-1 0,-1 1 1,1-1-1,0 1 0,-1 0 0,1-1 0,0 1 0,0 0 0,-1 0 0,1 0 0,0-1 0,0 1 1,1 0-1,3 0 63,1-1 1,-1 1 0,1 0-1,-1 0 1,0 0-1,1 1 1,-1 0 0,1 0-1,-1 0 1,0 1 0,0 0-1,0 0 1,0 0-1,0 0 1,0 1 0,0 0-1,-1 0 1,6 5 0,11 14 520,31 42 0,12 13 156,-60-74-665,-1 1 1,1-1 0,0 0 0,1 0 0,8 4-1,-12-6-186,1 0-1,-1 0 0,0-1 1,1 1-1,-1-1 0,1 1 0,-1-1 1,1 0-1,0 0 0,-1 0 0,1 1 1,-1-1-1,1-1 0,-1 1 0,1 0 1,-1 0-1,1 0 0,-1-1 0,1 1 1,-1-1-1,1 0 0,-1 1 0,3-2 1,9-16-4964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3410,'0'0'15927,"141"75"-15831,-115-75-96,-2 0-496,-4-12-2001,-4-12-3298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8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6211,'0'0'8404,"0"204"-7284,0-125 17,0 5-209,0 0-208,-10-9-511,3-15-145,4-26-64,3-13-1377,0-15-2513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2945,'0'0'10701,"-8"13"-9836,8-12-850,-15 26 627,1 1 1,-19 55-1,20-31-12,1 1 0,4 0-1,-3 55 1,4 164 1245,7-265-1843,1 46 259,1-1-1,3 0 1,11 53-1,-11-83-224,0-1-1,2 0 1,0-1-1,2 0 1,0 0-1,1 0 0,1-1 1,0-1-1,28 33 1,-34-45-54,0-1 1,1 1-1,-1-1 0,1-1 1,0 1-1,0-1 1,0 0-1,1 0 0,-1-1 1,1 0-1,0 0 1,0-1-1,0 0 0,0 0 1,0 0-1,1-1 1,-1 0-1,0 0 0,13-1 1,-17-1-21,-1 1 1,0 0-1,1-1 1,-1 1-1,0-1 1,1 0 0,-1 1-1,0-1 1,0 0-1,0-1 1,0 1-1,0 0 1,0 0-1,0-1 1,3-2-1,-2 0-99,0 0 1,0 0-1,0 0 0,-1 0 0,1-1 0,-1 1 0,2-6 0,2-8-999,-2-1 0,1 1 0,0-21 0,-4 37 910,5-63-4710,-5-4-3471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4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19 3778,'0'0'7841,"2"-3"-6782,7-9-147,-7 9 3,-2 3-889,0 0 0,1 0 0,-1 0 0,0 0 0,0 0 0,0 0 0,0 0 0,0 0 0,0 0 0,1 0 0,-1 0 0,0 0 0,0 0 0,0 0 0,0 0 0,0 0 0,0 0 0,0 0 0,1 0 0,-1 0 0,0 0 0,0 0 0,0 0 0,0 0 0,0 0 0,0 0 0,0 0 0,0 0 0,1 0 0,-1 0 0,0 1 0,0-1 0,0 0 0,0 0 0,0 0 0,0 0 0,0 0 0,0 0 0,0 0 0,0 0 0,0 1 0,0-1 0,0 0 0,0 0 0,0 0 0,0 0 0,0 0 0,0 0 0,0 0 0,0 1 0,0-1 0,0 0 0,0 0 0,0 0 0,0 0 0,0 0 0,0 1 0,8 71 1499,-5 143 0,-4-117-752,-2 46 242,-24 160 0,16-227-754,-2 109 1,13-186-261,0 1-1,0-1 1,0 0 0,0 0 0,0 0-1,0 0 1,0 0 0,0 0 0,0 0-1,0 1 1,0-1 0,0 0 0,0 0-1,0 0 1,0 0 0,0 0 0,0 0-1,0 0 1,0 1 0,0-1 0,0 0-1,0 0 1,0 0 0,0 0 0,0 0-1,0 0 1,0 0 0,0 0 0,1 0-1,-1 1 1,0-1 0,0 0 0,0 0-1,0 0 1,0 0 0,0 0 0,0 0-1,0 0 1,0 0 0,1 0 0,-1 0-1,0 0 1,0 0 0,0 0 0,0 0-1,0 0 1,0 0 0,0 0 0,1 0-1,-1 0 1,0 0 0,0 0 0,0 0-1,0 0 1,0 0 0,1 0 0,0 0-12,1 0 0,-1-1 0,1 1 0,0 0 0,-1-1 0,1 1 0,0-1 0,-1 0 0,1 1 0,-1-1 0,0 0 0,1 0 0,-1 0 0,1 0 1,-1 0-1,2-2 0,0 0-98,0-1 1,0 0-1,0 0 1,-1 0-1,4-8 0,2-7-1324,10-39 0,-15 49 764,10-48-3111,-6 0-1711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 9700,'0'0'6716,"0"-1"-6684,0 1 0,0 0 0,0 0 0,0 0 0,1 0 0,-1 0 1,0 0-1,0-1 0,0 1 0,0 0 0,0 0 0,0 0 1,0 0-1,0 0 0,-1 0 0,1-1 0,0 1 0,0 0 1,0 0-1,0 0 0,0 0 0,0 0 0,0 0 0,0 0 1,0-1-1,0 1 0,0 0 0,0 0 0,0 0 0,-1 0 1,1 0-1,0 0 0,0 0 0,0 0 0,0 0 0,0 0 1,0 0-1,0-1 0,-1 1 0,1 0 0,0 0 0,0 0 1,0 0-1,0 0 0,0 0 0,-1 0 0,1 0 0,0 0 1,0 0-1,0 0 0,0 0 0,0 0 0,-1 1 0,-1 4 85,-1 0 0,1 0 0,0 0 0,0 1-1,0-1 1,1 0 0,0 1 0,0 0 0,0-1-1,1 8 1,-3 9 271,-23 283 2364,23-3-1426,3-242-1098,0-43-162,-1-3-18,1 1 1,1 0 0,0-1 0,5 18-1,-6-29-41,1 0-1,0 0 1,0 0-1,0-1 1,0 1-1,1 0 0,-1 0 1,1-1-1,0 1 1,0-1-1,0 1 0,0-1 1,0 0-1,0 0 1,1 0-1,-1 0 0,0 0 1,1 0-1,0-1 1,-1 1-1,1-1 0,0 0 1,0 1-1,6 0 1,-4-1 0,1-1 0,-1 1 0,1-1 1,-1 0-1,1-1 0,-1 1 0,1-1 1,-1 0-1,1-1 0,-1 1 0,0-1 1,1 0-1,-1 0 0,0-1 1,0 1-1,-1-1 0,1 0 0,-1-1 1,1 1-1,5-7 0,7-7-46,0-2-1,-2 0 1,19-29 0,-23 32-34,20-29-355,-2-1 0,27-61 0,-46 86 191,-1-1 0,-2-1 0,0 1 0,-1-1 0,-2 0 0,0 0 0,1-42 0,-5 63 225,0-16-63,-1 0 0,-4-29 0,4 41 77,-1-1-1,0 1 1,0-1-1,-1 1 0,0 0 1,0 0-1,0 0 0,-1 1 1,0-1-1,-5-5 1,-14-15 63,-50-42 1,58 56-52,0 1 0,0 1 0,-1 0 1,0 1-1,-22-8 0,32 14 6,0 2 1,0-1-1,0 1 1,0 0-1,-1 0 1,1 0-1,-12 1 1,16 0-160,0 0 0,0 0-1,0 1 1,0-1 0,1 0 0,-1 1 0,0 0-1,0-1 1,0 1 0,0 0 0,0 0 0,1 0-1,-1 0 1,0 0 0,1 0 0,-1 0 0,1 1-1,-1-1 1,1 1 0,0-1 0,0 1 0,-1-1-1,1 1 1,0 0 0,-1 2 0,-2 15-5018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6611,'0'0'7270,"0"-10"-4069,0 713 2330,0-681-5457,-1-4-9,1 0-1,1 0 0,7 35 0,-7-49-37,0 0 0,1 0-1,0 0 1,0 0 0,4 6 0,-6-10-29,0 1 0,1 0 0,-1-1 0,0 1 0,1-1 0,-1 1 0,0-1 0,1 1 0,-1-1 0,1 0 0,-1 1 0,1-1 0,-1 1 0,1-1 0,-1 0 0,1 1 0,-1-1 0,1 0 0,-1 0 0,1 1 0,0-1 0,-1 0 0,1 0 0,-1 0 0,1 0 0,0 0 0,-1 0 0,1 0 0,0 0 0,-1 0 0,1 0 0,-1 0 0,1 0 0,0 0 0,-1-1 0,1 1 0,-1 0 0,1 0 0,-1-1 0,1 1 0,0 0 0,-1-1 0,1 1 0,-1 0 0,0-1 0,2 0 0,2-8-462,1 0 1,-1 0 0,-1 0-1,0 0 1,0 0 0,-1-1 0,3-16-1,-2 8-653,5-32-2239,-2 1-1422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1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4626,'0'0'10794,"0"13"-9721,-7 134 784,1-24-646,3 28-8,-5 394 1249,18-564-2561,-3-2-692,0 0 0,-2-1 1,-1 0-1,3-27 0,-3-46-5766,-4 60 1554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33 6563,'0'0'3796,"-10"-3"-2558,6 3-1111,0 0 0,0 0 0,0 0 0,1 1 0,-1 0 0,0 0 0,0 0-1,1 0 1,-1 0 0,0 1 0,1-1 0,0 1 0,-1 0 0,1 0 0,0 0 0,0 1-1,0-1 1,0 1 0,0-1 0,1 1 0,-1 0 0,1 0 0,-3 5 0,-2 2 82,1 0 1,1 1-1,-1 0 0,2 0 1,-1 0-1,-3 19 1,-1 14 576,2 0 0,-1 57 1,7 93 1200,2-102-1307,-1-76-586,-1-2 11,1 0 0,1 0 0,-1-1-1,2 1 1,0 0 0,1 0 0,0-1 0,6 15 0,-7-24-74,0-1-1,-1 0 1,1-1 0,0 1 0,1 0-1,-1 0 1,0-1 0,1 0 0,-1 1 0,1-1-1,0 0 1,0 0 0,0 0 0,0-1-1,0 1 1,0-1 0,0 0 0,1 0 0,-1 0-1,0 0 1,1 0 0,-1-1 0,1 1 0,-1-1-1,1 0 1,-1 0 0,6-1 0,-2 0-10,1-1 0,-1 1 0,1-1 0,-1-1 0,0 1 0,0-1 0,0-1 1,0 1-1,0-1 0,-1 0 0,10-9 0,14-16-309,-1-2 0,-2 0 0,-2-2-1,0-2 1,-2 0 0,-2-1 0,17-40 0,-29 56-21,-2-1-1,0 0 1,-1 0 0,-1 0 0,-1-1-1,-1 0 1,0 0 0,-2 0 0,-1 0-1,-1 0 1,-4-29 0,3 40 303,-1 0 0,0-1 0,0 1 0,-1 0 0,-1 0 0,0 1 1,0-1-1,-1 1 0,0 0 0,-1 1 0,-11-13 0,13 16 24,-1 0 0,0 0 0,0 1 0,0 0-1,-1 0 1,1 1 0,-1 0 0,-1 0 0,1 0 0,0 1 0,-1 0-1,0 1 1,1-1 0,-1 2 0,0-1 0,0 1 0,-10-1 0,-4 1-44,-20 0 313,39 1-429,1 1 0,0-1 0,-1 0 1,1 1-1,-1-1 0,1 1 0,0 0 1,0-1-1,-1 1 0,1 0 0,0 1 0,-3 1 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2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7988,'0'0'7120,"0"18"-5575,7 177 991,0-33-979,-4 261 110,-1-408-1593,-2-14-73,1-1 1,-1 0 0,0 0-1,0 0 1,0 0 0,0 1-1,0-1 1,1 0 0,-1 0-1,0 0 1,0 0 0,0 0-1,1 1 1,-1-1 0,0 0-1,0 0 1,0 0 0,1 0-1,-1 0 1,0 0 0,0 0-1,0 0 1,1 0 0,-1 0-1,0 0 1,0 0-1,1 0 1,-1 0 0,0 0-1,0 0 1,0 0 0,1 0-1,-1 0 1,2-2-34,-1 1 1,1 0-1,-1 0 0,1-1 0,-1 1 1,0-1-1,1 1 0,-1-1 0,0 1 1,0-1-1,1-3 0,7-14-1109,-2 0 0,8-29 0,0-11-4180,-14 54 4551,6-21-4595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6403,'0'0'10239,"0"1"-9681,2 199 2837,0 86-1866,-22 0-987,16-236-408,4-49-121,0-6-346,1-2-30,0 0 0,0 0 1,1 0-1,0 0 0,0 0 1,1 1-1,5-11 0,8-24-3632,-11 9-2997,-3 9-174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4978,'0'0'9407,"-3"-10"-5405,11 133-2102,0 3-783,-8-83-833,-9 276 1076,-2-87-907,22-250-1698,-4 1-78,0 0 1,-1 0 0,0-1 0,3-22-1,-5-2-4284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13094,'0'0'3842,"167"210"-2674,-134-117 193,-13 13-145,-16 11-255,-4 6-401,-27 7 0,-40 8-367,-23 3-145,-14-11-16,-6-4-32,3-27-145,17-24-1503,16-26-1794,18-25-2529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 5699,'0'0'3599,"-2"-3"-3133,-5-11-100,16 9 3128,-7 2-1847,-10 1-2317,7 2 718,-2-2-29,3 1 8,-1 0-62,6-1 1745,4 3-1687,0 1 0,0 0-1,0 0 1,0 1 0,0 0 0,-1 0-1,1 1 1,14 9 0,-8-5-4,0-1 0,22 8 0,-20-12-15,0 1 0,1-2 0,-1 0 0,20-1 0,-18-1-10,0 1 0,1 1 1,21 5-1,-30-6-277,19 5 979,-30-6-780,0 0 1,1 0 0,-1 0-1,0 0 1,1 0-1,-1 0 1,1 0 0,-1 0-1,0 1 1,1-1-1,-1 0 1,0 0 0,1 0-1,-1 1 1,0-1 0,1 0-1,-1 1 1,0-1-1,0 0 1,1 0 0,-1 1-1,0-1 1,0 0 0,0 1-1,0-1 1,1 1-1,-1-1 1,0 0 0,0 1-1,0-1 1,0 0-1,0 1 1,0-1 0,0 1-1,0-1 1,0 0 0,0 1-1,0-1 1,0 1-1,0-1 1,0 0 0,0 1-1,0-1 1,-1 0 0,1 1-1,0-1 1,0 0-1,0 1 1,-1-1 0,1 0-1,0 1 1,0-1-1,-1 1 1,-8 3-4244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5138,'0'0'8532,"21"34"-7715,19-16-49,6-3-240,5-3-336,2-6-32,7 0-144,-3-3-32,-4 3 0,-9-3-448,-11 3-480,-13 3-1473,-6-3-2754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3025,'0'0'3765,"30"-9"-3637,99-25 131,-116 30-218,1 2 1,-1-1 0,1 2 0,0 0 0,18 0 0,-13 2-5,-13-1 47,0 0 0,0 0 1,0 0-1,0 1 0,0 0 1,0 0-1,-1 1 0,1 0 1,0 0-1,-1 0 0,9 5 0,-10-3 125,0-1 0,0 0 0,-1 1 0,1 0-1,-1 0 1,0 0 0,0 0 0,0 0-1,-1 0 1,0 1 0,0 0 0,0-1-1,0 1 1,1 5 0,1 9 666,-1 0 0,0-1 0,-2 2 0,0-1 0,-2 20 0,1-8-160,-1-14-412,0-1-1,-1 0 0,-1 1 0,-1-1 0,-9 26 0,-38 78 16,20-52-349,5-4-395,-6 17-3806,9-33-1483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9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10725,'0'0'3041,"3"0"-4001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3:5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 5170,'0'0'8524,"-5"-1"-7094,3 1-1089,-14-3 268,13 1 62,10 2 806,362 0-2865,-369 10-2774,0-9 3817,0 0 1,-1 0-1,1 0 0,-1 0 0,1 0 0,-1 0 0,0 0 0,1 0 0,-1 0 0,0 0 0,0 0 0,-1 1 0,-24 13-7827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0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5811,'0'0'10613,"104"0"-9733,-61 0-144,1 0-544,-8 0 48,1 0-240,-10 0 64,-7 0-144,-10 0-96,-3 0-1024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85 7443,'0'0'8562,"-1"-10"-7962,1 5-550,-1 2-26,1-1-1,-1 1 0,1-1 1,0 1-1,0 0 1,1-1-1,0-4 0,0 6-18,-1 1 0,1 0 0,0-1 0,-1 1 0,1 0 0,0-1 0,0 1 0,0 0-1,0 0 1,0 0 0,0 0 0,0 0 0,0 0 0,0 0 0,1 0 0,-1 0 0,0 1 0,1-1 0,-1 0 0,0 1-1,1-1 1,-1 1 0,1 0 0,2-1 0,42-6 20,1 3-1,0 1 1,47 4 0,-86-1-24,0 1 1,-1 0-1,1 0 0,-1 1 1,1 0-1,-1 0 1,0 1-1,0-1 0,0 2 1,12 6-1,-15-7 0,0 0 0,0 0 0,0 1 0,-1-1 1,1 1-1,-1-1 0,0 1 0,0 0 0,-1 1 0,1-1 0,-1 0 0,0 1 0,0-1 0,0 1 0,0 0 0,-1 0 0,1 8 0,1 3 17,-2-1 0,0 0 0,-1 1 0,0-1 0,-2 0 0,0 0 0,0 1 0,-1-1 0,-1 0 0,-1-1 0,0 1-1,0-1 1,-9 14 0,-138 234 534,15-27-237,122-200 69,9-18-1024,-3 1-3279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01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6739,'0'0'10565,"63"-33"-10597,-96 33-6579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7 317 5523,'0'0'8716,"-1"3"-7265,-5 12 798,7-14-2142,0-1 0,0 1-1,0-1 1,0 0 0,-1 1 0,1-1 0,0 0 0,0 0 0,0 0 0,0 1-1,0-1 1,0 0 0,0 0 0,-1 0 0,1 0 0,0-1 0,2 1-1,1 0 111,-1 0-181,0-1 0,0 1 0,0-1 1,0 1-1,0-1 0,0 0 0,0 0 1,0-1-1,0 1 0,-1 0 0,1-1 1,-1 0-1,1 1 0,3-4 0,30-35 32,-25 26-18,123-176-1945,-89 120 695,-42 66 1235,-2 4 37,-1 9 110,1 188 570,-2 195 796,-20-2-607,12-301-776,-28 448 713,37-503-549,0-22-404,0-10-336,0-5-368,1-33-3290,8-62 1,1 32-977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81 1473,'0'0'6835,"4"-8"-6152,0 1 38,17-30-818,-19 34 1371,-1 0 0,0-1-1,0 1 1,0 0 0,-1 0-1,2-7 1,-13 27-1076,-17 42 64,3 1 0,3 0 0,-19 79 0,20-59-155,3 1 1,4 1-1,-6 156 1,18-170 24,0 2 301,9 102-1,-4-153-317,0 0-1,1-1 0,2 1 0,-1-1 0,2 0 1,1 0-1,0-1 0,19 30 0,-18-35-69,0 0 0,0-1 0,1 0 0,0-1 0,1 0 0,0-1-1,1 0 1,0-1 0,0 0 0,1-1 0,0 0 0,16 6 0,-10-7 17,-1-1 1,1 0-1,0-2 0,22 2 1,79-1-7,-107-5-57,0 0 1,0-1 0,0 0-1,0-1 1,-1-1-1,1 0 1,-1-1-1,0 0 1,0 0-1,14-10 1,0-2-50,-1-1 1,0-1 0,26-28-1,-36 32 38,-1-1-1,-1-1 0,-1 0 1,0 0-1,-2-1 1,0-1-1,0 0 1,-2 0-1,-1-1 0,0 0 1,-1 0-1,5-34 1,-3-18 49,-2 1 0,-5-98 1,-2 88-107,1 71 57,1-16-34,-1 1 0,-2-1 0,0 1 0,-2-1 0,-9-34 0,12 58 44,-66-181-269,58 164 233,0 0 1,-1 1 0,-1 0 0,-1 1 0,-1 1-1,0-1 1,-19-16 0,26 27 31,-1 1 1,-1 0-1,1 0 0,-1 1 0,1 0 0,-1 1 1,-1-1-1,1 1 0,0 1 0,-1 0 0,-14-2 1,-7 1-104,0 1 1,-34 4 0,-24-2-248,30-3-986,58 3 1254,-1 0 0,1 1 0,-1-1-1,1 0 1,-1 0 0,1 0-1,-1 1 1,1-1 0,-1 0 0,1 1-1,-1-1 1,1 0 0,0 1-1,-1-1 1,1 0 0,-1 1 0,1-1-1,0 1 1,0-1 0,-1 1 0,1-1-1,0 1 1,0-1 0,-1 1-1,1-1 1,0 1 0,0-1 0,0 1-1,0 0 1,-2 19-1663,1-16 1186,1 21-4179,0 4-4786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1 526 12726,'0'0'5218,"19"-31"-5351,62-104-233,-64 105 178,-1-1-1,-1 0 1,-1-1-1,-2-1 1,14-61-1,-9 1 912,-17 92-584,0 1-1,0-1 1,0 0-1,1 0 1,-1 0-1,0 0 1,0 0 0,1 0-1,-1 1 1,0-1-1,1 0 1,-1 0-1,1 0 1,-1 1-1,1-1 1,0 0-1,-1 1 1,2-2 0,-2 2-119,0 1 0,1-1 0,-1 0 1,1 0-1,-1 1 0,0-1 0,1 0 1,-1 0-1,0 1 0,1-1 0,-1 0 1,0 1-1,1-1 0,-1 1 0,0-1 1,0 0-1,1 1 0,-1-1 0,0 1 1,0-1-1,0 1 0,0-1 0,0 1 1,9 36-152,14 237 438,-21 0 452,-3-157-382,-6 301 1132,4-290-993,3 7-473,0-316-9810,0 127 3730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1 656 10725,'0'0'7427,"20"-9"-7163,6-4-192,31-19 0,-54 30-80,0-1 0,1 1 0,-1-1 0,-1 0 0,1 0 0,0 0 0,-1-1 0,1 1 0,-1-1 0,0 1 0,0-1 0,0 1 0,-1-1 0,1 0 0,-1 0 0,0 0 0,0 0 0,-1 0 0,1 0 0,-1-5 0,2-5-58,9-74-1306,-1-120 0,-6 82 882,-3 107 1156,8-38 0,-9 56-622,0 1 0,0-1 0,0 1 0,1-1 0,-1 0 0,0 1 0,0-1 0,1 1 0,-1-1 0,1 1 0,-1-1 0,0 0 0,1 1 0,-1 0 0,1-1 0,-1 1 0,1-1 0,-1 1 0,1 0 0,-1-1 0,1 1 0,0 0 0,-1-1 0,1 1 0,0 0 0,-1 0 0,1 0 1,-1 0-1,1 0 0,0-1 0,-1 1 0,1 0 0,0 0 0,-1 1 0,1-1 0,0 0 0,-1 0 0,1 0 0,0 0 0,-1 0 0,1 1 0,-1-1 0,1 0 0,0 1 0,-1-1 0,1 0 0,-1 1 0,1-1 0,-1 1 0,1 0 0,3 1 75,0 1-1,0 0 0,-1 0 1,1 0-1,3 5 1,2 4-81,-1 1 0,0 0 1,-1 1-1,0-1 1,-1 1-1,-1 1 1,0-1-1,-1 1 0,-1 0 1,3 19-1,-2 16-16,-4 90 0,-1-61 96,-31 313 490,0-1 78,33-282-342,-1-106-328,0 1 1,1 0-1,0 0 1,-1-1-1,1 1 1,0 0-1,2 3 1,-2-6-22,-1 0 0,1 0 0,-1 0 0,1 0 0,0 0 1,0 0-1,-1 0 0,1 0 0,0 0 0,0 0 0,0-1 0,0 1 0,0 0 1,0-1-1,0 1 0,0 0 0,0-1 0,0 0 0,0 1 0,0-1 1,1 0-1,-1 1 0,0-1 0,0 0 0,2 0 0,-2 0-32,-1-1 0,1 1 0,0 0 0,0-1 0,-1 1 0,1-1 0,0 1 0,0-1 0,-1 0-1,1 1 1,-1-1 0,1 1 0,-1-1 0,1 0 0,-1 0 0,1 1 0,-1-1 0,1 0 0,-1 0 0,0 0 0,0 0 0,1 1 0,-1-1-1,0-2 1,6-28-667,-5 22 286,7-30-3274,3-72 0,-10 54-3104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79 3121,'0'0'15845,"-20"0"-15429,-98 0-402,113 1-2,-1 0 0,0 1 0,1 0 0,-1 0 0,1 0 1,0 0-1,0 1 0,0 0 0,0 0 0,0 0 1,0 1-1,-4 3 0,-4 6 87,0 0 0,-18 23 1,18-17 24,0 1 1,2 0 0,1 1 0,0 0-1,1 0 1,2 1 0,0 0-1,1 1 1,-2 22 0,-2 25 452,0 116 0,9-119-146,5 183 872,-2-235-1231,0-1 0,1 1 0,1-1 0,0 0 1,1 0-1,0-1 0,1 1 0,1-1 0,0 0 0,1-1 0,13 17 0,-15-22-56,1 1 0,1-1-1,-1 0 1,1-1-1,0 0 1,0 0 0,1-1-1,0 0 1,0 0 0,0-1-1,0 0 1,1-1 0,0 0-1,-1 0 1,1-1 0,20 2-1,-23-4-12,21 2 12,40-3 1,-60 0-48,0 0 1,0 0 0,0-1-1,0 0 1,0-1 0,-1 1-1,1-1 1,-1-1-1,11-6 1,3-4-83,-2-2 0,0 0 1,-1 0-1,0-2 0,-1 0 0,-2-2 0,20-28 0,-18 20-21,-2-1 0,0-1-1,-2 0 1,17-62-1,-15 25 44,-3 0 0,-4-1 0,-2 0-1,-6-123 1,-1 172 110,-1 0 1,0 0-1,-2 0 0,0 0 1,-2 0-1,0 1 0,-1-1 0,0 2 1,-2-1-1,0 1 0,-1 0 1,-17-22-1,18 29-60,0-1-1,-1 1 1,0 0-1,0 1 1,-1 1-1,0-1 1,-1 2 0,0-1-1,0 2 1,0 0-1,-1 0 1,0 1 0,0 0-1,0 2 1,-1-1-1,0 1 1,-26-1 0,-19 3-1978,58 1 1882,0 0-1,1 0 1,-1 0 0,1 0 0,-1 0-1,0 0 1,1 0 0,-1 0 0,0 0-1,1 1 1,-1-1 0,0 0-1,1 0 1,-1 1 0,0-1 0,1 0-1,-1 1 1,1-1 0,-1 0 0,1 1-1,-1-1 1,1 1 0,-1-1 0,1 1-1,-1-1 1,1 1 0,0-1 0,-1 1-1,1-1 1,0 1 0,0 0-1,-1-1 1,1 1 0,0-1 0,0 1-1,0 0 1,0-1 0,-1 1 0,1 0-1,0-1 1,0 1 0,0 0 0,1-1-1,-1 1 1,0 1 0,-1 21-6127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4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3009,'0'0'10824,"3"-3"-9447,17-21 5332,-20 33-6402,14 166 627,-2-46-566,-3 483 553,-10-407-783,0-185-112,2 0 0,0 1 0,1-1-1,1 0 1,8 25 0,-9-59-2207,-1-17 982,0-73-5682,1 50-205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3282,'0'0'12475,"0"7"-11491,4 465 4455,-1 9-4222,-3-469-1210,0 84 143,17 143 0,-17-235-265,0-3 72,0 0 0,0-1 1,0 1-1,0 0 0,0 0 1,0 0-1,0 0 0,0 0 1,1-1-1,-1 1 0,0 0 1,0 0-1,1 0 0,-1-1 1,1 1-1,-1 0 0,0-1 1,1 1-1,-1 0 0,1-1 1,0 1-1,-1 0 0,1-1 1,-1 1-1,1-1 1,0 1-1,0-1 0,-1 1 1,1-1-1,1 1 0,1-13-2835,-2 10 2765,2-17-3192,0-1 1,1-21 0,-4 8-3945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2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 10405,'-1'-1'6741,"-1"6"-3296,10 123-2732,0-22-223,-4 250 1074,-4-255-1354,-2 1 106,-19 129 0,-12 60-80,29-166-3801,4-140-1187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33 6195,'0'0'9209,"-9"-5"-8203,-2 0-717,7 3-136,0 0-1,-1 0 1,1 0 0,0-1-1,0 1 1,0-1 0,-4-4 3145,11 7-3130,230 0 339,-131 0-4336,-104 22-5380,-10-8 3051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6739,'0'0'8724,"123"0"-7763,-83 0-289,0 0-336,0 0 128,-6 0-304,-1 0-128,-9 0-32,-8 0-16,-6 3-80,-10 0-608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0 460 7764,'0'0'7707,"12"-9"-7291,-4 3-365,3-2 5,0-1 1,0 0-1,-1 0 1,-1-1-1,16-21 1,-10 7-165,-1-1 0,-1 0 0,-1-1 0,-1 0 0,-2-1-1,0 0 1,-2 0 0,-1-1 0,-2 0 0,0 0 0,-1-49 0,-3 76 335,0 3-238,0 23 66,14 422 2339,-12-420-2216,68 586 3732,-66-588-3576,1-1 0,17 48 1,-22-71-250,0-8-597,-3-5-244,1 0 1,-2 0-1,0 1 0,-7-17 1,4 13-1066,2 0 0,-7-27-1,7-2-3449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198 129 5026,'0'0'6454,"0"-7"-5774,0-21 158,0 27-783,0 1 0,0-1 0,0 1 0,0-1 0,0 1 0,-1-1 0,1 1 0,0-1 0,0 1 0,-1 0-1,1-1 1,0 1 0,-1-1 0,1 1 0,-1 0 0,1-1 0,0 1 0,-1 0 0,1-1 0,-1 1 0,1 0 0,-1 0 0,1-1 0,-1 1 0,1 0 0,-1 0 0,1 0 0,-1 0 0,1 0 0,-1 0 0,1-1 0,-1 1-1,0 1 1,-21-1 411,17 0-162,-1 0-139,0 0-1,0 0 0,0 1 1,-1 0-1,1 0 0,-10 3 1,13-3-117,0 1 0,1 0 0,-1 0 0,0-1 1,0 2-1,1-1 0,-1 0 0,1 1 0,0-1 1,0 1-1,0 0 0,0-1 0,-2 6 0,-6 11 110,1 0 0,0 1 0,2 0 0,1 1-1,0-1 1,1 1 0,-1 24 0,0 18 407,2 67 0,4-106-432,-1 40 546,3 1 0,17 102 0,-16-147-559,2 0-1,1-1 1,0 1 0,2-2-1,0 1 1,1-1-1,0 0 1,2 0-1,0-1 1,1-1 0,1 0-1,23 23 1,-27-30-87,0-2 0,0 1 1,0-1-1,1 0 1,0-1-1,0-1 0,1 1 1,-1-1-1,1-1 0,1 0 1,-1-1-1,0 0 0,1-1 1,-1 0-1,1 0 0,0-1 1,13-1-1,-17-1-40,-1 0-1,1-1 1,-1 0 0,1 0 0,-1 0-1,0-1 1,0 0 0,0 0-1,0-1 1,-1 0 0,0 0-1,1-1 1,-1 1 0,10-12 0,5-6-175,-1-1 0,23-36 0,-38 52 125,16-25-95,-1-1 1,-2-1 0,-1-1-1,-1-1 1,-2 0-1,-2-1 1,-2 0 0,-1 0-1,-1-1 1,-3-1-1,2-46 1,-7 79 143,2-39 6,-6-77 1,3 108 18,-2-1 0,0 1 1,0 0-1,-1 0 1,-1 0-1,0 1 0,-1 0 1,-1 0-1,-11-17 1,7 15-15,-1 1 0,0 1 0,-1 0 0,0 1 0,-1 1 1,0 0-1,-1 0 0,0 1 0,-1 1 0,0 1 0,-1 0 1,1 2-1,-21-7 0,-1 3-327,0 1 1,0 2-1,-1 2 0,-78-1 1,114 6 96,1 0 1,0 0 0,-1 0 0,1 1 0,0-1 0,-1 0 0,1 1-1,-4 1 1,6-2 73,-1 1 0,1-1-1,-1 0 1,1 1 0,-1-1-1,1 1 1,0-1 0,-1 1 0,1-1-1,0 1 1,-1-1 0,1 1-1,0-1 1,0 1 0,0-1-1,-1 1 1,1 0 0,0-1 0,0 1-1,0-1 1,0 1 0,0-1-1,0 1 1,0 0 0,0-1-1,0 1 1,0-1 0,1 1 0,-1-1-1,0 1 1,0 0 0,0-1-1,1 1 1,-1-1 0,0 1-1,1 0 1,5 5-4823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3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281 179 5731,'0'0'6056,"1"-8"-4872,1-22-111,-1 23-286,-14 7-552,-2-1-40,1 1 0,-1 1 0,-18 4 0,27-4-164,1 1-1,-1 0 0,1 0 0,0 0 1,0 1-1,0-1 0,0 1 1,1 1-1,-1-1 0,1 1 1,-8 7-1,2 1 64,0 0-1,0 1 1,2 1-1,0-1 0,0 1 1,1 1-1,-6 17 1,2 0 288,2 1 0,-8 46 0,7 7 680,4 0 0,7 134 0,0-191-799,2-1 0,1 1 0,1-1 0,1 0 0,14 39 0,-15-53-175,1 0 0,1 0-1,1 0 1,-1-1 0,2 0-1,0 0 1,1-1 0,0 0-1,0-1 1,2 0 0,19 15-1,-22-20-76,0 0 0,0-1 0,1-1 1,-1 1-1,1-2 0,0 1 0,0-1 0,1-1 0,-1 0 0,0 0 0,1-1 0,-1 0 0,1-1 0,-1 0 0,1-1 0,-1 0 0,1 0 0,-1-2 1,0 1-1,1-1 0,-1 0 0,-1-1 0,1 0 0,0-1 0,-1 0 0,10-8 0,-1-2-270,-1 0 1,-1-1-1,-1-1 1,0-1-1,-2 0 0,0-1 1,0 0-1,16-39 0,-17 30-89,-1 0 0,-2-1 0,-1 0 0,-1 0 0,-1-1-1,1-41 1,-5-138-320,-2 187 648,-1-20 44,-2 1 0,-2-1 0,-2 1 0,-13-43 1,13 59 210,-2 0 0,-1 0 0,-1 0 0,-1 1 0,-1 1 0,0 0 0,-25-29 0,34 47-181,0-1 1,-1 0 0,0 1-1,0 0 1,-1 0-1,1 1 1,-1 0-1,0 0 1,0 0-1,0 0 1,-1 1 0,1 0-1,-1 1 1,0-1-1,0 1 1,0 0-1,0 1 1,0 0-1,-14-1 1,17 2-171,0 0 0,0 0 0,1 0-1,-1 0 1,0 0 0,0 1 0,0 0 0,0 0 0,1 0 0,-1 0-1,0 1 1,1-1 0,-1 1 0,1 0 0,0 0 0,-1 0-1,1 1 1,0-1 0,0 1 0,1-1 0,-1 1 0,0 0 0,1 0-1,0 0 1,0 1 0,0-1 0,-3 6 0,-7 21-3523,10-2-2028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354 144 9861,'0'0'6165,"-7"-1"-5786,-6-2-266,-1 1-1,1 0 1,0 2 0,-1-1 0,1 1-1,-16 3 1,21-2-58,-1 1-1,0 0 1,1 1-1,0 0 1,-1 0-1,1 1 1,0 0-1,1 0 1,-1 1-1,1 0 1,-8 7-1,4-2 54,1 2 0,0-1 0,0 1-1,1 1 1,1 0 0,0 0 0,0 0-1,2 1 1,0 0 0,0 1 0,-3 17 0,-1 6 241,3 0 1,1 1-1,-2 48 1,6 164 1565,3-221-1714,-1 12 152,3-1 1,1 1 0,14 58 0,-13-82-271,0-1 0,1 0 0,0 0 0,1-1 0,2 1 0,-1-2 0,2 1 1,0-1-1,1-1 0,18 20 0,-22-28-74,-1 0-1,1 0 1,1-1 0,-1 0 0,1 0 0,0-1 0,0 0-1,0 0 1,1-1 0,-1 0 0,1-1 0,0 0 0,0 0-1,0-1 1,0 0 0,0 0 0,0-1 0,0-1 0,0 1 0,0-1-1,0-1 1,-1 0 0,1 0 0,0 0 0,-1-1 0,1-1-1,-1 1 1,0-1 0,0-1 0,0 0 0,10-8 0,5-7-148,-2 0-1,0-1 1,-1-1 0,-1-1 0,-1-1 0,-2 0 0,0-2 0,22-48 0,-21 35-143,-3 0 0,-1-1 1,-1 0-1,-3-1 0,8-75 0,-12-283-510,-7 365 790,-1-1 0,-10-44 1,10 67 15,0 1-1,0-1 1,-2 1 0,1 0 0,-1 0-1,-1 1 1,0-1 0,0 1 0,-1 1-1,-10-12 1,13 17 31,0 1 0,0 0 1,-1 1-1,1-1 0,-1 1 0,1-1 0,-1 2 0,0-1 0,0 0 0,0 1 0,0 0 1,0 0-1,0 0 0,-9 1 0,7-1-24,-1 2 0,0-1 0,1 1 1,-1 0-1,1 0 0,-1 1 0,1 0 0,0 0 0,-10 5 1,3 1-47,0 1 1,1 1 0,0 0-1,-12 13 1,-46 49-2955,69-69 2758,-18 19-3733,8-6-2070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4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73 5715,'0'0'5954,"-10"-2"-5516,2 0-316,0-1 165,0 1 0,0 0-1,0 1 1,-1 0 0,1 0-1,-12 1 1,16 1-216,0 0-1,1 0 1,-1 1 0,0-1 0,1 1 0,-1 0-1,1 0 1,-1 0 0,1 1 0,0-1 0,0 1 0,0 0-1,0-1 1,1 1 0,-1 1 0,-3 5 0,-6 8 256,2 0 0,-9 20 0,6-7 64,2 0 0,0 1 0,3 0 0,0 0 0,-6 62 0,6 164 2198,8-218-2199,0-9-44,1 0 1,2 0-1,1-1 0,14 53 1,-13-66-270,1-1 1,0 0 0,1 0 0,0-1 0,1 0 0,1 0-1,0-1 1,1 0 0,0-1 0,18 17 0,-20-23-74,0 0 1,0-1-1,0 0 0,1 0 1,-1 0-1,1-2 1,1 1-1,-1-1 1,0 0-1,1-1 0,-1 0 1,1 0-1,0-1 1,-1-1-1,1 1 0,0-2 1,0 1-1,-1-1 1,1-1-1,-1 0 0,1 0 1,-1-1-1,1 0 1,-1 0-1,15-9 1,-8 2-158,-1-2 1,0 0-1,0 0 1,-2-1-1,1-1 1,-2 0-1,0-1 1,0 0-1,-1-1 1,-1-1-1,9-19 1,-8 11-150,0 0 0,-2-1-1,0 0 1,-2-1 0,-1 0 0,-2 0-1,3-37 1,-5 26 157,-2-1 1,-1 1-1,-2-1 0,-2 1 0,-2 0 0,-21-72 0,-33-44 196,51 133 83,0 2 0,-1-1-1,-1 2 1,-1-1 0,-20-21 0,30 36-180,-2 0 0,1 0 0,0 0 0,-1 1-1,0 0 1,1-1 0,-1 1 0,-1 1 0,1-1 0,0 1-1,-1 0 1,1 0 0,-1 1 0,1 0 0,-1 0 0,0 0 0,1 0-1,-1 1 1,-7 0 0,3 2-3897,9 8-3564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4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208 194 5202,'0'0'8620,"-4"-7"-8078,-13-19 48,16 25-509,0-1 1,-1 1 0,1 0-1,0 0 1,-1 0 0,1 0 0,-1 0-1,1 0 1,-1 1 0,1-1-1,-1 0 1,0 1 0,1-1 0,-1 1-1,0 0 1,-2-1 0,-28 2 545,19 0-458,11-1-151,-1 0 1,1 0 0,-1 1 0,1-1-1,-1 1 1,1 0 0,0 0 0,-1-1-1,1 1 1,0 1 0,0-1 0,0 0-1,-1 1 1,1-1 0,1 1 0,-1-1 0,0 1-1,0 0 1,1 0 0,-1 0 0,1 0-1,-1 0 1,0 2 0,-4 7 87,2-1 0,-1 1 0,-4 21-1,7-27-63,-8 37 457,2 1 1,-6 79 0,9 90 1119,5-187-1448,0 26 378,2 0-1,11 68 1,-10-103-476,0 0 0,2 0 0,0 0 1,1-1-1,0 0 0,1 0 0,1 0 0,0-1 0,1 0 1,0-1-1,16 18 0,-18-25-63,-1 0-1,1 0 1,1-1 0,-1 0 0,1-1-1,-1 1 1,1-1 0,1-1 0,-1 1-1,0-1 1,1-1 0,0 0-1,-1 0 1,16 1 0,-13-3-32,1 1 1,-1-2-1,0 0 1,0 0-1,0-1 1,0 0-1,-1-1 1,1 0-1,-1-1 1,1 0-1,15-9 1,-4-1-304,-1-1 1,0-1-1,-1-1 0,27-28 1,-21 17-338,-2-2 1,31-48 0,-42 57 413,-2-1 0,-1 0-1,-1 0 1,0-1 0,-2 0 0,-1 0 0,6-40 0,-7 13 93,-2-1 0,-6-78 1,1 101 233,-1 0 1,-1 0 0,-2 0-1,-1 1 1,-1 0 0,-1 0-1,-2 1 1,-19-36-1,22 48 46,-1 1 0,0 0 0,-1 1 0,0 0 0,-1 1 0,0 0 0,-15-11-1,17 15-43,-1 1 0,0 0 0,0 0-1,-1 1 1,1 1 0,-1-1 0,0 2-1,0 0 1,-1 0 0,-17-2 0,16 4-38,-1 0 0,0 0 0,1 2 0,-1-1 0,0 2 0,-21 4 0,30-5-74,1 1 0,0-1-1,0 1 1,0-1 0,1 1 0,-1 0-1,0 1 1,1-1 0,-1 1-1,1-1 1,0 1 0,0 0 0,0 0-1,0 1 1,0-1 0,1 1 0,0-1-1,-1 1 1,1 0 0,0-1 0,1 1-1,-1 0 1,1 0 0,-2 8-1,2-3-1032,0 0 1,0 0-1,1 0 0,2 17 0,4-6-4059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255 105 8052,'0'0'8494,"-6"-5"-8131,2 2-321,0-1-1,0 2 0,-1-1 1,1 0-1,0 1 1,-8-3-1,10 4-23,0 1-1,0-1 1,0 1-1,0 0 0,-1-1 1,1 1-1,0 0 1,0 0-1,0 0 1,-1 1-1,1-1 0,0 0 1,0 1-1,0 0 1,0-1-1,0 1 1,0 0-1,0 0 0,0 0 1,0 0-1,0 1 1,-3 1-1,-1 5 71,-1 0 0,1 0-1,0 1 1,1-1 0,0 1 0,0 0-1,1 1 1,-6 18 0,-12 38 897,2 1 1,-20 127 0,28-94 10,0 138 0,11-211-866,2 1 0,1-1 0,11 52 0,-11-70-122,1 0 1,0-1 0,0 1-1,1-1 1,1 0 0,-1 1 0,1-2-1,0 1 1,1-1 0,0 0-1,0 0 1,1 0 0,-1-1-1,1 0 1,9 5 0,-6-5-6,0 0 0,0-1 1,0-1-1,1 0 0,-1 0 1,1-1-1,0 0 1,0-1-1,0 0 0,1-1 1,-1 0-1,0-1 0,1 0 1,-1-1-1,19-4 0,-13 2-54,0-1-1,-1-1 0,1-1 0,-1-1 0,0 0 1,-1-1-1,1 0 0,-1-1 0,18-15 0,-7 2-336,0-2-1,-2 0 1,-1-1-1,0-2 0,23-36 1,-34 43 75,0-1 0,-1 0 1,-1 0-1,-1-1 0,-1-1 0,-1 0 1,-1 0-1,5-37 0,-6 14 25,-3 1 0,-2-1 0,-1 1 0,-12-70 0,7 84 322,-2-1-1,-1 1 1,-1 0-1,-1 1 1,-2 0 0,-1 1-1,-19-29 1,28 50 224,-1-1 0,0 1 0,0 0 0,-1 1-1,0 0 1,0 0 0,-1 0 0,0 1 0,-17-11 0,18 14-105,0 0 0,0 0 0,-1 1 0,1 0-1,0 0 1,-1 1 0,0 0 0,1 0 0,-1 1 0,1 0 0,-1 0 0,0 1 0,-13 3-1,12-2-124,1 0 0,-1 1 0,1 1-1,0-1 1,0 1 0,0 1 0,-13 9-1,0 3-134,-26 25 0,39-34-295,0 1-1,0-1 0,-10 16 0,16-19-512,-1-1 1,1 1-1,0-1 0,0 1 1,0 0-1,-1 7 0,2 4-6867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5475,'0'0'9612,"-13"2"-8854,7-1-665,2-1-38,0 0 1,0 1-1,0-1 0,0 1 0,0 0 1,0 1-1,0-1 0,0 1 0,1-1 1,-1 1-1,1 0 0,-1 1 1,1-1-1,0 1 0,0-1 0,0 1 1,0 0-1,0 0 0,1 0 1,-1 0-1,1 1 0,0-1 0,0 1 1,-2 3-1,-11 27 639,1 1 0,-12 49 0,-10 78 1139,32-145-1666,-18 118 1116,6 0 0,0 211 1,16-334-1232,0 1 0,1-1 0,0 0 0,1 1-1,0-1 1,1 0 0,6 16 0,-7-23-44,0-1 0,1 0-1,-1 0 1,1 0 0,0 0-1,0 0 1,1-1 0,-1 1-1,1-1 1,-1 0 0,1 0-1,0 0 1,0-1 0,1 1-1,-1-1 1,0 0 0,1 0-1,-1-1 1,1 1 0,0-1-1,5 1 1,3 0 4,0-1 0,1 0-1,-1-1 1,0 0 0,1-1 0,-1-1 0,0 0 0,0-1 0,0 0-1,0-1 1,-1 0 0,0-1 0,1-1 0,13-8 0,9-8-129,0-1-1,-2-2 1,39-36 0,-42 33-214,-1-1 0,40-51-1,-57 63 154,0-1 0,-1-1 0,0 0 0,-2 0-1,0-1 1,10-35 0,-12 21 85,0-1-1,-3 1 1,0-1-1,-3 0 1,-1 0 0,-1 0-1,-2 0 1,-10-47 0,7 58 131,-1 0 0,-1 0 1,-2 1-1,-20-38 1,24 49 79,-1 0 1,-1 1 0,0 0 0,-1 1 0,0-1 0,0 1 0,-1 1-1,0 0 1,-1 1 0,-13-9 0,18 14-94,0 0 0,0 0-1,0 1 1,0 0 0,-1 0 0,1 1 0,0 0-1,-1 0 1,1 0 0,-1 1 0,1 0 0,-1 0-1,1 1 1,-1 0 0,1 0 0,-1 0 0,-7 3-1,-3 3-158,0 0-1,1 1 1,0 1 0,1 0-1,-16 12 1,-60 43-2817,-9 2-3246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22 2801,'0'0'7158,"6"2"-6045,19 6-153,-33-2 4311,-18 9-4191,-35 22-1393,49-27 332,2 1 0,-1 0 0,2 0 1,-1 1-1,1 0 0,1 0 0,-8 17 1,-3 10 264,-18 54 1,18-37 257,2 2 0,3 0 1,3 1-1,1 0 0,4 0 1,2 114-1,5-155-398,0 0 0,2 0 1,0 0-1,1 0 0,0 0 0,2-1 0,0 0 1,1 0-1,10 18 0,-10-24-101,0 0-1,1-1 1,-1 0-1,2-1 1,0 1 0,0-2-1,0 1 1,1-1-1,0-1 1,1 0 0,0 0-1,0-1 1,0 0-1,13 4 1,-5-5-56,0 1 0,0-2 1,1-1-1,-1 0 0,1-1 0,0-1 0,0-1 1,-1-1-1,1-1 0,0 0 0,-1-2 0,1 0 0,-1-1 1,0-1-1,-1-1 0,1 0 0,-1-2 0,-1 0 1,31-21-1,-29 16-220,-1-1 1,-1-1-1,-1 0 0,0-1 1,-1-1-1,0 0 0,-2-1 0,0-1 1,-1 0-1,-1 0 0,-1-1 1,-1-1-1,-1 0 0,-1 0 1,-1 0-1,-1-1 0,0 0 1,1-30-1,-4 21 170,0 1-1,-2-1 1,-2 1-1,0-1 1,-3 1-1,0 0 1,-2 0-1,-1 1 1,-20-50-1,7 36 259,-2 2 0,-33-47 0,39 66-25,0 0 1,-2 2 0,0 0 0,-2 2-1,-23-19 1,40 35-134,0-1 0,-1 1 0,0 0 1,0 0-1,0 1 0,0 0 0,0-1 0,-1 2 0,1-1 1,0 1-1,-1 0 0,0 0 0,1 0 0,-12 1 1,15-1-42,-1 1 0,0 1 0,1-1 0,-1 0 0,0 1 0,1-1 0,-1 1 0,1 0 0,-1 0 0,1 0 0,-1 0 0,1 0 0,-1 1 0,1-1 0,-4 4 0,1 0-110,1 0 0,-1 1-1,1 0 1,-6 11 0,2-3-196,-49 78-3921,-10 24-5651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3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71 1457,'0'0'11413,"0"-10"-10084,0-50 2077,-2 60-2937,1 15-353,-6 221 962,-11 0 1,-53 262 0,57-421-830,-32 218 521,43-239-166,4-50-764,4-31-754,8-102-6609,-7 88 2627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0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22 6355,'0'0'7827,"0"-4"-6706,0-13 600,-12 18-577,10 0-1118,0 0 1,0 1-1,0-1 0,0 1 0,0-1 0,1 1 0,-1 0 0,0 0 1,1-1-1,0 1 0,-1 0 0,1 0 0,-2 5 0,-14 35 249,11-24-150,-16 44 172,3 1 1,3 0-1,-10 80 0,-3 196 1219,24 6 26,5-318-1449,1 0 0,1 0-1,2 0 1,1-1 0,12 42-1,-15-61-82,1 0 1,-1 0-1,2 0 0,-1 0 0,1 0 0,0-1 0,1 0 0,-1 1 0,1-2 0,0 1 0,1 0 0,0-1 0,-1 0 0,2-1 0,-1 1 0,0-1 1,1 0-1,0-1 0,0 1 0,0-1 0,0-1 0,0 1 0,13 1 0,-8-2-8,0-1 0,0 0 0,0 0 1,0-2-1,0 1 0,0-2 0,-1 1 0,1-2 0,0 1 1,-1-2-1,0 1 0,1-2 0,-2 1 0,1-2 0,0 1 1,-1-1-1,0-1 0,0 0 0,-1 0 0,15-16 0,2-3-284,-2 0-1,-1-2 1,-1 0 0,-2-2-1,-1 0 1,-1-1-1,-1-1 1,-2-1-1,-2 0 1,0-1-1,-3 0 1,0-1 0,-3 0-1,6-55 1,-11-67-709,-4 130 877,-1 0 0,-1 1 0,-13-46 1,-2 18 305,-2 2 0,-3 0 0,-60-95 0,77 137-105,0 0 0,0 1 1,-1 0-1,0 1 0,0-1 0,-14-9 0,16 14-32,0 0-1,0 0 0,0 1 1,0 0-1,0 0 0,-1 1 0,1 0 1,-1 0-1,0 0 0,0 1 1,-12-1-1,11 2-10,-1-1 0,1 1 0,-1 1 1,1-1-1,0 1 0,-14 4 0,19-4-41,0 1 1,0-1-1,0 1 0,1 0 0,-1 0 0,0 0 1,1 0-1,0 0 0,-1 0 0,1 1 1,0-1-1,0 1 0,0 0 0,1-1 0,-1 1 1,1 0-1,-1 0 0,1 0 0,-2 6 0,0 3-157,0-1 0,1 1 1,0-1-1,0 19 0,4 21-3340,4-20-1735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1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5523,'0'0'4097,"12"-12"-2885,37-39 68,-33 29 4620,-16 32-4981,22 515 2029,-21 62-1192,-1-568-1701,2 34 100,-2-49-143,1 0 1,0-1-1,0 1 1,0 0-1,0 0 0,1-1 1,-1 1-1,1 0 1,0-1-1,3 5 1,-4-8-16,-1 1 0,0-1-1,1 1 1,-1-1 0,0 0 0,1 1 0,-1-1 0,0 1 0,1-1 0,-1 0 0,1 0 0,-1 1 0,1-1 0,-1 0 0,1 1 0,-1-1 0,1 0 0,-1 0 0,1 0 0,-1 0 0,1 0-1,-1 1 1,1-1 0,-1 0 0,1 0 0,0 0 0,-1-1 0,1 1 0,-1 0 0,1 0 0,-1 0 0,1 0 0,-1 0 0,2-1 0,-1 0-34,1 0 0,-1-1 0,0 1-1,0 0 1,1-1 0,-1 1 0,0-1 0,0 1 0,0-1 0,1-2 0,4-12-712,0 0-1,-1 0 1,4-19 0,6-54-6312,-7 26-2666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8580,'0'0'8105,"-2"-3"-7244,1 8-575,7 1043 5458,-6-1048-5743,7 175 286,-5-157-258,1 0 0,1 0 0,0 0 0,2-1 0,0 0 0,0 0 0,12 21 0,-16-36-32,-1 0-2,0 0 0,0 0 0,0 0 0,0 0 1,1 0-1,-1 0 0,1 0 0,-1 0 0,1 0 1,0-1-1,-1 1 0,1 0 0,0-1 0,0 0 1,1 1-1,2 0 0,-4-2-36,0-1 1,0 0-1,0 1 1,0-1-1,-1 0 1,1 0-1,0 1 1,0-1-1,0 0 1,-1 0-1,1 0 1,0 0-1,-1 0 0,1 0 1,-1 0-1,1 0 1,-1 0-1,0 0 1,1 0-1,-1 0 1,0-1-1,0 1 1,0-1-1,2-5-296,6-20-2585,-1 0 0,7-53-1,-13 46-3151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3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47 5795,'0'0'6122,"-10"-3"-5214,4 1-823,-2-1 178,1 1 1,-1 0-1,-12-1 1,18 3-175,-1 0 0,0 0 1,1 0-1,-1 0 0,1 0 1,-1 1-1,0-1 1,1 1-1,-1-1 0,1 1 1,-1 0-1,1 0 1,-1 0-1,1 0 0,0 1 1,-1-1-1,-2 4 0,-4 4 134,0 2-1,1 0 1,0 0-1,1 0 1,0 1-1,-8 21 0,1 2 227,-12 46 0,5 7 303,4 0 1,4 1-1,4 0 0,2 106 1,6-159-409,2-1 1,2 0-1,13 69 1,-14-95-299,1 0-1,0 0 1,0-1 0,0 1 0,1-1 0,1 0-1,-1 0 1,1 0 0,1 0 0,0-1-1,0 0 1,0 0 0,0-1 0,1 0 0,0 0-1,1 0 1,-1-1 0,1 0 0,0-1 0,11 5-1,-9-5-25,-1-1 0,1 0-1,0-1 1,0 0 0,0 0-1,0-1 1,0 0 0,0-1-1,0 0 1,0-1 0,0 0-1,0-1 1,0 0 0,0 0-1,17-8 1,-12 3-28,0 0-1,0-2 1,0 0 0,-2-1 0,1 0-1,-1-1 1,0 0 0,16-21-1,4-6-513,-2-1-1,42-70 1,-59 84 170,-1 0 0,-1-1 0,-1-1 0,-2 0 0,0 0 0,5-33 0,-9 26 228,-2-1-1,0 1 1,-3 0-1,-1-1 1,-1 1-1,-2 0 1,-8-34-1,5 40 165,-1 1 0,-2 0 0,0 1 0,-2 0-1,0 1 1,-2 0 0,-1 1 0,-32-40 0,42 57 6,-1 0 0,0 1 1,0 0-1,-1 0 0,0 0 0,0 1 1,0 0-1,-1 0 0,0 1 1,0 0-1,0 0 0,0 1 0,0 0 1,-1 0-1,1 1 0,-1 0 1,0 0-1,0 1 0,-15 0 0,15 1-39,0 0 4,0 0-1,0 0 1,0 1-1,1 0 0,-17 5 1,22-5-47,0 0 0,0 0 1,0 1-1,1 0 0,-1-1 1,1 1-1,-1 0 0,1 0 0,0 1 1,-1-1-1,1 0 0,0 1 1,1-1-1,-1 1 0,0 0 1,1 0-1,0-1 0,-1 1 1,1 0-1,-1 5 0,-1 5-1208,1-1 1,0 1-1,1 0 0,1 22 0,0 10-5311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 8244,'0'0'7982,"-2"-2"-7310,1 2-653,1 0-1,0-1 0,0 1 0,0 0 0,0 0 0,0 0 1,-1-1-1,1 1 0,0 0 0,0 0 0,-1 0 0,1 0 1,0 0-1,0 0 0,0-1 0,-1 1 0,1 0 0,0 0 1,0 0-1,-1 0 0,1 0 0,0 0 0,0 0 1,-1 0-1,1 0 0,0 0 0,0 0 0,-1 0 0,1 0 1,0 0-1,0 0 0,-1 0 0,1 1 0,0-1 0,0 0 1,-1 0-1,1 0 0,0 0 0,0 0 0,0 1 0,-1-1 1,1 0-1,0 0 0,0 0 0,0 0 0,0 1 0,-1-1 1,1 0-1,0 0 0,0 1 0,0-1 0,0 0 1,-1 21 768,1-7-691,0 1174 4927,0-1174-4986,-1-11-30,1 0 1,0 0-1,0 0 0,0 0 1,0-1-1,0 1 0,0 0 1,1 0-1,-1 0 0,1 0 1,0 0-1,0 0 0,0-1 1,2 5-1,-3-7-13,1 0 1,-1 0-1,0 0 0,0 1 1,1-1-1,-1 0 0,0 0 1,1 0-1,-1 0 1,0 0-1,0 0 0,1 0 1,-1 0-1,0 0 0,1 0 1,-1 0-1,0 0 0,1 0 1,-1 0-1,0 0 1,0 0-1,1 0 0,-1 0 1,0-1-1,0 1 0,1 0 1,-1 0-1,0 0 0,0 0 1,1-1-1,-1 1 1,0 0-1,0 0 0,0 0 1,1-1-1,-1 1 0,0 0 1,0 0-1,0-1 0,0 1 1,0 0-1,1-1 0,-1 1 1,7-17-977,0 0 0,-2-1 0,0 1 0,4-26 1,-4 18-513,7-38-3594,1-3-3839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3089,'0'0'9856,"-7"-10"-6660,7 479 2106,0 230-2545,0-684-2726,1 37 53,0-49-83,-1 0 0,0 0 0,1 0 0,0 0 0,0-1 0,0 1 0,0 0 0,0 0 0,0-1 0,1 1 0,-1-1 0,1 1-1,3 3 1,-4-6-29,-1 1-1,0-1 0,0 0 0,0 0 0,1 0 0,-1 0 0,0 1 0,0-1 0,1 0 0,-1 0 0,0 0 0,0 0 0,1 0 0,-1 0 0,0 0 0,0 0 1,1 0-1,-1 0 0,0 0 0,0 0 0,1 0 0,-1 0 0,0 0 0,1 0 0,-1 0 0,0 0 0,0 0 0,1 0 0,-1 0 0,0 0 0,0-1 1,0 1-1,1 0 0,-1 0 0,0 0 0,0 0 0,1-1 0,-1 1 0,0 0 0,0 0 0,0 0 0,0-1 0,0 1 0,1 0 0,-1 0 0,0-1 0,0 1 1,0 0-1,0 0 0,0-1 0,0 1 0,0 0 0,0 0 0,0-1 0,0 1 0,0 0 0,0-1 0,0 1 0,0 0 0,0 0 0,0-1 0,0 1 0,0 0 1,-1-1-1,3-92-5773,-3 48 2087,1-10-3677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8740,'0'0'6120,"6"13"-5488,10 25-149,-2 0 0,-1 1 0,-2 0 0,-2 1-1,6 58 1,3 216 1817,-16-158-1443,-25 225-1,18-343-945,-21 207-1401,24-212-2440,-6-16-3983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5346,'-1'0'11672,"7"1"-11500,0 0-1,1 0 0,-1 0 0,0 1 1,9 3-1,18 5 98,27-1-126,0-3 0,74-3 0,-7 1-17,584 73-329,-567-60 218,207 0 0,-192-19-15,266 10 0,-201 18 34,92 4-20,183-29 12,-264-1-68,77 15 57,-37 0-148,206-11-687,222 4 1104,-379-1-559,367 17-96,-482-3 398,84 4-171,626-19-200,-471-4 355,-242-3 34,388-5-328,886 6 318,-1477 0-19,14-2 91,-10-11 1200,-7 12-1223,1-1 0,0 1 0,0 0 0,0-1 0,1 1 1,-1 0-1,0 0 0,0 0 0,1 0 0,-1 0 0,0 0 0,1 0 0,-1 1 1,1-1-1,-1 1 0,1-1 0,-1 1 0,1-1 0,0 1 0,-1 0 1,1-1-1,0 1 0,-1 0 0,1 0 0,3 1 827,-4-11-1089,2 0-1986,3-6-2067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4:47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14791,'0'0'4954,"41"4"-4727,-10-2-210,258 13-74,-186-16 19,-16-1 2,133 14 0,-207-7-126,-27 0-500,-80 5-4226,26-9-3635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0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1 448,'0'0'4642,"-30"0"-4209,27 0-193,-1 3-96,-2 3-144,-1 0-144,0 0-305,4-3-943,0-3-273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0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155 153 1553,'0'0'2155,"-8"-11"-1594,-24-38-33,13 8 803,18 38-1356,0 1 0,1-1 0,-1 0 1,0 1-1,-1-1 0,1 0 1,0 1-1,-1 0 0,0-1 0,1 1 1,-1 0-1,0 0 0,0 0 1,0 0-1,0 0 0,-1 0 0,1 0 1,0 1-1,-1-1 0,1 1 1,-4-1-1,-20-2-966,11 4 13851,15 17-12275,0 1282 2870,0-1299-3446,1 0 0,-1 0 1,0 1-1,0-1 0,0 0 1,0 0-1,0 0 0,0 0 1,0 1-1,0-1 0,0 0 1,0 0-1,0 0 0,0 1 1,0-1-1,0 0 1,0 0-1,0 0 0,0 1 1,0-1-1,0 0 0,0 0 1,0 0-1,0 0 0,0 1 1,0-1-1,0 0 0,-1 0 1,1 0-1,0 0 0,0 1 1,0-1-1,0 0 1,0 0-1,-1 0 0,1 0 1,0 0-1,0 0 0,0 1 1,0-1-1,-1 0 0,1 0 1,0 0-1,0 0 0,0 0 1,0 0-1,-1 0 0,1 0 1,0 0-1,0 0 1,0 0-1,-1 0 0,-5-11-734,4-3-545,1 0-1,0 1 1,2-16-1,-1 5-1317,0-12-3770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0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49 6115,'0'0'8118,"0"-3"-8032,0-15 1058,-8 18 259,-2 0-1115,4 0-253,0-1 0,0 1 0,0 0 0,0 1 0,0 0 0,1-1 0,-1 2 1,0-1-1,1 1 0,-1 0 0,1 0 0,-1 0 0,1 1 0,0 0 0,-6 4 0,-3 2-14,1 2-1,1-1 1,0 2 0,0-1 0,1 2-1,0-1 1,1 1 0,-9 16 0,3 4 133,1 1 1,2 1 0,1 0 0,-14 70 0,16-61 28,2-1 59,3 1 0,1 0 0,3 61 0,2-73-204,-3 34 116,0-31 37,2 1-1,7 58 1,-4-83-128,0 1 0,1-1 1,1 0-1,-1 0 0,2-1 1,0 1-1,0-1 0,1 0 1,0-1-1,0 0 1,16 15-1,-5-7 109,0-1 0,1-1-1,1-1 1,38 21 0,-40-27-122,1 0-1,0-1 1,0-1 0,1-1-1,-1-1 1,1 0 0,0-2-1,0 0 1,36-2-1,-50 1-53,0-1-1,0 0 1,0-1-1,0 0 1,1 0-1,-1 0 0,-1-1 1,1 1-1,0-1 1,0-1-1,-1 1 1,1-1-1,-1 0 0,0 0 1,1-1-1,-2 0 1,1 0-1,0 0 0,-1 0 1,8-10-1,4-9-101,0-1 0,-1-1 0,-2 0 0,-1-1 1,0-1-1,-2 0 0,-1 0 0,-2-1 0,0 0 0,2-30 0,1-40-382,-4-155-1,-7 182 644,1 53-123,-1 1-1,-1 0 1,-1-1 0,0 1 0,-1 0 0,-1 0-1,-1 1 1,0 0 0,-1 0 0,-1 0 0,0 1 0,-20-28-1,17 28-6,-7-13-113,-2 1 1,-36-37-1,50 57 69,0 1 0,-1 0 0,0 1 0,-1-1 0,1 1 0,-1 1 0,0-1 0,0 2 0,0-1 0,-1 1 0,1 0 0,-1 0 0,0 1 0,-14-1 0,17 2-258,-5 0 507,0 1-1,0 0 1,0 1 0,-14 1-1,22-1-381,-1 0 0,1 0 0,0 0 0,0 1 0,0-1-1,0 1 1,-4 2 0,5-2-578,-1 0-1,0 1 1,1-1-1,0 1 1,-1-1-1,1 1 1,0 0-1,-2 3 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0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50 7075,'0'0'4989,"-2"-6"-4698,-5-21 229,7 26-411,-1 0 0,1 0 0,-1 0 0,1 0 0,0 0 0,-1 1 0,0-1 0,1 0-1,-1 0 1,0 1 0,1-1 0,-1 0 0,0 1 0,1-1 0,-1 1 0,0-1 0,0 1 0,0-1 0,0 1-1,0-1 1,0 1 0,0 0 0,1-1 0,-1 1 0,-2 0 0,-25 0 1662,17 1-1566,8-1-190,0-1-1,-1 1 1,1 0 0,-1 0 0,1 0-1,0 1 1,-1-1 0,1 1 0,0 0 0,-1 0-1,1 0 1,0 0 0,0 1 0,0-1 0,0 1-1,0 0 1,0 0 0,0 0 0,1 0-1,-1 0 1,1 0 0,-1 1 0,-2 3 0,-19 27 176,2 0-1,1 1 1,-28 64 0,-31 118 182,73-194-245,2 1-1,1-1 0,-3 38 1,5 70 234,3-76-215,-1-35-103,1 0-1,1 0 0,1 0 1,1 0-1,0-1 1,1 1-1,1-1 0,1 0 1,1-1-1,0 1 1,1-1-1,1-1 0,1 0 1,19 22-1,-18-22 35,1-2 0,0 0 0,1 0 0,1-2 0,0 0 0,1 0 0,0-1 0,1-1 0,0-1 0,1-1 0,0 0 0,0-1 0,0-1 0,1 0 0,0-2 0,22 3 0,-17-5-39,-1 0 0,1-2 0,43-6 0,-57 5-32,-1-2 0,1 1 0,-1-1 0,1 0 0,-1-1 0,0 0 0,-1-1 0,1 1 0,-1-2 0,0 1 0,14-13 0,-8 3-72,-1 0-1,0-1 0,-2 0 0,0-1 1,0 0-1,-2 0 0,0-1 1,-1-1-1,-1 1 0,-1-1 1,0-1-1,3-28 0,1-19-309,-4-1 0,-3-86-1,-3 150 369,-1-21-92,-2 0 0,0-1 1,-1 1-1,-2 0 0,0 1 0,-2 0 1,-1 0-1,-17-36 0,7 26 125,-1 0 0,-2 1-1,-1 1 1,-51-55-1,63 76 40,1 1-1,-2 1 0,1 0 1,-1 0-1,-15-8 0,19 13-44,-1 0 0,1 1 0,-1-1 1,0 2-1,1-1 0,-2 1 0,1 1 0,0 0 0,-13-1 0,11 2-43,5 0-13,0-1 1,0 1-1,0 0 1,0 0-1,0 1 0,0 0 1,0 0-1,0 1 1,0-1-1,1 1 1,-1 0-1,0 1 1,1-1-1,0 1 1,-7 5-1,1 0-1659,1 0 0,-19 11 0,5-6-3753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9188,'0'0'5704,"0"-6"-1694,0 782-1458,0-254-4496,0-606-2089,0 26-2995,0 30-60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1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3986,'0'0'10002,"-2"3"-9426,-14 16 152,-35 32 1,-13 15 119,39-34-710,1 2 0,2 1-1,1 0 1,3 2 0,0 0 0,2 1-1,2 1 1,2 0 0,1 1 0,3 0 0,0 1-1,3-1 1,0 68 0,4-66 128,0-19-150,1 0 0,0 1 0,2-1 0,1 0 0,1 0 0,7 27 0,-3-29-65,0-1 0,1-1 0,1 1 1,0-1-1,2-1 0,0 0 0,27 29 0,-30-38 22,0 0-1,1-1 1,0 0-1,0-1 1,1 0-1,0-1 1,0 0-1,0 0 1,1-1-1,-1-1 1,1 0-1,1-1 1,-1 0-1,25 2 0,85-3 331,-114-2-390,0-1-1,0 1 0,-1-1 0,1-1 1,-1 1-1,1-1 0,-1-1 1,1 1-1,-1-1 0,8-5 0,-5 2-21,-1-1-1,1 0 0,-1-1 0,0 0 1,-1 0-1,9-12 0,1-4-217,-1 0 0,0-2-1,-2 0 1,-2-1 0,0 0 0,-1-1 0,-2 0 0,-1-1-1,8-46 1,-5-1-329,-3-1 0,-3-117 0,-6 177 611,-2-1 0,0 0 0,-1 0 0,0 0 0,-2 1 1,0 0-1,-1 0 0,0 0 0,-2 1 0,0 0 1,0 0-1,-2 1 0,-21-27 0,21 30-1,-1 1 0,0 0 0,0 0 0,-1 2 0,0-1 0,-1 2 0,0-1 0,-1 2 1,1 0-1,-1 1 0,-1 0 0,1 1 0,-1 0 0,0 1 0,0 1 0,-23-2 0,-9 2 297,-66 5 0,110-1-363,0 0 1,0 0-1,1 0 1,-1 1-1,0-1 1,1 0 0,-1 1-1,1 0 1,0 0-1,-4 3 1,0 6-9534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1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3858,'0'0'7507,"-28"0"-2310,26 0-5149,0-1 0,-1 1 0,1 0 0,0 0 0,-1 0 0,1 0 0,0 1 0,-1-1 0,1 1 0,0-1 0,0 1 1,0 0-1,-1 0 0,1 0 0,0 0 0,0 0 0,0 0 0,0 0 0,1 1 0,-1-1 0,0 1 0,1 0 0,-1-1 0,0 1 0,1 0 0,-2 2 0,-19 33 150,0 1 0,3 0 0,1 2 0,2 0 0,2 1 0,1 1 0,2 0 1,3 0-1,1 1 0,2 0 0,0 51 0,5-38 21,-2-10-52,3-1-1,1 1 1,14 72 0,-3-62-13,25 95 268,-29-125-298,0 0 0,1-1 0,20 36 0,-27-56-101,0-1 1,0 0-1,0 1 0,1-1 0,-1-1 1,1 1-1,0 0 0,0-1 0,0 0 0,1 0 1,-1 0-1,1 0 0,0-1 0,0 0 1,-1 0-1,1 0 0,1 0 0,-1-1 0,0 0 1,0 0-1,0 0 0,1-1 0,-1 0 1,0 0-1,1 0 0,-1-1 0,0 1 0,0-1 1,0 0-1,1-1 0,-1 1 0,0-1 1,6-3-1,3-4-8,1 0 1,-1 0-1,0-1 0,15-15 1,49-53 22,-55 53-137,-2-1 1,-1 0 0,0-2 0,-3 0-1,0-1 1,-2-1 0,-1 0-1,-1-1 1,-2-1 0,-1 0 0,-1 0-1,-2-1 1,-2 0 0,-1 0 0,-1 0-1,-1-1 1,-7-64 0,2 79 99,-1 0 0,-1 1 0,0-1 1,-2 1-1,0 0 0,-1 1 0,0 0 1,-16-23-1,-1 4-9,-1 1 0,-49-50-1,57 67 89,0 1 0,0 1 0,-2 1 0,0 0-1,-26-13 1,32 21-53,0 0 1,0 2-1,0-1 1,-1 2-1,0 0 0,0 1 1,0 0-1,-1 1 0,-20 0 1,29 2-32,0 0 1,0 0-1,1 1 1,-1 0-1,0 0 1,0 1-1,0 0 0,-10 4 1,14-4-23,0 0 0,0 0 0,0 0 0,0 1 0,0-1 0,0 1-1,0 0 1,1 0 0,-1 0 0,1 0 0,0 0 0,0 1 0,0-1 0,0 1 0,1-1 0,-3 8 0,3-6-770,0 1 1,0 0-1,0 0 1,0 11-1,1-12-3726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7363,'0'0'4018,"-17"-1"-1653,7 3 3495,13 51-5656,10 62-1,1 7-76,0 632 639,-14-535-430,0-218-334,0-1 1,0 0 0,0 0-1,1 0 1,-1 0-1,0 0 1,0 1 0,1-1-1,-1 0 1,0 0-1,1 0 1,-1 0 0,0 0-1,0 0 1,1 0-1,-1 0 1,0 0 0,1 0-1,-1 0 1,0 0-1,0 0 1,1 0 0,-1-1-1,0 1 1,0 0-1,1 0 1,-1 0 0,0 0-1,0 0 1,1 0-1,-1-1 1,0 1 0,0 0-1,0 0 1,1 0-1,-1-1 1,0 1 0,0 0-1,0 0 1,1-1-1,3-8-101,-1 1 0,1-1 0,-1 0 0,-1 0 0,1-1 0,1-16-1,-1-62-5408,-3 52 1791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2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28 6051,'0'0'4132,"7"-6"-3443,25-16 28,-60 45 3724,-19 30-3048,26-26-1593,-29 49 1,35-46 209,2 0-1,0 0 1,-10 43 0,-16 99 94,39-171-103,-9 60 159,3 1 1,3 115 0,3-107 112,2-47-115,0 1-1,1-1 1,1 1 0,2-1 0,0-1-1,1 1 1,1-1 0,2 0 0,0-1-1,1 0 1,1-1 0,1 0 0,0 0 0,25 24-1,-31-35-110,0-1 1,1-1-1,0 1 0,0-1 0,1-1 0,0 0 0,0 0 0,1 0 0,-1-1 1,1-1-1,0 0 0,1 0 0,-1-1 0,1 0 0,-1-1 0,1 0 1,0-1-1,0 0 0,0 0 0,19-3 0,-22 1-12,1-1-1,-1 0 1,0-1 0,1 0 0,-1 0-1,0-1 1,-1 0 0,1 0-1,-1-1 1,1 0 0,9-10-1,8-8 126,35-41-1,-51 54-155,31-37-29,-1-1 1,43-73-1,-70 100-2,0 0 1,-1-2-1,-2 1 0,0-1 0,-1-1 1,-2 1-1,0-1 0,4-46 0,-8 27 17,-5-66 0,0 86 8,-1 0 0,0 1 1,-2 0-1,-12-34 0,3 17 3,-2 0 1,-2 2-1,-42-65 1,53 90-1,-1 1 0,-1 1 0,0-1 0,-1 2 0,0-1 0,-16-10 0,18 15 0,1 0 0,-1 1 0,-1 0 0,1 0 0,0 1 0,-1 0 0,0 1 0,0 0 0,1 0 0,-14 0 0,6 2 1,-1 0 1,-20 2-1,31-1-4,-1 1 0,1 0 0,0 0 1,0 1-1,0-1 0,0 1 0,-10 7 0,-3 3-222,1 1-1,1 1 1,0 0-1,-30 35 1,33-32-943,1 1 0,-20 33-1,6 8-3524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24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1 275 7379,'0'0'8946,"9"0"-8079,234 12 1113,-53-1-1711,1177 11-384,-1255-25 707,-128 3-201,0-1-137,0 1 1,0 1-1,-18 4 1,34-5-307,-1-1-1,1 1 1,-1 0 0,1 0-1,-1 0 1,1-1-1,0 1 1,-1 0 0,1 0-1,-1-1 1,1 1 0,-1 0-1,1-1 1,0 1-1,-1 0 1,1-1 0,0 1-1,0-1 1,-1 1-1,1 0 1,0-1 0,0 1-1,-1-1 1,1 1 0,0-1-1,0 1 1,0-1-1,0 1 1,0-1 0,0 1-1,0-1 1,0 1 0,0-1-1,0 1 1,0-1-1,0 0 1,0-28-855,0 23 476,-16-246-2704,16 250 3056,0 1 155,0 1-1,-1-1 1,1 0 0,0 0-1,0 0 1,0 0-1,0 0 1,0 0 0,0 1-1,0-1 1,1 0 0,-1 0-1,0 0 1,0 0 0,1-1-1,0 1-7,0 1-1,0 0 0,0 0 1,1-1-1,-1 1 1,0 0-1,0 0 1,0 0-1,0 0 1,0 0-1,0 0 1,0 0-1,0 1 0,0-1 1,0 0-1,0 0 1,2 1-1,26 9 94,0 0 0,51 27 0,-1 0-86,-51-26-67,-16-8-24,-1 2 0,0-1 0,0 1 0,0 1 0,-1 0 0,15 12 0,-23-16 4,0-1 1,-1 1 0,0 0-1,1-1 1,-1 1 0,0 0-1,0 0 1,0 0 0,0 0-1,0 0 1,-1 0 0,1 0-1,-1 0 1,1 0 0,-1 0-1,0 0 1,1 0 0,-1 0-1,0 1 1,-1-1 0,1 0-1,0 0 1,-1 2 0,0 1-3,-1 1 0,0-1 1,0 0-1,0 0 1,-1-1-1,0 1 0,1 0 1,-8 7-1,-7 7 27,-1-1 0,-38 30 0,-50 29 169,67-51-110,-82 61 30,107-74-175,13-13 52,1 0 0,0 0-1,0 0 1,0 0-1,0 0 1,0 0 0,0 0-1,-1 1 1,1-1 0,0 0-1,0 0 1,0 0 0,0 0-1,0 0 1,0 1 0,0-1-1,0 0 1,0 0 0,0 0-1,0 0 1,0 1 0,0-1-1,0 0 1,0 0 0,0 0-1,0 0 1,0 1 0,0-1-1,0 0 1,0 0 0,0 0-1,0 0 1,0 1 0,0-1-1,0 0 1,0 0 0,0 0-1,0 0 1,1 1 0,1-1-277,0 0 1,0-1-1,0 1 1,1 0-1,-1-1 0,0 1 1,0-1-1,0 0 1,0 0-1,0 0 1,0 0-1,2-1 1,60-39-7918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25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604 166 8836,'0'0'7758,"3"-15"-7176,10-45 146,-12 57-620,0 1 0,0-1 0,-1 1 0,1-1 0,-1 0 0,0 1 0,0-1 0,0 0 0,0 1 0,0-1 0,-1 0 0,1 1 0,-1-1 0,0 1 0,0-1 0,0 1 1,0-1-1,0 1 0,0-1 0,0 1 0,-1 0 0,1 0 0,-4-4 0,1 3-59,-1 1 0,1-1 0,-1 1 0,0 0 0,0 0 0,0 0 0,0 1 0,-10-2 1,15 3-46,-19-3 64,1 1-1,0 1 1,-34 2 0,10 0-24,27 0-29,-1 0 0,1 1 0,-1 1 0,1 0 0,0 1 0,0 1 0,0 0 0,0 1 0,1 1 0,0 0 0,-19 14 1,18-11 11,1 1 1,1 0 0,0 1-1,0 1 1,2 0 0,-1 0-1,2 1 1,-1 0 0,2 1 0,-10 21-1,6-5 69,2 0 0,1 0 0,2 1 0,1 0 0,-4 46 1,5-3 428,5 95 1,3-141-363,0-1 1,2 1 0,1-1 0,1 1-1,12 32 1,-9-39-61,0-2 0,1 1 0,1-1 0,1-1 0,0 0 0,2-1 0,17 20 0,-16-23-87,0 0 0,1-1 0,1-1 0,0 0 1,1-2-1,0 0 0,1-1 0,0 0 0,0-2 0,1 0 0,0-1 1,0-1-1,1-1 0,0-1 0,0-1 0,0-1 0,0 0 1,33-3-1,-43 0-53,-1 0 1,0 0 0,0-1-1,0-1 1,0 1 0,-1-2-1,1 1 1,-1-1 0,0-1 0,0 0-1,9-6 1,-11 6-37,-1 0 1,0 0-1,0-1 1,-1 0-1,1 0 1,-1-1-1,-1 1 1,1-1-1,-1 0 1,0 0-1,-1 0 1,1-1-1,-1 1 1,2-10-1,-3 4-412,0 0-1,-1 0 0,0 0 0,-1 1 1,-1-1-1,-2-14 0,0-28-8453,3 23-1497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26.5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47 8260,'0'0'8673,"29"-8"-8302,96-24 10,-116 30-302,0 0 0,1 1 0,-1 0-1,1 1 1,-1 0 0,1 0-1,-1 1 1,1 0 0,11 4 0,-14-3-11,-1 0-1,0 0 1,0 1 0,-1 0 0,1 0 0,0 1 0,-1-1 0,0 1 0,0 0 0,0 1-1,5 5 1,-4-2 46,0 0-1,-1 1 0,0-1 0,-1 1 0,0 0 0,0 1 0,-1-1 1,0 0-1,0 1 0,-1 0 0,0 0 0,-1-1 0,0 1 0,-1 0 1,-1 16-1,0-18-30,0-1 1,-1 1-1,1 0 1,-2-1 0,1 1-1,-1-1 1,0 0-1,0 0 1,-1 0-1,0 0 1,-9 11-1,-3 1 25,-2 1-1,-24 19 0,26-25-87,-94 80 98,-30 29-20,133-117-93,0 0 0,0 1-1,1 0 1,0 0 0,1 0-1,0 0 1,0 1 0,0 0-1,1 0 1,0 1 0,-4 12-1,8-20-3,-1 1 0,1-1-1,0 1 1,-1 0 0,1 0-1,0-1 1,0 1-1,0 0 1,0-1 0,1 1-1,-1 0 1,0-1 0,1 1-1,-1 0 1,1-1 0,-1 1-1,1-1 1,0 1-1,0-1 1,1 2 0,0-1 1,0 0 0,1 0 1,-1 0-1,1-1 0,-1 1 0,1-1 1,-1 0-1,1 0 0,0 0 0,0 0 1,0-1-1,4 2 0,22 2-35,0 0 1,1-2-1,-1-1 0,1-2 1,51-7-1,-6-5-1590,76-24 1,-95 23-2148,-24 12-3484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31.1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763 48 8884,'0'0'10373,"-2"-12"-8191,1 11-2145,-1 0 0,0 0 0,1 0 0,-1 0 0,0 0 0,0 0 0,0 1 0,0-1 0,0 0-1,0 1 1,-4-1 0,-5-1 27,-24-6 86,0 2-1,-59-3 1,-71 9-36,146 0-97,0 1 0,0 2 0,0 0 0,1 0 0,-1 2 0,1 1 0,0 0 0,-32 16 1,37-15-6,1 0 0,1 1 0,0 1 0,0-1 0,0 2 0,1 0 0,1 0 0,-1 0 0,2 1 0,-1 1 1,2-1-1,0 1 0,-6 14 0,3-2 54,1 0 1,1 1-1,2-1 1,0 1-1,-3 40 1,3 132 337,7-149-303,0 24 140,3 0-1,17 86 1,-11-107-122,3-1 0,2 0 0,38 87 0,-42-114-85,1 0 0,1 0-1,1-1 1,1-1 0,1 0-1,21 20 1,-27-31-26,1 0 0,0-1-1,1 0 1,0-1 0,1 0-1,-1-1 1,1-1 0,1 0-1,-1 0 1,1-2 0,0 1 0,16 1-1,-15-3-24,0-1 1,0 0-1,0-1 0,0-1 0,0-1 0,0 0 1,0 0-1,0-2 0,0 0 0,0-1 0,-1 0 1,1-1-1,-1-1 0,0 0 0,-1-1 0,0 0 1,0-1-1,0-1 0,17-15 0,-14 8-305,-1-1 0,0 0-1,-1-2 1,-1 1 0,19-38 0,-24 38-762,0-1 0,0 0 0,7-35 0,-5-20-4455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31.5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13910,'0'0'4723,"10"195"-3443,0-66-271,-10 19-561,0 2-192,0-11-256,0-22-32,0-24-1361,-4-27-1808,1-18-4131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3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12438,'0'0'8171,"6"-2"-7706,6 0-395,0 0 1,0 0-1,0 1 1,1 1 0,-1 0-1,0 0 1,17 4-1,91 24 106,-87-19-181,0-1 0,54 6 0,-44-14-1860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3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7155,'0'0'10453,"241"0"-10357,-171 0-96,-7 0-640,-13 13-3058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484 190 7203,'0'0'6206,"0"-13"-5638,0-44-96,0 55-377,0 0 0,0 0 0,0 0 0,0 0 0,-1 0 0,1 0 0,0 0 0,-1 0 0,1 0 0,-1 0 0,0 1-1,0-1 1,0 0 0,0 0 0,0 0 0,0 1 0,0-1 0,-1 1 0,1-1 0,0 1 0,-1-1 0,0 1 0,1 0 0,-1 0 0,0 0 0,1-1 0,-1 2-1,0-1 1,-3-1 0,-2 0-7,0 1-1,-1 0 1,1 0-1,0 1 1,-1-1-1,-8 2 1,1 0-83,6-1 9,0 1 0,0 0 0,1 1 0,-1 0 0,1 1 0,-1-1 0,1 1-1,0 1 1,0 0 0,0 0 0,1 0 0,-12 9 0,-6 7 34,1 1-1,-23 28 1,43-45-33,-12 13 79,1 2 0,1-1 0,1 2 0,0 0 1,2 1-1,0 0 0,1 0 0,2 1 0,0 0 1,-6 28-1,5-5 167,2 0 0,2 1 1,2-1-1,4 62 0,1-73-56,2 0 0,1 0 0,2-1 0,1 0 0,1 0 0,2 0 0,2-2 0,1 1 0,28 46 0,-29-58-94,0-2-1,1 1 1,1-2-1,0 0 0,2-1 1,29 23-1,-32-29-57,1-1 0,-1-1 0,1 0 0,1 0 1,0-2-1,0 0 0,0-1 0,1 0 0,27 3 0,-17-5-4,0-1 1,0-1 0,0-1-1,52-8 1,-62 4-48,1 0 0,-1-1 0,0 0 0,-1-1 0,1-2 0,-1 1 0,0-2 0,20-14 0,-15 7-65,-1-1-1,0 0 0,-2-2 0,0 0 1,-1-1-1,-1 0 0,-1-2 0,-1 0 1,0 0-1,-2-2 0,-1 1 0,-1-1 1,-1-1-1,-1 0 0,-1 0 0,-1-1 0,-1 1 1,-1-1-1,-1-29 0,-2 30 27,-1 1 0,-1-1 1,-1 0-1,-2 1 0,0-1 0,-1 1 0,-2 0 0,0 0 0,-2 1 1,-16-32-1,-1 7-7,-2 0 0,-2 2 0,-2 1 0,-2 1 0,-2 2 0,-1 2 1,-3 1-1,-52-40 0,83 72 9,-1 0 0,1 0 0,-1 1 0,0 1-1,0 0 1,-1 0 0,1 1 0,-1 0 0,0 1 0,0 0 0,0 1 0,-1 0 0,-17 0 0,28 21-2806,1-17 2580,0-1 1,0 1 0,0 0 0,0 0 0,0 0 0,1 0 0,-1-1 0,1 1 0,-1 0-1,1 0 1,1 1 0,23 24-4174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9428,'0'0'6649,"3"-6"-6209,11-16-3,-14 22-372,0 0-1,0 0 1,0-1-1,0 1 1,0 0-1,0 0 1,0-1 0,0 1-1,1 0 1,-1 0-1,0-1 1,0 1-1,0 0 1,0 0-1,0 0 1,1-1-1,-1 1 1,0 0-1,0 0 1,0 0-1,1 0 1,-1-1-1,0 1 1,0 0-1,0 0 1,1 0-1,-1 0 1,0 0-1,0 0 1,1 0-1,-1 0 1,0 0-1,0 0 1,1 0-1,-1 0 1,0 0-1,0 0 1,1 0-1,-1 0 1,0 0-1,0 0 1,1 0-1,-1 0 1,2 10-9,-2-8 118,8 228 1193,-7-113-1019,2 281 387,-2-9-24,0-374-684,-2-9 0,1-1 0,0 1-1,0 0 1,0 0-1,1 0 1,0 0 0,0-1-1,1 1 1,0-1 0,0 1-1,5 10 1,-7-16-31,0 0 0,0 1 0,1-1 0,-1 0 0,0 0 0,0 1 0,1-1 0,-1 0 0,0 0 0,0 0 0,1 1 0,-1-1 0,0 0 0,0 0 0,1 0 0,-1 0 0,0 0 1,1 1-1,-1-1 0,0 0 0,1 0 0,-1 0 0,0 0 0,1 0 0,-1 0 0,0 0 0,0 0 0,1 0 0,-1 0 0,0-1 0,1 1 0,-1 0 0,0 0 0,1 0 0,-1 0 0,0 0 0,0 0 0,1-1 0,-1 1 0,0 0 1,0 0-1,1 0 0,-1-1 0,0 1 0,0 0 0,0 0 0,1-1 0,-1 0 0,6-16-643,6-122-7154,-9 87 1556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5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0 1681,'0'0'11656,"-6"0"-10920,-2 0-559,-53 3 2256,55-2-2270,0 0 1,0 0-1,0 0 1,0 1-1,1 0 1,-1 0-1,1 1 1,-1-1-1,-4 4 1,-5 7-11,1 0 0,1 0 0,0 1 0,1 1 0,0 0 0,2 1 0,-1 0 0,2 1 1,0 0-1,1 0 0,1 1 0,-7 26 0,4-4 158,2 1 1,-5 76-1,10 82 615,3-132-614,0-47-173,-1 14 87,2-1 0,1 0 1,1 0-1,13 52 0,-14-77-182,1 1 0,1-1 0,-1 1 0,1-1 0,1-1 0,-1 1-1,1 0 1,1-1 0,8 10 0,-8-13-20,-1 1-1,0-1 1,1 0 0,0 0-1,0-1 1,0 1 0,1-1-1,-1-1 1,1 1 0,-1-1 0,1-1-1,0 1 1,12 1 0,-7-3-9,0 0 1,-1-1-1,1 0 1,0 0-1,-1-1 1,1-1 0,-1 0-1,0-1 1,0 0-1,0 0 1,0-1-1,-1-1 1,0 0 0,0 0-1,16-14 1,2-4-84,-2-1 0,-1-1 1,42-55-1,-42 47-365,41-74 0,-55 87 199,-2 0 0,0-1 0,-1 0 0,-2 0 0,6-30 0,-8 24-80,-1 0 1,-2 1-1,-1-1 1,-5-48-1,2 57 237,0 1 0,-2-1 1,0 1-1,-1-1 0,-1 2 0,-1-1 0,-16-26 1,11 23 239,-1 0 0,-1 1 1,-1 1-1,-23-22 1,32 34-76,-1 0 0,0 1 0,0 0 0,-1 1 0,1-1 0,-1 2 0,0-1 0,-1 1 0,1 1 0,-1-1-1,0 2 1,1-1 0,-15-1 0,11 3-55,0 0 0,0 1 0,0 0 0,0 1 0,0 0 0,1 1 0,-1 0 0,0 1 0,1 1 0,0 0 0,0 1 0,0 0 0,-14 8 0,25-12-171,0-1 0,-1 1 0,1 0 0,0 0 0,0-1 0,-1 1 0,1 0 0,0 0 0,0 0 0,0 1 0,0-1 0,0 0 0,0 0 0,1 0 0,-1 1 0,0-1 0,1 0 0,-1 1 0,0-1 0,1 1 0,0-1 0,-1 1 0,1-1 0,0 1 0,0 2 0,0-4 14,0 1 0,0-1 1,0 0-1,0 0 0,0 0 1,0 1-1,0-1 0,0 0 1,0 0-1,0 1 0,0-1 1,0 0-1,0 0 0,0 0 1,0 1-1,0-1 0,1 0 1,-1 0-1,0 0 0,0 0 1,0 1-1,0-1 0,0 0 1,1 0-1,-1 0 0,0 0 1,0 0-1,0 1 0,1-1 1,-1 0-1,0 0 0,0 0 1,1 0-1,18 4-5884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9 5923,'0'0'10143,"-12"-1"-9532,8 0-533,-91-6 1586,86 8-1504,1 0-1,0 1 1,-1-1 0,1 2-1,0-1 1,0 1 0,1 0-1,-1 1 1,1 0-1,-1 0 1,1 0 0,0 1-1,-8 8 1,0 0 66,1 0 0,1 1 0,0 1-1,-20 30 1,21-25-89,1 1-1,1 0 0,2 1 1,0 0-1,1 0 1,1 1-1,1 0 0,-2 23 1,0 30 330,3 82-1,3-109-249,3 0 0,2-1 0,2 1 0,21 79 0,-22-109-156,2 0-1,1-1 0,0 0 1,1-1-1,1 1 0,13 16 0,-14-23-34,1 0-1,0 0 1,1-1-1,-1 0 0,2-1 1,0 0-1,0-1 0,0 0 1,17 7-1,-12-8-9,1-1-1,0-1 0,1 0 1,-1-1-1,1-1 1,-1-1-1,1 0 0,37-3 1,-43 1-21,-1 0 1,1-1 0,-1-1-1,0 0 1,0-1 0,0 0-1,0-1 1,0 0 0,0-1-1,-1 0 1,0-1 0,0 0-1,-1-1 1,1 0 0,10-10-1,-1-1-167,-2-1-1,1-1 0,-2 0 0,-1-1 0,0-1 0,-2 0 0,0-1 0,-2-1 0,0 0 0,-2-1 0,-1 0 0,11-44 0,-15 46-90,-2 1 0,0-1 0,-1 0-1,-1 1 1,-1-1 0,-1 0 0,-1 0 0,-2 1 0,0-1-1,-1 1 1,-1 0 0,-1 0 0,-1 1 0,-1 0 0,-14-25 0,8 20 316,-2 1 0,-1 1 0,0 0 0,-2 1 0,-1 1 0,-1 1 0,-33-26 1,39 36 147,-1 1 0,1 0 0,-2 1 0,1 0 0,-1 2 0,0 0 0,-1 1 0,0 1 0,0 1 0,0 0 0,0 1 0,-30 1 0,-11 2-2268,55 1-1650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71 7395,'0'0'8580,"0"-9"-7785,0-44 531,0 44-86,-1 13-464,-1 20-553,3 175 353,-14 465 2161,2-411-1763,11-253-976,0 0 0,1 1 0,-1-1 0,0 0 0,1 0 0,-1 0 0,0 0 0,1 0 0,-1 0 0,1 0 1,-1 0-1,0 0 0,1 0 0,-1 0 0,0-1 0,1 1 0,-1 0 0,1 0 0,-1 0 0,0 0 0,1-1 0,-1 1 0,0 0 0,0 0 0,1-1 0,1-2-72,0-1-1,0 1 1,0-1-1,-1 0 1,0 1-1,1-1 0,-1 0 1,-1 0-1,1 0 1,0-5-1,1-3-233,7-48-1684,6-29-5234,-2 41-372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7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32 9284,'0'0'6753,"-5"0"-5275,2 0-1344,-4 0-51,1-1 1,-1 1 0,0 0 0,0 1 0,0 0 0,0 0 0,1 0 0,-1 1 0,1 0 0,-1 0 0,1 1 0,0-1-1,-1 2 1,-9 6 0,6-2-67,0 1 0,0 0 0,1 1 0,0 0 0,1 1 0,0-1 1,-12 24-1,11-16 113,1 1 0,1 0 0,0 0 0,-5 33 1,4 8 527,2 0 0,3 93 0,3-109-325,0-5-8,2-1 0,2 0 0,13 63 0,-13-85-254,0-1 0,1 0 0,1 0-1,1 0 1,0-1 0,0 0 0,2 0 0,0-1 0,0 0 0,1 0 0,19 17-1,-21-23-38,0-1 0,0 0 0,1-1 0,0 0 0,0-1 0,0 1 0,0-2 1,1 1-1,0-1 0,-1-1 0,1 0 0,0 0 0,18 0 0,-16-1-29,1-2 0,-1 1 0,1-2 0,-1 0 0,0 0 1,0-1-1,0 0 0,0-1 0,0-1 0,19-10 0,-11 2-70,-1 0-1,-1-1 0,0-1 0,30-32 1,-22 17-310,-1-2 1,22-36 0,-35 49 121,-2-1 1,0 0-1,-2 0 1,0-1-1,-1 0 0,-1-1 1,-1 1-1,-1-1 1,-1 0-1,-1 0 0,-1-1 1,-1 1-1,0 0 1,-2 0-1,-1-1 0,-1 2 1,0-1-1,-2 0 1,0 1-1,-12-24 0,2 13 345,-1 1 0,-1 1 0,-2 1-1,-1 0 1,-1 2 0,-1 1-1,-53-47 1,68 68 9,1 0-1,-1 0 1,0 0 0,0 1-1,-1 0 1,1 1 0,-1 0-1,0 0 1,0 1 0,-13-2-1,1 2 99,0 1-1,0 1 0,-32 4 0,44-3-349,-1 1 0,1 0 0,0 0 0,-14 6 0,21-7 70,0-1 1,0 1-1,0 0 1,0 0-1,0 0 1,0 1-1,0-1 1,0 0-1,0 1 1,1-1-1,-1 1 1,1-1-1,-1 1 1,1 0-1,-1 0 1,1-1-1,0 1 1,0 0-1,0 0 1,0 0-1,0 0 1,1 1-1,-1-1 1,0 4-1,1-6-29,0 0 0,0 0 0,0 1 1,0-1-1,0 0 0,0 0 0,0 1 0,0-1 0,0 0 0,0 0 0,0 1 0,0-1 0,0 0 0,0 0 0,0 1 0,1-1 0,-1 0 0,0 0 0,0 1 0,0-1 0,0 0 0,1 0 0,-1 0 0,0 1 0,0-1 0,0 0 0,1 0 0,-1 0 0,0 0 0,1 1 0,18 5-5114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47 784,'0'0'15090,"-20"-9"-11963,13 8-2754,-1-1 1,0 1 0,0 1 0,-12 0-1,17 0-348,0 1 0,1-1-1,-1 1 1,1 0 0,-1-1-1,1 1 1,0 0 0,-1 1-1,1-1 1,0 0 0,-1 1 0,1-1-1,0 1 1,0-1 0,0 1-1,1 0 1,-3 3 0,-8 12 116,1 1 1,1 1-1,0-1 1,1 2-1,2-1 1,0 1-1,-9 42 1,7-8 472,-5 103 1,12 58 288,2-144-606,0-63-271,0 29 124,1 1 0,2 0-1,11 55 1,-12-82-122,1 0 1,1-1-1,0 0 1,0 0-1,1 0 1,1 0-1,7 10 1,-9-15-19,0 0 1,1 0-1,-1-1 1,1 1-1,0-1 1,0 0 0,1 0-1,-1-1 1,1 0-1,0 0 1,0 0 0,0-1-1,7 3 1,-2-2 3,0-1 1,0 0-1,0 0 1,0-1-1,0-1 1,0 0-1,0 0 1,0-1-1,0-1 1,21-5-1,-17 2-7,-1 0-1,1-1 0,-1-1 0,0 0 1,-1-1-1,25-19 0,-5-3-172,-1-1 0,-1-2 0,-2-1 0,34-51 0,-42 55-212,-2 0 0,-1-2 0,-1 0 0,-2-1 0,-1-1 0,-2 0 0,14-65 0,-22 80 227,-1-1-1,-1 0 1,0 1 0,-2-1-1,0 0 1,-2 0 0,0 0-1,-1 0 1,-1 1 0,-1 0-1,0-1 1,-2 2 0,0-1-1,-1 1 1,-16-28 0,12 29 234,0 0 1,-1 1-1,0 1 1,-1-1-1,-17-12 1,23 21 75,0 1 0,-1 0 0,0 0 0,-1 1 0,1 0 0,-1 0 0,0 1 0,0 1 0,0 0 0,-1 0 0,-13-2 0,11 4-58,0 0 1,0 0 0,0 2-1,0-1 1,0 2-1,0 0 1,0 0-1,0 1 1,1 0-1,-1 2 1,1-1 0,0 1-1,0 1 1,-20 13-1,16-10-93,7-3-65,-1-1 0,1 2 0,0-1 0,-13 14 0,32-17-8550,11-13 3295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 10037,'0'0'7747,"3"-4"-6954,10-10-148,-9 11 1495,-4 25-1841,0 56 124,-3 266 1119,-24-5-466,11-239-826,6-45-49,3 2 0,0 56 1,7-116-254,0 1 0,1-1 0,-1 0 1,1 1-1,0-1 0,-1 1 0,1-1 1,0 1-1,1-1 0,-1 1 0,0 0 1,3-3-1,5-12-404,1-6-1465,-2-1 0,7-32 1,-7 17-4083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5:5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3506,'0'0'10447,"-20"2"-8662,-4 2-1218,5-1 260,1-1 1,-27-1-1,40 2 1347,5-3-2119,0 0 0,0 0 0,0 0 1,0 1-1,0-1 0,0 0 0,0 0 0,0 1 1,0-1-1,1 0 0,-1 0 0,0 0 1,0 0-1,0 1 0,0-1 0,0 0 1,1 0-1,-1 0 0,0 0 0,0 0 0,0 1 1,1-1-1,-1 0 0,0 0 0,0 0 1,0 0-1,1 0 0,-1 0 0,0 0 1,0 0-1,0 0 0,1 0 0,-1 0 0,0 0 1,0 0-1,1 0 0,-1 0 0,0 0 1,78 14 121,-1-3 1,83 1 0,39 4-173,21 24-13,-217-40 3,6 5-38,-9-4-5,0 1 8,0-1-264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10565,'0'0'5610,"30"-6"-4286,-6 2-1125,-1 1-92,0-2 0,0-1 0,-1 0 1,0-2-1,0 0 0,-1-1 0,23-15 0,-8 3-207,-2-2-1,-1-2 0,-1 0 1,41-43-1,-63 57-99,0-1 0,0 1 0,-1-2 1,-1 1-1,0-1 0,-1 0 0,-1-1 0,0 0 1,0 0-1,-2 0 0,1-1 0,-2 0 0,0 1 0,-1-1 1,1-20-1,-3-15 2761,-1 59-2465,-8 55 186,3-28 118,-2 60 1,26 711 1792,-17-780-2175,1 0 0,1-1 0,2 1-1,1-1 1,12 37 0,-13-58-386,-3-15-427,-2-22-1234,0 28 1633,0-32-3366,0 0-2948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10197,'0'0'9898,"23"0"-9312,165 3 252,149-3-515,-322-1-442,0 0 1,-1-2-1,25-6 0,-31 8-3893,-18 1-316,-11 0-1288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8500,'0'0'9876,"207"18"-9219,-150-18-225,-7 0-288,-13 0-96,-3 0-48,-14 0-656,-10 0-1057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16 8580,'0'0'7964,"0"-3"-7583,0 3-347,0 0-1,0-1 1,0 1 0,0-1-1,0 1 1,0-1 0,0 1-1,0-1 1,0 1 0,0 0-1,-1-1 1,1 1 0,0-1 0,0 1-1,0 0 1,-1-1 0,1 1-1,0-1 1,0 1 0,-1 0-1,1-1 1,0 1 0,-1 0-1,1 0 1,0-1 0,-1 1-1,0-1 1,-15 0 763,13 1-832,-11 0 138,-1 0 1,0 1 0,0 0-1,1 2 1,-1-1-1,1 2 1,0 0-1,-1 1 1,2 0 0,-1 1-1,1 0 1,0 1-1,0 1 1,1 0 0,0 1-1,-16 14 1,16-9-41,0 1 0,1 0 0,1 0 0,0 1 0,1 0 1,1 1-1,1 0 0,0 0 0,1 1 0,1 0 0,-5 26 1,2 13 289,3 0 0,1 78-1,4-105-148,2 0-1,1 0 0,1 0 0,10 36 1,-8-46-88,1 0 0,0-1 0,2-1 0,0 1 0,1-1 0,0-1 0,16 19 0,-16-22-54,1-1-1,1 0 0,0-1 1,1 0-1,1-1 1,-1-1-1,2 0 0,-1-1 1,1 0-1,1-1 0,0-1 1,0 0-1,0-1 0,1-1 1,30 6-1,-23-8-28,0-1-1,0-2 1,43-3-1,-55 2-29,0-1-1,-1-1 0,0 0 0,1 0 0,-1-1 0,0-1 1,-1 0-1,1 0 0,14-10 0,-10 3-163,-1 1 0,0-2 0,-1 0 0,0 0 0,-1-1 0,0-1 0,-2 0 0,1-1 0,-2 0 0,0 0 0,-1-1 0,-1 0 0,0 0 0,-1-1 0,-1 0 0,4-28 0,-7 27-46,0 0-1,-1 0 1,-1 0-1,-1-1 1,-1 1-1,0 0 1,-2 1 0,0-1-1,-1 0 1,-1 1-1,-12-27 1,-9-6 181,-3 1 1,-1 2-1,-3 1 1,-1 1-1,-3 2 1,-50-46-1,76 80 134,0 0 0,-1 0 0,0 1 0,-19-9 1,23 14-23,1 0 0,-1 1 0,0 0 0,0 0 0,0 1 0,-1 1 0,1-1 0,-15 1 0,16 1-53,6 0-31,0 0-1,0 0 1,0 0 0,-1 0-1,1 0 1,0 0 0,0 1-1,0-1 1,0 1 0,-2 0-1,3 0-31,0 0 0,1 0 0,-1 0 0,0 0 0,1 0 0,-1 0 0,0 0 1,1 0-1,0 0 0,-1 0 0,1 0 0,-1 0 0,1 0 0,0 0 0,0 0 0,0 1 0,0-1 0,0 0 0,0 0 0,0 0 0,0 2 0,0 0-294,0 0-1,0-1 1,0 1-1,0 0 1,1 0-1,-1 0 1,1 0 0,0 0-1,-1 0 1,1 0-1,1-1 1,-1 1-1,0 0 1,1-1-1,-1 1 1,1-1 0,2 4-1,29 18-6804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1 466 12230,'0'0'3609,"32"-21"-3027,105-71-462,-125 84-125,0-1-1,0 0 1,-1-1 0,0 0 0,-1-1-1,0 0 1,10-16 0,-11 15-41,-1 0-212,0-1 1,0 0-1,-1-1 0,-1 0 1,0 0-1,-1 0 0,-1-1 1,0 0-1,-1 1 0,0-1 1,-2-1-1,1 1 1,-2-22-1,0 13 2675,-7 380-163,7 400 2733,0-749-4934,2 26 101,-2-31-151,0-1-1,0 0 0,0 1 1,1-1-1,-1 0 0,1 1 0,-1-1 1,1 0-1,-1 0 0,1 0 1,0 0-1,0 1 0,-1-1 1,1 0-1,0 0 0,0 0 1,0-1-1,0 1 0,0 0 0,2 1 1,-3-2-6,0 0 1,0 0 0,1 0 0,-1 0-1,0 0 1,0 0 0,1 0-1,-1 0 1,0 0 0,0 0-1,0 0 1,1 0 0,-1 0-1,0 0 1,0 0 0,1 0 0,-1 0-1,0 0 1,0 0 0,0 0-1,1 0 1,-1 0 0,0 0-1,0 0 1,0-1 0,1 1 0,-1 0-1,0 0 1,0 0 0,0 0-1,0-1 1,1 1 0,-1 0-1,0 0 1,0 0 0,0-1-1,0 1 1,0 0 0,0 0 0,0 0-1,1-1 1,-1 1 0,0 0-1,0 0 1,0-1 0,0 1-1,0 0 1,0 0 0,0 0 0,0-1-1,0 1 1,0 0 0,-1 0-1,1-1 1,0 1 0,0 0-1,0 0 1,0 0 0,0-1-1,0 1 1,-1-2-49,1-108-4083,0 31-2905,0 35-290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23 4706,'0'0'6328,"-3"-2"-5114,1 0-872,-13-12 2704,13 13-2946,-1 0 0,1 1-1,0-1 1,0 1 0,0-1-1,0 1 1,-1 0 0,1 0-1,0-1 1,0 2 0,-1-1-1,-3 1 1,-2-1 13,6 0-101,-1 1 0,1-1 0,0 0 0,-1 1 0,1 0 0,0-1-1,0 1 1,0 0 0,0 0 0,0 0 0,0 1 0,0-1 0,0 0 0,-3 4 0,-24 27 207,17-17-185,-3 4 167,1 1 0,1 0-1,1 1 1,1 0 0,0 0-1,2 1 1,0 1 0,2 0 0,0 0-1,-5 39 1,3 16 975,1 146 1,8-201-1098,0-4 63,1-1 1,0 1 0,2 0 0,0-1-1,1 1 1,11 29 0,-12-40-101,0 0 1,1 0-1,1 0 1,-1-1 0,1 0-1,0 0 1,1 0 0,0 0-1,0-1 1,0 0-1,1 0 1,0-1 0,0 1-1,0-2 1,1 1 0,12 5-1,-8-6-18,-1 0 0,1-1 0,0 0-1,0 0 1,1-2 0,-1 1 0,0-2-1,1 0 1,-1 0 0,19-3 0,-16 0-25,0 0 0,0-1 0,0-1 0,-1 0 0,1-1 0,-1 0 0,-1-1 1,14-9-1,-8 3-210,0-1 0,-1-1 1,0-1-1,-2 0 1,0-1-1,26-36 0,-32 38-29,-2 0 0,0 0-1,0 0 1,-1-1-1,-1 0 1,-1 0-1,-1-1 1,0 1-1,-1-1 1,2-23-1,-3 8-69,-2 0 0,-4-35 0,2 49 318,-1 1-1,-1-1 0,-1 1 1,0 0-1,-10-21 1,-4-3 292,-33-51 1,41 76-142,0 0 1,-1 1-1,-1 0 1,0 1-1,-26-22 1,31 30-119,-1 1 0,0-1 0,0 1 0,0 1 1,-1 0-1,1 0 0,-1 1 0,-20-4 0,5 4-123,-1 0 1,-31 2-1,56 1-77,1 0-1,-1 0 1,1 1-1,-1-1 1,0 0-1,1 0 1,-1 0-1,1 1 1,0-1 0,-1 0-1,1 1 1,-1-1-1,1 0 1,-1 1-1,1-1 1,0 1-1,-1-1 1,1 0-1,0 1 1,-1-1-1,1 1 1,0-1-1,0 1 1,-1-1-1,1 1 1,0-1 0,0 1-1,0-1 1,0 1-1,0 0 1,0-1-1,0 1 1,0-1-1,0 1 1,0-1-1,0 1 1,0-1-1,0 1 1,0-1-1,1 1 1,-1-1 0,0 2-1,1 4-2529,-1 11-6792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293 112 8612,'0'0'8164,"-6"-2"-6910,-2 1-1154,0 0 1,0 1 0,0 0-1,1 0 1,-1 1 0,0 0 0,0 0-1,0 1 1,0 0 0,1 0-1,-1 1 1,1 0 0,0 0-1,-7 5 1,5-2-56,0 0-1,1 1 0,0 0 1,0 0-1,1 0 0,0 1 1,0 0-1,1 1 0,0 0 1,-7 14-1,1 2 107,1 1 1,2 0 0,1 0-1,1 1 1,-6 44-1,-4 142 946,19 47 304,-1-246-1324,1-1 1,0 1-1,1-1 1,1 0-1,0 0 1,0 0-1,11 20 1,-11-26-53,0-1 0,0 0 0,0 0 1,1-1-1,0 1 0,0-1 1,1 0-1,-1 0 0,1-1 0,0 0 1,0 0-1,0 0 0,1-1 1,0 0-1,11 4 0,-5-3-2,0-1 1,-1-1-1,1 0 0,1 0 1,-1-2-1,0 0 0,0 0 0,0-1 1,0-1-1,0 0 0,0 0 1,0-2-1,-1 1 0,18-9 0,2-3-73,-1-2 0,-1-1 0,0-1 0,30-27 0,-9 6-752,91-93 0,-128 118 551,0-2 0,0 0 0,-2-1 0,0 0 0,-1-1 0,-1 0 0,-1-1 0,-1 0 0,12-40 0,-15 24 50,-1 1 1,-1-1-1,-5-63 0,0 79 272,0 1 1,-1 0 0,-1 0-1,-1 0 1,0 1-1,-2-1 1,0 1-1,-1 1 1,-11-19-1,11 22 59,-2 0 1,0 1-1,0 0 0,-1 1 0,0 0 0,-1 0 1,-1 1-1,0 1 0,0 0 0,-30-15 1,31 19-84,-1 1 0,0 1 0,0 0 0,-1 1 0,1 0 0,-1 1 0,-14 0 0,-1 1 54,0 1-1,-36 6 0,53-4-115,-1 0 1,1 1-1,-1 1 0,1 0 0,0 0 0,0 2 1,1-1-1,-1 1 0,-12 10 0,14-8-971,0 0-1,0 0 1,1 1-1,1 0 1,-13 16 0,4-3-5233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22 656,'0'0'12433,"0"-4"-11270,0-13 3604,0 20-4668,8 296 996,0 1-114,-15 80 311,5-284-1029,3-53 60,-2 14 242,10-193-3338,-9 42-2698,0 64 2476,0-19-5033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272 117 5619,'0'0'6608,"-24"0"-3922,19 0-2517,0 0-1,1 1 0,-1 0 0,0-1 1,0 1-1,0 1 0,0-1 0,1 1 1,-7 3-1,-1 2-124,2 0 0,-15 12 0,22-17-10,-8 8 101,-1 0-1,2 1 1,-1 1-1,1-1 0,1 1 1,0 1-1,1 0 1,1 0-1,0 1 1,0-1-1,1 2 0,-5 21 1,4-10 141,1 0 0,2 1 0,-2 29 1,4 85 586,2-102-662,0-4 48,1 0 0,2 0 0,1 0 0,2-1 1,16 56-1,-18-78-198,0 0 0,1 0-1,1-1 1,0 1 0,1-1 0,0-1 0,0 0 0,1 0 0,0 0 0,1-1 0,0 0 0,1 0 0,-1-1-1,2-1 1,-1 0 0,1 0 0,0-1 0,0 0 0,15 5 0,-13-7-59,0 0 1,1-1-1,-1 0 1,1-1-1,0-1 1,0 0-1,0-1 1,0-1-1,0 0 1,-1 0-1,1-2 1,0 1 0,-1-2-1,1 0 1,-1 0-1,0-2 1,-1 1-1,1-2 1,-1 1-1,22-17 1,-18 10-230,0-1 0,-2 0 0,1-1 0,-2 0 0,0-1 0,20-33 0,-25 34 134,0 0 0,-2 0 0,0-1 0,0 0 0,-2-1 0,0 1 0,-1-1 0,2-30 0,-2-114 288,-4 134-113,-1 0-1,-2 1 0,-13-52 0,3 35-139,-1 1-1,-2 1 1,-1 0 0,-3 1 0,-1 1 0,-36-47-1,52 77 36,-1 1 0,-1-1 0,0 2-1,0-1 1,0 1 0,-1 1-1,0-1 1,0 1 0,0 1 0,-1 0-1,0 0 1,0 1 0,-1 0-1,1 1 1,-1 0 0,1 1 0,-1 0-1,-21-1 1,4 2 20,11 0 29,0 0 0,0 2 0,-23 2 0,39-3-126,0 1 0,0-1 0,0 0 0,0 1-1,0-1 1,0 0 0,0 1 0,0-1 0,1 1 0,-1 0 0,0-1 0,0 1 0,0-1 0,1 1 0,-1 0 0,0 0 0,1 0 0,-1-1 0,1 1-1,-1 0 1,1 0 0,-1 0 0,1 0 0,-1 0 0,1 0 0,0 0 0,0 0 0,-1 0 0,1 0 0,0 0 0,0 0 0,0 0 0,0 0 0,0 0 0,0 0-1,0 0 1,1 0 0,-1 0 0,0 0 0,1 0 0,-1 0 0,0 0 0,1 0 0,-1 0 0,1-1 0,-1 1 0,1 0 0,0 0 0,-1 0 0,1-1 0,0 1-1,0 0 1,-1-1 0,3 2 0,23 7-6541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42 6867,'0'0'5768,"-15"0"-4834,-6 0-672,-95 1 2392,104 0-2499,0 1 0,0 1 0,0 0 0,0 0 0,0 1 0,1 1 0,-1 0 0,1 1 0,1 0 0,-1 0 0,1 1 0,0 0 0,-10 11 0,8-7-28,0 1 1,1 0-1,1 1 0,0 0 0,0 1 0,2 0 0,-1 0 0,2 1 0,-9 24 0,4 2 257,2 0 0,1 1-1,-5 78 1,13 128 885,1-228-1171,2-1-1,0 1 0,1-1 0,1 1 0,9 24 1,-9-33-55,0-1 1,1 1 0,1-1 0,0 0-1,0-1 1,1 1 0,0-1 0,0-1-1,1 1 1,12 9 0,-9-10-9,0 0 1,1 0-1,0-1 1,0-1-1,1 0 1,0-1 0,0 0-1,0-1 1,1 0-1,14 1 1,-6-2-15,0-1 0,0-1 0,1-1 0,-1 0 0,33-7 0,-39 4-78,-1-1-1,1-1 1,-1 0-1,0-1 1,0-1-1,0 0 1,-1-1-1,23-18 1,-16 10-220,-1-2 1,0 0 0,-1-1-1,25-34 1,-35 40 126,-1 1-1,0-2 1,-1 1 0,-1-1 0,0 0 0,-1 0-1,-1-1 1,0 1 0,2-17 0,0-12-340,-2-82 1,-6 88 528,-1 0-1,-2 0 1,-2 0 0,-1 0 0,-2 1 0,-1 0-1,-2 1 1,-2 1 0,-1 0 0,-31-50 0,40 75-26,1-1 1,-1 1-1,-1 0 1,0 1-1,0 0 1,0 0-1,-1 1 1,0 0-1,-1 0 1,0 1-1,-13-6 1,9 6-134,0 1 0,0 0 0,-1 2 0,0-1 0,1 2 0,-1 0 0,-1 1 0,-14 0 0,30 2-482,0 1-1,0-1 1,0 1 0,0-1 0,0 1 0,0-1-1,1 0 1,-1 1 0,0-1 0,2 3 0,15 14-5444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0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51 3025,'0'0'3698,"0"-4"-2679,1-4-1288,-1 7 897,0-1 0,1 0-1,-1 1 1,0-1 0,0 1 0,-1-1 0,1 0 0,0 1 0,0-1 0,-1 0-1,1 1 1,-1-1 0,1 1 0,-2-2 0,-9-4 703,0 4-1128,-1 2 1,1-1 0,-1 2 0,0-1-1,0 1 1,1 1 0,-14 2 0,20-1-161,1 0 0,-1 0 0,0 0 0,1 0 0,-1 1 0,1 0 0,0 0 0,0 0 0,0 0 0,1 1 0,-1-1 0,1 1 0,-1 0 0,1 0 0,1 0 0,-1 1 0,-3 6 0,-2 6 90,0 1 1,1 0-1,-5 23 0,-2 15 297,3 0 0,-6 76 0,9 113 652,8-217-934,0-1 0,2 1 1,1-1-1,12 49 0,-12-67-121,0 0 0,0-1 0,1 1 0,1-1 0,-1 0-1,1 0 1,0 0 0,1 0 0,0-1 0,0 0 0,1 0-1,0-1 1,0 0 0,0 0 0,1 0 0,0-1 0,13 7-1,-6-6 0,0-1-1,0 0 0,0-1 0,0 0 1,1-1-1,-1-1 0,1-1 1,27 0-1,-24-2-67,0-1 1,0-1-1,0 0 0,-1-1 1,0-1-1,34-14 0,-24 5-195,-1-1-1,0-1 1,-1-2 0,-1 0-1,-1-2 1,0 0-1,23-28 1,-38 37 124,-1 0 0,0-1 1,0 0-1,-1 0 0,-1 0 1,0-1-1,-1 0 0,0 0 1,-1-1-1,3-16 0,-2-2 3,-2 1 0,-1-1-1,-3-43 1,-1 53 146,-1 0 0,0 1 0,-2 0 0,-1 0 0,0 0 0,-2 1 0,0-1 0,-2 2 0,0 0 0,-1 0 0,0 0 0,-2 2 0,0-1 0,-1 2 0,-1 0 0,0 0 0,-22-15 0,26 23 1,-1 1 0,0 0 0,0 1 0,-1 0 1,0 1-1,0 0 0,0 1 0,-19-3 0,-1 2-60,1 2 0,-45 0-1,63 3-145,0 1-1,0 0 1,0 1-1,0 1 1,0 0 0,1 0-1,-15 7 1,16-5-952,1 1 1,0 0-1,0 1 1,-17 13 0,-21 25-9640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17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746 239 9748,'0'0'9399,"0"-22"-8670,-1-67-340,1 84-363,0 1-1,0 0 0,0 0 1,-1 0-1,0 0 1,1 0-1,-2 0 0,1 0 1,0 1-1,-1-1 1,1 0-1,-1 1 0,0-1 1,-1 1-1,1-1 0,0 1 1,-1 0-1,0 0 1,-4-4-1,0 3 30,0 0 0,0 0 0,0 1-1,0 0 1,0 0 0,-1 1 0,-9-2 0,5 1-41,-25-5-23,-1 3 1,1 1-1,-1 1 0,-44 4 1,42-1 11,28 0 1,-1 0 0,1 1 0,-1 0 0,1 1 0,0 0 0,0 1 0,0 0 0,0 1 0,0 1 0,1 0 0,0 0 0,0 1 0,0 0 0,0 1 0,1 0 0,0 1 0,-16 16 0,15-11-6,-1 1 1,2 0-1,-1 1 1,2-1-1,0 2 1,-9 22-1,8-13 34,1 2 0,1 0 0,-6 39 0,5 14 308,1 148 0,8-198-236,1 53 302,3 0 0,3-1-1,35 154 1,-27-182-213,1 0 0,3-2-1,2 0 1,3-1 0,43 70 0,-56-106-154,0 1-1,0-2 0,1 0 0,1 0 0,0-1 0,1 0 0,1-1 0,0-1 0,0-1 1,1 0-1,1 0 0,-1-2 0,1 0 0,1-1 0,-1-1 0,1-1 0,0 0 0,1-1 1,-1-1-1,20 1 0,-15-3-13,0 0 1,0-2 0,1 0 0,-1-1-1,31-8 1,-40 6-28,0 0 0,0-1 0,0-1 0,-1 0 0,0-1 0,0-1-1,0 1 1,-1-2 0,16-15 0,-12 9-256,-1-1 1,0-1-1,-1-1 0,-2 0 0,21-37 1,-22 34-1167,-2 0 0,14-45 0,-7-13-4192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17.6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35 10629,'0'0'7707,"7"-7"-7120,-6 7-576,0-2 16,1-1-1,0 1 0,-1 0 1,1 0-1,0 1 0,0-1 1,1 0-1,-1 1 0,0-1 1,1 1-1,-1 0 0,0 0 0,1-1 1,0 2-1,-1-1 0,1 0 1,-1 1-1,1-1 0,0 1 1,-1 0-1,1-1 0,0 1 1,0 1-1,-1-1 0,1 0 1,0 1-1,-1-1 0,1 1 1,0 0-1,3 1 0,7 4 180,-1 1 0,1 0-1,-1 1 1,0 0 0,-1 0-1,0 2 1,0-1 0,-1 1-1,0 1 1,12 18 0,-16-21-128,0 2 0,-1-1-1,0 1 1,0-1 0,-1 1 0,-1 1 0,0-1 0,0 0 0,-1 1-1,0-1 1,-1 1 0,0 0 0,0 0 0,-2-1 0,0 13 0,-2-9-55,0 0 0,-1-1 0,0 1 0,-1-1 0,0 0 0,-1 0 1,-1-1-1,0 1 0,-14 17 0,-7 5 76,-54 51 0,28-36-83,-2-2 0,-93 61 0,143-104-61,8-2 17,11-2-5,-10-1 19,334 3 203,-207-4-365,-110 1-227,0 0-114,32 3-1,-46-2-218,-1 0-1,1 0 1,0 0-1,-1 1 1,1 0-1,-1 0 0,0 1 1,0 0-1,0-1 1,5 5-1,13 16-10567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39 3185,'0'0'7161,"3"-6"-6243,11-27 2958,-26 35-3545,5 0-301,0 1-1,1 0 1,-1 0-1,1 1 1,0 0 0,0 0-1,0 0 1,-5 6-1,-46 47 54,33-32-74,-106 122 55,107-116 8,1 1 0,1 1 0,-18 43 0,10-8 261,4 2 0,2 1-1,4 1 1,-18 127 0,23-64 588,4 230-1,11-329-763,2-1 0,1 0 0,2 1 0,13 45 0,-12-60-32,0-1 0,2 0 0,1 0 0,0-1 0,1 0 0,1-1 0,1 0 0,15 16 1,-13-18-12,1-2 1,0 1 0,0-2-1,2 0 1,0-2 0,30 17-1,121 40 399,-141-58-462,-16-4-92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2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165 166 1569,'0'0'4813,"-19"-6"-4277,-62-20 240,78 25-595,-1 0 0,1-1 0,-1 1 0,1-1 0,0 0 0,-1 0 1,1 0-1,0 0 0,0 0 0,1-1 0,-1 1 0,0-1 0,1 0 0,-1 0 0,1 0 0,0 0 0,0 0 0,0-1 0,-2-4 0,2 0 453,1 1-1,-1-1 1,1 1-1,1-1 1,-1 1-1,2-14 0,-1 5 2365,0 24-2819,13 293 1304,-24 616 1313,9-733-2184,2-121-290,7-133-5089,3 14-1303,0 9-3166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3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205 215 2785,'0'0'11176,"0"-7"-10445,-3-19 43,3 26-738,0-1 0,-1 1 1,1-1-1,0 1 1,-1-1-1,1 1 0,0-1 1,-1 1-1,1-1 0,-1 1 1,1 0-1,-1-1 0,1 1 1,-1 0-1,1-1 0,-1 1 1,1 0-1,-1 0 0,1 0 1,-1-1-1,1 1 1,-1 0-1,0 0 0,1 0 1,-1 0-1,1 0 0,-1 0 1,0 0-1,1 0 0,-1 0 1,1 0-1,-1 0 0,1 1 1,-2-1-1,-1 1 106,0-1-89,-1 0 1,1 0 0,0 0 0,-1 1-1,1-1 1,0 1 0,0 0 0,0 0-1,-1 0 1,1 1 0,0-1 0,-4 3-1,3 0 23,-1 0 0,1 0 0,0 1 0,0-1 0,0 1 0,-4 6 0,-4 9 118,0 1 1,1 1-1,1 0 1,1 0 0,1 1-1,1 0 1,1 0-1,-4 37 1,1 20 425,3 94 1,6-148-460,-1 17 56,0 31 429,12 111-1,-8-162-533,1 0 0,1-1-1,1 0 1,1 0 0,1 0-1,0-1 1,2 0 0,1-1 0,16 24-1,-20-34-86,1-1 0,0 0 0,0-1 0,1 0 0,0 0 0,0-1 0,1 0 0,0-1 0,0 0 0,1-1 0,-1 0 0,1 0 0,0-1 0,1 0 0,-1-1-1,1-1 1,-1 0 0,1 0 0,0-1 0,0 0 0,-1-1 0,1-1 0,0 0 0,0 0 0,-1-1 0,1-1 0,-1 0 0,1-1 0,-1 0 0,0 0 0,-1-1 0,1 0 0,19-14 0,-3-5-141,-1 0 0,-2-2 0,0-1 0,-2-1 0,-1 0 0,-1-2 0,-1 0 0,16-37 1,-22 36-173,-2 0 0,-1 0 1,-1-1-1,-1 0 1,-2-1-1,-2 1 1,0-1-1,-3-60 1,-1 71 129,-2-1 0,0 1 0,-1-1 0,-1 1 0,-2 0 0,0 0 0,-1 0 0,-15-31 0,-7-3 167,-2 0-1,-2 2 1,-3 2 0,-2 1 0,-46-47 0,72 86 25,0 0 0,-1 1 0,0 0 0,-1 1 0,0 0-1,-26-12 1,30 18 18,-1 0 0,0 0 0,0 1 0,0 0 0,-1 1 0,1 0 0,0 1 0,-1 0 0,1 1-1,-20 2 1,28-2-50,0 1 0,0-1 0,0 1 0,1 0 0,-1 0 0,0 0 0,0 0 0,1 0 0,-1 1 0,1-1 0,-1 1 0,1 0 0,0 0 0,-1 0 0,1 0 0,0 0 0,0 0 0,1 0 0,-1 1 0,0-1 0,1 1 0,-1-1 0,1 1 0,0 0 0,0-1 0,-1 5 0,-1 5-228,1 0 0,0 1 1,1-1-1,0 24 0,1-29-392,0 1-1,0-1 1,1 0 0,2 12-1,0-12-380,0 0 0,0-1 0,1 1 0,5 7 0,-8-12 773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3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 4402,'0'0'7350,"2"-7"-6336,8-21-75,-10 27-849,0 0-1,1 1 1,0-1-1,-1 0 1,1 0 0,0 1-1,-1-1 1,1 0 0,0 1-1,-1-1 1,1 1-1,0-1 1,0 1 0,0 0-1,0-1 1,0 1 0,-1 0-1,1-1 1,0 1-1,0 0 1,0 0 0,0 0-1,0 0 1,0 0 0,0 0-1,0 0 1,0 0-1,0 0 1,0 0 0,0 1-1,0-1 1,-1 0 0,1 1-1,0-1 1,0 0-1,1 2 1,2 3-6,-1 1 0,0 0 0,0 0 0,-1 0 0,0 0 0,0 0 0,0 0-1,1 10 1,1 0 47,19 94 701,-5 2-1,5 129 1,-14 222 851,-9-391-1454,-2 20-30,0-33-7,3 0 1,9 60 0,-10-116-183,1 4 31,0 0 0,1 0 1,-1-1-1,4 8 0,-5-13-36,1 0 0,-1 0 0,0 0 0,1 0 0,-1 0 0,1-1 0,0 1 0,-1 0 0,1 0 1,-1 0-1,1 0 0,0-1 0,0 1 0,0 0 0,-1-1 0,1 1 0,0-1 0,0 1 0,0-1 0,0 1 0,0-1 0,0 0 0,0 1 0,0-1 0,0 0 0,0 0 0,0 0 0,0 0 0,0 0 0,0 0 0,0 0 0,0 0 0,0 0 0,1 0 0,-1-1-2,1 1-1,-1-1 1,0 1 0,0-1 0,0 1 0,0-1 0,0 0-1,0 1 1,0-1 0,0 0 0,0 0 0,0 0-1,-1 0 1,1 0 0,0 0 0,1-1 0,6-13-306,0-1 1,-1 1 0,-1-1-1,-1 0 1,8-33 0,-5 6-2376,2-54 1,-6 24-2000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4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8 4498,'0'0'10869,"0"-2"-10010,-2-4 1345,1 9-911,2 18-572,6 38-654,13 66 575,5 183 1,-23 123 727,-4-218-861,2-5-24,0-204-480,2 13 88,-2-17-89,0 0 0,1 1-1,-1-1 1,0 1 0,0-1-1,1 0 1,-1 1 0,0-1 0,1 0-1,-1 1 1,0-1 0,1 0-1,-1 0 1,0 1 0,1-1 0,-1 0-1,1 0 1,-1 0 0,1 1-1,-1-1 1,0 0 0,1 0 0,-1 0-1,1 0 1,-1 0 0,1 0-1,-1 0 1,1 0 0,0 0-7,-1 0 1,0 0-1,0 0 1,0 0-1,1 0 1,-1-1-1,0 1 0,0 0 1,0 0-1,1 0 1,-1 0-1,0 0 1,0 0-1,0 0 1,1-1-1,-1 1 1,0 0-1,0 0 0,0 0 1,0-1-1,0 1 1,1 0-1,-1 0 1,0 0-1,0-1 1,0 1-1,0 0 1,0 0-1,0 0 0,0-1 1,0 1-1,0 0 1,0 0-1,0-1 1,0 1-1,0 0 1,0 0-1,0 0 1,0-1-1,0 1 1,0 0-1,0 0 0,0-1 1,0-5-89,3-122-6024,-3 74 1225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5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479 11 5987,'0'0'7222,"-16"-1"-6705,-119-4 1124,122 6-1490,1 0-1,-1 0 1,1 1 0,0 0-1,-1 1 1,1 1 0,0 0-1,1 1 1,-1 0 0,1 0 0,0 2-1,0-1 1,1 1 0,0 1-1,-16 14 1,14-10-23,1 0 0,1 1 0,0 0 0,1 1 1,0 0-1,1 0 0,1 1 0,0 0 0,1 0 0,0 1 0,-6 31 1,4 18 428,1 0 1,4 75 0,3-131-511,0 27 130,-2 52 649,17 148 0,-11-211-705,0 0 0,2 0-1,1-1 1,0 1 0,2-1 0,1-1 0,1 0 0,1 0 0,1-1 0,25 33 0,-28-43-82,1-2 0,0 0-1,0 0 1,1-1 0,1 0 0,-1-1-1,1-1 1,1 0 0,-1 0 0,1-1-1,0-1 1,0-1 0,1 0 0,16 2-1,-13-3-12,-1-1-1,1-1 1,-1-1-1,1 0 0,0-2 1,-1 0-1,1 0 0,-1-2 1,0 0-1,0-1 0,29-13 1,-25 6-32,0-1-1,0 0 1,-1-1 0,-1-2-1,-1 0 1,0-1 0,16-20-1,-6 4-194,-1-3-1,-2 0 1,23-43-1,-32 47-102,-1 0 0,-2-1 0,-2 0 0,0-1 0,-3 0 0,0-1-1,-3 1 1,0-2 0,-2-59 0,-2 73 162,-2 1 1,-1-1-1,0 0 0,-2 0 1,0 1-1,-1 0 0,-2 0 1,0 0-1,-15-29 0,-4 0 49,-49-71-1,61 101 192,-1 1 1,-1 1-1,0 1 1,-1 0-1,-1 1 0,-24-17 1,34 29-31,0-1 0,-1 2 1,1-1-1,-1 1 0,1 1 0,-1-1 0,0 1 1,0 1-1,0 0 0,0 0 0,0 1 0,-18 1 1,16 0-28,1 1-1,0 0 1,-1 0 0,1 1 0,0 0 0,0 1 0,1 0 0,-1 0 0,1 1 0,-14 10 0,22-15-88,0 0 0,1 1 0,-1-1 0,1 1 0,-1 0 1,0-1-1,1 1 0,-1 0 0,1-1 0,-1 1 0,1 0 1,0-1-1,-1 1 0,1 0 0,-1 1 0,1-1-81,0-1 0,0 0-1,0 1 1,0-1 0,0 1-1,0-1 1,1 0 0,-1 1-1,0-1 1,0 0 0,0 1-1,0-1 1,1 0-1,-1 1 1,0-1 0,0 0-1,1 1 1,-1-1 0,0 0-1,0 0 1,1 1 0,-1-1-1,1 0 1,1 2-420,0-1 1,1 0-1,-1 0 0,1-1 1,-1 1-1,1 0 0,-1-1 1,4 1-1,35 0-5063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5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 10645,'0'0'7574,"0"-3"-7030,0-7-258,0 8 90,0 4-69,-1 23 292,-8 47 1,-1-4-244,-16 474 1650,18-305-1341,-2 160-28,10-396-634,0 1-1,0 0 1,0 0-1,0 0 1,0-1-1,0 1 1,1 0-1,-1 0 0,1 0 1,-1-1-1,1 1 1,-1 0-1,1-1 1,0 1-1,0 0 1,0-1-1,0 1 1,2 1-1,-3-2-4,1-1 0,-1 0 0,1 0-1,-1 0 1,1 0 0,-1 0 0,1 0 0,-1 0-1,1 0 1,-1 0 0,0 0 0,1 0 0,-1 0-1,1 0 1,-1 0 0,1 0 0,-1 0 0,1 0 0,-1-1-1,0 1 1,1 0 0,-1 0 0,1 0 0,-1-1-1,1 1 1,14-19-196,2-16-1222,-3 1 0,0-2 0,12-55 0,-9 12-3697,-6 1-2790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6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6883,'0'0'8810,"4"3"-8063,-2 1-642,1-1 0,-1 0 0,0 1 0,0 0 0,0-1 0,0 1 0,-1 0 1,1 0-1,-1 0 0,0 0 0,0 0 0,-1 0 0,1 0 0,-1 0 0,0 0 1,0 8-1,1 4 215,11 342 2852,3 34-1531,-11-337-1395,12 137 252,-11-152-438,2-2 0,21 67-1,-27-104-63,16 38 15,-16-37-22,-1-1 1,1 1-1,0-1 0,0 0 0,1 1 0,-1-1 0,0 0 0,0 0 0,1 0 1,-1 0-1,0 0 0,1 0 0,-1 0 0,1-1 0,-1 1 0,1 0 0,-1-1 1,1 1-1,0-1 0,-1 0 0,4 1 0,-4-2-30,0 1-1,0 0 1,0-1-1,0 1 1,0-1 0,0 0-1,0 1 1,0-1-1,0 0 1,0 0 0,0 1-1,-1-1 1,1 0 0,0 0-1,-1 0 1,1 0-1,0 0 1,-1 0 0,1 0-1,-1 0 1,0 0-1,1 0 1,-1 0 0,0-1-1,0 1 1,1 0-1,-1 0 1,0-2 0,2-5-298,8-32-4209,9-69 1,-12 58-2515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6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9412,'0'0'6291,"-1"24"-5525,0-20-726,-1 50 775,8 87 0,6 274 2352,-13-299-2658,-11 285 945,11-254-1243,1-147-225,-1 0 1,1 1-1,0-1 0,0 0 1,0 1-1,0-1 1,0 0-1,0 0 0,0 1 1,0-1-1,0 0 0,0 1 1,0-1-1,1 0 0,-1 0 1,0 1-1,0-1 0,0 0 1,0 1-1,0-1 0,1 0 1,-1 0-1,0 0 1,0 1-1,0-1 0,0 0 1,1 0-1,-1 0 0,0 1 1,0-1-1,1 0 0,-1 0 1,0 0-1,0 0 0,1 0 1,-1 1-1,0-1 0,1 0 1,-1 0-1,0 0 1,0 0-1,1 0 0,-1 0 1,0 0-1,1 0 0,-1 0 1,0 0-1,1 0 0,-1 0 1,0 0-1,1-1 0,14-10-1592,-12 7 1096,-1 0-1,1-1 1,-1 0 0,1 1-1,1-9 1,8-36-4930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2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11 5939,'0'0'7649,"5"-4"-7044,-4 3-585,0 1 0,0-1 0,0 0 0,0 1 0,1-1 1,-1 0-1,0 1 0,1 0 0,-1-1 0,0 1 0,1 0 0,-1 0 0,0-1 0,1 1 0,-1 0 0,0 0 0,1 0 0,-1 1 0,0-1 0,1 0 0,-1 1 0,0-1 0,1 0 1,-1 1-1,0-1 0,3 2 0,3 3 84,0 0 0,0 1 0,11 10 0,-13-12-37,34 35 295,-1 2 0,-2 1-1,-2 1 1,-2 2 0,-2 1 0,-2 2 0,-2 1 0,-2 1 0,-2 0 0,-3 2 0,17 68 0,-24-53-78,-3-1 1,-3 1-1,-2 0 1,-7 78-1,-2-75-132,-4 0 0,-2 0 0,-4-1 0,-3-1 1,-47 119-1,26-96-32,-5-2 0,-4-2 0,-88 123 0,103-166-79,-71 77 0,101-117-37,1-1 0,-1 0 0,-1 0 0,1 0 0,0 0 0,-1-1 0,1 1 0,-1-1 0,0 0 0,0 0 0,0 0 0,0-1 0,-6 2 0,10-3-14,0 0 0,-1 0 0,1 0-1,0 0 1,0 0 0,-1 0-1,1 0 1,0 0 0,0 0 0,-1 0-1,1 0 1,0-1 0,0 1 0,0 0-1,-1 0 1,1 0 0,0 0 0,0 0-1,0-1 1,-1 1 0,1 0 0,0 0-1,0 0 1,0-1 0,0 1 0,0 0-1,-1 0 1,1 0 0,0-1 0,0 1-1,0 0 1,0 0 0,0-1-1,0 1 1,0 0 0,0 0 0,0-1-1,0-13-485,0 8 120,0-9-950,1 1-1,1-1 0,0 1 0,1-1 0,7-21 0,15-24-8699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6819,'0'0'8887,"0"0"-8578,0-1-1,-1 0 1,1 1 0,0-1-1,0 0 1,0 1 0,0-1-1,0 0 1,0 1 0,1-1-1,-1 0 1,0 1 0,0-1 0,0 1-1,1-1 1,-1-1 0,29 4 200,28 4 1,15 1-259,198-3-31,-177-5-336,-91 4-39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9604,'0'0'9429,"80"3"-8933,-27-3-128,7-10-240,-3 7-80,0 0-48,-3 3-528,-14 0-1265,-7 0-2209,-13 0-5490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59 6659,'0'0'5440,"0"-8"-4650,3-38 2022,-4 46-2701,0-1 0,0 1 1,0-1-1,0 1 1,0-1-1,0 1 1,0 0-1,-1 0 1,1-1-1,0 1 1,0 0-1,0 0 1,0 0-1,-1 0 1,1 1-1,-2-1 1,-1 0 92,-32 0-82,19-1-111,-1 0 0,0 2-1,0 0 1,0 1 0,0 0 0,1 2-1,-25 7 1,26-4 3,1 1-1,1 0 1,0 0-1,0 2 1,0-1-1,1 2 1,1 0-1,-1 0 1,2 2-1,0-1 1,0 1-1,2 1 0,-1 0 1,2 0-1,0 0 1,0 1-1,1 1 1,-5 17-1,2 4 255,1 0 0,2 0-1,-3 50 1,5 115 773,5-189-981,0 38 347,2 1 0,3 0 1,18 85-1,-17-115-244,1-1 0,0 1 0,2-1 0,17 30-1,-18-38-72,0-1 0,1 0 0,1 0-1,0-1 1,0-1 0,1 1 0,21 15-1,-22-20-31,0 0 0,0 0 0,0-1-1,1-1 1,0 0 0,0 0-1,17 3 1,-5-3 47,0-2 0,38 0 0,-45-1-84,1-2 0,-1 0 0,0-1 0,0 0 1,0-2-1,-1 1 0,1-2 0,-1 0 0,0-1 0,0-1 0,0 0 0,19-14 1,-12 6-35,-1-1-1,0-2 1,-1 0 0,-1-1 0,-1-1 0,24-33 0,-30 35-136,-1 0 0,0-1-1,-2 0 1,0 0 0,-1-1-1,-1 0 1,-1-1 0,6-38-1,-9 34-102,-1 0-1,-1 0 1,-1 0-1,-3-27 1,0 36 156,0 0 0,0 1 0,-2-1 0,0 1 0,-1-1 0,0 2 0,-11-20 0,-5-1 69,-2 2 1,-1 1-1,-1 1 1,-1 1-1,-53-43 0,8 16 222,-111-67-1,180 123-164,1-1-1,0 1 1,-1-1-1,1 0 1,0 0-1,0 0 1,0 0-1,0 0 1,-2-4-1,4 5-43,0 0-1,-1 1 1,1-1-1,0 0 1,0 0-1,0 0 1,0 1-1,0-1 0,0 0 1,0 0-1,0 0 1,0 1-1,0-1 1,0 0-1,0 0 1,0 0-1,1 1 1,-1-1-1,0 0 0,1 1 1,-1-1-1,1 0 1,-1 0-1,1 1 1,-1-1-1,1 1 1,-1-1-1,1 0 1,-1 1-1,1-1 0,0 1 1,-1 0-1,1-1 1,0 1-1,-1-1 1,1 1-1,0 0 1,0 0-1,-1-1 1,2 1-1,15-6-1502,1 1-1,-1 1 1,36-5 0,16 2-6018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0 538 12438,'0'0'5989,"28"-27"-5535,178-180-510,-174 175-193,50-56-1365,-74 77 1304,1 0 0,-2 0 0,1 0-1,-2-1 1,1 0 0,5-18 0,-10 24 469,0 1 1,-1-1 0,0 0-1,0 0 1,0 0 0,-1 0-1,0 0 1,0 0 0,0 0-1,-1 0 1,0 0 0,-2-8-1,0 29 1854,3 18-1851,-45 648 2865,21-419-2458,16-39 2,9-240-997,1 0 1,1 0-1,0 0 0,9-23 1,5-29-2866,-8-2-2530,1-3-3954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64 9828,'0'0'5291,"-3"-8"-4675,-15-25-69,16 31-512,1 1 0,-1-1 1,1 1-1,-1-1 0,1 1 0,-1 0 0,0 0 0,0 0 1,0 0-1,0 0 0,0 0 0,0 0 0,0 0 0,0 1 1,0-1-1,0 1 0,0 0 0,0 0 0,0-1 0,-1 1 1,-1 1-1,-8-2 5,-18-2 158,-44 3 0,38 0-130,31 0-38,0 1-1,0 0 1,0 0-1,0 0 1,0 0-1,0 1 1,0 0-1,0 0 1,0 0-1,1 1 1,0 0-1,-1 0 1,1 0-1,0 0 1,0 0-1,0 1 1,1 0-1,-1 0 1,1 0-1,0 0 1,0 0-1,0 1 1,-1 4-1,-5 8 140,1 1 0,1-1 0,1 2-1,0-1 1,-3 22 0,-7 52 950,-6 142 1,17 97 646,5-314-1673,0-4-36,-1 16 111,2 0-1,1 0 1,7 34 0,-8-55-139,1 0 1,1-1-1,-1 1 1,1-1-1,0 1 1,1-1-1,0 0 1,0-1-1,0 1 1,1-1-1,0 1 1,0-1-1,1-1 1,0 1 0,0-1-1,10 7 1,-8-7-19,1-1 0,0 0 1,0 0-1,0-1 0,0 0 1,1-1-1,-1 0 0,1 0 1,0-1-1,-1 0 0,1-1 0,0 0 1,-1-1-1,1 1 0,0-2 1,-1 0-1,1 0 0,-1 0 1,13-6-1,0-2-32,0 0-1,-1-1 1,0-1 0,0-1 0,-2-1-1,31-27 1,-14 8-464,-1-2-1,-2-2 1,41-58 0,-59 72 22,0-1-1,-1-1 1,-1 0-1,-2-1 1,0 0 0,-2-1-1,9-42 1,-12 35-305,-2 0-1,-1 0 1,-2 0-1,-6-66 1,3 79 651,-2 0 1,0 1-1,-2-1 1,0 1-1,-1 1 1,-1-1-1,-1 1 0,0 1 1,-14-20-1,12 22 466,-2 0-1,1 1 0,-2 0 0,0 0 1,-16-11-1,23 20-72,-1 1 0,0 0 0,0 0 1,0 1-1,-1 0 0,1 0 0,-1 1 0,0 0 1,0 1-1,0 0 0,0 0 0,-14 0 0,10 1 149,0 1 0,0 0 0,0 1 0,-17 3 0,26-3-373,1 0 0,-1 1 0,1-1 0,-1 0 0,1 1 0,-1 0 0,1 0 0,0 0 0,0 0 0,0 1 0,0-1 0,1 1 0,-1-1 0,1 1 1,-1 0-1,1 0 0,0 0 0,-3 7 0,4-9-125,0 1 0,0-1 0,1 1 0,-1-1 0,1 1 0,-1-1 0,1 1 1,0 0-1,-1-1 0,1 3 0,0-3-88,1-1 0,-1 1 0,0-1 0,0 1 0,0-1 0,1 1 0,-1-1 0,0 1 0,1-1 0,-1 0 0,0 1 0,1-1 0,-1 1 0,0-1 0,1 0 0,-1 1 0,1-1-1,-1 0 1,1 0 0,-1 1 0,1-1 0,-1 0 0,1 0 0,-1 0 0,1 0 0,-1 0 0,1 1 0,-1-1 0,1 0 0,-1 0 0,1 0 0,-1 0 0,1 0 0,0-1 0,29 1-6012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 8036,'0'-2'9323,"-6"7"-8882,-12 15-188,1 1 0,1 1 0,2 0 0,0 1 0,1 0 0,1 1 0,1 1 0,1 0 0,-12 49 0,7-4 420,4 0 0,-6 111 0,12 114 847,5-281-1466,0 14 82,-1-3-23,2 0-1,0-1 0,7 33 1,-7-51-104,1 1 0,-1-1 1,2 0-1,-1 0 0,1 0 1,0 0-1,0 0 0,0 0 1,1-1-1,0 1 0,0-1 1,1 0-1,-1-1 0,1 1 1,0-1-1,11 8 0,-8-8 1,0 0 0,0 0-1,1-1 1,0 0 0,-1 0-1,1-1 1,0 0 0,0 0-1,0-1 1,1-1 0,-1 0-1,0 0 1,0 0 0,0-1-1,0-1 1,0 1 0,0-2 0,16-5-1,-1-1-28,0-2 0,-1-1 0,0-1 0,-1-1 0,29-23 0,-10 5-481,-1-2-1,66-75 1,-90 91 199,-2-1 0,0 0 0,-2-1 0,0 0 0,-1-1 0,-1-1 0,-1 0 0,12-42 0,-16 38-22,0-1 0,-2 1 0,-1 0 1,-1-1-1,-1 1 0,-4-27 1,1 35 299,0 0 1,-1 1 0,-1 0 0,0 0 0,-1 0-1,-1 1 1,-1 0 0,0 0 0,-18-25 0,5 14 414,0 2 0,-2 0 0,-1 1 1,-1 1-1,-45-31 0,51 41-223,0 1-1,-1 1 1,-1 1-1,0 0 1,0 2-1,-1 1 1,0 0 0,0 2-1,-25-4 1,38 10-973,9-1 549,0 0-1,-1 1 0,1-1 0,0 0 1,0 1-1,-1-1 0,1 0 0,0 1 1,0-1-1,-1 0 0,1 1 0,0-1 1,0 0-1,0 1 0,0-1 0,-1 1 1,1-1-1,0 0 0,0 1 0,0-1 0,0 1 1,0-1-1,0 1 0,0-1 0,0 0 1,0 1-1,1-1 0,-1 1 0,0-1 1,0 1-1,1 2-697,1 20-11159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8148,'0'0'7278,"0"-1"-7232,0 0 0,0 1 1,0-1-1,0 1 1,0-1-1,0 0 0,0 1 1,0-1-1,1 1 0,-1-1 1,0 0-1,0 1 1,0-1-1,1 1 0,-1-1 1,0 1-1,1-1 0,-1 1 1,1-1-1,-1 0 1,1 1-40,0 0 1,0 0 0,0 1 0,0-1 0,0 0 0,0 0 0,0 0 0,0 0 0,-1 1 0,1-1-1,0 1 1,0-1 0,0 0 0,-1 1 0,1-1 0,0 1 0,0 0 0,-1-1 0,1 1 0,0-1-1,-1 1 1,1 0 0,-1 0 0,1 0 0,7 25 251,-7-20-209,10 67 788,-3 0-1,-3 138 0,-5-161-555,0 688 2807,0-730-3044,0-1 0,1 1 0,-1-1 0,2 0 0,-1 1 0,1-1 0,4 11 0,-5-16-39,-1-1 0,1 0 1,0 1-1,0-1 0,0 0 1,-1 1-1,1-1 0,0 0 1,1 0-1,-1 0 0,0 0 1,0 0-1,0 0 0,1 0 1,-1 0-1,0-1 0,1 1 1,-1 0-1,1-1 0,-1 1 1,1-1-1,-1 0 0,1 1 1,-1-1-1,1 0 0,-1 0 0,1 0 1,-1 0-1,1 0 0,-1 0 1,1 0-1,-1-1 0,1 1 1,-1 0-1,1-1 0,-1 0 1,1 1-1,-1-1 0,0 0 1,3-1-1,0-2-102,1 0 0,0 0 1,-1 0-1,0-1 0,0 1 0,0-1 0,-1 0 1,0-1-1,0 1 0,0 0 0,0-1 0,2-7 1,-2 5-191,10-21-2131,-1 0-1,8-37 1,-8 5-3916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278 129 7027,'0'0'7582,"-11"-6"-6787,-35-18 27,43 23-703,-1-1-1,1 1 1,-1 0 0,1 0 0,-1 0-1,1 0 1,-1 1 0,0 0-1,1-1 1,-1 1 0,0 0-1,1 1 1,-5 0 0,-8 0 271,14-1-362,-1 0 0,1-1 1,0 1-1,0 0 0,-1 1 1,1-1-1,0 0 0,0 1 1,0-1-1,-1 1 0,1-1 1,0 1-1,0 0 0,0 0 1,0 0-1,0 0 0,0 0 0,0 1 1,1-1-1,-1 1 0,0-1 1,1 1-1,-1-1 0,1 1 1,-3 3-1,-6 11 132,1 0-1,1 0 1,0 0-1,1 1 1,1 1 0,-7 26-1,3 4 312,-6 64 1,7 172 1065,9-257-1423,0-14-60,-1 48 303,4-1-1,12 81 1,-11-121-272,1 0 0,1 0-1,1-1 1,11 25 0,-12-33-65,0 0 1,1 0-1,0 0 1,1-1-1,0-1 0,1 1 1,0-1-1,10 8 1,-11-11-8,1-1 1,0 0 0,0 0 0,0 0 0,1-1 0,0-1-1,-1 0 1,1 0 0,0-1 0,0 0 0,14 1 0,-9-2-3,0-1 0,-1-1 0,1 0 1,0 0-1,-1-2 0,1 0 0,21-7 1,-19 3-41,0-1 0,-1-1 0,0-1 0,0 0 0,-1-1 1,0 0-1,-1-1 0,15-18 0,4-5-310,-3-2-1,29-43 1,-43 56 20,0 0 0,-2 0 1,-1-2-1,-1 1 0,-1-2 1,-1 1-1,-2-1 0,0-1 1,-2 0-1,4-44 0,-8 40 61,-2 0 0,-1 0 0,-5-32 0,3 45 247,-1 1-1,-1-1 1,0 1-1,-2 0 1,0 1-1,-13-23 1,0 6 260,-1 0 0,-3 1 0,0 1 0,-45-44 0,52 59-127,-2 1-1,0 1 0,-1 0 0,0 2 1,-1 0-1,-1 1 0,0 1 0,-39-13 1,46 20-108,0 1 1,0 1 0,0 1 0,-29 0 0,42 1-20,1 0-398,19 10-3687,22 3-629,12-3-3882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7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52 7780,'0'0'7507,"5"-7"-6088,18-21-245,-23 28-1136,0 0 0,1-1-1,-1 1 1,0 0 0,0 0-1,0-1 1,1 1 0,-1 0-1,0 0 1,0-1 0,0 1-1,0 0 1,1 0 0,-1-1-1,0 1 1,0 0 0,0-1 0,0 1-1,0 0 1,0-1 0,0 1-1,0 0 1,0-1 0,0 1-1,0 0 1,0 0 0,0-1-1,0 1 1,0 0 0,0-1-1,0 1 1,-1 0 0,1-1-1,0 1 1,0 0 0,0 0 0,0-1-1,-1 1 1,1 0 0,0 0-1,0-1 1,0 1 0,-1 0-1,1 0 1,0 0 0,-1 0-1,1-1 1,0 1 0,0 0-1,-1 0 1,1 0 0,0 0-1,-1 0 1,-18-2 8,15 2 64,-4-1-91,0 1 1,-1 0 0,1 0-1,0 0 1,0 1 0,-15 4 0,18-3-8,-1 0 1,1 1 0,0-1 0,0 1-1,0 0 1,0 1 0,1-1-1,-1 1 1,1 0 0,0 0 0,-4 5-1,-4 7 115,0 1 0,1 0 0,1 1 0,0 0 0,2 0 0,0 1 0,1 0 0,1 1 0,1 0 0,-4 24-1,0 22 560,0 120-1,8-118-448,2 122 454,1-164-629,0-1 1,2 0 0,2 0 0,0 0 0,11 30 0,-13-45-60,1 0 1,0 0-1,0-1 1,0 1 0,1-1-1,1 0 1,0-1 0,0 1-1,0-2 1,1 1-1,0-1 1,1 0 0,0 0-1,0-1 1,0-1 0,0 1-1,1-1 1,0-1-1,0 0 1,1 0 0,-1-1-1,1-1 1,-1 1 0,20 0-1,-17-2 1,0 0-1,-1-1 1,1-1-1,0 0 1,0-1-1,-1 0 1,1-1-1,-1 0 1,0-1-1,16-7 1,-11 2-71,0 0-1,-1-2 1,0 1 0,0-2 0,-2 0-1,17-18 1,-3 1-365,-1-1-1,-1-1 1,-2-1 0,26-46 0,-38 55 62,0-1 1,-1 0 0,-2-1 0,0 0 0,-2 0 0,-1-1 0,6-43 0,-10 34-301,0 0 1,-7-64-1,3 80 575,-2 1-1,0-1 1,-1 1 0,0 0-1,-2 0 1,-14-29 0,7 22 215,-2 0 0,0 1-1,-31-36 1,40 52 31,-1 0 0,0 0 0,-1 1 0,1 0 0,-2 1 0,1 0 0,0 0-1,-1 1 1,0 0 0,-1 1 0,1 0 0,-17-4 0,7 5 156,0 0 0,0 2 1,0 0-1,0 1 0,-29 4 0,44-3-305,-1 0-1,1 1 1,0-1-1,0 1 1,0 0-1,0 0 1,0 1-1,0-1 1,0 1-1,-8 6 0,12-7-272,6-1-3780,19-3-1519,14-11-3426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3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11381,'0'0'6179,"0"163"-4738,0-28 47,0 30-543,0 22-65,0 5-255,0-14-593,-17-34-32,-3-39-721,10-35-1856,7-31-2097,-7-24-6451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1.2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758 63 9268,'0'0'6619,"-7"-9"-5704,3 3-743,2 3-115,0 0 0,0 0 0,0 0 0,0 0 0,0 0 0,-1 1 0,1-1 0,-1 1 0,0 0 0,0 0 0,0 0 0,0 0 1,0 0-1,0 0 0,0 1 0,0 0 0,-1-1 0,1 1 0,-7-1 0,-58-1 306,-104 7 0,136 0-327,1 2 0,0 1 1,0 2-1,1 1 0,0 2 1,1 1-1,-56 31 0,80-39 8,0 0 0,0 1 0,0 1 0,1 0 0,0 0 0,0 0 0,-12 15 0,16-15 24,-1 0 0,2 0 0,-1 0 0,1 1 0,0-1-1,0 1 1,1 0 0,0 0 0,0 0 0,1 0-1,-1 8 1,1 12 86,2-1-1,0 0 0,2 0 1,1-1-1,1 1 1,1-1-1,1 1 0,1-2 1,2 1-1,23 43 0,-13-32-18,3-1 0,1-1 0,2-1-1,1-1 1,1-1 0,40 34 0,-46-48-96,0 0 0,0-2 1,2 0-1,0-2 0,1-1 0,37 15 1,-41-20-24,1-2 0,1 0 1,-1-1-1,1-1 0,0-1 0,0-2 1,0 0-1,27-3 0,-38 1-191,-1-1-1,0 0 0,0-1 0,0 0 1,0-1-1,0 0 0,-1-1 1,1 0-1,-1-1 0,-1 0 0,1 0 1,15-14-1,-13 8-399,-1 1-1,0-2 1,0 0 0,-1 0-1,-1-1 1,0 0 0,-1 0 0,8-21-1,4-26-5153,-17 48 4407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1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58 6915,'0'0'5875,"-6"-15"-5072,2 6-679,3 5-57,-1 0-1,1 1 0,-1-1 0,1 1 0,-1 0 0,0 0 0,-5-6 1,6 9-58,1 0 0,0 0 0,0 0 0,-1 0 0,1 0 0,0 0 0,-1 0 0,1 1 0,0-1 0,0 0 0,-1 0 1,1 0-1,0 0 0,0 1 0,-1-1 0,1 0 0,0 0 0,0 1 0,0-1 0,-1 0 0,1 0 0,0 1 0,0-1 1,0 0-1,0 1 0,0-1 0,0 0 0,0 0 0,-1 1 0,1-1 0,0 0 0,0 1 0,0-1 0,0 0 0,0 1 0,0-1 1,1 0-1,-1 1 0,-3 39 488,10 869 6330,-7-905-7118,1-12-1345,4-33-3801,-1-21-5666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3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11 8660,'0'0'8148,"-8"-2"-7329,-26-6-208,33 8-598,0 0 0,-1-1 0,1 1 0,0 0 0,-1 0 0,1 0 0,-1 0 0,1 0 0,0 1 0,-1-1 0,1 0 0,0 1 0,-1-1 0,1 1 0,0-1 0,0 1 0,-1 0 0,1-1 0,0 1 0,0 0 0,0 0 0,0 0 0,0 0 0,0 0 0,0 0 0,0 0 0,0 0 0,1 0 0,-1 0 0,0 1 0,1-1 0,-1 0 0,0 3 0,-4 5 49,-26 45 235,2 1 0,2 2 1,3 1-1,3 0 0,-16 70 0,17-38 163,5 1-1,-8 170 0,22-221-320,-1 237 721,4-229-719,3 0 0,1 0 0,22 78 1,-21-103-87,1-1 0,0-1 0,2 1 0,0-1 0,2-1 0,0 0 0,20 25 0,-23-36-42,-1 1-1,2-1 1,-1-1-1,1 0 0,0 0 1,1-1-1,0 0 1,0-1-1,0 0 1,1-1-1,0 0 0,0-1 1,0 0-1,22 4 1,-19-6-8,0 0 1,0-1 0,0 0-1,1-1 1,29-5 0,-41 5-100,1-1 0,-1-1 0,1 1 0,-1 0 0,1-1 0,-1 0 0,0 0 1,0 0-1,0-1 0,0 0 0,0 1 0,-1-1 0,1 0 0,-1-1 0,0 1 0,0-1 0,0 1 0,0-1 1,0 0-1,-1 0 0,0 0 0,0 0 0,2-6 0,-1 1-877,-1 1 0,-1-1 0,2-18 0,-2-27-6054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6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1 527 10181,'0'0'9497,"24"-29"-8774,80-97-306,-83 99-409,0-1 0,-2-1 1,-1 0-1,-1-2 0,-2 0 1,-1 0-1,13-42 0,-24 62-196,1 1 0,-1-1-1,-1 0 1,0-1 0,0 1 0,-1-15-1,-1 25-37,1 17-131,-2-2 340,3 218 110,-5 296 1479,-11-347-862,6-82-3061,8-110 1354,1-1 1,0 1-1,1-1 0,0 1 0,1 0 1,0 0-1,1 0 0,0 0 1,11-19-1,17-25-6137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6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130 233 6099,'0'0'8316,"-6"-1"-7212,3 0-1041,0 0 1,0 1-1,0-1 0,0 1 1,0-1-1,0 1 0,0 0 1,0 0-1,0 1 0,0-1 1,0 1-1,0-1 0,0 1 1,0 0-1,0 0 0,0 0 1,0 1-1,1-1 0,-1 1 0,1-1 1,-1 1-1,1 0 0,-1 0 1,1 0-1,0 0 0,0 0 1,0 1-1,0-1 0,-2 4 1,-2 4 99,1 1-1,1 0 1,-1-1 0,1 2 0,1-1 0,0 0 0,-1 15 0,-2 86 998,6-97-1021,-1-11-106,8 275 2110,-3-245-1964,1 0-1,1-1 1,2 0 0,1 0-1,2-1 1,18 38 0,-24-60-161,0-1 0,0 1 0,1-1 0,0 0 0,1 0 0,0-1 0,0 0 0,1 0 0,0-1 0,16 12 0,-16-15-14,-1-1 1,0 1 0,1-1-1,0 0 1,0-1 0,-1 0-1,1 0 1,1-1-1,-1 0 1,0 0 0,0-1-1,0 0 1,0 0 0,13-3-1,-8 0-4,-1 0 0,0 0 0,0-1 0,0-1-1,-1 0 1,1 0 0,-1-1 0,0-1 0,-1 0 0,0 0-1,0-1 1,17-18 0,0-4-206,-2-1-1,38-61 1,-38 52-328,-2 0 1,-2-2 0,-2-1-1,15-46 1,-25 58 32,-1-1 0,-1 0 0,-2-1-1,-1 1 1,-2-1 0,-3-54 0,0 69 320,-2 1-1,0 0 1,0 0 0,-2 0 0,0 0-1,-1 1 1,-1 0 0,-9-16 0,3 10 141,-2 0 1,0 1-1,-1 0 1,-29-27 0,35 38 177,-1 0 0,-1 1 0,1 0 0,-1 1 1,-1 0-1,0 1 0,0 0 0,0 1 0,-1 1 1,-14-4-1,21 7-70,-1 0 0,0 1 1,1 0-1,-1 0 0,0 1 0,1-1 1,-1 2-1,0-1 0,0 1 0,1 1 1,-1-1-1,1 1 0,-1 1 0,1-1 1,0 1-1,0 0 0,0 1 0,0 0 0,1 0 1,-9 7-1,4-2-6,1 1-1,0 0 1,1 1-1,0-1 1,1 2-1,0-1 1,1 1-1,0 1 1,1-1-1,0 1 1,1 0 0,0 1-1,1-1 1,1 1-1,0-1 1,1 1-1,-1 15 1,3-28-168,0 0-1,0 1 1,0-1 0,0 0-1,0 0 1,0 1 0,0-1 0,1 0-1,-1 0 1,0 0 0,1 1-1,-1-1 1,1 0 0,-1 0 0,1 0-1,-1 0 1,1 0 0,0 0-1,0 0 1,-1 0 0,1 0 0,0 0-1,0-1 1,0 1 0,0 0-1,0 0 1,0-1 0,0 1 0,0-1-1,0 1 1,0-1 0,1 1-1,-1-1 1,0 0 0,0 0 0,0 1-1,1-1 1,-1 0 0,0 0-1,3 0 1,31 1-4790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6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1 106 4482,'0'0'8481,"4"-18"-7237,14-52-116,-13 53 756,-5 34-102,0 982 2710,-1-967-4459,0-23-34,0 0 1,1 0 0,0 0-1,1 0 1,0 0 0,1 0-1,-1-1 1,5 11 0,-6-18-6,0 0 1,1 0 0,-1 0-1,0 0 1,1 0 0,-1 0-1,1 0 1,-1 0 0,1 0 0,-1-1-1,1 1 1,0 0 0,0 0-1,-1-1 1,1 1 0,0 0-1,0-1 1,0 1 0,-1-1-1,1 1 1,0-1 0,0 0-1,0 1 1,0-1 0,0 0-1,0 1 1,0-1 0,0 0-1,0 0 1,0 0 0,0 0-1,0 0 1,0 0 0,0 0-1,0 0 1,0-1 0,0 1-1,1-1 1,1 0-57,0-1 0,-1 0-1,1 1 1,-1-1 0,1 0 0,-1 0 0,0-1-1,0 1 1,0 0 0,0-1 0,0 1 0,1-4-1,7-14-1208,-1 0 0,-1 0 0,-1-1 0,7-36 0,1-34-6060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7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0 10053,'0'0'5970,"0"181"-4353,0-43 96,0 37-64,-17 5-321,-6-2-447,3-28-561,13-36-320,7-51-16,0-23-48,0-34-913,17-6-1808,-7-21-2770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7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228 25 4178,'0'0'9652,"1"-3"-8312,-1 3-1305,0-1 1,1 1-1,-1 0 1,0-1 0,0 1-1,0-1 1,0 1 0,0 0-1,0-1 1,0 1-1,0-1 1,-1 1 0,1 0-1,0-1 1,0 1-1,0 0 1,0-1 0,0 1-1,-1 0 1,1-1 0,0 1-1,0 0 1,-1-1-1,1 1 1,0 0 0,0-1-1,-1 1 1,1 0 0,0 0-1,-1-1 1,1 1-1,0 0 1,-1 0 0,1 0-1,-1 0 1,1-1-1,0 1 1,-1 0 0,0 0-1,-27-5 580,20 5-464,0 0 0,0 0 0,0 1 0,0-1 0,-14 5 0,16-2-65,1-1-1,0 1 1,0 1 0,0-1 0,0 1 0,1-1-1,0 2 1,-1-1 0,1 0 0,1 1-1,-1-1 1,1 1 0,-5 9 0,0 1 163,1 1 1,0-1-1,-7 30 0,6-8 216,1 0-1,-4 64 1,8 76 571,4-106-715,-1-17 22,3-1 1,11 66-1,-10-96-266,1-1 1,1 1-1,2-1 0,0-1 1,1 0-1,1 0 0,22 34 1,-26-47-71,-1 0 1,2-1 0,-1 0 0,1 0 0,0 0-1,1-1 1,-1 0 0,1 0 0,0-1 0,1 0 0,-1 0-1,1-1 1,0 0 0,0-1 0,1 0 0,-1 0-1,1-1 1,-1 0 0,1-1 0,-1 0 0,1-1-1,0 0 1,0 0 0,-1-1 0,1 0 0,11-3-1,-7 0-1,-1 0-1,1-1 1,-1 0-1,0-1 1,0-1-1,0 0 1,-1-1-1,0 0 1,-1-1-1,20-18 1,-3-3-101,0-1 0,34-53 0,-41 55-92,-2-1-1,-1-1 1,-2-1-1,-1 0 1,-2-1-1,16-56 1,-25 72 6,-1 1-1,0-1 1,-2 0 0,0 0 0,0 0-1,-2 0 1,0 0 0,-1 0 0,0 1-1,-2-1 1,0 1 0,0-1-1,-2 1 1,0 0 0,-1 1 0,-10-18-1,-3 3 95,-1 0-1,-1 2 0,-1 0 0,-2 2 1,0 0-1,-2 2 0,-1 1 0,-37-24 1,54 40 154,-2 1 0,1 0 0,-1 1 0,0 0 0,0 1 0,0 1 0,-22-4 0,28 6-35,1 1 0,0-1 0,0 1 0,-1 0 0,1 1 0,0-1 0,-1 1 0,1 1 0,0-1 0,0 1 0,0 0 0,0 0 0,1 1 0,-1-1 0,0 1 0,1 1 0,-10 6 0,9-3 42,0 0 1,0 0-1,0 0 0,1 0 0,-6 12 1,8-14-89,1-1 0,0 0 0,0 1 1,1-1-1,0 1 0,-1-1 0,1 1 1,1 0-1,-1 0 0,1-1 0,0 1 1,0 6-1,0-11-12,0 0-1,0 1 1,0-1-1,1 0 1,-1 1 0,0-1-1,0 0 1,0 0-1,0 1 1,1-1 0,-1 0-1,0 1 1,0-1 0,0 0-1,1 0 1,-1 1-1,0-1 1,1 0 0,-1 0-1,0 0 1,0 0-1,1 1 1,-1-1 0,0 0-1,1 0 1,-1 0 0,0 0-1,1 0 1,-1 0-1,0 0 1,1 0 0,-1 0-1,0 0 1,1 0 0,0 0-1,19 1-1688,1 0-1,28-4 1,8-7-3239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8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50 7043,'0'0'8289,"0"-10"-6928,0-21 115,0 23 177,0 30-1140,0 78-149,-9 703 2684,5-540-2885,4-263-170,0 0 1,0 1 0,0-1-1,0 0 1,0 0 0,0 0 0,0 1-1,0-1 1,0 0 0,0 0-1,0 0 1,0 0 0,1 1-1,-1-1 1,0 0 0,0 0 0,0 0-1,0 0 1,0 0 0,0 0-1,1 1 1,-1-1 0,0 0 0,0 0-1,0 0 1,0 0 0,1 0-1,-1 0 1,0 0 0,0 0-1,0 0 1,0 0 0,1 0 0,-1 0-1,0 0 1,0 0 0,0 0-1,1 0 1,-1 0 0,0 0 0,0 0-1,0 0 1,0 0 0,1 0-1,-1 0 1,0 0 0,0 0-1,0 0 1,0-1 0,1 1 0,-1 0-1,0 0 1,0 0 0,0 0-1,10-7-391,-4-3-165,-1 1 0,0-1-1,0 0 1,-1-1 0,6-19 0,10-63-5886,-12 21-3126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8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10597,'0'0'6069,"2"-6"-5143,6-10-253,-8 16-661,0 0 0,1-1-1,-1 1 1,0 0 0,0 0 0,0 0-1,0 0 1,1 1 0,-1-1-1,0 0 1,0 0 0,0 0-1,0 0 1,0 0 0,1 0-1,-1 0 1,0 0 0,0 0-1,0 0 1,0 0 0,0 0-1,1 1 1,-1-1 0,0 0-1,0 0 1,0 0 0,0 0-1,0 0 1,0 0 0,0 1-1,0-1 1,0 0 0,1 0 0,-1 0-1,0 0 1,0 1 0,0-1-1,0 0 1,0 0 0,0 0-1,0 0 1,0 0 0,0 1-1,0-1 1,0 0 0,0 0-1,0 0 1,-1 1 0,4 46 841,-3-22-599,2 177 1258,10 196 339,-5-313-1621,3-2 0,36 137 0,-42-204-227,1-1 0,1 1 0,0-1 0,1 0 0,16 25 0,-22-39-40,0 1 0,0 0 0,1-1 0,-1 1 0,0-1 0,0 1-1,1-1 1,-1 1 0,1-1 0,-1 0 0,1 0 0,0 0 0,-1 0-1,1 0 1,0 0 0,0 0 0,0 0 0,0-1 0,-1 1 0,1-1-1,0 1 1,0-1 0,0 0 0,0 0 0,0 0 0,0 0 0,0 0-1,0 0 1,0-1 0,0 1 0,0-1 0,0 1 0,0-1 0,0 0 0,-1 0-1,1 1 1,0-1 0,0-1 0,-1 1 0,1 0 0,-1 0 0,1 0-1,-1-1 1,0 1 0,1-1 0,-1 1 0,0-1 0,0 0 0,2-3-1,6-12-913,-1 0 0,-1-1-1,0 0 1,7-34 0,3-28-3438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49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8932,'0'0'8217,"7"25"-7355,3 21-304,-1 0-1,-2 1 1,0 49-1,-7-78-416,1 328 1606,-24-1-1263,18-305-474,-14 168-57,19-203-476,0-9-1214,0-2 972,1 0 1,0 0-1,0 0 0,1 0 1,0 1-1,2-7 1,1-1-1079,9-32-7612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10101,'0'0'6819,"34"33"-5910,-14-13-740,25 22 205,-2 2 0,-3 2 0,-1 1 0,41 68 0,-29-26 90,-4 3 0,51 138-1,-72-154-254,-4 1 0,-3 1 0,16 135 0,-27-119-33,-3 1-1,-13 147 0,2-193-128,-2 0 1,-1-1-1,-3-1 0,-2 0 0,-2 0 1,-37 74-1,32-81-1,-27 37 1,36-61-35,1-1-1,-2 0 1,0-1 0,-24 20 0,29-28-29,1-1 0,-1-1 0,0 1 1,0-1-1,0-1 0,0 0 0,0 0 0,-1 0 0,0-1 0,1 0 1,-1-1-1,0 0 0,0-1 0,0 1 0,-12-2 0,16 0-64,0 1-1,0-1 1,0 1-1,0-1 1,0-1-1,1 1 0,-1-1 1,0 1-1,1-1 1,-1-1-1,1 1 0,-1-1 1,1 0-1,0 0 1,0 0-1,0 0 1,1-1-1,-1 1 0,-3-6 1,2 1-322,0 0-1,1-1 1,0 1 0,0-1 0,1 0-1,0 0 1,1 0 0,-1-1 0,0-13 0,-1-68-4714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10901,'0'0'7251,"191"39"-6722,-111-21-193,0 3-304,-13-12-16,-4 0 16,-19 0-32,-14-9 0,-10 0-464,-13 6-961,-34-6-11301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4434,'0'0'9716,"217"-6"-7747,-127 6-768,4 0-769,-14 0-368,-10 0-64,-9 21-416,-21-3-2289,-14 3-4274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357 168 8420,'0'0'5064,"0"-4"-4443,0 2-536,0 1-1,0-1 1,-1 0 0,1 0-1,0 1 1,-1-1 0,1 0-1,-1 1 1,1-1 0,-1 0-1,0 1 1,0-1 0,0 1-1,0-1 1,0 1 0,0-1-1,0 1 1,0 0 0,0-1-1,-1 1 1,1 0 0,0 0-1,-1 0 1,1 0 0,-1 0-1,0 0 1,1 1 0,-1-1-1,-3 0 1,-8-3-55,0 1 0,0 1 0,0 0 0,-1 1 0,1 1 0,-1 0 0,1 0-1,-24 5 1,32-3-26,0-1 0,0 1-1,0 0 1,0 0 0,0 1-1,1-1 1,-1 1 0,1 0-1,0 1 1,-1-1-1,1 1 1,1 0 0,-1 0-1,-5 7 1,-1 4 65,0 0 0,1 1 0,-8 19 0,4-3 161,2-1 0,1 1 0,2 1 0,1-1 0,1 1 0,0 35 0,4 201 1634,2-241-1685,2-1 0,2 1-1,0 0 1,1-1 0,2 0 0,19 48 0,-22-65-140,0-1 1,1 1-1,1-1 1,0 0-1,0-1 1,0 1-1,1-1 1,1 0-1,-1-1 1,1 0-1,0 0 1,1-1-1,0 0 0,0 0 1,0-1-1,1 0 1,-1-1-1,1 0 1,0 0-1,20 4 1,-14-6 41,-1 0 1,1-1-1,-1 0 0,1-1 1,0-1-1,-1-1 1,1 0-1,26-7 1,-20 2-17,-1-1 1,-1-1-1,1-1 1,-1 0 0,28-21-1,-14 5-88,-1-1 0,-1-2 0,-1-1-1,-2-2 1,48-68 0,-60 76-148,-1-2 0,-1 0-1,19-48 1,-27 54-69,0 0 0,-2 0 0,-1-1-1,0 0 1,-2 0 0,1-22-1,-3 30 124,-1-1 0,0 1 0,0 0 0,-1 0 0,-1 0 0,0 0 0,-1 0 0,0 0 0,-1 1 0,-1 0 0,0 0 0,0 0 0,-12-15 0,-8-11-7,-1 2 0,-2 1 0,-2 1 0,-1 2 0,-70-54 0,88 76 122,-1 1 1,0 0-1,-1 1 0,1 1 0,-2 1 0,-20-6 1,31 10 12,-1 0 1,0 1-1,0 0 1,0 0 0,0 1-1,1-1 1,-1 2-1,0-1 1,0 1 0,0 0-1,0 0 1,1 1 0,-1-1-1,0 2 1,1-1-1,-1 1 1,1 0 0,-7 4-1,7-2 1,1 0-1,0 1 1,-1-1 0,2 1-1,-1 0 1,1 0-1,0 0 1,0 1 0,0-1-1,1 1 1,0 0-1,0 0 1,1 0 0,0 1-1,0-1 1,1 0-1,0 1 1,0-1 0,1 12-1,0-16-101,0 1 0,1 0 0,-1-1 0,1 1-1,-1 0 1,1-1 0,0 1 0,1-1 0,-1 1-1,1-1 1,-1 0 0,1 0 0,0 0 0,0 1 0,0-2-1,1 1 1,-1 0 0,1 0 0,-1-1 0,1 1-1,6 3 1,1 0-832,1-1 0,0 0-1,0-1 1,0 0-1,21 5 1,53 5-8541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9428,'0'0'8855,"19"-16"-8580,-5 5-265,116-105-188,-128 114 131,48-51-602,-45 48 482,-1-1-1,-1 1 1,1-1 0,-1 0 0,0 0-1,0 0 1,-1-1 0,3-8 0,-4 11 31,-8 1097 5768,7-1201-11678,0 37-1349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387 217 8212,'0'0'3655,"-23"-10"-3287,-74-29 40,90 36-237,0 0 1,0 1-1,-1 0 0,1 0 1,0 0-1,-1 1 0,1 0 1,-1 1-1,1-1 0,-15 2 1,-3 1 238,8-3-127,11 1-180,1 0-1,-1 0 1,1 0 0,0 0-1,-10 3 1,13-2-83,0 0 0,0-1 0,0 2 0,0-1 0,0 0 0,0 0 0,0 0 0,1 1 0,-1-1 0,0 1 0,1 0 0,-1-1 0,1 1 0,0 0 0,-1 0 0,1 0 0,-1 3 0,-7 16 230,1 0-1,1 0 1,1 0 0,0 1 0,-3 41 0,1 119 1678,8-164-1714,-2 45 372,0 6 342,11 101 0,-7-150-808,1-1-1,1 0 1,1 0 0,0 0 0,2-1-1,0 1 1,1-2 0,1 1 0,21 31-1,-25-42-96,1 0-1,1-1 0,-1 0 0,1 0 0,0 0 0,0-1 1,0 0-1,1-1 0,0 0 0,0 0 0,0 0 1,0-1-1,1 0 0,-1-1 0,1 0 0,0 0 0,-1-1 1,1 0-1,14 0 0,-8-2-4,1 0 1,0-1-1,-1 0 0,1-1 1,-1-1-1,0-1 1,0 0-1,0-1 0,-1 0 1,16-10-1,-1-4-250,-1-1 0,0-1 0,-1-2 0,-2 0 0,0-2-1,-2-1 1,-1 0 0,-1-2 0,23-43 0,-32 50-185,-1 0 0,-1-1 0,-2-1 0,0 1 0,-1-1 0,-2-1 0,4-31 0,-7 35-10,-1-1 0,0 0 0,-2 1 0,-1-1 0,0 1 0,-2 0 0,0 0 0,-13-35 0,3 23 305,-2 1 1,-2 0 0,0 1-1,-3 2 1,0 0-1,-2 1 1,-38-38 0,51 57 217,0 0 0,-1 0 0,0 1 0,-1 0 0,1 1 0,-22-9 0,23 12 97,0 1 0,0 0 0,0 1 0,-1 0 0,1 1 0,-1 0 0,0 0 0,-19 2 0,27 0-125,0-1 1,-1 1-1,1-1 1,0 1-1,0 0 1,0 0 0,0 0-1,0 1 1,0-1-1,0 1 1,0 0-1,1-1 1,-1 1-1,1 1 1,-1-1 0,1 0-1,0 0 1,-1 1-1,-2 4 1,3-2-37,-1 0-1,1 0 1,-1 0 0,2 0 0,-1 0 0,0 1-1,1-1 1,0 0 0,1 1 0,-1-1 0,1 7-1,0-10-87,-1-1-1,1 1 0,0-1 1,0 1-1,1-1 0,-1 1 0,0-1 1,0 1-1,1 0 0,-1-1 0,1 0 1,-1 1-1,1-1 0,0 1 1,-1-1-1,1 0 0,0 1 0,0-1 1,0 0-1,0 0 0,0 0 0,0 0 1,0 0-1,1 0 0,-1 0 1,0 0-1,1 0 0,-1 0 0,0-1 1,1 1-1,-1-1 0,1 1 0,-1-1 1,1 1-1,-1-1 0,1 0 1,1 0-1,50 8-3964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343 205 7860,'0'0'6560,"-7"-12"-5589,-23-37-16,29 47-915,0 1 1,-1-1-1,1 1 0,0-1 0,-1 1 0,1 0 1,-1-1-1,0 1 0,1 0 0,-1 0 1,0 0-1,0 1 0,1-1 0,-1 0 0,0 1 1,0-1-1,0 1 0,0-1 0,0 1 0,0 0 1,0 0-1,0 0 0,-2 0 0,-4 0 100,-1 0 24,-2-1 19,1 0 0,-1 1 0,1 1-1,-16 2 1,22-2-145,0 0 0,1 0 0,-1 1 0,0-1 0,1 1 0,-1 0 0,1 0 0,-1 1 0,1-1 0,0 1 0,0-1 0,0 1 0,0 0 0,1 0 0,-4 5 0,-7 13 203,0 0 1,2 1 0,1 1 0,0-1-1,2 2 1,0-1 0,-4 28-1,0 18 707,-6 92-1,11-52-105,9 110 0,-1-198-761,1 0 0,2 0-1,0 0 1,1-1 0,14 39 0,-16-52-72,1 1-1,0 0 0,0-1 1,1 0-1,0 0 0,0 0 0,1-1 1,0 1-1,0-1 0,0-1 1,1 1-1,-1-1 0,2 0 1,-1-1-1,0 0 0,15 6 1,-12-6-7,1 0 0,0-2 0,0 1 1,1-1-1,-1-1 0,0 0 1,1 0-1,-1-1 0,0-1 0,1 0 1,14-3-1,-11 0-2,0-1 1,0 0-1,0-1 0,-1-1 1,1 0-1,-2-1 0,18-13 1,-1-2-120,-2-2 0,-1-2 0,-1 0 0,-1-1 0,-1-2 0,19-32 0,-27 36-168,0-1 0,-2 0 1,-2-1-1,0-1 1,-2 1-1,0-2 0,-3 1 1,7-44-1,-11 48 26,-1 0-1,-1 1 0,-2-1 0,0 0 1,-2 0-1,0 1 0,-2-1 0,0 1 1,-2 0-1,-17-40 0,8 31 240,-1 1-1,-1 0 1,-32-39-1,38 55 156,-2 1-1,1 0 1,-2 1 0,0 1-1,0 0 1,-1 1 0,-30-17-1,35 25-92,1-1 0,-1 1 0,0 1 0,0 0 0,0 1 0,0 0 0,-20-1-1,26 2-9,-1 1 0,1 0 0,-1 0 0,1 1 0,0 0 0,-1 0 0,1 0 0,0 0 0,0 1 0,0 0 0,0 0 0,0 0 0,0 1 0,0-1 0,1 1 0,0 0 0,-8 7 0,8-5-70,0 1 0,0 0 0,0 0 0,1 0 0,0 1 0,0-1 0,0 1 0,1 0 0,0 0 0,-1 9 0,1-3-1462,0 1 0,1 17 0,1 12-7033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5475,'0'0'5589,"4"-11"-4778,12-34 131,-9 31 239,-7 14-1167,0 0 0,0 0 0,0 0 0,0 0 0,0 0 0,0 0 0,0 0 0,0 0 0,0 0 0,0-1 0,0 1 0,0 0 0,0 0 0,0 0 0,1 0-1,-1 0 1,0 0 0,0 0 0,0 0 0,0 0 0,0 0 0,0 0 0,0 0 0,0 0 0,0 0 0,0 0 0,1 0 0,-1 0 0,0 0 0,0 0 0,0 0 0,0 0 0,0 0 0,0 0 0,0 0 0,0 0 0,0 0 0,0 0 0,1 0 0,-1 0 0,0 0 0,0 1 0,0-1 0,0 0 0,0 0 0,0 0 0,0 0 0,0 0 0,0 0 0,0 0-1,0 0 1,0 0 0,0 0 0,0 0 0,0 0 0,0 1 0,0-1 0,3 20 581,-3-14-658,8 484 3706,-9-313-2363,0-46-506,4 154 506,-2-262-1033,1 0 0,10 42 1,-1-40 1,-10-24-255,-1 0 0,1-1 0,0 1 0,-1 0-1,1 0 1,0-1 0,-1 1 0,1 0 0,0-1 0,0 1-1,0 0 1,-1-1 0,1 1 0,0-1 0,0 0-1,0 1 1,0-1 0,0 0 0,0 1 0,1-1 0,-1-18-1726,1 7 596,0-1-1,0 1 1,1 0-1,6-14 1,10-22-5121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211 194 8324,'0'0'5282,"0"-2"-4762,0 1-473,0 1-1,0-1 0,0 0 0,0 1 0,0-1 0,-1 1 0,1-1 0,0 0 1,0 1-1,-1-1 0,1 1 0,-1-1 0,1 1 0,0-1 0,-1 1 1,1-1-1,-1 1 0,1-1 0,-1 1 0,1 0 0,-1-1 0,1 1 0,-1 0 1,-1-1-1,-21-4 486,19 5-492,0 0 1,1 0-1,-1 0 1,0 0-1,1 1 1,-1 0-1,0 0 1,1 0-1,-1 0 1,1 0-1,-1 1 1,-2 1-1,-1 3 34,1 0-1,0 0 1,1 1 0,-1-1-1,1 1 1,0 0-1,1 1 1,0-1 0,-6 14-1,-1 10 238,-10 37 0,10-22 345,3 0-1,-6 77 1,10 95 1086,4-187-1545,0 1 54,1 0 0,2 1 0,1-1 1,15 57-1,-16-78-205,1 0 1,0-1 0,0 1-1,1-1 1,1 0-1,-1 0 1,2-1-1,-1 1 1,1-1 0,1-1-1,-1 1 1,1-1-1,1-1 1,0 1-1,0-2 1,0 1 0,13 6-1,-12-9-12,1 0-1,0 0 0,0-1 1,0-1-1,0 1 1,1-2-1,-1 0 0,1 0 1,-1-1-1,1 0 1,-1-1-1,0 0 1,1-1-1,18-6 0,-11 2-22,0-1 0,0-1 0,-1 0-1,0-2 1,-1 0 0,0-1-1,24-20 1,-2-3-272,-2-1 0,64-79 0,-84 92-51,-1 0 0,-1-2-1,-2 0 1,0 0 0,-1-2-1,-1 1 1,8-35 0,-12 29-75,-1 0 1,-2 0 0,-1-1 0,-2 1 0,-1 0 0,-6-51 0,1 53 396,0 0 1,-2 0 0,-1 1-1,-2 0 1,0 0 0,-2 1 0,-1 1-1,-1 0 1,-1 0 0,-1 2-1,-29-34 1,38 50 43,-1-1-1,0 1 0,-1 0 1,0 1-1,0 0 1,0 1-1,-1 0 1,0 0-1,0 1 1,-1 0-1,1 1 1,-1 0-1,0 1 1,0 0-1,0 0 0,0 1 1,-1 1-1,1 0 1,-1 1-1,1 0 1,-1 0-1,1 1 1,0 1-1,-1 0 1,1 1-1,-18 6 0,2 3 12,2 1 0,0 0 0,1 2 0,0 1 0,-26 23 0,45-34-62,-1-1 1,1 1-1,0 0 1,-7 10-1,11-13-38,-1 1-1,1-1 0,0 0 1,0 0-1,0 1 0,0-1 0,1 0 1,-1 1-1,1-1 0,-1 1 1,1-1-1,0 1 0,0-1 0,0 1 1,0-1-1,1 3 0,-1-4-57,0 0 0,1 0 0,-1 0 0,0 0 0,1 0 0,-1 0 0,0-1 0,1 1 0,-1 0 0,1 0-1,0 0 1,-1-1 0,1 1 0,0 0 0,-1 0 0,1-1 0,0 1 0,0-1 0,-1 1 0,1-1 0,0 1 0,0-1-1,0 1 1,0-1 0,2 1 0,27 1-2140,-20-2 1110,51 1-5808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419 108 8468,'0'0'5200,"-24"-2"-4702,-77-8-89,94 9-321,-1 0 0,1 1 0,0 0 0,-1 1 0,1 0 0,0 0 0,0 0 0,-1 1 0,1 0 0,0 0 0,1 1 0,-1 0 0,-8 5 0,7-2 31,-1 0 0,1 1 0,0 1 0,1-1 0,0 1 0,-11 15 0,6-5 121,1 1 0,0 0 0,2 1 0,0 0 0,1 0 0,-9 37 0,5 0 757,-7 77-1,7 161 1400,11-268-2194,2 0-1,1-1 1,1 1 0,1-1 0,16 52-1,-18-70-169,2 0 0,-1 1-1,1-1 1,1-1 0,0 1-1,0-1 1,0 1 0,1-1-1,0-1 1,0 1 0,0-1 0,1 0-1,0-1 1,1 1 0,-1-2-1,1 1 1,0-1 0,0 0 0,0 0-1,0-1 1,12 3 0,-7-3-13,0 0 0,1 0 0,-1-1 0,0-1 0,1-1 0,-1 1 0,1-2 0,-1 0 0,0-1 0,1 0 0,-1-1 1,0 0-1,0-1 0,-1-1 0,1 0 0,-1-1 0,0 0 0,0 0 0,20-17 0,-5 1-89,0-2 0,-1-1 0,-2 0 1,-1-2-1,-1-1 0,26-43 0,-34 47-139,0-1 0,-2-1-1,-1 0 1,-1 0 0,-1-1 0,-2 0 0,0-1 0,4-45-1,-8 30-163,-2-1-1,-2 0 0,-9-56 0,5 69 319,-2 0-1,-1 1 1,-1 0 0,-1 1-1,-19-36 1,18 43-58,-1 0 0,-1 0 1,-26-31-1,35 47 94,-1 1 0,0 0 0,0 0 0,-1 0 0,0 0 0,0 1 0,0 0 0,0 0 0,0 1 0,-1-1 0,0 1 0,1 1 0,-1 0 0,0 0 0,0 0 0,-11-1 0,10 2 18,1 1 0,-1 0 0,1 1 0,0-1 0,-1 1 0,1 1 0,0-1 0,0 1 0,0 1 0,0-1 0,-8 5 0,11-4-2,0-1-1,0 1 0,0 0 1,1 0-1,-1 0 1,1 1-1,0-1 1,0 1-1,0 0 0,0 0 1,1 0-1,-1 0 1,1 0-1,0 1 0,0-1 1,1 1-1,-1-1 1,0 7-1,0 0-664,2 1-1,-1-1 1,2 19-1,-1-29 510,0 1-86,0 0 0,0-1 0,0 1-1,1 0 1,-1-1 0,0 1 0,1-1 0,-1 1 0,1 0 0,0-1 0,-1 1-1,1-1 1,0 0 0,0 1 0,1 1 0,2 0-729,0 0 0,1 0 1,-1-1-1,1 1 0,7 2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6:5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49 2385,'0'0'8639,"-14"-7"-6908,-2-2-1250,9 5-285,-1 0 0,1 1 1,-1-1-1,1 1 0,-1 1 1,0-1-1,0 1 0,-1 1 1,-10-2-1,-108-1 2242,122 4-2352,0 0-1,0 1 0,0-1 0,0 1 0,0 0 1,0 1-1,0-1 0,0 1 0,0 0 0,1 0 1,-1 0-1,1 1 0,-1-1 0,-6 6 1,4-1 39,1 0 0,-1 0 1,1 1-1,1 0 0,-1 0 1,1 0-1,-6 14 0,1 3 176,0 1-1,1 0 0,2 1 0,0-1 1,2 1-1,-2 34 0,1 170 1469,7-168-1432,-2-34-145,2 1 1,2-1-1,0 1 1,10 33-1,-10-52-158,0 0 0,1 0 0,1-1 0,0 1 0,0-1 0,1 0 0,0-1 0,0 0 0,1 0 0,1 0 0,0-1 0,0 0 0,15 12 0,-16-15-26,0-1 1,0 0-1,1 0 1,-1 0-1,1-1 0,0 0 1,0-1-1,15 4 1,-5-4 9,1 0 0,33-2 0,-40 0-13,1-1 0,-1 0 0,0-1 0,1-1 0,-1 0 0,0 0 0,-1-1 0,1-1 0,-1 0 0,1 0 0,-1-1 0,-1 0 0,1-1 0,16-15 0,-6 3-97,-1 0-1,-1-1 1,-1-1-1,-1-1 1,-1 0-1,0-1 1,22-49-1,-28 52-137,-2-2-1,-1 1 1,0-1-1,-2 0 0,0 0 1,-2-1-1,0 1 1,-2-1-1,0 0 1,-3-28-1,-1 34 85,-1-1-1,0 1 1,-1 0-1,-1 0 1,-1 1-1,0 0 1,-1 0-1,-1 0 1,0 1 0,-1 0-1,-1 1 1,0 0-1,-1 1 1,0 0-1,-1 1 1,0 0-1,-20-12 1,20 16 7,1 0 1,-1 1-1,-1 0 1,1 1-1,-1 1 0,0 0 1,0 1-1,0 1 1,-22-3-1,24 5-54,0 1-1,0 0 1,0 0-1,0 2 1,0-1 0,0 2-1,1-1 1,-1 2-1,1-1 1,0 2-1,0-1 1,-16 10 0,3 2-1384,-35 28 0,-16 20-7128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3.8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20 158 6195,'0'0'7190,"6"-22"-6750,17-70 38,-10 48 1268,-11 61-92,-2-10-1786,-22 397 108,7-199 138,-12 639 2074,27-843-2190,0-1 0,0 0 0,0 1-1,0-1 1,0 1 0,0-1 0,0 0 0,0 1 0,0-1-1,0 1 1,0-1 0,1 0 0,-1 1 0,0-1 0,0 1 0,0-1-1,1 0 1,-1 1 0,0-1 0,0 0 0,1 1 0,-1-1-1,0 0 1,0 0 0,1 1 0,-1-1 0,0 0 0,1 0-1,-1 0 1,1 1 0,-1-1 0,0 0 0,1 0 0,0 0-71,-1 0 1,1 0 0,0-1 0,-1 1 0,1 0 0,-1-1-1,1 1 1,-1-1 0,1 1 0,-1 0 0,1-1 0,-1 1-1,1-1 1,-1 1 0,0-1 0,1 1 0,-1-1 0,0 0-1,0 1 1,1-1 0,-1 1 0,0-1 0,0 0-1,0 1 1,0-1 0,0 0 0,1 0 0,4-35-2794,-1-14-2275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4.4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615 34 5523,'0'0'6960,"5"-6"-6104,1 0-578,13-15 2723,-34 28-2595,7 3-319,-1 0 0,1 0 0,-13 23 0,10-16 2,-121 201 680,-68 103 525,-40-30-86,248-300-1357,97-99-1823,-91 96 1819,0 0 1,0 0 0,1 2-1,0 0 1,1 0-1,31-12 1,-42 20 153,0 0-1,0 1 1,0 0-1,0 0 1,1 0-1,-1 1 1,0 0-1,0 0 1,1 0-1,6 1 1,-9 0 6,1 0 0,-1 0 0,1 1 0,-1-1 0,1 1 0,-1 0 0,0 0-1,0 0 1,0 0 0,0 0 0,5 6 0,0 1 75,-1 1-1,-1 1 1,0-1-1,0 1 1,-1 0 0,0 1-1,5 19 1,10 39 1076,11 78 1,7 24 339,-35-160-1403,1 1 1,0-1-1,1 0 1,11 19-1,-14-27-81,1-1-1,-1 1 1,1-1-1,0 1 1,0-1-1,0 0 1,1 0-1,-1-1 1,1 1-1,0-1 1,-1 1-1,1-1 1,0 0-1,0-1 1,0 1-1,7 1 1,-5-2-37,0 0-1,0 0 1,0 0 0,0-1 0,0 0 0,0 0 0,-1-1-1,1 0 1,0 0 0,0 0 0,0-1 0,-1 0 0,1 0 0,-1 0-1,1-1 1,-1 1 0,0-1 0,0-1 0,0 1 0,0-1-1,6-7 1,2-2-591,-2-1 0,0 0 0,0-1 0,-1 0 0,14-31 0,-16 30-805,-1 0-1,0 0 1,-2-1 0,5-17-1,-5-7-4174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4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67 433 7411,'0'0'10397,"5"0"-9468,-2-1-867,0 1 0,0-1 1,-1 0-1,1 0 0,-1 0 1,1 0-1,-1 0 1,1-1-1,-1 1 0,1-1 1,-1 1-1,3-4 0,1-1-3,-1 0-1,1 0 1,-1 0-1,5-8 1,-2-1-255,0 1 0,0-1-1,-1 0 1,5-21 0,-5 13 88,-2 0 0,-1 0 0,0-1 0,-2 0 0,-1 1 0,-1-1 0,-3-30 0,2 51 105,1-1-1,-1 0 1,0 1 0,0-1 0,-1 0 0,1 1-1,-1-1 1,0 1 0,0 0 0,0 0 0,-2-4-1,2 5 19,1 1-1,-1-1 0,1 1 0,-1-1 0,0 1 0,0 0 0,1 0 1,-1 0-1,0 0 0,0 0 0,0 0 0,0 0 0,0 0 1,0 1-1,-1-1 0,1 1 0,0 0 0,0 0 0,0 0 1,-4 0-1,5 0-9,0 0 0,0 0 0,0 0 0,0 1 0,0-1 0,0 0 0,1 0 0,-1 1 0,0-1 1,0 1-1,0-1 0,0 1 0,1-1 0,-1 1 0,0 0 0,1-1 0,-1 1 0,0 0 0,1-1 0,-1 2 0,-10 16 138,2 1-1,1 0 1,0 0-1,-8 33 1,15-49-122,-18 70 566,2 1 1,4 1-1,3 0 0,3 1 1,4 0-1,8 95 0,-5-167-580,0 1-1,0 0 0,1-1 1,0 1-1,0-1 0,0 1 1,0-1-1,1 0 0,0 1 1,0-1-1,0 0 0,0 0 1,1 0-1,0-1 0,-1 1 0,1 0 1,5 3-1,-4-4-11,-1-1 0,2 0-1,-1 0 1,0-1 0,0 1-1,1-1 1,-1 0 0,0 0 0,1 0-1,-1 0 1,1-1 0,-1 0-1,1 0 1,0 0 0,-1-1 0,8-1-1,-3 1-90,-1-2-1,1 1 0,-1-1 1,1-1-1,-1 0 1,0 0-1,0 0 0,-1-1 1,1 0-1,-1-1 0,0 1 1,0-1-1,-1-1 1,0 1-1,0-1 0,6-10 1,-1 0-919,0 0 0,-1-1 1,-1 0-1,0 0 0,-2-1 1,7-25-1,2-34-7946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5.3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130 0 10949,'0'0'9543,"-18"15"-9276,6-5-222,0-1-7,0 1 0,-19 21 0,27-26-35,-1 1 1,1 0 0,0 0 0,1 0-1,-1 0 1,1 1 0,0 0 0,1-1-1,0 1 1,-3 13 0,3-2-65,0 0 0,1 0 0,3 34 0,-1-42 10,0 0-1,1-1 1,1 1-1,-1-1 1,2 0-1,-1 0 1,1 0-1,10 16 1,-4-10-64,1-1 1,1-1-1,0 0 0,1 0 0,24 18 1,80 45 51,-10-7 641,-103-66-563,1 1 1,-1-1 0,0 1 0,0 0 0,0 0 0,0 0 0,-1 0 0,1 1 0,-1 0-1,-1-1 1,1 1 0,0 0 0,-1 0 0,0 1 0,-1-1 0,1 0 0,-1 1 0,0-1-1,0 1 1,0-1 0,-1 1 0,0 6 0,0-9-19,-1 1 0,1-1 0,-1 1 0,1-1 0,-1 0 0,0 1 0,0-1 0,0 0 0,-1 0 0,1 0 0,-1 0-1,0 0 1,0 0 0,-4 5 0,1-3 1,0-1-1,0 1 0,-1-1 0,1 0 0,-1 0 1,0 0-1,-7 2 0,0 0 26,-1 0 0,0-2-1,0 0 1,0 0-1,-1-2 1,-25 3 0,32-4 14,-16 0 30,23-1-66,0 0 1,0 0-1,0 0 1,0-1-1,1 1 1,-1 0-1,0 0 1,0-1-1,0 1 1,0 0-1,0-1 1,1 1 0,-1-1-1,0 1 1,0-1-1,1 1 1,-1-1-1,0 1 1,1-1-1,-2-1 1,0-6-6,0-1 0,0 0 1,0 0-1,1 0 0,1 0 0,0 0 1,1-15-1,-1 15-30,2-9-83,0 0 1,1 0 0,0 0-1,2 1 1,0 0 0,1-1-1,16-30 1,2 3-462,47-64 0,-54 84 415,2 1-1,1 0 0,27-25 0,-41 43 170,1 0 1,1 0-1,-1 1 1,1 0-1,0 0 1,0 1 0,0 0-1,0 0 1,1 1-1,0 0 1,0 0-1,-1 1 1,1 0-1,18 0 1,-25 2 41,0 0 0,0 0 0,0 0 0,0 1 0,-1-1 0,1 0 0,0 1 0,0 0 0,-1-1 0,1 1 0,0 0 0,-1 0 0,1 0 0,0 0 1,-1 0-1,1 0 0,-1 1 0,3 2 0,-2-1 64,0 1 0,1-1 1,-1 1-1,-1 0 0,1-1 1,-1 1-1,1 0 1,0 6-1,1 8 354,0 1 0,-2-1 1,-1 22-1,0-31-291,0 372 2411,0-380-3232,0-4-1248,0-17-2095,-3-23-2838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5.7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17432,'0'0'1649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6.1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 6003,'0'0'11146,"1"-4"-10690,3-2-75,-1 8-46,5 18 230,3 40 345,8 172 1736,-20 2-792,-1-94-925,2-27-390,1-113-538,-1 0 0,0 0 0,0 0 0,0 0 1,0 0-1,0 0 0,0 0 0,0 0 0,0 0 0,0 0 0,0 0 1,0 0-1,0 0 0,0 0 0,0 0 0,0-1 0,0 1 1,1 0-1,-1 0 0,0 0 0,0 0 0,0 0 0,0 0 0,0 0 1,0 0-1,0 0 0,0 0 0,0 1 0,0-1 0,0 0 1,0 0-1,1 0 0,-1 0 0,0 0 0,0 0 0,0 0 0,0 0 1,0 0-1,0 0 0,0 0 0,0 0 0,0 0 0,0 0 0,0 0 1,0 0-1,0 0 0,0 0 0,0 0 0,0 0 0,0 1 1,0-1-1,0 0 0,0 0 0,0 0 0,0 0 0,0 0 0,0 0 1,0 0-1,0 0 0,0 0 0,0 0 0,0 0 0,0 0 1,0 0-1,0 1 0,5-9-5,13-69-1091,14-133 0,-26 161 417,3-32-602,6-49-1054,-11 107 2015,2-1 0,0 1 0,11-27 0,-14 43 354,0 1 0,0-1 0,1 1 0,0 0 1,7-9-1,-10 14 17,-1-1 1,1 1-1,0 1 1,0-1-1,0 0 1,0 0-1,0 0 1,0 0 0,0 1-1,0-1 1,0 0-1,0 1 1,1-1-1,-1 1 1,0 0-1,0-1 1,0 1-1,1 0 1,-1-1-1,0 1 1,1 0-1,-1 0 1,0 0-1,0 0 1,1 1-1,-1-1 1,0 0-1,0 0 1,1 1 0,-1-1-1,0 1 1,0-1-1,0 1 1,0-1-1,0 1 1,1 0-1,-1-1 1,1 3-1,4 5 198,0 0 0,-1 0 0,0 1 0,-1-1 0,0 1 0,0 0 0,-1 1-1,3 12 1,3 13 430,-2 1 0,6 58 0,-6 75 996,-5-105-1182,4-3-344,-5-55-143,2-9-4,0-14-133,9-79-843,18-113-3512,-23 176 3509,1 1 1,2 0-1,0 0 1,20-37-1,-26 62 967,0-1 0,0 0 0,1 1-1,0 0 1,12-13 0,-14 18 131,-1 0 0,1 0 1,0 0-1,-1 0 0,1 1 0,0-1 1,0 1-1,0-1 0,1 1 0,-1 0 1,0 0-1,0 1 0,1-1 0,-1 1 1,0-1-1,1 1 0,6 1 0,-8-1-22,1 0 1,-1 1-1,1-1 0,-1 1 0,1 0 1,-1-1-1,1 1 0,-1 1 0,1-1 1,-1 0-1,0 0 0,0 1 0,0-1 1,0 1-1,0 0 0,0 0 0,2 2 1,1 3 106,0 0 0,-1 1 1,0-1-1,4 11 1,4 13 258,-2 0 1,-1 0 0,-1 0 0,4 40 0,4 131 860,-8-70-904,-6-113-779,1-46-5838,-3-26-1372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6.7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0 147 11797,'0'0'7438,"2"-1"-7390,-1 1-1,1-1 0,-1 1 0,0 0 0,1-1 0,-1 1 0,1 0 1,-1 0-1,0 0 0,1 0 0,-1 0 0,1 1 0,-1-1 0,0 0 0,1 1 1,-1-1-1,3 2 0,-1 5 79,1 0-1,-2 1 1,1 0 0,-1 0 0,0-1-1,1 15 1,5 43 673,0 129-1,-8-136-546,0 233 722,2 111-139,0-348-604,12 79-1,-13-123-205,-1-8-24,0 0 1,1 1 0,-1-1 0,0 1 0,1-1 0,-1 0-1,1 1 1,0-1 0,0 0 0,0 0 0,0 1-1,0-1 1,0 0 0,1 0 0,-1 0 0,1 0 0,-1-1-1,3 3 1,-3-4 0,-1 0-1,1 1 0,-1-1 1,0 0-1,1 0 0,-1 0 1,1 0-1,-1 0 0,1 0 1,-1 0-1,1 0 1,-1 0-1,0 0 0,1 0 1,-1 0-1,1 0 0,-1 0 1,1 0-1,-1 0 0,0-1 1,1 1-1,-1 0 1,1 0-1,-1 0 0,0-1 1,1 1-1,-1 0 0,0-1 1,1 1-1,-1 0 0,0-1 1,1 1-1,-1 0 1,0-1-1,0 1 0,1 0 1,-1-1-1,0 1 0,0-2 1,8-23 9,-7 22-10,8-47-406,-1-1 0,0-57 0,-6-112-3489,-3 126 1704,-19-200-3619,1 43 2528,17 207 3054,0 8 498,2-1 1,5-50-1,-4 79-25,0-1 1,1 1 0,0-1-1,0 1 1,1 0 0,0 0-1,1 0 1,-1 1-1,1-1 1,1 1 0,0 0-1,0 0 1,0 0 0,1 1-1,9-9 1,-10 11-72,0 1 1,0 0 0,0 0-1,1 1 1,-1-1 0,1 1-1,0 0 1,-1 1 0,1-1-1,0 1 1,0 0 0,0 1-1,0 0 1,0 0 0,0 0-1,0 0 1,0 1-1,0 0 1,0 0 0,0 1-1,0 0 1,0 0 0,-1 0-1,1 0 1,-1 1 0,0 0-1,0 0 1,0 1 0,0-1-1,6 6 1,-2 2 76,-1 0-1,1 0 1,-2 1 0,0 0 0,0 0 0,-1 0-1,0 1 1,7 24 0,-8-14-17,0 1 0,-1-1 0,-2 1 0,0 34 1,-1-47-226,-2 1 1,1 0 0,-2 0 0,0 0 0,0-1 0,-1 1 0,0-1 0,-1 0-1,0 0 1,-1 0 0,0 0 0,-11 16 0,4-10-28,-1 0-1,0 0 1,-2-1 0,0-1-1,0 0 1,-25 17 0,32-26-280,0-1 0,0 0 0,0-1 0,0 1 0,-1-1 1,0-1-1,0 0 0,0 0 0,0-1 0,0 0 0,-1 0 0,1-1 1,-1-1-1,1 1 0,-1-1 0,-16-3 0,23 3 39,1-1 1,-1 0-1,1 0 0,0 1 1,-1-1-1,1-1 0,0 1 0,0 0 1,0 0-1,0-1 0,0 1 1,0-1-1,0 0 0,-2-3 0,-2-2-1114,1-2 1,1 1-1,-6-13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7.1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21 152 11797,'0'0'9634,"-3"2"-9244,2-1-375,0 0 1,0 0 0,-1 0 0,1 0-1,1 0 1,-1 0 0,0 1 0,0-1 0,0 0-1,1 0 1,-1 1 0,0-1 0,1 1-1,-1-1 1,1 1 0,-1 1 0,1 29 214,0-16-35,-1 67 856,-1-29-256,2 1 0,14 97 1,-13-146-777,1 0 1,-1 1-1,1-1 1,1 0-1,-1 0 1,1 0-1,0-1 1,0 1-1,1-1 1,-1 0-1,1 1 1,8 6-1,-9-10-19,-1 1 0,1-2-1,0 1 1,0 0 0,0 0-1,0-1 1,0 0 0,0 0-1,0 0 1,1 0 0,-1 0-1,0 0 1,1-1 0,-1 0-1,1 1 1,-1-1 0,0-1 0,1 1-1,-1 0 1,0-1 0,1 0-1,-1 1 1,0-2 0,1 1-1,5-3 1,-1 0-40,-1-1 0,1 0 0,-1 0 0,0-1 0,0 1 0,0-2 0,8-9 0,3-7-380,18-28-1,-21 29-357,-1-2 0,-2 0 0,0 0 0,-1-1-1,-2 0 1,0-1 0,-2 0 0,-1 0-1,5-42 1,-11 59 465,3-16-1212,-2 0 0,-1 0 0,-3-26 0,2 46 1369,0-1 0,0 1 0,0-1 0,0 1 1,-1 0-1,0-1 0,0 1 0,-1 0 0,1 0 1,-1 0-1,0 1 0,-1-1 0,1 1 0,-1-1 1,1 1-1,-1 0 0,-1 0 0,1 1 0,-6-4 1,7 5 163,-1 0 0,0 1 0,0 0 0,0 0 1,-1 0-1,1 0 0,0 0 0,0 1 0,0 0 0,-1 0 1,-4 0-1,0 0-893,-5 0-3107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7.4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10421,'0'0'5960,"2"30"-4445,6 84-298,11 186 896,-34 554 773,8-639-2597,7-402-8272,0 124 1650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7.9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308 206 3794,'0'0'6421,"0"-22"-5660,-4-66 746,4 85-1340,-1 0 0,1 0-1,-1 0 1,1 0 0,-1 0 0,0 0 0,0 0-1,-2-3 1,-8-2 1108,4 4-665,-13-12 577,16 13-1079,-1-1 1,1 1-1,0-1 0,-1 1 1,1 0-1,-1 1 0,0-1 0,0 1 1,0 0-1,-1 0 0,1 0 1,0 1-1,-1 0 0,-9-1 1,10 2-85,3 0 5,0-1 1,-1 1 0,1 0 0,0 0 0,-1 0 0,1 0 0,0 1-1,0-1 1,-1 0 0,1 1 0,0 0 0,0-1 0,0 1 0,-1 0-1,1 0 1,0 0 0,0 1 0,0-1 0,1 0 0,-1 1 0,0-1-1,0 1 1,1 0 0,-1-1 0,-2 5 0,-10 16 235,1 1 0,1 1 1,0 0-1,2 0 0,1 1 1,1 1-1,1-1 0,-3 32 0,1 11 1056,0 132 0,9-195-1288,-1 2-2,1 0 0,1 1 0,-1-1 1,1 0-1,0 0 0,3 9 0,-3-14-30,0 0 0,0 0 0,0 0 0,0 0 0,1-1 0,-1 1 0,0 0-1,1-1 1,-1 1 0,1-1 0,0 0 0,-1 1 0,1-1 0,0 0 0,0 0 0,0 0 0,0 0-1,0-1 1,0 1 0,0 0 0,0-1 0,0 1 0,0-1 0,0 0 0,3 0 0,3 1-20,1-2 0,-1 1 0,1-1 0,-1 0 1,1-1-1,-1 0 0,1 0 0,-1-1 0,0 0 1,0 0-1,-1-1 0,1 0 0,-1-1 0,0 1 1,0-1-1,0-1 0,9-8 0,2-4-559,-1-1 0,0 0 0,-1-2 0,21-36 1,-30 45 56,0 0 0,-1 0 0,0-1 0,-1 0 0,-1 0 0,0 0 0,-1 0 0,0 0 0,-1-1 0,0-19 0,-3 61 1971,-2-1-1,-5 28 1,-2 10-365,-1 244 2112,12-306-3170,-1 8 65,0 0 1,1 0-1,3 12 1,-4-21-90,1 1 1,0-1 0,-1 0-1,1 0 1,0 1-1,0-1 1,0 0 0,1 0-1,-1 0 1,1 0 0,-1 0-1,1-1 1,-1 1-1,1 0 1,0-1 0,0 1-1,0-1 1,0 0-1,2 2 1,0-2-50,0 1 0,1-1 1,-1 0-1,0 0 0,0-1 0,1 1 0,-1-1 1,1 0-1,-1 0 0,0-1 0,1 1 0,-1-1 1,0 0-1,0 0 0,1 0 0,-1-1 0,5-2 1,-3 0-169,-1-1 1,1 0-1,-1 0 1,0 0 0,0-1-1,-1 0 1,6-8-1,26-51-3841,-1-9-2887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8.3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0 1953,'0'0'13539,"-4"27"-9054,-6 48-2317,0 92-1,10 432 1400,2-656-4653,3 1-1,2-1 0,17-69 0,36-67-7193,-48 161 6128,2 1 0,24-40-1,-28 56 1901,0 1-1,0 1 0,19-20 1,-25 30 484,0-1 0,0 1 0,0 0 0,0 0 0,0 0 1,1 0-1,-1 1 0,1 0 0,-1 0 0,1 0 0,0 1 0,0-1 0,0 1 0,0 0 0,0 0 1,8 1-1,-11 0-89,0 0 0,0 0 1,0 0-1,-1 0 1,1 1-1,0-1 0,0 1 1,0-1-1,-1 1 0,1 0 1,0-1-1,-1 1 0,1 0 1,0 0-1,-1 0 0,1 0 1,-1 1-1,0-1 1,1 0-1,-1 1 0,0-1 1,2 3-1,0 1 102,-1 1-1,1 0 1,-1-1-1,0 1 1,2 8 0,-3-8-11,6 23 639,-1 0 1,3 58-1,-8 60 1051,-1-82-1353,0-37-393,1-14-286,-1-1 0,-1 1 1,0 0-1,-4 22 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29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1697,'0'0'18952,"47"-15"-18711,-31 3 223,-2 6-464,-4 3 0,-3 3-80,-4 0-240,4 12-577,-7 24-992,0 3-1664,0 6-3763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0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7 8052,'0'0'9012,"-63"-6"-17144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0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0 9364,'0'0'5493,"-2"1"-5076,0 0-393,1 0 0,0 0 0,0 0 1,0 0-1,1 0 0,-1 1 0,0-1 0,0 0 1,1 0-1,-1 1 0,0-1 0,1 0 1,-1 1-1,1-1 0,0 0 0,-1 1 0,1-1 1,0 1-1,0-1 0,0 3 0,1 40 261,-1-24-201,0 1349 5426,0-1359-5475,0-8-35,-1-1 1,1 0-1,0 1 1,0-1 0,0 0-1,0 1 1,0-1-1,0 1 1,0-1-1,0 0 1,0 1 0,1-1-1,-1 1 1,0-1-1,1 0 1,-1 0 0,1 1-1,0-1 1,-1 0-1,1 0 1,0 1-1,0-1 1,0 0 0,0 0-1,0 0 1,1 1-1,-2-2-5,1 0 0,-1 0 0,1 0 1,-1 0-1,1 0 0,-1 0 0,1 0 0,-1 1 0,1-2 0,-1 1 0,1 0 0,-1 0 0,1 0 0,-1 0 0,1 0 0,-1 0 0,1 0 1,-1-1-1,1 1 0,-1 0 0,0 0 0,1 0 0,-1-1 0,1 1 0,-1 0 0,0-1 0,1 1 0,-1 0 0,0-1 0,1 1 0,-1-1 1,0 1-1,0 0 0,1-1 0,-1 0 0,8-22-456,-8 22 440,5-27-2046,-1 0-1,0-40 0,-4-4-4905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1.1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558 1 10053,'0'0'3769,"-40"11"-3040,-135 39-49,135-38-647,0 1-1,2 2 1,-1 2-1,-61 38 1,92-50-44,-1 1 1,1 0-1,0 0 1,0 0 0,-10 13-1,15-15 10,0 0 1,0 0-1,0 1 0,1-1 0,0 1 1,0-1-1,0 1 0,1 0 1,-1 0-1,1 0 0,0 0 0,0 8 1,1-3 129,0 0 1,1-1 0,0 1 0,0 0-1,1 0 1,0-1 0,1 1-1,0-1 1,1 0 0,-1 0 0,2 0-1,-1 0 1,2-1 0,-1 0-1,10 12 1,8 5 444,0-2 1,1 0-1,34 24 0,-42-35-473,0-1 1,1 0-1,0-1 0,1-1 0,0-1 0,32 10 0,-42-15-108,-1-1-1,1 0 0,0-1 0,-1 0 0,1 0 1,0-1-1,0 1 0,0-2 0,-1 1 1,1-1-1,0 0 0,0-1 0,-1 0 0,1 0 1,-1-1-1,0 0 0,0 0 0,0-1 0,13-7 1,-11 2-327,1 0 0,-1-1 0,0 0 0,-1 0 0,0-1 0,-1 0 0,0 0 0,-1-1 0,0 0 0,5-14 0,-2 0-1455,-1-1 0,-1 0 0,6-51 1,-5-13-2460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1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56 1121,'64'-48'7646,"-50"41"-2697,-14 13-4748,-1-2 518,-8 167 3928,1-52-3387,3 338 2139,5-447-3350,1 0-1,0 0 1,1 0 0,0 0 0,0-1 0,1 1 0,5 11 0,-7-17-44,1-1-1,0 0 1,0-1 0,0 1-1,1 0 1,-1 0 0,1-1-1,-1 1 1,1-1 0,0 0-1,0 0 1,0 0 0,0 0-1,0-1 1,0 1 0,1-1-1,-1 0 1,1 0 0,-1 0-1,0 0 1,1-1 0,6 1 0,-6 0-4,0-1 0,0 0 0,1 0 0,-1-1 0,0 1 0,0-1 0,0 0 0,0 0 0,0 0 0,0-1 0,0 1 0,0-1 0,0 0 0,4-3 0,1-2-8,0-1 0,0 0-1,-1 0 1,8-10-1,19-24-556,-3 0 0,-1-2-1,35-67 1,-51 81-448,-1-1 0,-1 0-1,-2-1 1,-1 0 0,-2 0 0,7-57-1,-12 65-399,-2 0 1,0-1-1,-2 1 0,-5-40 0,4 55 1202,-1 0-1,1 0 1,-2 0-1,1 0 1,-1 0 0,-6-9-1,6 12 462,0 0-1,0 1 1,-1 0-1,0-1 1,0 2-1,0-1 1,0 0-1,-1 1 1,-8-4-1,7 4 202,0 1-1,0 0 0,0 1 0,-1 0 0,1 0 1,-1 0-1,0 1 0,0 0 0,1 1 0,-1 0 1,0 0-1,0 1 0,1 0 0,-1 0 0,0 0 0,-7 4 1,6 0-194,1 0 1,0 1-1,0 0 0,0 1 1,1 0-1,0 0 1,-9 12-1,-20 19-567,35-37-91,-6 5-272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2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41 112 1024,'0'0'7791,"-5"-9"-6601,-15-26 29,19 32-961,0 1 0,0-1-1,0 1 1,0-1 0,0 1 0,1-1 0,0 0 0,-1 1 0,1-1 0,0 0 0,0 1 0,1-6-1,-1 7-162,1-1-1,-1 1 1,0 0-1,0 0 1,0 0-1,0-1 1,0 1-1,0 0 1,0 0-1,-1 0 1,1-1-1,0 1 1,0 0-1,-1 0 1,1 0-1,-1 0 1,1 0-1,-1 0 1,0 0-1,1 0 1,-1 0-1,0 0 0,0 0 1,-1-1-1,2 62 317,-1 122 1418,5 307 2470,-3-470-4179,-1-6-54,0 0 1,1 1-1,1-1 0,0 0 1,6 19-1,-7-30-50,-1 0 1,1-1-1,0 1 1,0 0-1,0-1 1,0 1-1,0-1 1,0 1-1,1-1 1,-1 0-1,0 1 1,1-1-1,-1 0 1,1 0-1,1 1 1,-2-1-11,0-1 0,0 0 1,0 1-1,0-1 0,1 0 1,-1 0-1,0 0 0,0 0 1,0 0-1,0 0 0,0 0 1,0 0-1,0 0 0,0 0 1,0-1-1,0 1 0,0-1 1,0 1-1,0 0 0,0-1 1,0 1-1,0-1 0,0 0 1,0 1-1,0-1 0,-1 0 1,1 0-1,0 1 0,0-2 1,7-10 13,-1-1 1,0 1-1,-1-1 1,0 0 0,-1-1-1,4-19 1,-3 16-64,18-76-1598,20-142-1,-16 72-894,-24 144 2297,14-63-423,-15 72 655,0 0 1,1 0-1,0 1 0,1 0 0,11-17 0,-15 24 63,0 1 0,0 0 0,0-1 0,0 1 0,1 0 0,-1 0-1,1-1 1,-1 1 0,0 0 0,1 1 0,0-1 0,-1 0 0,1 0-1,-1 1 1,1-1 0,0 1 0,0-1 0,-1 1 0,1 0 0,0-1-1,0 1 1,-1 0 0,1 0 0,0 0 0,0 1 0,-1-1 0,1 0-1,0 1 1,0-1 0,-1 1 0,1-1 0,0 1 0,-1 0 0,1 0-1,-1 0 1,1 0 0,-1 0 0,1 0 0,-1 0 0,0 0 0,0 1-1,1-1 1,-1 0 0,0 1 0,0-1 0,1 3 0,6 9 306,0 0 1,-1 1-1,-1 0 1,0 1 0,8 28-1,12 84 1168,-1 136 867,-16-149-1635,-8-96-717,-1-13-38,0 0-1,0 0 0,1 0 0,0 0 1,0 0-1,0 0 0,0-1 0,3 7 1,-4-11-6,1 0 1,-1 1 0,0-1-1,0 0 1,0 0 0,0 1 0,0-1-1,0 0 1,1 1 0,-1-1-1,0 0 1,0 0 0,0 0 0,1 1-1,-1-1 1,0 0 0,0 0-1,1 1 1,-1-1 0,0 0 0,0 0-1,1 0 1,-1 0 0,0 0-1,1 0 1,-1 0 0,0 1 0,1-1-1,-1 0 1,0 0 0,1 0-1,-1 0 1,0 0 0,1 0 0,-1 0-1,0-1 1,0 1 0,1 0-1,-1 0 1,0 0 0,1 0 0,-1 0-1,0 0 1,1 0 0,-1-1-1,0 1 1,0 0 0,1 0 0,-1 0-1,0-1 1,0 1 0,0 0-1,1 0 1,-1-1 0,0 1 0,0 0-1,0-1 1,0 1 0,1 0-1,-1 0 1,0-1 0,0 1 0,0 0-1,0-1 1,0 1 0,0 0-1,0-1 1,0 1 0,0-1 0,11-36-208,-1 0 0,8-58 0,-8 37-308,-1 8-11,26-117-2335,-28 141 2249,1 0-1,1 1 1,1 0-1,16-27 0,-23 46 571,1 0 0,0 1-1,0-1 1,1 1 0,-1 0 0,1 0-1,0 0 1,9-5 0,-11 8 56,-1 1 0,0-1 1,1 1-1,-1 0 0,1 0 1,-1 0-1,1 0 0,-1 1 1,1-1-1,0 1 0,-1 0 1,1-1-1,0 1 0,-1 0 1,1 1-1,0-1 0,-1 0 0,1 1 1,0-1-1,-1 1 0,1 0 1,-1 0-1,1 0 0,-1 0 1,3 2-1,1 1 90,-1 0 0,0 1-1,0 0 1,0 0 0,0 0 0,-1 0-1,0 1 1,0 0 0,6 11 0,26 65 757,-36-81-851,21 61 616,-3 0-1,-3 2 1,-2 0-1,-3 1 1,1 81-1,-10-131-499,0 7 63,0-1 1,9 41 0,-9-61-192,-1 0 1,0 0-1,1 0 0,-1 0 0,1 0 1,-1 0-1,1 0 0,-1 0 0,1 0 0,-1 0 1,1 0-1,0-1 0,0 1 0,-1 0 1,1 0-1,2 0 0,-3 0-7,1-1 0,-1 0-1,1 0 1,-1 0 0,1 0-1,-1 0 1,1 0 0,-1 0-1,1 0 1,-1 0 0,1 0 0,-1 0-1,1 0 1,0 0 0,-1 0-1,1 0 1,-1-1 0,1 1-1,-1 0 1,1 0 0,-1 0-1,0-1 1,1 1 0,-1 0 0,1-1-1,-1 1 1,1-1 0,1-2-92,0 1 1,0-1-1,0 0 1,-1 0-1,0 0 1,1 0-1,-1 0 1,0 0-1,0 0 1,1-6 0,3-37-1219,-5 40 1035,2-68-4551,-2-4-4088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3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1 252 2385,'0'0'4685,"6"-13"-3895,35-88 1859,-30 73-1573,-8 22-466,0 0 0,0 0 0,-1-1 1,0 1-1,0-1 0,-1 1 1,0-1-1,1-11 0,5-22 185,-3 166-800,2 310 2114,14 267 1339,-18-681-3370,-2 0 15,2-1 1,1 1-1,0-1 0,1 0 0,2 0 1,8 21-1,-13-39-72,0 0-1,1 0 1,0-1-1,-1 1 1,1-1 0,0 1-1,0-1 1,0 0-1,1 0 1,-1 0 0,1 0-1,-1 0 1,1-1-1,3 3 1,-5-4-16,1 1 0,-1-1 1,1 1-1,0-1 0,-1 1 0,1-1 1,0 0-1,-1 0 0,1 0 1,0 0-1,-1 0 0,1 0 0,0 0 1,-1 0-1,1-1 0,-1 1 0,1-1 1,0 1-1,-1-1 0,1 0 0,-1 0 1,1 1-1,-1-1 0,0 0 0,1 0 1,-1 0-1,2-2 0,1-3 2,0 0-1,0 0 1,0 0-1,0 0 1,-1-1-1,0 1 1,3-11-1,13-56-215,-12 27-986,-3 0 1,-2-89 0,-2 80-103,-1 25 75,0 0-1,-2 0 1,-2 0 0,-10-40-1,-14-28-3835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4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84 5795,'0'0'4975,"35"-17"-3158,0 0-1401,0 1 0,46-13 1,-77 28-372,-1 0-1,1 0 1,0 1 0,0-1 0,-1 1 0,1 0 0,0 0 0,-1 0 0,1 0 0,0 1 0,0-1 0,-1 1-1,1 0 1,-1 0 0,1 1 0,-1-1 0,1 1 0,-1-1 0,0 1 0,1 0 0,-1 0 0,0 1 0,3 2-1,9 9 155,-1 0 0,0 1 0,0 0 0,-2 1 0,0 1-1,-1 0 1,0 1 0,-2 0 0,0 0 0,-1 1 0,-1 0-1,0 0 1,-2 1 0,0 0 0,-1 0 0,-1 0 0,-1 0-1,-2 41 1,-1-49-97,-1 0 0,0 0 1,-1 0-1,0 0 0,-1 0 0,0-1 0,-1 0 0,0 0 0,-1 0 0,0 0 0,-10 13 1,6-12-86,-1 0 0,0 0 0,-1-1 0,0 0 0,0-1 0,-1 0 0,-1-1 0,-15 8 1,22-14-112,1 1 0,-2-2 0,1 1 0,0-1 1,0 0-1,-1 0 0,1-1 0,-1 0 0,0 0 1,1-1-1,-1 0 0,-9-1 0,15 1-58,0 0 1,-1-1-1,1 1 0,0-1 0,0 0 0,0 0 1,0 1-1,0-1 0,0-1 0,0 1 0,0 0 1,0 0-1,0-1 0,0 1 0,1-1 0,-1 0 1,1 1-1,-3-4 0,2 0-437,-1 0 0,1 0-1,0 1 1,1-1 0,-1-1 0,0-8 0,-5-55-7524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4.3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6851,'0'0'8673,"7"-8"-8160,-6 6-492,1 1 0,-1-1 0,0 1 0,0 0 1,1-1-1,-1 1 0,1 0 0,-1 0 0,1 0 0,-1 0 1,1 0-1,0 0 0,-1 0 0,1 1 0,0-1 1,0 1-1,2-1 0,-4 1-8,1 0-1,0 1 1,-1-1 0,1 0-1,0 1 1,-1-1 0,1 1-1,0-1 1,-1 1 0,1-1 0,-1 1-1,1-1 1,-1 1 0,1 0-1,-1-1 1,0 1 0,1 0-1,-1-1 1,0 1 0,1 0 0,7 34 401,15 224 2488,-19 7-975,-4-172-1255,0 12-144,2 95 325,1-145-600,16 84-1,-17-130-247,-2-8-5,0-1 0,0 1-1,0 0 1,0 0 0,1-1 0,-1 1-1,0 0 1,1-1 0,0 1 0,-1 0-1,1-1 1,0 1 0,0-1 0,0 1 0,0-1-1,0 0 1,0 1 0,0-1 0,0 0-1,1 0 1,2 2 0,-4-2-5,0-1 1,1 0-1,-1 0 0,0 0 1,1 0-1,-1 0 0,0 0 1,1 0-1,-1 0 0,0 0 1,0-1-1,1 1 0,-1 0 1,0 0-1,1 0 0,-1 0 1,0 0-1,1-1 1,-1 1-1,0 0 0,0 0 1,1 0-1,-1-1 0,0 1 1,0 0-1,0 0 0,1-1 1,-1 1-1,0 0 0,0 0 1,0-1-1,0 1 0,1 0 1,-1-1-1,0 1 0,0 0 1,0-1-1,4-17-255,-3 14 131,8-114-5094,-8 52 180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4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24 539 15415,'0'0'4525,"30"-33"-4381,93-107-926,-110 126 383,-1-1 0,18-33 0,-25 39 71,-2-1 0,1 1-1,3-19 1,-5 21 181,3-12-582,-2 0 1,0 0-1,1-22 1,-4 36 571,0 0 0,0-1 0,0 1-1,0 0 1,-1 0 0,0 0 0,0 0 0,0 1 0,-1-1 0,0 0 0,0 0 0,0 1 0,0-1 0,-1 1 0,0 0 0,1-1 0,-5-3 0,1 3 222,-1 1 0,1 0 0,0 0 1,-1 1-1,0 0 0,0 0 1,0 0-1,0 1 0,0 0 0,-1 0 1,1 1-1,0 0 0,-1 1 1,-12-1-1,16 2 23,0-1 0,0 0 0,0 1 0,1 0 0,-1 0-1,0 0 1,1 0 0,-1 1 0,1 0 0,-1-1 0,1 1 0,0 0 0,0 1 0,0-1 0,0 0 0,0 1 0,0 0 0,0 0 0,1-1 0,0 2 0,0-1 0,-1 0 0,2 0 0,-1 1 0,0-1-1,-1 7 1,-4 9 485,1 0-1,1 1 1,-4 38-1,8-51-418,-6 61 1282,2 0 0,8 108 1,-2-158-1228,1-1 1,1 0-1,1 1 1,0-2 0,1 1-1,1 0 1,9 19-1,-11-29-172,0 0-1,0 0 0,0-1 0,1 1 0,0-1 0,0 0 1,0 0-1,1-1 0,0 0 0,0 0 0,0 0 0,1-1 0,0 0 1,0 0-1,0 0 0,0-1 0,0 0 0,11 2 0,-7-2-83,0-1-1,1-1 0,-1 0 0,0 0 0,1-1 1,-1-1-1,0 0 0,1 0 0,-1-1 0,0-1 1,0 0-1,11-4 0,-7 0-705,-1 0 1,0 0-1,-1-2 0,0 1 1,0-2-1,-1 0 0,0 0 1,11-13-1,30-42-7205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5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90 13750,'0'0'6195,"9"16"-5621,-3-6-486,1 2 44,-1-1 0,-1 1 1,1 0-1,-2 0 0,0 0 1,0 1-1,-1 0 0,-1 0 1,1 13-1,0 358 2653,-4-203-2227,1-177-548,2-9-4,13-38-324,-2 0 0,-1 0 0,5-47 0,9-143-3026,-11 75 975,-13 141 2197,0-5 101,1 0-1,1 0 1,0 0-1,2 1 1,0-1 0,10-20-1,-15 41 99,-1 0 1,0 0-1,1 0 1,-1 1-1,1-1 1,-1 0-1,1 0 0,-1 0 1,1 1-1,0-1 1,-1 0-1,1 1 1,0-1-1,0 0 0,-1 1 1,1-1-1,0 1 1,0-1-1,0 1 0,0 0 1,0-1-1,0 1 1,0 0-1,0 0 1,0-1-1,0 1 0,-1 0 1,1 0-1,0 0 1,0 0-1,2 1 0,-1-1 47,-1 1 0,1 0-1,0 0 1,0 0 0,-1 1-1,1-1 1,-1 0-1,1 1 1,-1-1 0,1 1-1,-1-1 1,0 1 0,0-1-1,0 1 1,0 0-1,1 2 1,7 19 511,-1 1 0,-1 0 1,-1 0-1,3 27 0,-8-46-507,27 248 2659,-22 2-696,-3-98-1262,-3-143-751,-1-11-24,1 0 0,0 0-1,0 0 1,0 0 0,1 0-1,-1 0 1,0 0 0,1 0-1,0 0 1,0-1-1,0 1 1,0 0 0,0 0-1,2 2 1,4-2 7,-6-4-15,-1 1-1,1-1 1,-1 1 0,1-1 0,0 1-1,-1-1 1,1 0 0,-1 1 0,0-1-1,1 0 1,-1 1 0,0-1 0,1 0-1,-1 1 1,0-1 0,1-1 0,10-42-655,11-73 1,-10 46-258,5-30-337,17-86-1809,-26 156 2683,0 1-1,2 1 1,28-55 0,-33 73 386,1 1 1,0 0-1,1 0 1,12-13-1,-16 20 39,-1 1 0,1-1 0,0 1-1,-1 0 1,1 0 0,0 0 0,0 1-1,1-1 1,-1 1 0,0-1 0,1 1-1,-1 0 1,0 0 0,1 1 0,-1-1-1,1 1 1,-1 0 0,7 0 0,-6 0 13,-1 1-1,1 0 1,-1 0 0,1 1 0,-1-1 0,0 0 0,0 1-1,1 0 1,-1 0 0,0 0 0,-1 0 0,1 1 0,0-1-1,-1 1 1,1-1 0,-1 1 0,0 0 0,0 0 0,0 0 0,0 0-1,0 0 1,1 5 0,4 9 132,0 1 1,-2 0-1,5 20 1,-8-30-121,7 37 452,-2 1-1,2 59 1,-8 96 729,-2-98-1044,1-102-253,0-1 0,0 0 0,0 0 0,0 0 0,0 1 0,0-1 0,0 0-1,0 0 1,0 0 0,0 0 0,0 1 0,1-1 0,-1 0 0,0 0 0,0 0 0,0 0 0,0 1 0,0-1 0,0 0-1,1 0 1,-1 0 0,0 0 0,0 0 0,0 0 0,0 0 0,1 0 0,-1 0 0,0 1 0,0-1 0,0 0 0,1 0-1,-1 0 1,0 0 0,0 0 0,0 0 0,1 0 0,-1 0 0,0 0 0,0 0 0,0-1 0,1 1 0,-1 0 0,0 0 0,0 0-1,0 0 1,0 0 0,1 0 0,-1 0 0,0 0 0,0 0 0,0-1 0,0 1 0,0 0 0,1 0 0,-1 0 0,0 0-1,0-1 1,0 1 0,12-11-1796,9-27-3438,4-12-5310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5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1 534 13670,'0'0'7281,"33"-5"-7084,13-2-158,47-14 0,-87 19-39,1 0 1,-1-1-1,0 0 0,0 0 1,0 0-1,0-1 1,-1 0-1,1 0 1,-1 0-1,0-1 0,0 0 1,-1 0-1,1 0 1,-1 0-1,0-1 1,-1 0-1,1 1 1,-1-1-1,3-7 0,-1 3-38,3-8-575,-1-1 0,0 1 0,-1-1 0,-1 0 0,-1-1-1,-1 1 1,-1-1 0,0 0 0,-1 1 0,-2-1 0,-4-37-1,4 49 310,-1 1-1,0 0 0,0-1 0,-1 1 1,0 0-1,0 0 0,0 0 0,-1 1 1,0-1-1,0 1 0,-1 0 1,-8-9-1,10 12 389,0 0 0,0 0 0,-1 1-1,1-1 1,-1 1 0,0-1 0,1 1 0,-1 1 0,0-1 0,0 0 0,0 1 0,0 0 0,-1 0 0,1 0 0,0 0-1,0 1 1,-1 0 0,1 0 0,0 0 0,-1 0 0,1 1 0,0-1 0,-8 3 0,9-2 44,1 0-1,-1 0 1,1 1 0,-1-1 0,1 1 0,0-1 0,-1 1 0,1 0-1,0 0 1,0 0 0,0 0 0,0 0 0,1 0 0,-1 0 0,1 1-1,-2 2 1,-2 4 423,1 2-1,-6 19 1,10-29-510,-10 36 1025,3 0 0,0 1 0,-1 52 0,11 115 1779,-1-187-2668,0-1 0,0 0-1,2-1 1,0 1-1,1 0 1,1-1 0,13 27-1,-15-36-153,0 0-1,0 0 0,1 0 1,0 0-1,0-1 1,1 0-1,0 0 0,0 0 1,0-1-1,0 0 1,1 0-1,0-1 0,0 1 1,1-2-1,-1 1 0,1-1 1,-1 0-1,11 2 1,-10-3-55,0-1 0,0 0 0,1 0 0,-1-1-1,1 0 1,-1-1 0,0 0 0,1 0 0,-1-1 0,0 0 0,0 0 0,0-1 0,0 0 0,0 0 0,-1-1 0,8-4 0,-2-1-605,-1-1 0,0 0 0,0 0 0,-1-1 0,0-1 1,-1 0-1,14-21 0,22-44-5878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5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12358,'0'0'3214,"0"30"-562,-1-13-2310,10 331 5074,20 143-1580,-24-519-3749,1 4-139,71-364-5036,-67 349 3698,1 1 1,20-45-1,-24 68 1295,0 0 0,1 0-1,1 1 1,0 0 0,1 1 0,0 0 0,24-22 0,-31 31 156,1 2 0,0-1-1,0 0 1,0 1 0,0-1 0,0 1 0,0 0 0,1 1 0,-1-1-1,1 1 1,-1 0 0,8-1 0,-9 2 12,-1 0 0,1 0 0,0 0 0,0 0 0,-1 1 0,1-1 1,0 1-1,-1 0 0,1 0 0,0 0 0,-1 0 0,1 0 0,-1 1 0,0-1 0,1 1 0,-1 0 0,0-1 0,0 1 1,0 0-1,0 0 0,0 0 0,-1 1 0,3 2 0,4 9 187,-1 0 1,0 1-1,0 0 0,-2 0 0,0 1 1,-1-1-1,0 1 0,1 20 0,6 135 1547,-10-21-572,-1-103-2977,0-79-1801,0-14-2481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8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0 104 5539,'0'0'4658,"0"-13"-3711,0-52 356,0 40 2783,11 255-3186,1-16 276,-12 136 723,2 85-213,-1-400-1556,1 0 1,1-1-1,2 0 0,10 35 0,-13-61-54,1-1-1,0 1 1,0 0-1,5 7 1,-7-14-69,0 0 0,-1 0 1,1 1-1,0-1 1,0 0-1,0 0 0,0 0 1,0 0-1,0 0 1,0 0-1,0 0 0,0-1 1,0 1-1,1 0 1,-1 0-1,0-1 1,0 1-1,1-1 0,-1 1 1,0-1-1,1 0 1,-1 1-1,1-1 0,-1 0 1,0 0-1,1 0 1,-1 0-1,3-1 0,-3 1-1,0 0-1,0-1 0,-1 1 1,1 0-1,0-1 0,0 1 1,-1-1-1,1 1 0,0-1 1,-1 1-1,1-1 0,0 0 1,-1 1-1,1-1 0,-1 0 1,1 1-1,-1-1 0,0 0 1,1 0-1,-1 1 0,0-1 1,1 0-1,-1-1 0,6-20-122,-2-1 1,0 0-1,-1-1 0,-2 1 0,-1-41 0,-1 31-318,-12-411-4391,13 428 4657,1 0 0,0 1 0,1-1 0,1 1 0,1-1 1,10-29-1,-11 38 125,1-1 1,0 1 0,0-1-1,0 1 1,1 0-1,0 1 1,1-1 0,-1 1-1,1 0 1,1 0-1,-1 1 1,1 0 0,0 0-1,11-6 1,-12 8 57,-1 1-1,0 0 1,0 0 0,1 0 0,0 1 0,-1 0-1,1 0 1,-1 0 0,1 1 0,0 0-1,0 0 1,-1 0 0,1 1 0,0-1 0,-1 1-1,1 1 1,10 3 0,-9-2 54,0 1 1,0 0-1,0 0 1,-1 0-1,1 1 1,-1 0-1,0 1 1,-1-1-1,1 1 1,-1 0-1,8 13 1,-3-3 91,-2 0 0,0 1 1,0 0-1,-2 0 0,0 1 1,-1 0-1,-1 0 1,2 21-1,-2-5 266,-2 1 0,-2 0 1,-5 51-1,2-67-384,-1-1 1,-1 1-1,-1-1 1,0 1-1,-2-2 1,0 1 0,0-1-1,-2 0 1,0-1-1,-1 0 1,-1-1-1,0 0 1,-1-1-1,0 0 1,-2-1-1,-18 14 1,27-22-180,-1 0 1,0 0 0,-1-1-1,1 0 1,-1 0 0,0-1-1,0 0 1,0 0 0,0-1-1,0 0 1,-1 0 0,1-1-1,-1 0 1,1 0-1,-1-1 1,0 0 0,-11-3-1,17 3-61,0-1-1,1-1 0,-1 1 1,0 0-1,1 0 0,-1-1 1,1 0-1,-1 1 0,1-1 1,0 0-1,0 0 0,0-1 1,0 1-1,0 0 0,0 0 1,1-1-1,-1 1 0,1-1 1,0 0-1,-1 1 0,1-1 1,0 0-1,1 0 0,-1 0 1,0 0-1,1 0 0,-1-5 1,-1-50-4156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9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9172,'0'0'5107,"-7"169"-3171,7-58 129,0 3 160,0-8-912,10-13-209,7-27-799,0-21-257,3-27-48,-4-18-112,-2-12-545,-4-45-1984,-10-21-4114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9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1 229 15271,'0'0'6211,"90"-72"-14567</inkml:trace>
  <inkml:trace contextRef="#ctx0" brushRef="#br0" timeOffset="1">412 1 2113,'0'0'12037,"0"177"-9331,0-44-1026,6 50 401,8 28-288,3 5-912,3-20-97,16-49-784,11-51 64,10-45-128,3-42-96,-6-9-352,-14-39-1345,-17-18-2257,-23 0-3538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39.7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15223,'0'0'4530,"23"21"-12278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0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43 5426,'0'0'6406,"-3"-7"-5518,-11-21-34,11 21 1243,3 23-1320,-4 1077 5887,4-1048-6507,-1-3 85,2-1-1,1 1 1,9 43-1,-9-77-201,0 0 1,0-1-1,1 1 0,0-1 1,1 1-1,-1-1 0,8 10 1,-10-15-36,0-1 1,1 1-1,-1 0 1,0-1-1,1 1 1,0-1-1,-1 1 1,1-1-1,0 0 1,0 0-1,0 0 1,-1 0-1,1 0 1,0 0-1,0 0 1,1-1-1,-1 1 1,0-1-1,0 1 1,0-1-1,0 0 1,0 0-1,0 0 1,1 0 0,-1 0-1,0 0 1,0-1-1,0 1 1,0-1-1,4-1 1,-1 0-2,-1-1-1,0 1 1,0-1 0,0 0 0,0 0 0,0 0 0,-1 0 0,1-1-1,-1 0 1,0 1 0,5-9 0,0-2-27,-1 0 1,9-22-1,-6 6-213,-1 1-1,-1-1 0,-2 0 1,6-60-1,-10-127-2443,1-9-937,-3 222 3515,0 0 0,1 0 0,-1 1 0,1-1 0,0 1 0,0-1 0,0 0 0,0 1 0,1 0 0,0-1 0,-1 1 0,1 0 0,3-4 0,-3 5 60,1 0 0,-1 1 0,0-1-1,1 0 1,-1 1 0,1 0 0,0 0 0,-1 0 0,1 0 0,0 0 0,0 0 0,-1 1 0,1 0 0,0-1 0,0 1 0,0 0 0,3 0 0,-3 1 107,1-1 1,-1 1-1,1-1 1,0 1 0,-1 0-1,1 0 1,-1 1-1,0-1 1,1 1 0,-1 0-1,0-1 1,0 1-1,0 1 1,0-1 0,-1 0-1,1 1 1,0-1 0,2 5-1,5 6 349,-1 0-1,15 28 1,-17-27-138,8 15 83,-2 0-1,-1 1 0,-1 1 0,-1 0 0,-2 0 0,-1 1 1,-2 0-1,-1 0 0,-2 0 0,0 0 0,-6 46 0,3-69-347,0 1-1,-1-1 1,0 0-1,0 0 1,-1-1-1,-1 1 1,1 0-1,-1-1 0,-1 0 1,0 0-1,0 0 1,0-1-1,-1 0 1,0 0-1,0 0 1,-1 0-1,0-1 0,-11 8 1,9-9-207,1 1 0,-1-1 1,0-1-1,0 0 0,-1 0 0,1-1 1,-1 0-1,1-1 0,-1 0 0,0 0 1,0-1-1,0 0 0,0-1 0,0 0 1,0-1-1,-19-3 0,25 3-140,-1 0-1,1-1 1,0 0-1,0 0 1,0 0-1,0 0 1,0 0-1,0-1 1,0 0-1,1 0 1,0 0-1,-1 0 0,1 0 1,0-1-1,1 1 1,-1-1-1,0 0 1,1 0-1,0 0 1,0 0-1,0 0 1,-1-6-1,-1-4-2157,0-1-1,-1-15 0,5 28 2203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0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7860,'0'0'3153,"0"193"-80,0-70 337,10-3-1089,0-11-640,0-28-561,0-30-896,4-27-95,6-24-129,3-15-417,0-48-1055,-9-18-3395,-14-12-7554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1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15127,'0'0'4914,"167"-9"-22362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1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3169,'0'0'7236,"-1"31"-4016,-1 389 5002,1-303-6820,3 143 926,-2-246-2203,4 36 235,-4-47-343,0 0-1,1-1 1,0 1-1,-1 0 0,1-1 1,0 1-1,0 0 1,1-1-1,-1 1 1,0-1-1,1 0 1,3 5-1,-4-7-11,0 1 1,0 0-1,-1-1 0,1 1 1,0-1-1,0 0 1,0 1-1,0-1 0,0 0 1,0 0-1,-1 1 0,1-1 1,0 0-1,0 0 1,0 0-1,0 0 0,0 0 1,0 0-1,0 0 0,0-1 1,0 1-1,0 0 0,0 0 1,0-1-1,0 1 1,-1-1-1,1 1 0,1-1 1,2-2-1,-1 1-1,0 0 1,0-1 0,0 0 0,0 1 0,-1-1 0,4-5 0,9-15-94,-1 0 0,-1-2-1,14-34 1,23-87-1278,-4-42-2079,8-29-3454,-54 216 6881,4-10-256,0-1 1,1 1-1,12-22 1,-16 31 290,0 0-1,1 0 1,-1 0 0,1 0 0,-1 1 0,1-1-1,0 0 1,0 1 0,0-1 0,0 1-1,0 0 1,0-1 0,0 1 0,0 0 0,1 0-1,-1 0 1,0 1 0,1-1 0,-1 0 0,0 1-1,1 0 1,-1 0 0,1-1 0,-1 1-1,4 1 1,-4-1 97,1 1 0,-1-1 0,1 1 0,-1 0-1,0 0 1,1 0 0,-1 0 0,0 0 0,0 1 0,0-1-1,0 0 1,0 1 0,0 0 0,0-1 0,0 1 0,2 4-1,1 1 148,-1 0 0,0 1-1,5 13 1,-3-7 142,12 29 605,-3 1 1,-1 0-1,10 64 1,9 140 1330,-29-212-1996,-3-21-252,-1-9-73,0 0-1,1 0 1,0-1-1,-1 1 1,2 0-1,-1-1 0,1 1 1,0-1-1,0 1 1,0-1-1,1 0 1,4 7-1,-6-11-58,-1-1-1,1 1 1,0 0 0,0 0 0,0 0-1,0-1 1,0 1 0,0 0-1,1-1 1,-1 1 0,0-1-1,0 1 1,0-1 0,0 0 0,1 0-1,-1 1 1,0-1 0,0 0-1,1 0 1,-1 0 0,0 0 0,0 0-1,1-1 1,-1 1 0,0 0-1,0 0 1,0-1 0,1 1-1,-1-1 1,0 1 0,0-1 0,2-1-1,-1 0-346,1 0-1,-1 0 0,1-1 0,-1 1 1,0-1-1,0 1 0,0-1 1,0 0-1,0 0 0,2-6 0,13-44-6741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1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0 623 17384,'0'0'2897,"39"-21"-2715,-39 21-182,166-96-32,-155 90-36,-1-1 0,1 0 0,-2 0 1,1-1-1,-1-1 0,-1 0 0,1 0 1,-1 0-1,-1-1 0,0 0 0,0-1 1,-1 0-1,-1 0 0,7-16 0,-5 5-522,0-1-1,-2 0 0,0 0 1,-2 0-1,0-1 1,-2 1-1,-1-30 0,0 46 422,-1 1 0,1-1 0,-1 0 1,0 1-1,-1-1 0,1 1 0,-1-1 0,-1 1 0,1 0 0,-1 0 0,0 0 0,0 0 0,-6-7 0,5 9 170,1 0 0,-1 0 0,0 1 0,0-1 0,0 1 0,0 0 0,0 1 0,-1-1 0,1 1 0,-1-1 0,0 2 0,0-1 0,0 0 0,0 1 0,0 0 0,0 0 0,-10 0 0,13 0 85,-1 1-1,0 0 1,0 1 0,1-1 0,-1 0 0,0 1 0,0 0 0,1 0-1,-1-1 1,1 2 0,-1-1 0,1 0 0,-1 0 0,1 1 0,-1-1 0,1 1-1,0 0 1,0 0 0,0 0 0,0 0 0,-3 4 0,0 2 274,0 1 0,0 1 0,0-1 0,-4 16 0,-7 23 937,2 1-1,3 1 1,-11 100 0,15 155 1624,8-286-2771,0-1 0,1 0 0,0 1 0,2-1 0,0 0 0,1-1 1,11 25-1,-13-35-147,0-1 0,0 0 0,1 0 0,0 0 0,0-1 0,1 1 0,0-1 0,-1 0 0,2 0 0,-1-1 0,1 1 0,-1-1 0,1 0 0,0-1 0,0 0 0,1 0 0,-1 0 0,1 0 0,-1-1 0,1 0 0,0-1 0,8 1 0,-4-1-102,0 0-1,0-1 1,0-1-1,1 1 1,-1-2-1,0 0 1,0 0-1,0-1 1,-1 0-1,1-1 1,-1-1 0,0 1-1,0-1 1,13-10-1,-4 2-1193,0-2-1,-1-1 1,-1 0 0,0-1-1,25-34 1,14-32-7084</inkml:trace>
  <inkml:trace contextRef="#ctx0" brushRef="#br0" timeOffset="1">599 274 14423,'-7'38'3452,"5"-29"-3203,-14 86 2590,-5 135 1,19-169-2113,-1 14 247,3 0 0,17 125 1,-13-179-789,8 29 0,-10-45-167,0 0 0,0 0 1,0 0-1,0-1 0,1 1 0,0 0 1,0-1-1,0 0 0,0 0 1,7 7-1,-8-10-18,0 1 0,0-1 0,-1 0 1,1 0-1,0 0 0,0-1 0,0 1 1,0 0-1,0-1 0,0 1 0,0-1 0,0 1 1,0-1-1,0 0 0,0 0 0,0 0 0,1 0 1,-1 0-1,0-1 0,0 1 0,0-1 1,0 1-1,0-1 0,0 0 0,0 0 0,-1 0 1,1 0-1,0 0 0,0 0 0,-1 0 0,1-1 1,2-1-1,2-6-14,0 1 0,0-1-1,-1 0 1,-1 0 0,0-1 0,4-9 0,19-70-335,-15 37-515,12-100 1,-11-56-2754,-10 139 1865,-3 60 1409,1-22-487,2 0 0,7-33 1,-9 58 888,0 0 1,1-1 0,0 1 0,0 0-1,1 0 1,-1 0 0,1 0 0,1 0-1,-1 0 1,1 1 0,0 0 0,0 0-1,1 0 1,-1 0 0,11-8 0,-11 11 117,1 0 0,-1 0 1,0 0-1,1 0 0,-1 1 1,1 0-1,-1 0 0,1 0 1,0 0-1,0 1 0,-1 0 1,1 0-1,0 0 0,-1 0 1,1 1-1,0 0 1,5 1-1,-3 1-40,0-1 1,1 1-1,-1 0 0,-1 1 1,1 0-1,0 0 1,-1 0-1,0 1 0,7 6 1,-3-1-572,-2-3 581,0 1-1,0-1 1,16 10-1,-5-8-2701,3-3-3435,-3-3-4170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2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0 14903,'0'0'9972,"3"28"-10036,-3-22-1232,0 0-1746,0 12-4401</inkml:trace>
  <inkml:trace contextRef="#ctx0" brushRef="#br0" timeOffset="1">0 503 17816,'0'0'8148,"50"-18"-8916,-50 12-817,-33 6-15671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3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6643,'0'0'6195,"0"0"-6164,-1 0-1,1 0 1,0 0 0,0 0-1,0 0 1,0 0 0,0 0 0,0 0-1,0 0 1,0 0 0,0 0-1,0 0 1,0-1 0,-1 1-1,1 0 1,0 0 0,0 0 0,0 0-1,0 0 1,0 1 0,0-1-1,0 0 1,0 0 0,0 0-1,-1 0 1,1 0 0,0 0 0,0 0-1,0 0 1,0 0 0,0 0-1,0 0 1,0 0 0,0 0 0,0 0-1,0 0 1,0 0 0,0 0-1,0 0 1,-1 1 0,1-1-1,0 0 1,0 0 0,0 0 0,0 0-1,0 0 1,0 0 0,0 0-1,0 0 1,0 0 0,0 0-1,0 1 1,0-1 0,0 0 0,0 0-1,0 0 1,0 40 225,24 835 5389,-13-737-4988,45 351 914,-54-475-1529,14 59 190,-14-67-214,0-1-1,0 0 0,0 0 1,1 0-1,-1 0 1,1 0-1,0 0 0,1-1 1,5 7-1,-8-10-18,0 0 0,0 0 0,0 0 0,0 0 0,0 0 0,1 0 0,-1-1 0,0 1-1,1 0 1,-1-1 0,0 1 0,1-1 0,-1 1 0,1-1 0,-1 0 0,1 0 0,-1 1 0,1-1-1,-1 0 1,1 0 0,-1-1 0,1 1 0,-1 0 0,1 0 0,-1-1 0,1 1 0,-1-1 0,0 1 0,1-1-1,-1 1 1,0-1 0,1 0 0,-1 0 0,0 0 0,0 0 0,0 0 0,0 0 0,2-1 0,1-6-84,0 1 1,-1-1 0,1 0-1,-1 0 1,-1 0 0,3-11-1,9-61-1579,-4-19-2594,-9-1-2876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4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485 0 11957,'0'0'6708,"-40"17"-6316,-133 61-296,156-70-73,0 1 1,0 1-1,1 1 1,0 0-1,1 1 1,1 0-1,0 2 0,0-1 1,-16 24-1,28-36-20,-9 14 67,0 0 0,0 1-1,1 0 1,1 0 0,1 1-1,1 0 1,0 1-1,1-1 1,1 1 0,0 1-1,2-1 1,0 0 0,1 1-1,1 0 1,0 0 0,2-1-1,3 24 1,-1-30 12,0 1 0,1-1-1,1-1 1,0 1 0,0-1-1,1 0 1,1 0 0,0 0-1,0-1 1,1 0 0,1-1 0,-1 1-1,1-2 1,1 1 0,18 12-1,-10-9 3,-1-1 0,1-1-1,1-1 1,0 0-1,0-1 1,1-2 0,-1 1-1,41 5 1,-38-9-56,-1-1 1,1-1-1,-1-1 1,1-1-1,-1-1 1,33-7-1,-41 6-50,0-1 0,-1 0 0,0-1 0,0-1 0,0 0 0,0-1 0,-1 0 0,0 0 1,-1-1-1,1-1 0,15-17 0,-11 8-322,-1 0-1,-1-2 1,-1 0 0,0 0 0,-1-1 0,-2-1 0,0 1-1,-1-2 1,-1 1 0,-1-1 0,-2 0 0,0 0 0,-1 0-1,-1-1 1,-1 1 0,-2-1 0,-4-38 0,4 58 347,1 0-1,-1 0 1,0 0 0,-1 0-1,1 0 1,-1 0 0,0 0-1,0 0 1,-3-5 0,4 8 46,0 0 1,0 0 0,0 0 0,0 0 0,0 0-1,0 0 1,0 0 0,-1 0 0,1 0-1,0 0 1,0 1 0,-1-1 0,1 0-1,0 1 1,-1-1 0,1 1 0,-1 0-1,1-1 1,-1 1 0,1 0 0,0 0 0,-1 0-1,1 0 1,-1 0 0,1 0 0,-1 1-1,1-1 1,-3 1 0,2 0 12,1-1 0,0 1 0,-1 0 0,1 0 0,0-1 0,0 1 0,0 0 0,-1 0 0,1 0 0,0 0 1,0 1-1,1-1 0,-1 0 0,0 0 0,0 0 0,1 1 0,-1-1 0,0 3 0,-6 18 304,1 1 1,1 1-1,1-1 1,2 0-1,-1 26 0,-1 193 1427,4-229-1731,0 24 187,6 38 1,-4-60-172,1 0 0,0 0-1,1 0 1,1-1 0,6 15-1,-8-22-68,0-1 0,1 0 0,-1-1-1,1 1 1,0-1 0,1 1-1,-1-1 1,1 0 0,0-1-1,0 1 1,11 6 0,-12-9 2,0 0 0,0 0 1,0 0-1,1-1 0,-1 0 0,0 0 0,1 0 1,-1 0-1,1-1 0,-1 1 0,1-1 0,-1 0 1,1-1-1,0 1 0,-1-1 0,0 0 0,1 0 1,5-2-1,-4 0-7,0 1 0,0-2 1,0 1-1,0-1 0,0 0 0,-1 0 1,0 0-1,0-1 0,8-8 1,2-5-76,19-32 0,-7 7-542,-2-1-1,-3-1 1,21-57-1,-32 70-56,-2 0 1,-1 0-1,-1-1 0,-2 0 1,2-61-1,-7 86 518,0 0 0,0 1 0,-1-1 0,0 0 0,0 1 0,-1-1 0,0 0 0,0 1 0,-7-13 0,7 17 134,0-1 0,-1 1-1,1 0 1,-1 0 0,0 0-1,0 1 1,0-1 0,0 1-1,0-1 1,-1 1 0,1 0-1,-1 0 1,1 1 0,-1-1-1,0 1 1,0 0 0,0 0-1,0 0 1,-7-1 0,3 1 152,1 1 0,0-1 0,-1 1 0,1 0 0,-1 1 0,1 0 0,0 0 0,-1 1 0,1 0 0,0 0 0,0 0 0,0 1 0,0 0 0,1 1 1,-1-1-1,-9 8 0,-1 4 222,1 0 0,0 1 0,1 0 0,-14 21 0,17-21-400,12-16-232,-4 3 141,3-24-9950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4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10805,'0'0'7259,"1"5"-6605,69 514 5791,-47-358-5703,10 13-126,-20-135-549,-13-38-67,1-1-1,-1 1 1,0 0-1,1 0 1,-1 0-1,1-1 0,-1 1 1,1 0-1,0 0 1,-1-1-1,1 1 1,0 0-1,-1-1 1,1 1-1,0-1 1,0 1-1,-1-1 1,3 1-1,-3-1 0,1 0-1,-1 0 1,1 0 0,0 0-1,-1 0 1,1 0-1,-1 0 1,1 0 0,-1-1-1,1 1 1,-1 0-1,1 0 1,-1-1 0,1 1-1,-1 0 1,1-1 0,-1 1-1,1 0 1,-1-1-1,0 1 1,1-1 0,-1 0-1,3-2-18,-1-1 0,0 0-1,0 0 1,0 0 0,0 0-1,1-6 1,7-31-404,-3 0-1,6-82 1,-11-93-1935,-3 124 951,0 21 324,-1 29 639,2-1 1,2 1-1,8-42 1,-9 77 464,0 1 1,1-1-1,0 1 0,0-1 1,1 1-1,0 0 0,4-6 1,-5 9 49,-1 1 1,1 0 0,0 0-1,0 0 1,0 0-1,0 1 1,0-1 0,0 0-1,0 1 1,1 0 0,-1-1-1,1 1 1,-1 0-1,1 0 1,-1 0 0,1 1-1,0-1 1,-1 1 0,1-1-1,3 1 1,-4 0-2,0 0 0,0 0 1,0 0-1,0 0 0,0 0 0,0 1 1,0-1-1,-1 1 0,1 0 1,0-1-1,0 1 0,0 0 0,0 0 1,-1 0-1,1 0 0,0 0 0,-1 1 1,1-1-1,1 2 0,1 3 95,1 0 0,-1 0-1,0 0 1,3 8 0,-3-5 17,16 30 449,-3 2 0,-1 0 0,-3 1 0,15 70 0,13 182 1197,-25-158-1071,-14-121-652,6 37 145,-7-48-241,0 0 1,0 0-1,1-1 0,-1 1 0,1 0 0,0-1 1,0 1-1,0-1 0,4 6 0,-5-8-14,0 0 0,1 0 0,-1-1 0,0 1 0,0 0 0,0 0 0,1-1 0,-1 1 0,0 0 0,1-1 0,-1 1 1,0-1-1,1 0 0,-1 1 0,1-1 0,-1 0 0,0 0 0,1 0 0,-1 0 0,1 0 0,-1 0 0,1-1 0,-1 1 0,0 0 0,1-1 0,-1 1 0,0-1 0,1 1 0,-1-1 0,0 0 0,1 0 0,-1 1 0,0-1 0,0 0 0,0 0 0,0 0 0,2-2 0,4-6-142,-1-1-1,0 0 0,0-1 1,8-21-1,18-55-372,29-160-2568,0 0-2877,-57 234 5770,0-1 1,1 0-1,1 1 0,0 0 1,1 0-1,0 1 0,1 0 1,17-20-1,-24 30 254,1 1 0,-1-1-1,1 0 1,0 1 0,-1 0 0,1-1 0,0 1-1,0 0 1,0 0 0,0 0 0,0 0-1,0 0 1,0 0 0,1 1 0,-1-1 0,0 1-1,0-1 1,1 1 0,-1 0 0,0 0-1,0 0 1,1 0 0,-1 0 0,0 1 0,0-1-1,1 1 1,-1-1 0,0 1 0,0 0-1,0 0 1,3 2 0,1 2 152,-1 0 0,0 1 0,0 0 0,-1 0-1,0 0 1,0 0 0,0 1 0,3 8 0,24 65 1025,-14-22-572,-2 1 0,-3 0-1,6 93 1,-8 188-4058,-10-350-1333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5.9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118 261 6675,'0'0'5461,"-9"-16"-4930,-43-70 918,50 83-1030,0 1 1,0-1-1,-1 0 0,0 1 1,1 0-1,-7-5 1,9 7-405,-1 0 0,1-1 1,-1 1-1,1 0 0,-1-1 1,0 1-1,1 0 0,-1 0 1,1-1-1,-1 1 0,1 0 1,-1 0-1,0 0 0,1 0 1,-1 0-1,0 0 0,1 0 1,-1 0-1,1 0 0,-1 0 1,0 0-1,1 0 0,-1 1 1,1-1-1,-1 0 0,1 0 1,-1 1-1,0-1 0,1 0 1,-1 1-1,1-1 0,-1 0 1,1 1-1,0-1 0,-1 1 1,1-1-1,-1 1 0,1-1 1,0 1-1,-1-1 0,1 1 1,0-1-1,0 1 0,-1-1 1,1 1-1,0-1 0,0 1 1,0 0-1,0-1 0,0 1 1,0 0-1,0 0 0,-5 35-4,1 1 0,3 60-1,1-56 54,34 472 2659,49-8-582,-78-477-1988,1 0 0,2-1 0,0 1 0,15 28 0,-22-53-134,0-1-1,1 1 1,-1-1-1,1 1 1,0-1-1,0 0 0,3 4 1,-4-6-14,-1 1 0,1-1 1,0 0-1,-1 1 0,1-1 0,-1 0 1,1 1-1,0-1 0,-1 0 1,1 0-1,-1 0 0,1 1 0,0-1 1,-1 0-1,1 0 0,0 0 1,-1 0-1,1 0 0,0 0 0,-1 0 1,1-1-1,0 1 0,0 0 0,1-2 2,0 0 0,0 0 0,0 0-1,0 0 1,0 0 0,0 0-1,-1 0 1,1-1 0,-1 1 0,0-1-1,1 1 1,-1-1 0,0 1 0,-1-1-1,2-4 1,8-29-54,-2 0 0,-2 0 0,3-69 0,-9-119-1243,-1 206 1133,-3-36-663,-3 0 0,-3 1 1,-31-104-1,3 16-832,28 90 884,3-1 0,1-1-1,4-87 1,2 124 808,1 1-1,1 0 1,0 0 0,1 0 0,1 0-1,0 0 1,1 1 0,1 0 0,0 0-1,1 0 1,0 1 0,1-1 0,0 2-1,1-1 1,1 2 0,0-1 0,1 1-1,0 0 1,19-14 0,-20 20 88,0 0-1,1 0 1,-1 1 0,1 0 0,0 1-1,0 0 1,0 1 0,0 0-1,0 0 1,0 1 0,1 1 0,-1 0-1,0 1 1,1 0 0,16 4 0,-21-3-42,-1 0 0,1 0 1,-1 1-1,0-1 1,0 2-1,0-1 1,0 1-1,0 0 1,0 0-1,-1 0 0,0 1 1,0 0-1,0 0 1,-1 0-1,0 1 1,0-1-1,0 1 1,-1 0-1,1 0 1,-1 0-1,-1 1 0,3 6 1,1 9 177,0-1 0,-1 1 0,-2 0 0,0 1 0,0 35 0,-3-21-5,-1 0 0,-2 1 1,-13 60-1,11-77-224,-1-1 1,-1 1-1,-1-1 1,-1 0-1,0-1 1,-2 0-1,-21 30 0,27-42-35,-1 0-1,0-1 1,0 1-1,-1-1 0,0-1 1,-13 10-1,17-13-44,-1 0-1,0 0 1,1 0-1,-1-1 1,0 0 0,0 0-1,0 0 1,0 0-1,0 0 1,0-1 0,0 1-1,0-1 1,0 0-1,0-1 1,0 1 0,-5-2-1,7 2-62,-1-1 1,1 0-1,0 0 0,0 0 0,0 0 1,0 0-1,0-1 0,0 1 1,0-1-1,0 1 0,1-1 0,-1 0 1,0 1-1,1-1 0,-1 0 1,1 0-1,0 0 0,0 0 0,-2-4 1,0-2-343,1 0 1,0 0-1,0-1 1,-1-9-1,0-64-4165,3-4-2309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6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9124,'0'0'5688,"-1"40"-4074,-5 489 3319,36 196-1294,-27-702-3608,-3-10-21,2 1 1,0 0-1,0-1 1,1 1-1,1-1 1,10 25-1,-13-37-17,0 1-1,-1-1 1,1 1-1,0-1 1,0 0 0,0 0-1,0 1 1,0-1-1,0 0 1,0 0-1,1 0 1,-1 0-1,0 0 1,0 0 0,1-1-1,-1 1 1,1 0-1,-1-1 1,1 1-1,-1-1 1,3 1 0,-3-1-27,0 0 0,1-1 0,-1 1 0,1 0 0,-1-1 0,0 1 0,1-1 0,-1 1 0,0-1 1,1 0-1,-1 1 0,0-1 0,0 0 0,0 0 0,0 0 0,0 0 0,0 0 0,0 0 0,0 0 1,0 0-1,0-1 0,0 1 0,-1 0 0,2-3 0,6-14-1191,-2-1 0,0 0 0,-1 0 0,5-35 0,-2-29-5584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6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0 614 16536,'0'0'3737,"30"-22"-3230,98-78-461,-113 88-222,-1-1 1,0-1-1,0 0 1,-2-1-1,0 0 1,0-1-1,-2 0 1,10-21-1,-12 22-434,-2 0 0,0-1 1,-1 0-1,-1 0 0,0 0 0,-1-1 0,-1 1 0,0-1 1,-1 0-1,-1 1 0,-3-21 0,3 32 441,-1-1 0,0 1 0,0 0 0,0-1 0,-1 1 1,1 0-1,-1 0 0,-1 0 0,1 0 0,-1 0 0,0 1 0,0-1 0,0 1 0,-1 0 0,1-1 0,-1 2 0,0-1 0,0 0 0,0 1 0,-6-3 1,3 2 476,0 0 1,-1 0 0,1 1 0,-1 1 0,0-1-1,0 1 1,0 1 0,0-1 0,0 1 0,-1 1-1,1 0 1,-13 1 0,18-1-207,0 1 0,1-1-1,-1 1 1,0 0 0,0 0 0,1 0 0,-1 1-1,1-1 1,-1 0 0,1 1 0,0 0-1,-1 0 1,1-1 0,0 1 0,0 1 0,0-1-1,1 0 1,-1 0 0,0 1 0,1-1 0,0 1-1,-1-1 1,-1 6 0,-2 7 302,0 0 0,1 0 1,-2 20-1,3-22-102,-5 51 975,3 0 1,3 87-1,3-88-723,-1-22-48,2 0 0,8 47 0,-7-72-403,0 0 0,2 0-1,-1-1 1,2 0 0,0 0 0,1 0 0,1-1 0,13 19 0,-17-27-100,1 0 1,0 0 0,0 0-1,1-1 1,-1 0 0,1 0-1,0-1 1,1 1-1,-1-1 1,1 0 0,0-1-1,-1 0 1,2 0 0,-1-1-1,0 1 1,0-1 0,1-1-1,-1 0 1,1 0-1,0 0 1,-1-1 0,1 0-1,-1 0 1,1-1 0,0 0-1,-1-1 1,0 1-1,1-1 1,-1-1 0,0 1-1,0-1 1,0-1 0,0 1-1,-1-1 1,10-7 0,-1-2-488,0-1 0,-1-1 1,-1 0-1,22-32 1,-19 22-1944,-1-2 0,20-46 1,-6-14-6776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7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84 12630,'0'0'4188,"2"27"-2147,-2-15-1797,1 18 257,1 0-1,2 0 0,1 0 0,15 51 1,10 22 608,-5 1 1,20 181 0,-42-389-2212,-3-404-7720,0 491 8718,1-1 0,1 1 1,0 0-1,1-1 0,5-18 1,-6 32 209,-1-1-1,1 1 1,-1 0 0,1-1-1,0 1 1,1 0 0,-1 0 0,1 0-1,-1 1 1,1-1 0,0 1-1,1-1 1,-1 1 0,1 0 0,-1 0-1,1 1 1,0-1 0,0 1 0,0 0-1,0 0 1,1 0 0,-1 0-1,9-1 1,-10 2 9,0 1 0,0-1 1,0 1-1,0 0 0,0 1 0,0-1 0,0 0 0,0 1 1,0 0-1,0-1 0,0 1 0,0 0 0,0 1 0,-1-1 1,1 0-1,0 1 0,-1-1 0,1 1 0,-1 0 0,0 0 1,1 0-1,-1 0 0,0 1 0,2 2 0,3 5 240,0 1 1,-1 0-1,0 1 0,6 17 0,-9-23-229,17 48 791,-3 1 1,-2 0-1,15 99 1,-1 176 1211,-21-206-1346,-6-95-607,-3-20-161,2 0 1,-1 0 0,2 0-1,-1 0 1,1-1-1,5 16 1,-7-24-20,0 1 0,0-1 1,0 1-1,1-1 0,-1 1 0,0-1 0,0 0 0,0 1 0,1-1 1,-1 0-1,0 1 0,0-1 0,1 0 0,-1 1 0,0-1 1,1 0-1,-1 1 0,1-1 0,-1 0 0,0 0 0,1 0 0,-1 1 1,1-1-1,-1 0 0,0 0 0,1 0 0,-1 0 0,1 0 1,-1 0-1,1 0 0,-1 0 0,0 0 0,1 0 0,-1 0 0,1 0 1,-1 0-1,1 0 0,-1 0 0,0 0 0,1-1 0,-1 1 1,1 0-1,-1 0 0,0 0 0,1-1 0,-1 1 0,0 0 0,1 0 1,-1-1-1,0 1 0,1 0 0,-1-1 0,0 1 0,0-1 1,1 1-1,-1 0 0,0-1 0,0 1 0,0-1 0,1 1 0,-1 0 1,0-1-1,0 1 0,0-1 0,0 1 0,0-1 0,0 1 1,10-35-432,7-53 1,-11 57 190,34-252-3381,-12 68-2066,-5 98 3139,-20 105 2493,1 0 0,0 1 0,1-1 0,0 1 1,1 0-1,0 0 0,10-12 0,-14 21 160,0 0-1,0 0 1,0 0-1,0 0 1,0 0-1,0 1 1,0-1-1,0 1 1,1-1-1,3-1 1,-5 3-26,0 0 1,0-1 0,1 1 0,-1 0 0,0 0 0,1 0 0,-1 0 0,0 0 0,0 0-1,1 0 1,-1 0 0,0 0 0,0 1 0,1-1 0,-1 0 0,0 1 0,0-1-1,0 1 1,1-1 0,-1 1 0,0 0 0,0-1 0,1 2 0,2 3 165,1 0 1,-1-1-1,0 2 1,-1-1-1,0 0 1,1 1-1,-2-1 1,4 8-1,18 56 1010,-20-55-1031,13 47 667,-2 2 1,7 75-1,0 129 605,-20-236-1335,-2-24-132,1 5-21,-1-1 1,1 0-1,1 0 1,0 1-1,1-1 1,4 11-1,-7-21-31,1 0 0,-1 0 1,1 0-1,-1 0 0,0 0 0,1-1 0,0 1 0,-1 0 0,1 0 0,-1-1 0,1 1 0,0 0 0,0-1 0,-1 1 0,1-1 0,0 1 0,0-1 0,0 1 0,0-1 0,0 1 0,-1-1 0,1 0 0,0 0 0,0 1 0,0-1 0,0 0 0,0 0 0,0 0 0,0 0 0,0 0 0,0 0 0,0 0 0,2-1 0,-1 0-207,1 0 0,0 0 0,-1 0 0,1-1 0,-1 1-1,1-1 1,-1 0 0,0 0 0,0 1 0,4-5 0,1-3-1256,-1 1-1,0-1 0,7-13 0,17-45-10898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7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0 682 11829,'0'0'6577,"32"-23"-5998,103-81-230,-123 93-356,-1 0 0,0 0 0,0-1 0,-1-1-1,-1 1 1,0-2 0,-1 1 0,0-1 0,7-21 0,-7 18-71,3-8-469,-1 0 1,-2 0-1,0 0 1,-2-1-1,4-32 1,-8 35-1168,0-1 0,-2 1 0,-4-34-1,4 53 1533,-1 0-1,1 0 1,-1 1-1,-1-1 1,1 0-1,0 1 1,-1-1-1,0 1 1,1-1-1,-1 1 0,-1 0 1,1 0-1,0 0 1,-1 0-1,0 0 1,0 0-1,0 1 1,0-1-1,-6-3 1,5 4 348,0 0 1,0 0 0,0 1 0,0 0 0,0 0-1,0 0 1,-1 0 0,1 1 0,0-1 0,-1 1 0,1 0-1,0 0 1,0 1 0,-1-1 0,1 1 0,0 0-1,-8 3 1,9-3 117,0 1 0,0-1 0,0 1 0,0 0 0,0 0 0,0 1 0,1-1 0,-1 0 0,0 1 0,1 0 0,0-1 0,0 1 0,-2 4 0,-2 2 273,1 1 1,1 0-1,-5 12 1,3 0 254,0 0 0,1 1 0,-3 43 0,5 72 1256,3-107-1699,0 8 146,2 1 0,1-1 0,2 0 0,18 68 1,-19-93-422,0-1 0,1 1 0,1-1 1,0 0-1,1-1 0,0 1 0,1-1 1,0-1-1,1 1 0,1-2 0,-1 1 1,2-1-1,-1-1 0,2 1 0,-1-2 1,20 11-1,-24-15-137,1 0 0,1-1 1,-1 0-1,0-1 0,1 0 1,0 0-1,-1-1 0,1 0 1,0 0-1,0-1 0,-1 0 1,1-1-1,0 0 0,0 0 1,-1-1-1,1 0 0,-1 0 1,1-1-1,-1 0 0,0-1 0,0 0 1,-1 0-1,1 0 0,-1-1 1,0-1-1,0 1 0,0-1 1,-1 0-1,8-9 0,2-5-1636,1-1-1,-2-1 0,-1-1 0,16-34 1,-1-20-6997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7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13078,'0'27'2948,"0"-14"-2607,1 65 2282,12 97 0,25 43 316,3 17-1295,-30-138-930,-6-44-84,21 86 0,-26-135-604,1-1 0,0 0 0,0 0 0,1 0 0,-1 0 0,1 0 0,2 3 0,-4-5-24,0-1 0,0 0 0,1 0 0,-1 1 0,0-1 0,0 0 0,0 0 0,1 0 0,-1 1 0,0-1 0,0 0 0,1 0 0,-1 0 1,0 0-1,0 0 0,1 1 0,-1-1 0,0 0 0,0 0 0,1 0 0,-1 0 0,0 0 0,1 0 0,-1 0 0,0 0 0,0 0 0,1 0 0,-1 0 0,0 0 0,1 0 0,-1-1 0,0 1 0,0 0 0,1 0 0,-1 0 0,0 0 0,0 0 0,1-1 0,-1 1 0,0 0 0,0 0 0,0 0 0,1-1 0,-1 1 0,0 0 0,0 0 0,0 0 0,1-1 0,1-2-18,0-1-1,0 1 1,0-1 0,0 1-1,-1-1 1,0 0 0,2-5-1,21-90-1174,11-108 0,-10 51-1402,-21 132 2095,38-175-5474,-35 174 5292,2 1 1,0 0-1,1 0 0,1 0 0,24-34 0,-31 52 746,0 0 0,1 1 0,0 0 0,0 0 1,1 0-1,-1 0 0,12-6 0,-15 10 43,0-1-1,0 1 1,0 0 0,0 0 0,0 1-1,0-1 1,0 0 0,1 1 0,-1-1-1,0 1 1,0 0 0,1 0 0,-1 0-1,0 0 1,0 0 0,0 0-1,1 0 1,-1 1 0,0-1 0,0 1-1,0 0 1,0-1 0,0 1 0,0 0-1,0 0 1,0 1 0,0-1-1,0 0 1,2 2 0,0 2 110,0 0 1,0 0-1,-1 1 1,1-1-1,-1 1 0,-1 0 1,1 0-1,2 9 0,15 60 1346,-18-69-1433,7 43 668,-2 0-1,2 50 1,-7 100 693,-2-135-1108,0-49-339,1-12-50,-1 0 1,0 0 0,0-1-1,0 1 1,0 0 0,-1-1-1,1 1 1,-1 0 0,1-1-1,-1 1 1,0 0 0,-2 2-1,2-18-3765,1-29-2058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8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1 571 14247,'0'0'9681,"20"-7"-9297,-4 2-344,-1-1 1,1 0-1,27-17 0,-34 16-50,1 0 0,-2-1 0,1 0 0,-1 0 0,12-16 1,28-51-478,-31 48 120,7-12-1398,32-68 1,-49 89 888,0 0 1,-1 0-1,-1-1 1,-1 1-1,0-1 1,1-29-1,-5 10-607,-3 23 1459,3 15 45,0-1 1,-1 1-1,1 0 1,0 0-1,0 0 1,0-1-1,-1 1 1,1 0 0,0 0-1,0 0 1,0 0-1,-1 0 1,1-1-1,0 1 1,0 0-1,-1 0 1,1 0-1,0 0 1,-1 0-1,1 0 1,0 0 0,0 0-1,-1 0 1,1 0-1,0 0 1,0 0-1,-1 0 1,1 0-1,0 0 1,-1 1-1,-1 0 59,1 0 0,-1 0 0,1 0 0,0 0 0,-1 1-1,1-1 1,0 1 0,0-1 0,0 1 0,0-1 0,0 1-1,0 0 1,0-1 0,-1 4 0,-4 19 485,0-1 0,2 1 0,1 1 0,-1 35 0,-5 568 4982,11-394-4352,-2-217-1152,0 1-14,0 0 1,4 24-1,-3-38-36,0 1 0,0 0-1,0-1 1,1 1 0,0-1 0,0 1-1,0-1 1,0 0 0,0 0-1,1 0 1,0 0 0,0 0 0,5 4-1,-6-6-82,0-1-1,0 1 0,1-1 1,-1 0-1,0 1 0,1-1 1,4 1-1,-6-2-98,-1 1 1,1-1-1,0 0 0,0 0 0,-1 0 0,1 1 1,0-1-1,0 0 0,0 0 0,-1 0 0,1 0 1,0-1-1,0 1 0,-1 0 0,1 0 1,0 0-1,0-1 0,-1 1 0,1 0 0,0-1 1,0 1-1,-1 0 0,1-1 0,-1 1 0,1-1 1,0 1-1,-1-1 0,1 1 0,-1-1 0,1 0 1,-1 1-1,1-2 0,6-26-5971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8.8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13926,'0'0'6659,"244"-45"-6418,-177 30-209,-13 6-64,-11 3-593,-13 6-1408,-10 0-1040,-6 0-3442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49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34 527 21034,'0'0'2897,"13"-66"-6691,-13 18-1776</inkml:trace>
  <inkml:trace contextRef="#ctx0" brushRef="#br0" timeOffset="1">1 91 20874,'0'0'5186,"60"-75"-7267,-57 60-1072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0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454 100 2417,'0'0'3215,"-13"-4"-2788,-36-11-32,48 15-368,0-1 0,0 1 0,0 0 0,1 0 0,-1-1 0,0 1 0,0 0 0,0-1 0,1 1 0,-1-1 0,0 1 0,1-1 0,-1 1 0,0-1 0,1 0 0,-1 1 0,1-1 0,-1 0 0,1 1 0,-1-1 0,1 0 0,-1 0 0,1 1 0,0-1 0,-1 0 0,1 0 0,0 0 0,0 0 0,0 1 0,0-1 0,0 0 0,0-1 0,-2-6 336,-5-10 1850,6 16-2012,1 1 0,0-1 1,-1 0-1,1 1 1,-1-1-1,1 1 1,-1-1-1,0 1 0,1-1 1,-1 1-1,0 0 1,0-1-1,0 1 1,0 0-1,0 0 0,-1 0 1,1 0-1,0 0 1,-1 0-1,1 0 0,0 0 1,-1 0-1,1 1 1,-1-1-1,1 0 1,-1 1-1,1 0 0,-1-1 1,1 1-1,-1 0 1,0 0-1,-2-1 1,-2 2-152,-1 0 1,0 0-1,1 0 1,-1 1-1,1 0 1,-1 0-1,1 0 1,0 1-1,0 0 1,0 0-1,1 1 1,-1-1 0,1 1-1,-1 1 1,1-1-1,-7 8 1,-6 9-14,0 1 0,-24 41 0,39-58-4,-19 30 339,2 0 0,1 2 0,-21 61 0,31-71-124,2 0 0,0 0 0,2 0 1,1 1-1,2 0 0,0 35 0,2-54-209,1 0 0,0 0-1,0 0 1,1 0 0,0 0-1,0-1 1,1 1-1,5 11 1,-4-13-14,1 0 0,-1-1-1,1 0 1,0 0 0,1 0-1,-1-1 1,1 1 0,0-1-1,12 7 1,3 1-12,1-1-1,0-1 1,44 15-1,76 13 114,-101-29-84,0 1-1,0 2 0,76 36 1,-112-47-46,0 1 1,1 0 0,-1 0-1,-1 1 1,1-1-1,0 1 1,-1 0 0,0 0-1,0 1 1,0-1 0,0 1-1,-1 0 1,0 0 0,0 0-1,0 0 1,-1 1 0,1-1-1,-1 1 1,0-1-1,-1 1 1,0 0 0,0 0-1,0 0 1,0 0 0,-1 0-1,0 6 1,-1-6-1,1-1 1,-1 0-1,0 1 0,0-1 1,0 0-1,-1 0 1,1 0-1,-1 0 0,-1 0 1,1 0-1,-6 9 0,2-7 3,0 0-1,0 0 0,0 0 0,-1-1 0,0 0 1,-12 8-1,5-5 3,0-1 0,0-1 0,-1 0-1,0-1 1,0-1 0,0 0 0,-1-1 0,-16 2 0,-60-1-12,91-5 6,0 0 1,0 0-1,-1 0 0,1 0 0,0-1 0,0 1 0,0 0 0,0 0 1,-1-1-1,1 1 0,0-1 0,0 1 0,0-1 0,0 1 0,0-1 1,0 0-1,0 0 0,0 1 0,0-1 0,1 0 0,-1 0 1,0 0-1,0 0 0,-1-2 0,1 1-9,1-1-1,-1 1 1,0-1-1,1 1 1,-1-1-1,1 1 1,0-1 0,0 1-1,0-1 1,0 0-1,1-3 1,1-2-17,-1 0 0,2 0 0,-1 0 0,1 0 0,0 1 0,1-1 1,7-10-1,10-9 15,3 2 1,0 0-1,1 1 1,30-20 0,-22 16-4,69-53-144,64-57-2142,-156 128 2046,0 0 1,0-1 0,-2 0-1,13-20 1,-17 25 224,-1-1 0,0 0-1,0 0 1,0 0 0,-1 0 0,0 0 0,-1-1 0,0 1 0,0-1-1,0-7 1,-1 7 66,0-1 1,0 1-1,-4-16 0,3 21 5,0 0 0,0 0-1,0 0 1,-1 0 0,1 0 0,-1 1 0,0-1 0,0 0 0,0 1 0,0 0 0,0-1 0,-5-3 0,2 2 37,-7-6 69,0 0 1,-1 1-1,-13-7 0,21 13-103,0 1 0,0 0 0,-1 0 1,1 1-1,0-1 0,-1 1 0,1 0 0,0 1 0,-1 0 0,1-1 0,-1 2 0,-5 0 0,9-1-32,0 0 0,0 0 0,1 1 1,-1 0-1,0-1 0,0 1 0,1 0 0,-1-1 0,0 1 0,1 0 0,-1 0 0,1 1 0,-1-1 0,1 0 0,0 0 1,-1 1-1,1-1 0,-2 3 0,0 2 35,0 0 1,0 0-1,-4 13 0,5-14-18,-5 18 201,2-1 0,0 1 0,-4 47 0,7 71 974,2-89-833,0-18-56,2 0 1,0 0 0,3 0-1,12 51 1,-14-74-254,0-1 0,1 0 1,0 1-1,1-1 0,0-1 0,0 1 1,1-1-1,0 0 0,1 0 1,0-1-1,0 1 0,1-2 0,0 1 1,0-1-1,1 0 0,0-1 0,0 0 1,12 6-1,-12-9-102,1 1-1,0-1 1,0 0 0,0-1-1,0 0 1,0-1-1,0 0 1,1 0 0,-1-1-1,0-1 1,0 1 0,1-2-1,-1 1 1,0-2-1,0 1 1,0-1 0,-1-1-1,1 0 1,-1 0 0,0-1-1,0 0 1,0 0-1,0-1 1,-1 0 0,0-1-1,-1 0 1,1 0 0,-1-1-1,9-12 1,-7 8-760,0 0-1,-1-1 1,-1 0 0,0 0 0,-1-1-1,0 0 1,-1 0 0,4-18 0,-2-34-7115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1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0 127 9636,'0'0'7249,"8"-3"-6715,25-7 207,-33 10-715,0 0 0,1 0 0,-1 0 0,1-1 0,0 1 0,-1 0 0,1 0 0,-1 0 0,1 0 0,-1 0 0,1 0 0,-1 0 0,1 0 0,-1 0 0,1 0 0,-1 0 0,1 1 0,-1-1 0,1 0 0,-1 0 0,1 0 0,-1 1 0,1-1 0,-1 0 0,1 1 0,-1-1 1,0 0-1,1 1 0,-1-1 0,1 0 0,-1 2 0,4 13 278,-4-10-101,9 86 1456,-6 153 0,-4-136-1104,0-30-101,2 82-33,3-141-379,-4-19-40,0 0 0,0 1 0,0-1 1,0 0-1,1 0 0,-1 0 0,0 1 1,0-1-1,0 0 0,0 0 1,1 0-1,-1 0 0,0 1 0,0-1 1,0 0-1,1 0 0,-1 0 1,0 0-1,0 0 0,0 0 0,1 0 1,-1 0-1,0 0 0,0 1 1,1-1-1,-1 0 0,0 0 0,0 0 1,1 0-1,-1 0 0,0-1 0,0 1 1,1 0-1,-1 0 0,0 0 1,2-1 1,0-1 0,0 0 0,0 0 1,-1 1-1,1-1 0,-1 0 1,1 0-1,-1-1 0,0 1 0,0 0 1,0 0-1,1-3 0,17-43-389,-3-1 1,16-72-1,7-110-2335,17-65-473,-54 287 3280,11-31-200,-13 39 171,1 0 0,-1 0 0,1 0 0,0 0 1,-1 0-1,1-1 0,0 1 0,0 0 0,0 1 0,0-1 0,-1 0 1,1 0-1,1 0 0,-1 0 0,0 1 0,0-1 0,0 0 0,0 1 0,0-1 1,1 1-1,-1 0 0,0-1 0,0 1 0,3 0 0,-4 0-18,1 0-1,-1 0 0,1 0 0,-1 0 1,1 0-1,-1 0 0,1 0 0,0 0 1,-1 0-1,1 0 0,-1 1 0,1-1 1,-1 0-1,1 0 0,-1 1 0,1-1 1,-1 0-1,0 1 0,1-1 0,-1 0 1,1 1-1,-1-1 0,0 1 0,1-1 1,-1 1-1,0-1 0,1 1 0,5 14 422,0 1-1,-2 0 0,1 0 0,-2 0 0,2 17 1,17 231 2212,-22 7-1059,-1-128-819,2-108-725,0-27-56,0 1 0,-1-1-1,-2 14 1,46-290-2341,-31 163 289,40-152 0,-46 234 1845,1 1 0,1 0 0,1 0 0,23-37-1,-28 51 210,0 1 0,0-1 0,1 1 0,0 1 0,0-1 0,1 1-1,0 0 1,0 0 0,1 1 0,-1 0 0,1 1 0,0-1 0,0 1-1,1 1 1,12-4 0,-17 5 35,0 1-1,0 1 0,0-1 1,0 0-1,0 1 0,0 0 1,0 0-1,1 0 0,-1 1 1,0-1-1,0 1 0,0 0 1,0 0-1,0 0 0,0 1 1,0-1-1,-1 1 0,1 0 1,-1 0-1,1 0 0,-1 1 1,4 2-1,-1 3 57,0 0 0,0 0 0,-1 1 1,0 0-1,0 0 0,3 10 0,2 8 206,7 31 1,-4 2 346,-3 0 1,3 91 0,-9 105-436,-5-199-1451,1-103-2119,0-12-1815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1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 15543,'0'0'7286,"1"23"-6600,25 302 1440,-24-307-2006,17 133 638,-14-120-540,2 0 1,18 53 0,-22-78-200,0 0 1,-1 1-1,2-1 1,-1 0-1,1 0 0,0-1 1,0 1-1,1-1 1,8 9-1,-10-12-16,0 0 0,0 0 1,0 0-1,0 0 0,1-1 0,-1 0 0,0 1 1,1-1-1,-1 0 0,1-1 0,-1 1 1,1-1-1,-1 1 0,1-1 0,-1 0 0,1 0 1,0-1-1,-1 1 0,1-1 0,3-1 1,-1 1-5,0-1 0,-1-1-1,1 1 1,-1-1 0,0 0 0,0 0 0,0 0 0,0-1 0,0 0 0,7-8 0,2-3-53,21-33 1,-32 45 41,23-38-463,-1 0 0,-2-1 0,29-76 0,-40 86 2,-3 0 0,0-1 0,-2 0 0,-2 0 0,-1-1 0,0-36 0,-4 49 153,1 1-12,-1 1-1,-5-31 0,5 46 368,-1 1 1,0-1-1,0 0 1,0 1-1,0-1 0,0 1 1,-1-1-1,0 1 0,1 0 1,-1 0-1,0 0 1,-1 0-1,1 0 0,0 0 1,-1 1-1,0-1 0,0 1 1,1-1-1,-6-2 0,7 5-24,1 0 0,-1-1 0,1 1 0,-1 0 0,0-1-1,1 1 1,-1 0 0,0 0 0,0 0 0,1 0 0,-1 0-1,0 0 1,1-1 0,-1 2 0,0-1 0,1 0 0,-1 0-1,0 0 1,0 0 0,1 0 0,-1 1 0,0-1 0,1 0-1,-1 0 1,1 1 0,-1-1 0,0 1 0,1-1 0,-1 0 0,1 1-1,-1-1 1,1 1 0,-1 0 0,1-1 0,-1 1 0,1-1-1,0 1 1,-1 0 0,1-1 0,0 1 0,-1-1 0,1 1-1,0 0 1,0 0 0,0-1 0,0 1 0,0 1 0,-3 37-1561,3-35 768,0 5-4063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1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308 210 3426,'0'0'7294,"-1"-5"-6067,0 0-1030,-1-4 656,0 0 1,0 0-1,-1 1 0,0-1 1,-6-10-1,3 9-668,0 1 0,0-1 1,-1 1-1,-1 0 0,1 0 1,-1 1-1,-1 0 0,-18-13 0,18 14-17,0 1-123,-1-1-1,0 2 1,-12-7-1,18 11-3,0 0 0,1 0-1,-1 0 1,0 0 0,0 0-1,0 1 1,0-1 0,0 1-1,1 0 1,-1 1 0,0-1-1,0 1 1,-7 1-1,10-1 4,-1 0-1,0 0 1,0 0-1,0 0 1,1 0-1,-1 0 1,1 1-1,-1-1 0,1 0 1,-1 1-1,1-1 1,0 1-1,0 0 1,0-1-1,0 1 1,0 0-1,-1 2 1,-12 37 581,12-30-485,-9 33 784,2 0 1,-5 82-1,11 89 841,3-150-1378,0-64-378,-1 11 107,2 0 1,-1 0-1,2 0 0,3 18 1,-4-27-109,0 0 0,0 0 1,0-1-1,0 1 0,1 0 0,-1-1 1,1 1-1,0-1 0,-1 0 1,1 1-1,0-1 0,0 0 0,1 0 1,-1 0-1,0 0 0,1-1 0,-1 1 1,1-1-1,-1 1 0,1-1 1,0 0-1,0 0 0,3 1 0,-1-1-7,0 0 0,0 0 0,0-1 0,1 0 0,-1 0 0,0 0-1,0 0 1,0-1 0,0 0 0,0 0 0,0 0 0,5-3 0,-2 1-8,0-1 0,1 0 0,-2-1 0,1 0 1,0 0-1,7-8 0,5-6-226,-1-2 0,0 0 0,19-31 0,-24 32-294,0-1-1,-2-1 1,-1 0-1,0 0 1,-2-1-1,0 0 1,-2-1 0,0 0-1,-2 0 1,-1 0-1,-1-1 1,1-40-1,-4-31-267,0 95 856,0 0 0,0 1 0,0-1 0,0 0 0,0 1 0,1-1 0,-1 0 0,0 0 0,0 1 0,-1-1 0,1 0 0,0 1 0,0-1 0,0 0 0,0 0 0,-1 1 0,1-1 0,0 0 0,-1 1 0,1-1 0,0 1 0,-1-1 0,1 0 0,-1 1 0,0-1 0,0 2 19,1 1-1,-1 0 1,0-1 0,1 1 0,-1 0 0,1 0-1,-1 0 1,1-1 0,0 1 0,0 0-1,0 0 1,0 2 0,-2 232 2251,5-172-1768,18 109 1,-20-171-561,1 15 15,2-1 0,0 0 0,0 0 1,2 0-1,14 30 0,-19-44-49,0 0 1,0 0-1,0 0 1,1-1-1,-1 1 1,1 0-1,-1-1 1,1 1-1,0-1 1,-1 1-1,1-1 1,0 0 0,0 0-1,0 0 1,0 0-1,0 0 1,0 0-1,0 0 1,0-1-1,0 1 1,0-1-1,1 0 1,-1 1-1,0-1 1,0 0-1,0 0 1,5-1-1,-4 0-179,0 0-1,0 0 1,1-1-1,-1 1 1,0-1 0,0 0-1,0 1 1,-1-2-1,1 1 1,0 0-1,-1 0 1,1-1-1,-1 1 1,0-1-1,0 0 1,2-3-1,19-39-5100,-2-8-5369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5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371 782 7043,'0'0'8642,"-1"-6"-7413,-5-20-241,5 25-935,1 1 0,-1-1 0,1 0 0,-1 1 0,1-1 0,-1 1 0,0-1 0,1 1 0,-1-1 1,0 1-1,1 0 0,-1-1 0,0 1 0,0 0 0,0-1 0,1 1 0,-1 0 0,0 0 0,0 0 1,0 0-1,1 0 0,-1 0 0,0 0 0,0 0 0,0 0 0,0 0 0,1 0 0,-2 1 0,-3-1 152,-1 0-160,0 0 1,0 0-1,0 0 0,-1 1 0,1 0 0,0 0 0,0 1 0,0-1 0,0 1 0,1 1 0,-1-1 1,0 1-1,1 0 0,0 0 0,0 0 0,0 1 0,0 0 0,0 0 0,1 0 0,-8 10 0,-13 16 184,2 2 0,0 0 0,3 2 0,0 0 0,3 2 0,1 0 0,1 0 0,2 1 0,2 1 0,-12 70 0,20-84-28,0 0 1,2-1-1,3 44 1,-2-66-198,0 0 1,0 1 0,0-1-1,1 0 1,-1 1 0,0-1 0,1 0-1,-1 1 1,1-1 0,-1 0-1,1 0 1,0 0 0,0 1-1,-1-1 1,1 0 0,0 0 0,0 0-1,0 0 1,0 0 0,0 0-1,0-1 1,0 1 0,3 1-1,-1-1 15,0 0 0,1 0 0,-1-1 0,1 0 0,-1 1 0,1-1 0,4-1 0,2 1 18,0-1-15,0 0 0,0 0-1,0-1 1,0-1 0,0 0 0,0 0-1,-1-1 1,1 0 0,-1 0 0,0-1-1,-1-1 1,1 1 0,-1-1 0,0-1-1,7-7 1,13-14-145,-2-1 0,35-48 0,-61 76 120,24-31-472,-2-1-1,-2-1 1,24-54-1,-34 64 135,-1-1-1,-1 0 1,-2-1-1,0 1 1,-2-1-1,1-34 0,-16-488-741,6 339 1249,5 203-122,-1 1 0,1-1 0,-1 1 0,0 0 0,-1 0 0,-1-6 1,2 10-3,1 0 1,-1-1 0,0 1 0,0 0 0,1 0-1,-1 0 1,0 0 0,0 0 0,0 1 0,0-1-1,0 0 1,0 0 0,-1 1 0,1-1 0,0 0-1,0 1 1,0-1 0,-1 1 0,1 0 0,0-1-1,0 1 1,-1 0 0,1 0 0,0 0 0,-1 0-1,1 0 1,0 0 0,-3 1 0,0-1 5,1 1 0,-1-1 0,0 1 0,1 0 0,-1 0 1,1 1-1,0-1 0,-1 1 0,1 0 0,0 0 0,0 0 0,0 0 0,-4 4 1,-2 4 49,0-1 0,-12 20 1,15-20-28,-20 30 189,1 2 0,3 1-1,1 1 1,2 0 0,2 2 0,2 0 0,2 1-1,2 0 1,2 1 0,-6 80 0,14-106-201,0 0 0,2 0 1,5 35-1,-5-48-56,1 0 1,0-1-1,0 1 0,1-1 0,0 0 1,1 0-1,-1 0 0,1 0 1,1 0-1,-1-1 0,1 0 0,10 10 1,-7-9-5,1-1-1,0 0 1,1 0 0,-1-1 0,1 0 0,0 0 0,0-1 0,1-1 0,-1 1 0,1-2 0,0 0-1,15 2 1,6-2-29,0-1-1,0-1 1,33-5 0,-34 0-43,-1-1 0,1-2 0,44-17 0,-73 24 71,6-2-13,0 0 0,-1 1 0,1 0 0,0 0 0,0 1 0,0 0 0,10-1-1,-15 3 14,0-1 0,-1 1 0,1 0 0,-1-1-1,1 1 1,-1 0 0,1 0 0,-1 1-1,0-1 1,1 0 0,-1 1 0,0-1-1,0 1 1,0 0 0,0 0 0,0 0-1,-1 0 1,1 0 0,-1 0 0,1 0 0,-1 1-1,0-1 1,1 0 0,-1 1 0,1 3-1,5 15 16,-1 0-1,0 0 1,-2 1-1,-1 0 0,2 25 1,-4 118 383,-2-94-277,1 121-437,0-321-8651,0 66 1165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6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12694,'0'0'1264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6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345 1 12054,'0'0'7888,"-32"11"-7058,15-5-733,-4 1 22,0 1 1,1 1-1,-20 11 1,29-13-24,1 0 0,0 0 0,0 1 0,1 0 0,0 1-1,1 0 1,0 0 0,0 1 0,-11 19 0,5-6 76,2 1-1,0 0 1,2 0 0,0 1-1,2 1 1,1-1 0,1 2-1,-5 48 1,10-72-165,1 0 1,0 1 0,0-1-1,0 0 1,0 1-1,0-1 1,1 0-1,-1 0 1,1 1-1,2 4 1,-2-7-9,0 0 1,1 1-1,-1-1 1,1 0-1,-1 0 1,1 0-1,-1 0 1,1 0-1,0 0 1,0-1-1,-1 1 1,1 0-1,0-1 1,0 0-1,0 1 1,-1-1-1,1 0 1,0 0-1,0 0 0,3 0 1,5-1-2,0 1 0,0-2 0,0 1 0,-1-1 1,1-1-1,0 0 0,-1 0 0,1-1 0,-1 0 0,0-1 0,0 0 0,-1 0 1,15-12-1,12-12-217,56-60 0,-58 55-195,-11 12 72,-3 2-71,25-21 1,-38 36 280,0 1-1,1-1 1,0 1 0,0 0-1,0 1 1,1-1 0,-1 2-1,11-4 1,-16 5 126,0 1 0,0-1 0,0 1 0,0-1 0,-1 1 0,1 0 0,0 0 0,0 0 0,0 0 0,0 0 0,0 0 0,0 0 0,-1 0 0,1 1 0,0-1 0,0 1 0,0 0 0,-1-1 0,1 1 0,0 0 0,-1 0 1,1 0-1,0 0 0,-1 0 0,0 1 0,1-1 0,-1 0 0,0 1 0,1-1 0,-1 1 0,0-1 0,0 1 0,0-1 0,0 1 0,-1 0 0,1 0 0,1 3 0,2 16 144,0 0 0,-2 0 0,0 1 0,-2 41 0,0-33 111,-1 90 888,-22 173-1,-59 115 345,72-377-1380,10-31-101,0 0 0,0 0 0,0 0 0,0 1 0,0-1 1,0 0-1,0 0 0,0 0 0,0 1 0,0-1 0,0 0 0,-1 0 0,1 0 0,0 0 0,0 1 0,0-1 0,0 0 0,0 0 0,0 0 0,0 0 0,-1 0 0,1 1 0,0-1 0,0 0 0,0 0 0,0 0 0,-1 0 1,1 0-1,0 0 0,0 0 0,0 0 0,0 0 0,-1 0 0,1 0 0,0 0 0,0 1 0,0-1 0,-1 0 0,1 0 0,0-1 0,0 1 0,0 0 0,-1 0 0,1 0 0,0 0 0,0 0 0,-5-11-47,1-31-384,2 1 0,3-54 0,0 16-400,-2-44-482,6-202-3344,-2 283 3703,3 0 0,1 1 0,23-76 0,-22 94 891,1 0-1,1 1 0,0 0 1,2 0-1,1 1 0,0 1 1,32-36-1,-41 51 177,1 1 1,0-1-1,1 1 1,-1 0-1,1 0 0,-1 1 1,1 0-1,0 0 1,1 0-1,6-2 1,-10 5 10,1-1 0,-1 0 0,0 1 0,1-1 0,-1 1 0,1 0 0,-1 0 0,1 0 0,-1 1 1,0-1-1,1 1 0,-1 0 0,0 0 0,1 0 0,-1 0 0,0 1 0,0-1 0,0 1 0,0 0 0,0 0 1,3 3-1,2 3 112,-2-1 0,1 2 0,-1-1 0,-1 1 0,1-1 0,-2 1 0,1 1 1,-1-1-1,0 1 0,3 14 0,0 4 414,-1 1 1,5 47-1,-7 178 1939,-6-150-3001,2-192-8002,0 13-3287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6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13078,'0'0'10629,"17"-6"-13110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7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8580,'0'0'4546,"-3"165"-2273,3-14 800,0 32-591,7 28-546,3 17-719,-4-26-289,1-37-928,3-51 97,0-59-226,3-37 129,-3-18-176,4-39-880,-4-37-865,-4-20-2337,-6-9-5426</inkml:trace>
  <inkml:trace contextRef="#ctx0" brushRef="#br0" timeOffset="1">38 629 15895,'0'0'5107,"230"0"-2898,-123 0-1953,7-3-256,-14-3-208,-26 0-4386,-31 0-12070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8.1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349 640 10149,'0'0'6181,"-15"-4"-5821,-48-12-56,60 16-274,0-1 0,1 1-1,-1 0 1,0-1 0,0 1-1,0 0 1,1 1 0,-1-1-1,0 1 1,0-1 0,1 1-1,-1 0 1,1 0 0,-1 0-1,0 0 1,-2 2 0,2 0 22,-1 0 1,0 0-1,1 1 1,0-1-1,-1 1 1,-3 6-1,1-1 40,-12 18 243,1 0 1,2 1 0,0 0 0,2 1 0,-12 42 0,-33 158 1376,48-174-1207,2 1 0,0 89 0,8-127-414,0-4 32,0-1 1,3 24-1,-2-33-101,-1-1 0,1 0-1,0 0 1,0 1 0,1-1-1,-1 0 1,1 0 0,-1 0-1,1 0 1,0-1 0,0 1 0,0 0-1,0-1 1,1 0 0,3 4-1,0-2-4,0-2-1,-1 1 1,1-1-1,0 0 0,0 0 1,0 0-1,0-1 1,1 0-1,-1 0 0,0 0 1,0-1-1,1 0 1,-1-1-1,0 1 0,1-1 1,-1 0-1,0-1 1,0 1-1,8-5 0,-2 0-8,-1 0 0,0-1 0,-1-1 0,0 1 0,0-2 0,15-15 0,1-5-20,23-34 0,-22 24-226,-1-2 0,-3 0 0,23-52 0,-34 62-164,0-1 1,-2 0-1,-2 0 1,-1-1-1,5-48 1,-8-133-1528,-7 172 1541,-1 0 0,-3 0 0,-11-43-1,-7 3-136,-13-52 184,33 108 385,0 0 1,2-1-1,-1-32 1,5 42 59,-3-27 338,1 42-351,0-1 0,0 0 1,0 0-1,0 0 1,0 1-1,0-1 0,-1 0 1,1 1-1,-1-1 0,0 1 1,0 0-1,0 0 0,-2-3 1,1 4-36,0-1 0,0 1 0,0-1 0,0 1 0,0 0 0,-1 0 0,1 1 0,0-1 0,0 1 0,-1-1 0,1 1 0,0 0 0,-1 0 0,1 1 0,-4 0 0,-8-1 32,12 0-84,-1 1-1,1-1 1,0 1 0,0 0-1,1 0 1,-1 0-1,0 0 1,0 0 0,0 1-1,1-1 1,-1 1-1,1 0 1,-1 0-1,1 0 1,0 0 0,-4 4-1,0 1 55,-1 2 0,1-1 1,-9 16-1,7-7 94,0-1 0,2 1-1,0 0 1,0 0 0,2 1 0,-4 27 0,4 0 429,1 67 0,4-94-435,0 1 0,1-1 0,1 1-1,0-1 1,2 0 0,12 34 0,-11-39-123,1 0 0,0 0-1,1 0 1,0-1 0,1 0 0,1-1-1,-1 0 1,2 0 0,15 12-1,-15-14-17,1-1 0,0-1 1,1 1-1,0-2 0,0 0 0,1 0 0,-1-2 0,1 1 0,28 4 0,2-4-13,84-1 0,-51-3-144,-73-1 131,-1 0 0,1 0 0,0 1 0,0 0 0,0 0 0,-1 0 0,1 0 0,0 1 0,-1-1 0,1 1 0,-1 0 0,0 0-1,0 0 1,1 0 0,3 5 0,-3-3 6,0 1-1,0 0 0,0 0 0,-1 1 1,0-1-1,0 1 0,0 0 0,3 10 1,0 8 21,0 0 0,-2 1 0,2 45 0,-6-68-6,-4 465 1631,3-458-1586,1 3 3,2-20-235,17-56-538,-7 26-1690,-2 0 1,6-46-1,-11 26-4695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8:58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14567,'0'0'0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1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57 6467,'0'0'8687,"0"-9"-7818,0-29-135,0 28 320,0 13-662,-13 1023 6488,13-1012-6838,1 26 43,-1-39-87,0 0 1,0 0-1,0 0 1,1 0-1,-1 0 0,0 0 1,0-1-1,1 1 1,-1 0-1,0 0 1,1 0-1,-1-1 0,1 1 1,-1 0-1,1 0 1,0-1-1,-1 1 1,1 0-1,0-1 1,-1 1-1,1-1 0,0 1 1,0-1-1,-1 1 1,1-1-1,0 0 1,0 1-1,0-1 0,0 0 1,0 1-1,-1-1 1,3 0-1,-2 0-5,-1 0 0,1 0-1,0 0 1,0 0 0,0 0 0,0-1 0,0 1-1,0 0 1,0-1 0,-1 1 0,1 0-1,0-1 1,0 1 0,0-1 0,-1 1-1,1-1 1,0 1 0,-1-1 0,1 0-1,0 1 1,-1-1 0,1 0 0,0-1 0,8-24-125,-8 23 101,3-26-1074,0 0 1,-2-1-1,-2-39 1,0 41-406,0 16 405,0 1 0,-1 0-1,-2-15 1,-1 15-388,1 0 0,-2 1-1,-6-13 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2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5394,'0'0'8858,"0"-6"-8067,0 4-665,0 7 614,10 488 5169,-10 21-2777,0-508-3080,1 8 59,-1-14-105,1 0 1,-1 1-1,0-1 1,0 0-1,0 1 0,1-1 1,-1 0-1,0 0 0,1 1 1,-1-1-1,0 0 1,1 0-1,-1 1 0,0-1 1,1 0-1,-1 0 0,0 0 1,1 0-1,-1 0 1,0 1-1,1-1 0,-1 0 1,1 0-1,-1 0 0,0 0 1,1 0-1,0 0 1,-1 0-2,1 0-1,0 0 1,-1 0 0,1 0 0,-1-1 0,1 1 0,0 0 0,-1 0 0,1 0 0,-1 0 0,1-1 0,-1 1 0,1 0 0,-1 0 0,1-1 0,-1 1 0,1 0 0,-1-1-1,0 1 1,1-1 0,-1 1 0,1-1 0,-1 1 0,0-1 0,1 1 0,-1-1 0,6-11-5,0 1 1,-1-1-1,-1 0 0,0 0 0,3-16 1,9-71-347,-9-203-2292,-9 185 1421,2 81 841,-1 8-255,5-45 0,-3 65 557,0 0-1,1-1 0,0 1 0,1 0 1,-1 1-1,2-1 0,-1 0 0,1 1 0,8-13 1,-3 9 69,0 1 0,1 0 0,0 0 0,0 1 0,1 0 1,0 1-1,1 0 0,20-10 0,-22 13 7,-1 1 1,1 1-1,0-1 0,0 1 1,1 1-1,-1 0 0,0 1 0,1 0 1,-1 0-1,1 1 0,20 2 1,-27-1 8,0 0 1,0 1-1,0-1 1,0 1 0,0 0-1,-1 0 1,1 0-1,-1 1 1,1-1 0,-1 1-1,0-1 1,0 1-1,0 0 1,0 1 0,-1-1-1,1 0 1,-1 1-1,0-1 1,0 1-1,2 4 1,4 10 151,-1 0 0,-1 1 1,4 19-1,-10-36-144,10 44 535,-2 1 0,3 66 0,-8 96 898,-3-141-1047,0 189 1091,0-249-1445,1 0 1,-1 0-1,2 0 0,-1 0 0,4 11 0,-1-45-694,-4-18-649,-1-70-8397,-1 72 1181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2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8852,'0'0'9997,"13"23"-8527,-9-16-1346,25 44 1052,42 99-1,53 223 1699,-32-88-1618,-81-253-1134,28 54-1,-37-83-116,-1 0-1,1 0 1,1 0 0,-1 0 0,0 0-1,1 0 1,3 3 0,-5-6-4,0 1 0,0-1 1,-1 1-1,1-1 1,0 1-1,0-1 0,0 0 1,-1 1-1,1-1 1,0 0-1,0 0 0,0 0 1,0 0-1,0 1 1,0-1-1,0 0 0,0-1 1,-1 1-1,1 0 1,0 0-1,0 0 0,0 0 1,0-1-1,0 1 1,0 0-1,-1-1 1,1 1-1,0-1 0,0 1 1,0-1-1,-1 1 1,1-1-1,0 0 0,-1 1 1,2-2-1,4-8 13,1 0 0,-1 0-1,-1-1 1,0 0 0,-1 0-1,0 0 1,3-13 0,-1 5-46,8-31-382,-1-1 0,8-79 1,-3-109-2018,-1 5 134,-13 200 2233,12-47-1,-14 73 192,0 1 0,1-1 0,-1 1 0,2-1-1,-1 1 1,1 0 0,0 0 0,0 0 0,1 1-1,0 0 1,10-10 0,-12 14-75,0 0 0,0 0-1,0 0 1,1 1 0,-1-1 0,0 1 0,1 0-1,-1 0 1,1 1 0,-1-1 0,1 0 0,-1 1-1,1 0 1,-1 0 0,1 0 0,5 1-1,-8 0-59,0 0-1,0-1 1,0 1-1,-1 0 1,1-1-1,0 1 1,-1 0-1,1 0 0,0-1 1,-1 1-1,1 0 1,-1 0-1,1 0 1,-1 0-1,0 0 1,1 0-1,-1 0 0,0 0 1,0 0-1,1 2 1,3 25-2114,-3-23 419,-1 5-3828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3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1 564 4626,'0'0'13801,"3"0"-12856,-3 0-904,1 0 0,0 0 1,0 1-1,0-1 0,0-1 1,0 1-1,0 0 0,0 0 1,0 0-1,0 0 0,-1-1 1,1 1-1,0 0 0,0-1 1,0 1-1,0-1 1,1 0-1,11-11 121,0 0 1,-1 0-1,16-22 1,-14 17-149,23-28-76,31-50 1,-56 76-211,0-1 0,-2-1 0,0 0 0,-1 0 0,8-32 0,-13 39-12,-1 0 0,-1-1 1,0-16-1,-2 27 259,0 0-1,0 1 1,0-1 0,0 0-1,-1 1 1,1-1 0,-1 1 0,0-1-1,-1 0 1,1 1 0,0 0-1,-1-1 1,0 1 0,0 0 0,0 0-1,0 0 1,-3-3 0,-1 1 58,-1 1 1,1 0 0,-1 0-1,0 0 1,0 1 0,-1 0-1,1 0 1,-1 1 0,1 0-1,-1 1 1,0-1 0,0 1 0,0 1-1,0 0 1,-13 1 0,18-1 0,0 0 0,1 1 0,-1-1 0,1 1 0,-1 0 0,0 0 0,1 0 0,0 0 0,-1 0 0,1 0 0,-1 1 0,1-1 0,0 1 0,0 0 0,0-1 1,-2 4-1,0-1 52,0 2 1,0-1-1,1 0 1,0 1-1,0-1 1,-4 11-1,-1 8 299,2 0-1,-7 42 1,12-59-306,-9 77 1217,2 143 1,8-203-1108,1-1 0,1 1 1,1 0-1,1-1 0,1 0 1,8 23-1,-11-38-163,1-1 0,0 0-1,0 0 1,1-1 0,0 1 0,0-1-1,0 0 1,1 0 0,0 0 0,0 0 0,1-1-1,-1 0 1,1 0 0,0-1 0,1 1 0,-1-1-1,1-1 1,-1 1 0,1-1 0,0 0-1,1-1 1,14 4 0,-10-4-76,1 0-1,0-1 1,1-1-1,-1 0 1,0 0-1,0-2 1,0 1-1,0-2 1,0 0-1,17-6 1,-20 5-429,0 0 0,-1-1 0,0 0 0,0-1 0,0 0 1,0-1-1,-1 1 0,0-1 0,-1-1 0,1 0 0,-1 0 0,-1 0 1,7-12-1,17-39-5367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3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83 12806,'0'0'3666,"9"37"-1516,58 249 1243,-33-94-1248,6 27-120,-35-203-1706,-1-13-87,2-31-196,9-328-3635,-9 114-851,-5 226 4373,0 0 1,1 0-1,1-1 0,1 2 0,8-24 0,-10 34 164,0 0 0,1-1 1,-1 1-1,1 0 0,0 0 0,1 1 0,-1-1 1,1 1-1,0 0 0,0 0 0,0 0 0,1 0 0,-1 1 1,1-1-1,0 1 0,0 0 0,0 1 0,7-3 0,-3 2 223,1 1-1,0 0 0,0 0 0,-1 1 0,14 0 0,-17 1-233,0 0 0,0 1 0,-1-1-1,1 1 1,0 0 0,0 1 0,-1 0 0,1 0 0,-1 0 0,6 3 0,7 7-286,20 12 759,-36-23-893,0 0 0,0 0 0,0-1 0,1 1-1,-1 0 1,0-1 0,1 0 0,-1 1-1,0-1 1,1 0 0,-1 0 0,0 0 0,0-1-1,1 1 1,-1-1 0,4 0 0,4-7-6571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4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 12694,'0'0'6083,"-2"4"-5747,-1 4-167,1-1 0,0 1 0,0 0 0,1-1 0,0 1 0,0 0 0,1 0 0,1 11 0,-1-13-92,-9 497 3934,1-9-2425,7-438-1516,0-29-63,1 1 0,5 42 0,-4-65-11,0-1 0,0 0 0,1 0 0,-1 0 0,1 0-1,-1-1 1,1 1 0,0 0 0,1-1 0,-1 1 0,4 3 0,-5-6-54,0 0 0,1 1 0,-1-1 0,1 0 0,-1 0 0,1 0 1,-1 0-1,1 0 0,-1-1 0,1 1 0,0 0 0,0-1 0,-1 1 0,1-1 0,0 1 0,0-1 0,0 0 0,0 0 0,-1 0 0,1 0 0,0 0 0,0 0 0,0-1 0,-1 1 0,4-1 0,-5 0 8,1 1-1,-1 0 1,1-1 0,0 1-1,-1 0 1,1-1-1,-1 1 1,1-1-1,-1 1 1,1-1-1,-1 1 1,1-1-1,-1 1 1,0-1-1,1 1 1,-1-1-1,0 0 1,1 1 0,-1-1-1,0 1 1,0-1-1,0 0 1,1 0-1,2-19-1372,-1 0-1,-1 0 1,0 0 0,-3-23-1,0 10-1477,0-44-5879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4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 19417,'0'0'3473,"227"21"-1808,-96-21-1393,-1-24-272,-13-6 0,-30 9-368,-40 6-1024,-41 12-4355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04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15943,'0'0'6899,"74"-69"-8179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3714,'0'0'8484,"-20"1"-7713,-63 3-174,62-3 1620,23-1-1742,582 49 1319,-332-19-1595,579 20 135,-391-49-396,-427-1 56,-4 0 6,0 0 0,-1 0 1,1 0-1,0 1 0,-1 0 1,1 1-1,-1 0 0,1 1 1,-1-1-1,9 5 0,-15-5 12,0 0-1,0-1 1,-1 1-1,1 0 1,-1 0-1,1 0 1,-1 0-1,0 1 1,0-1-1,0 0 1,0 0-1,0 1 0,0-1 1,-1 1-1,1-1 1,-1 0-1,0 1 1,1-1-1,-1 1 1,0-1-1,-1 4 1,1 1 59,-1-1 1,1 1-1,-2 0 0,1-1 1,-1 1-1,-3 8 1,2-10 26,0 1 0,0-1 0,0 0 0,-1-1 0,-5 6 0,-12 18 160,47-60-5709,6-7-1614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75 3298,'0'0'8521,"0"-11"-7091,0-52 1539,-15 65-1939,11 0-1011,0 1 0,1 0 0,-1 0 0,0 0 0,1 1 0,0-1 0,0 1 0,0 0 0,0 0 0,1 0 0,0 0 1,-4 8-1,-4 6 56,-40 77 826,4 1 1,-43 128 0,81-201-675,1 1-1,0 0 1,-3 34 0,10-57-224,-1 0 0,1 0 0,0 0 0,0 0 0,0 0 0,0 1 0,0-1 0,0 0 0,0 0 0,0 0 0,0 0 0,1 0 0,-1 0 0,0 0 0,1 0-1,-1 0 1,2 2 0,-1-3-3,0 0-1,0 0 1,0 0-1,0 1 1,0-1-1,0 0 1,0 0 0,0-1-1,1 1 1,-1 0-1,0 0 1,0-1-1,0 1 1,0 0-1,0-1 1,0 1-1,0-1 1,0 1-1,0-1 1,0 0-1,1-1 1,35-23-596,0-2 1,-3-1-1,44-46 0,-19 18-1127,33-26-2826,-13 13-1267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7876,'0'0'6435,"-117"238"-4130,71-145-1281,2-12 49,11-12-433,13-27-352,13-18-288,7-15-272,0-45-9893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11701,'0'0'6446,"38"5"-5870,240 40 230,-161-30-479,161 0 0,41 4-290,-273-13-709,-46-4-1229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9236,'0'0'7988,"42"-24"-7807,-42 24-181,182-96 136,-173 91-126,1 1 0,1 1 0,-1 0-1,0 0 1,1 1 0,-1 0 0,1 1 0,21 0-1,-9 0 38,1 2 0,0 1 0,-1 1 0,39 9 0,-54-9-18,0-1 0,0 1 0,0 1 0,0 0 0,-1 0 0,1 0-1,-1 1 1,0 0 0,0 1 0,-1-1 0,0 1 0,0 1 0,0-1-1,-1 1 1,0 0 0,5 8 0,-6-7 62,0 1 0,0 0 0,-1 1 0,0-1 0,0 1 0,-1-1 0,-1 1 0,0 0 0,0 0 0,0-1 0,-2 15 0,-1-8 69,0 0 1,-1-1-1,-1 1 0,0-1 1,-1 1-1,-10 21 0,-14 13 388,-2 0 0,-73 88 0,76-102-369,-66 81 119,-136 189 28,222-293-313,-1 0-1,1 0 1,1 1 0,0 0 0,2 0-1,-1 1 1,1-1 0,-4 24 0,9-36-13,0-1 1,-1 1 0,1-1-1,0 1 1,0-1 0,0 1-1,0-1 1,0 1 0,0-1-1,0 0 1,1 1 0,-1-1-1,1 1 1,-1-1 0,1 1-1,-1-1 1,1 0 0,0 1-1,-1-1 1,1 0-1,0 0 1,1 2 0,1-2 5,0 1 0,0-1-1,0 0 1,0 0 0,-1-1 0,1 1 0,0 0 0,1-1 0,-1 0 0,3 0 0,21 1 28,-1-1 1,0-1 0,0-1 0,43-10 0,104-37-110,10-1-977,-64 32-1628,-62 12-1574,-13-2-2090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3 136 7059,'0'0'14967,"-3"-12"-14983,13-12-560,3-3-1233,-6-6-1344,0-6-5764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18633,'0'0'6194,"46"-72"-7954,-39 51-866,-4 6-3857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261 202 2817,'0'0'7657,"0"-11"-6630,1 3-787,0-8 349,0 0 0,5-17 0,-5 26-155,0-1 1,0 1-1,-1-15 1,0 20-405,-1 0 0,1 0 1,0-1-1,0 1 0,-1 0 0,0 0 0,1 0 0,-1 0 0,0 0 0,0 0 1,0 0-1,0 0 0,0 1 0,0-1 0,-1 0 0,1 1 0,-2-3 1,-4 0-1,0-1 1,-1 1 0,1 0 0,-1 0 0,0 1 0,0 0 0,0 1 0,0 0-1,-1 0 1,1 0 0,-1 1 0,1 1 0,-16 0 0,17 0-29,0 0 1,0 0-1,1 0 0,-1 1 1,0 1-1,0-1 0,-9 4 1,12-3-1,0 0-1,1 1 1,-1-1 0,1 1 0,-1 0 0,1 0 0,0 0-1,0 0 1,0 0 0,1 1 0,-1-1 0,-3 8-1,2-4 4,1 0-1,1-1 0,-1 1 0,1 0 0,0 1 0,1-1 1,0 0-1,0 0 0,0 1 0,1-1 0,1 13 0,0-10 45,0 0-1,1 0 1,1-1-1,-1 1 0,1 0 1,1-1-1,0 0 1,7 12-1,5 4 201,2-1 0,30 33 1,50 41 305,-71-72-361,23 22 66,56 57 184,-91-89-364,-1 1 1,-1 1 0,-1 0-1,16 30 1,-24-40-22,-1 0 0,0 0 0,0 0 0,-1 0 1,0 1-1,0-1 0,-1 1 0,0-1 0,0 1 0,-1 0 0,0-1 0,-1 1 1,-2 10-1,2-13-43,-1 0 1,0-1 0,0 1-1,0-1 1,-1 1 0,0-1-1,0 0 1,0 0-1,0-1 1,-1 1 0,0-1-1,0 1 1,0-1 0,-1 0-1,1-1 1,-1 1 0,0-1-1,0 0 1,-7 3-1,1-1-2,0-1 0,0-1-1,0 0 1,0 0-1,-1-1 1,1 0 0,-18-1-1,22 0-6,0-1 0,0-1 0,-1 1 1,1-1-1,0-1 0,0 1 0,0-1 0,0 0 0,1-1 0,-1 0 0,0 0 0,1 0 0,-7-5 0,6 2-26,1-1 0,0 1-1,1-1 1,0 0-1,0 0 1,1-1-1,-1 1 1,2-1 0,-1 0-1,1 0 1,0 0-1,1-1 1,0 1-1,0-1 1,-1-14 0,2 13-3,0 0 0,1 1 0,0-1 0,1 0 0,0 0 0,1 0 0,0 1 0,0-1 0,1 1 0,0-1 0,0 1 0,1 0 0,10-15 0,-6 13-52,1 0 0,1 1 0,0 1 0,0-1 1,0 2-1,2-1 0,-1 2 0,18-10 1,0 3-1681,0 1 0,47-14 0,-9 8-5092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92 451 9124,'0'0'6168,"7"-19"-5994,-5 13-166,58-137 53,-53 128-519,0 0 0,-1 0-1,-1-1 1,-1 0 0,0 1 0,-1-2 0,0 1-1,-2 0 1,0 0 0,0-1 0,-3-19 0,1 33 426,1-1-1,-1 1 1,0 0 0,0 0 0,-1 0 0,1 0 0,-1 0 0,1 1 0,-1-1 0,0 0 0,0 1 0,0-1 0,0 1-1,0-1 1,-1 1 0,1 0 0,-1 0 0,0 0 0,1 0 0,-1 1 0,0-1 0,0 1 0,0 0 0,0 0 0,-6-2-1,-5 0 445,0 0 0,0 1 0,0 0-1,-24 1 1,37 1-381,-1 0 0,1 0 0,0 0-1,-1 0 1,1 0 0,0 1 0,-1-1-1,1 0 1,0 1 0,0-1 0,-1 1 0,1-1-1,0 1 1,0 0 0,0-1 0,0 1-1,-1 0 1,1 0 0,0 0 0,0 0 0,1 0-1,-1 0 1,-1 1 0,0 2 72,1 0 0,-1 0 0,1 0 0,-1 0 0,1 1 0,0 6-1,-5 35 864,3-1-1,3 66 1,1-39-10,-1-25-29,2 0 1,12 74-1,-12-108-781,0-1 1,2 1-1,-1-1 0,2 0 0,0 0 1,0-1-1,1 1 0,0-1 0,1 0 0,0-1 1,1 0-1,0 0 0,0 0 0,19 15 1,-20-21-108,0 0 0,1 0 0,-1 0 1,1-1-1,0 0 0,0 0 1,0-1-1,0 0 0,0 0 1,0-1-1,10 0 0,-7 0-46,-1-1-1,1-1 1,-1 0 0,0 0-1,1-1 1,-1 0 0,0-1-1,15-5 1,-14 2-222,-1 0 1,1-1-1,-1 0 0,0 0 1,-1-1-1,1-1 0,-2 1 1,1-2-1,7-9 0,-8 8-1278,-1 0 0,1-1-1,-2 0 1,10-22 0,0-24-9519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6067,'0'0'3137,"13"0"-3121,-26 0-1216,-4 0-65,-3 0-2689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100 187 2321,'-78'-38'1286,"62"31"1982,13-27 817,3-74-2282,-1 110-1771,1-1 0,0 0 0,-1 1 0,1-1 0,0 0 0,0 1 0,0-1 0,0 1 0,0-1 0,0 1 0,1 2 0,0 6 88,5 507 6254,-6-503-6233,0 13 207,1 1-1,0-1 1,8 34-1,-9-59-324,1-1-1,-1 1 1,1-1-1,-1 1 1,1-1-1,0 0 1,0 1-1,-1-1 0,1 0 1,0 0-1,2 3 1,-2-4-20,-1 0-1,1 0 1,-1 1 0,0-1 0,1 0 0,-1 0 0,1 0-1,-1 0 1,0 0 0,1 0 0,-1 0 0,1 0 0,-1 0-1,1 0 1,-1 0 0,0 0 0,1 0 0,-1 0 0,1 0-1,-1 0 1,0 0 0,1-1 0,-1 1 0,1 0 0,-1 0-1,0 0 1,1-1 0,-1 1 0,0 0 0,1 0-1,-1-1 1,0 1 0,1 0 0,-1-1 0,0 1 0,0 0-1,0-1 1,1 1 0,-1-1 0,0 1 0,0 0 0,0-1-1,0 1 1,0-1 0,1 1 0,-1-1 0,0 1 0,0 0-1,0-2 1,4-11-221,-1-1 1,0 0-1,0 0 0,0-21 0,-2-66-1739,-1 63 1375,-1 3-532,2-46-1568,0 72 2457,0 1-1,1-1 1,0 1 0,0-1 0,1 1 0,0 0 0,4-9 0,14-18 157,32-42 0,-32 48 295,-1-1 1,20-39 0,-37 62-201,7-13 730,-10 20-745,0 0 1,1-1-1,-1 1 1,0 0-1,0 0 0,0 0 1,0 0-1,1 0 1,-1 0-1,0-1 0,0 1 1,0 0-1,1 0 1,-1 0-1,0 0 0,0 0 1,1 0-1,-1 0 1,0 0-1,0 0 0,0 0 1,1 0-1,-1 0 0,0 0 1,0 0-1,1 0 1,-1 1-1,0-1 0,0 0 1,0 0-1,1 0 1,-1 0-1,0 0 0,9 15 207,-1 8 273,-1 1 0,-1 1 0,2 25 0,7 83 1396,-14-119-1694,7 124 1654,11 92 677,-18-223-2447,-1-6-62,-1 0 0,1 0 0,0 0 0,0 0 0,0 0 0,0-1 0,1 1 0,-1 0 0,0 0 0,0 0 0,0 0 0,1 0 0,-1 0 0,1 0 0,-1 0 0,0-1 0,1 1 0,0 0 0,-1 0 0,1-1 0,-1 1 0,1 0 0,0-1 0,-1 1-1,1 0 1,0-1 0,0 1 0,1 0 0,-1-2-10,-1 1 0,1-1 0,-1 1 0,1-1 0,-1 1 0,1-1 0,-1 1 0,1-1 0,-1 0 0,0 1 0,1-1 0,-1 0 0,0 0 0,1 1 0,-1-1 0,0 0 0,0 0 0,0 1 0,0-1 0,0 0 0,0 0-1,0 1 1,0-1 0,0 0 0,0-1 0,0-2 13,0-137-760,-1 76-948,7-72 0,-4 122 1445,1 1 1,0-1 0,2 1 0,-1 0 0,2 0-1,0 0 1,1 1 0,13-21 0,-9 17 261,2 1 0,0 0 0,1 1 0,1 0 0,25-20 0,-34 31-14,0-1 1,1 1-1,0 0 1,0 1-1,0 0 1,0 0-1,0 0 1,1 1 0,9-2-1,-14 4 20,1-1-1,-1 1 1,1 0 0,-1 0-1,1 0 1,-1 0 0,1 0-1,0 1 1,-1 0 0,0 0-1,1 0 1,-1 0 0,1 0-1,-1 1 1,0-1 0,0 1-1,0 0 1,0 0 0,0 0-1,0 0 1,-1 1 0,4 3-1,2 5 158,-1 1-1,0-1 1,0 2-1,-2-1 1,1 1-1,-2-1 1,1 2-1,3 21 1,0 7 503,3 66 1,-9 117 720,-3-131-1778,1-143-5019,0 11 443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5907,'0'0'6037,"0"4"-5533,0 444 7588,-1-422-7734,1 0 1,2 0-1,0 0 0,2-1 0,1 1 1,8 26-1,-11-46-300,0 0 1,1-1-1,0 1 1,0 0-1,0-1 0,1 0 1,0 0-1,0 0 1,0 0-1,0 0 1,10 6-1,-11-9-43,1 0 1,-1 0-1,1 0 1,0 0-1,0-1 1,0 0-1,0 0 1,0 0-1,0 0 1,0 0-1,1-1 1,-1 0-1,0 0 1,0 0-1,0 0 1,1-1-1,-1 1 1,4-2-1,0-1-4,0 0 0,0 0 1,-1 0-1,1-1 0,-1 0 0,0 0 0,0-1 0,0 0 1,-1-1-1,1 1 0,-1-1 0,-1 0 0,8-9 0,3-8-142,0-1 0,19-39 0,-22 37-123,-1 0 0,-2 0 0,0-1 1,-2 0-1,0-1 0,-2 1 1,-2-2-1,0 1 0,-1-36 0,-2 40 162,0 12 66,-1 0 0,0 1 0,-3-17 1,3 26 23,-1 0 1,1-1-1,-1 1 1,1 0-1,-1 0 1,0 0-1,0-1 1,0 1-1,0 0 1,0 0-1,-1 1 1,1-1 0,-1 0-1,1 0 1,-1 1-1,1-1 1,-1 0-1,0 1 1,0 0-1,0-1 1,0 1-1,-3-1 1,5 2 1,0 0 1,-1 0-1,1-1 0,-1 1 1,1 0-1,-1 0 0,1 0 1,0 0-1,-1 0 0,1 0 1,-1 0-1,1 0 1,-1 0-1,1 0 0,-1 0 1,1 1-1,0-1 0,-1 0 1,1 0-1,-1 0 0,1 1 1,0-1-1,-1 0 0,1 0 1,0 1-1,-1-1 0,1 0 1,0 0-1,-1 1 1,1-1-1,0 1 0,0-1 1,-1 0-1,1 1 0,0-1 1,0 1-1,0-1 0,-1 0 1,1 1-1,0-1 0,0 1 1,0-1-1,0 1 0,0-1 1,0 0-1,0 2 0,0 27 1,1-20-29,-2-7-29,1 0 0,0 0 0,0 0 0,0 0-1,0 0 1,0 0 0,1 0 0,-1 0 0,1 0 0,-1 0-1,1 0 1,1 2 0,-1-3-156,1 0 0,-1 0 1,0-1-1,1 1 0,-1-1 0,1 1 0,-1-1 0,1 1 1,-1-1-1,1 0 0,-1 0 0,1 0 0,-1 0 0,1 0 1,2 0-1,29 0-4854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265 129 2961,'0'0'7481,"13"-8"-6448,36-22-134,-37 22 1174,-12-15-1204,0 22-882,0-1 0,0 1 0,0 0 0,0 0 0,0 0 0,0-1 0,-1 1 0,1 0 0,0 0 0,-1 0 0,1 0 0,-1 0-1,1-1 1,-1 1 0,1 0 0,-1 0 0,0 0 0,0 1 0,1-1 0,-1 0 0,-1-1 0,-1 1 54,0-1 0,0 1 0,0 0 0,0 0 0,0 0 0,-6-1 0,-12-1 73,-11-2 525,20-2 198,10 6-825,1 0 0,-1 0 0,0 0-1,1 0 1,-1 0 0,0 1 0,0-1 0,0 1 0,0-1-1,0 1 1,0-1 0,0 1 0,-2 0 0,-37-1 264,16 0 197,-40 4 0,62-3-458,1 1-1,0 0 1,0 0 0,0 0 0,0 0 0,0 0 0,0 1 0,0-1-1,0 1 1,0-1 0,1 1 0,-1 0 0,0-1 0,1 1 0,0 0-1,-1 0 1,1 0 0,0 0 0,-2 5 0,-2 5 100,0 0 0,-4 17 1,3-3 208,0 1 0,2-1 1,-1 32-1,5 84 1243,0-75-774,0-48-562,1-1 0,0 1 0,1-1 0,1 0 0,7 26-1,-8-39-190,0 0-1,0 0 1,0 0 0,0-1-1,1 1 1,-1-1-1,1 1 1,1-1-1,-1 0 1,0 0-1,1 0 1,0-1 0,0 1-1,0-1 1,0 0-1,0 0 1,1-1-1,0 1 1,-1-1 0,1 0-1,0 0 1,0 0-1,8 1 1,-5-2-20,-1 0 0,1-1 0,-1 0 0,1 0-1,0-1 1,-1 1 0,1-2 0,-1 1 0,0-1 0,1 0 0,-1-1 0,0 0 0,0 0 0,0 0 0,-1-1 0,1 0 0,-1 0 0,0-1 0,0 1 0,0-1 0,5-7 0,6-7-137,-2 0 0,0-1 0,-1 0 1,-1-1-1,12-28 0,-14 26-295,-2-1 0,-1 0 1,0 0-1,-2-1 0,-1 0 0,-1 0 0,-1 0 0,-1 0 0,-2-30 0,0 50 375,0-6-24,0 0 0,-1 0 0,-2-11 1,3 20 63,-1 0 1,1 0-1,-1-1 1,0 1-1,0 0 1,0 0 0,1 0-1,-2 0 1,1 0-1,0 0 1,0 1-1,-1-1 1,1 0 0,-1 1-1,1-1 1,-1 0-1,0 1 1,0 0-1,1-1 1,-5-1 0,6 3 5,-1 0 1,1 0-1,-1 0 0,1-1 1,0 1-1,-1 0 1,1 0-1,-1 0 1,1 0-1,-1 0 1,1 0-1,-1 0 0,1 0 1,0 0-1,-1 0 1,1 0-1,-1 0 1,1 0-1,-1 0 1,1 0-1,0 1 0,-1-1 1,1 0-1,-1 0 1,1 0-1,0 1 1,-1-1-1,1 0 0,0 1 1,-1-1-1,1 0 1,0 0-1,-1 1 1,1-1-1,0 1 1,0-1-1,-1 0 0,1 1 1,-5 24 478,0 165 1514,6-120-1435,-1-49-452,0 22 237,8 67 1,-7-99-321,1 1 0,1-1 0,0 0 0,0 0 1,1 0-1,0-1 0,1 1 0,1-1 1,-1 0-1,15 17 0,-18-24-36,0-1 0,0 1 0,1-1 0,-1 0-1,1 0 1,0 0 0,0 0 0,0-1 0,0 1 0,0-1 0,0 1 0,0-1-1,4 1 1,0-1-126,-1-1-1,1 1 1,0-1 0,-1 0-1,12-2 1,-17 2-40,1-1 0,0 1 1,-1 0-1,1-1 1,0 0-1,-1 1 0,1-1 1,-1 0-1,1 0 0,-1 0 1,1 0-1,-1 0 1,0 0-1,1 0 0,-1 0 1,0-1-1,0 1 0,0 0 1,0-1-1,0 1 1,0-1-1,0 1 0,-1-1 1,1 0-1,0 1 0,-1-1 1,1 0-1,-1 1 1,0-1-1,1-3 0,1-33-5675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168 913 5330,'0'0'8041,"15"-25"-7728,45-76 15,-43 64 43,-17 23-70,-2 5-136,2 7-125,0 0-1,0 0 0,-1 0 0,1 0 0,-1 1 0,0-1 0,1 0 0,-1 0 0,0 0 0,0 1 0,0-1 0,0 0 0,-1 1 0,1-1 0,0 1 0,-1-1 0,1 1 0,-1 0 0,1 0 0,-1-1 0,0 1 0,1 0 1,-1 1-1,0-1 0,0 0 0,1 0 0,-1 1 0,0-1 0,0 1 0,0-1 0,0 1 0,-4 0 0,2-1-17,0 1-1,0 0 1,0 0-1,0 0 1,-1 1-1,1-1 1,0 1-1,0 0 1,0 0-1,0 0 1,0 1-1,1-1 1,-1 1-1,0 0 1,1 0-1,-6 4 1,2 2 7,0 0 0,0 0 1,0 1-1,1-1 0,1 1 1,-1 1-1,-5 14 1,-25 76 711,23-47 36,1 0 1,3 1-1,2 0 1,1 98-1,6-141-613,2 21 322,-2-30-470,0-1 0,0 0 0,1 0 0,-1 0 1,1 0-1,-1 0 0,1 0 0,0 0 0,-1 0 1,1 0-1,0 0 0,0 0 0,-1 0 0,1 0 0,0 0 1,0-1-1,0 1 0,0 0 0,0-1 0,0 1 1,0-1-1,3 2 0,0-1 7,1 0 0,0 0 0,0-1 0,0 1 0,0-1 1,1 0-1,-1 0 0,0-1 0,0 1 0,0-1 0,-1-1 0,1 1 0,0 0 0,0-1 1,-1 0-1,1 0 0,-1-1 0,1 1 0,-1-1 0,7-6 0,3-3-30,0 0-1,-1-1 1,-1-1 0,16-23-1,-14 18-480,-1-1-1,-1 0 1,0-1-1,-2 0 1,0-1 0,-2 0-1,0 0 1,-2-1-1,0 0 1,-1-1 0,-2 1-1,0-1 1,-1-25-1,-2-170-4610,0 0 5580,2 177 167,11-66-1,-6 66-275,1-63-1,-8 90-358,1 11 44,-1 0-1,0 0 0,0-1 0,0 1 0,0 0 1,0 0-1,-1 0 0,0-1 0,0 1 0,0 0 1,0 0-1,-1 0 0,0 0 0,0 0 0,0 1 1,0-1-1,-3-3 0,-4-2 22,7 6-32,0 0 0,-1 0 0,1 0 1,-1 1-1,0-1 0,0 1 0,0 0 1,0 0-1,0 0 0,0 0 0,0 0 0,-1 1 1,1 0-1,-1-1 0,1 1 0,-1 0 1,0 1-1,1-1 0,-1 1 0,-4-1 0,6 1-31,-1 0 0,1 0 0,-1 0 0,0 0 0,1 0 0,-1 1 0,1-1 0,-1 1 0,1-1 0,-1 1 0,1 0 0,-1 0 0,1 0 0,0 0 0,0 1 0,-1-1 0,1 1 0,0-1 0,0 1 0,0 0 0,1 0 0,-1 0 0,0 0 0,1 0 0,-1 0 0,1 0 0,-1 0 0,0 4 0,-9 15 214,1 0 0,2 1 0,0 0 0,1 1 0,1-1 0,-3 25 0,-11 144 1682,14 114 677,6-288-2489,1 0 0,1 0 0,0-1 0,2 1 0,-1-1 0,2 1 0,9 22 0,-10-32-86,-1-1 0,1 0 0,0-1 0,0 1 0,0 0 0,1-1 0,0 0 0,0 0 0,0-1 0,1 0 0,0 0 0,-1 0 0,1 0 0,1-1 0,-1 0-1,0 0 1,1-1 0,0 1 0,-1-1 0,10 1 0,4 0-59,1 0-1,-1-1 1,1-2 0,-1 0-1,1-1 1,-1-1 0,1 0-1,-1-2 1,0-1-1,0 0 1,0-1 0,20-10-1,2-7-504,-32 17 236,-1 0-1,1 1 1,1 0-1,-1 0 1,1 1-1,-1 1 0,1 0 1,17-3-1,-28 6 305,1 0 0,-1 0-1,1-1 1,-1 1-1,1 0 1,0 0-1,-1 0 1,1 0-1,-1 0 1,1 0 0,-1 0-1,1 1 1,-1-1-1,1 0 1,-1 0-1,1 0 1,-1 0-1,1 1 1,-1-1 0,1 0-1,-1 1 1,1-1-1,-1 0 1,0 1-1,1-1 1,-1 0-1,0 1 1,1-1 0,-1 1-1,0-1 1,1 1-1,-1-1 1,0 0-1,0 1 1,1-1-1,-1 1 1,0 0 0,2 17 70,0-1 1,-1 0 0,-2 29 0,0-4 226,-3 43 1008,-31 164 0,31-213-862,4-29-366,2-8-68,3-12-147,-4 9 87,1 0-15,32-107-5133,-22 45-1529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1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35 5330,'0'0'11603,"-10"2"-10218,4-2-1275,1 1 1,-1 1 0,1-1-1,-1 1 1,1 0 0,0 0-1,0 1 1,0 0 0,0-1-1,0 2 1,0-1-1,1 0 1,0 1 0,-1 0-1,2 0 1,-1 0 0,0 1-1,-3 5 1,-14 20 380,2 2 0,-16 34 0,25-46-282,2 0 0,0 1 0,2 0 0,-8 38 0,13-24-134,1-35-75,0 1 0,0-1 1,0 0-1,0 1 0,0-1 0,0 1 0,0-1 0,0 0 0,0 1 0,0-1 1,0 0-1,0 1 0,0-1 0,0 0 0,1 1 0,-1-1 0,0 0 0,0 1 1,0-1-1,1 0 0,-1 0 0,0 1 0,0-1 0,1 0 0,-1 0 1,0 1-1,1-1 0,-1 0 0,0 0 0,1 0 0,-1 1 0,0-1 0,1 0 1,-1 0-1,0 0 0,1 0 0,-1 0 0,1 0 0,-1 0 0,0 0 0,1 0 1,6 0-39,0 0 0,0 0 0,0-1 0,0 0 0,0-1 1,0 1-1,-1-1 0,1 0 0,0-1 0,-1 0 1,0 0-1,0 0 0,11-8 0,9-8-518,41-38-1,-56 47 383,12-11-359,-12 10 8,1 0 0,18-13 0,-26 22 465,-1 0 1,1 0-1,0 0 0,0 0 1,0 0-1,0 1 1,1-1-1,-1 1 0,0 0 1,1 1-1,-1-1 0,1 1 1,4 0-1,-8 0 64,0 0 0,0 0 0,1 1 0,-1-1 0,0 0 0,0 1 0,1-1 0,-1 0 0,0 1 0,0 0 0,0-1 0,0 1-1,0 0 1,0-1 0,0 1 0,0 0 0,0 0 0,0 0 0,0 0 0,0 0 0,-1 0 0,2 2 0,8 28 235,-8-20-129,6 28 559,-2 1-1,2 47 0,-6 86 849,-2-124-1258,-6 132 704,2-142-738,-1 0 0,-17 58 0,10-55 223,-32 71 0,40-105-409,4-6-33,-1 0 0,1 0 0,-1 0 0,0-1 0,1 1 0,-1 0 0,0-1 0,0 1 0,-1 0 0,1-1 0,0 0 0,0 1 0,-1-1 0,1 0 0,-1 1 0,1-1 0,-1 0 0,0 0 0,1 0 0,-1 0 0,-3 0 0,5 0-8,-1-1-1,1 0 1,0 0 0,0 0-1,-1 0 1,1 0 0,0 0 0,0-1-1,-1 1 1,1 0 0,0 0-1,0 0 1,-1 0 0,1 0 0,0 0-1,0 0 1,-1 0 0,1-1-1,0 1 1,0 0 0,0 0 0,-1 0-1,1 0 1,0-1 0,0 1-1,0 0 1,0 0 0,-1-1 0,1 1-1,0 0 1,0 0 0,0-1-1,0 1 1,0 0 0,0 0 0,0-1-1,0 1 1,0 0 0,0 0-1,0-1 1,0 1 0,0 0 0,0 0-1,0-1 1,0 1 0,0 0-1,0 0 1,0-1 0,-2-31-273,2-35 1,1 16-271,0-78-2598,26-185 0,-18 260 2557,1 0 0,3 1 0,3 0-1,1 1 1,3 0 0,29-52 0,-39 85 827,1 1-1,1 0 1,1 0-1,0 1 0,1 1 1,1 0-1,18-14 1,-29 27-54,0 0 1,0 0-1,1 0 1,-1 0-1,1 1 1,0 0-1,0 0 0,0 0 1,0 1-1,0-1 1,0 1-1,9 0 1,-11 1-93,0 0 1,0 0-1,0 1 1,0 0-1,0-1 0,-1 1 1,1 0-1,0 0 1,0 1-1,-1-1 1,1 0-1,-1 1 0,1 0 1,-1 0-1,0-1 1,1 1-1,-1 1 1,0-1-1,0 0 1,-1 0-1,1 1 0,0-1 1,1 4-1,5 10 182,-1 0 0,-1 0-1,0 1 1,-1-1 0,0 1 0,-2 0-1,3 26 1,0 128 1153,-6-149-1243,0 164 542,-6-203-4144,-9-22-742,-4-16-2859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17432,'0'0'3970,"53"-3"-15511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11941,'0'0'4683,"6"42"-3320,-6-42-1357,15 100 1552,4 166-1,-19-235-1259,-13 622 2731,9-491-3184,8-175-1616,2-16-2008,3-54 0,-8 6-3793</inkml:trace>
  <inkml:trace contextRef="#ctx0" brushRef="#br0" timeOffset="1">0 617 16279,'0'0'4675,"174"3"-2803,-87-6-1183,-3-18-689,-1 3-192,-6 0-1649,-10 3-2609,-17 6-5843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9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8660,'0'0'12883,"23"-7"-12074,-6 3-696,-4 1-74,-1-1-1,0 0 1,1 0 0,-1-1-1,-1-1 1,1 0 0,-1-1-1,0 0 1,0 0 0,18-19-1,-2-1-17,35-38 15,-54 56-55,-1 0 0,0 0-1,-1-1 1,0 0 0,6-15 0,-11 22-38,0-1 1,0 0 0,0 0-1,0 0 1,-1 0-1,1 0 1,-1-7-1,0 6-140,0 5 69,0 9 62,0 130 275,-14 496 2543,1-335-2229,13-299-524,0 0-1,0 0 1,0 0 0,0-1 0,0 1-1,0 0 1,0 0 0,0 0-1,1 0 1,-1 0 0,0 0 0,0 0-1,1-1 1,-1 1 0,1 1-1,0-2-15,-1 0 0,0 0 0,0 0-1,1 1 1,-1-1 0,0 0 0,0 0-1,1 0 1,-1 0 0,0 0-1,1 0 1,-1 0 0,0 0 0,0 0-1,1 0 1,-1 0 0,0 0 0,0 0-1,1 0 1,-1 0 0,0 0-1,1-1 1,-1 1 0,0 0 0,0 0-1,0 0 1,1 0 0,-1 0 0,0-1-1,1 1 1,0-1-153,1-1 1,0 0-1,-1 1 1,0-1-1,1 0 1,-1 0-1,0 0 0,0 1 1,2-6-1,1-4-2113,-1 0 1,3-19-1,-3 5-4278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9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5074,'0'0'12726,"208"-24"-10981,-131 24-881,-1 0-383,-5 0-385,-8 0-96,-9 0-160,-8-3-1585,-9-15-2993,0-3-6756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1 327 96,'0'0'2631,"4"-29"-2501,13-92 270,-2 52 2271,-13 61-1216,-1 1 0,1-1-1,-1 1 1,0-1 0,-1-8 0,9-23 871,-4 25-1992,-3 14-79,-1 5 171,9 1330 6337,-11-1295-6653,1-21-86,0-1-1,0 1 1,5 22 0,-4-39-32,-1 0 0,0-1-1,1 1 1,-1-1 0,1 1-1,0 0 1,0-1 0,-1 1 0,1-1-1,0 0 1,2 2 0,-3-2-4,1-1-1,-1 1 1,0-1-1,1 0 1,-1 1 0,1-1-1,0 0 1,-1 1 0,1-1-1,-1 0 1,1 0-1,-1 1 1,1-1 0,0 0-1,-1 0 1,1 0-1,-1 0 1,1 0 0,0 0-1,-1 0 1,2 0 0,-1-1-23,0 1-1,0-1 1,1 0 0,-1 0 0,0 1 0,0-1 0,0 0 0,0 0 0,0 0 0,0 0 0,-1 0 0,1 0 0,0 0 0,0-1 0,-1 1 0,1 0-1,-1 0 1,1-1 0,-1 1 0,1 0 0,-1-1 0,0 1 0,0 0 0,1-1 0,-1-1 0,1-15-1025,0 1-1,-3-26 1,1 34 35,-1 0 1,1 0-1,-2 0 0,1 0 0,-1 1 1,-8-17-1,-25-29-8174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14935,'0'0'4002,"224"-33"-1681,-117 15-1457,-7 0-736,-6 0-128,-24 6-1072,-23 9-2258,-34 3-4770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0 641 11909,'0'0'6262,"35"-30"-5734,117-103-461,-131 114-214,0-2 0,-2 0 1,0-1-1,-2 0 0,27-46 1,-35 54-159,-1-1 1,-1 0-1,-1-1 1,0 0 0,-1 0-1,0 0 1,-2-1 0,0 1-1,0-1 1,-2 0 0,0 0-1,-2-21 1,1 35 347,0 0-1,-1 0 1,1 0 0,-1 0-1,0 1 1,1-1-1,-1 0 1,-1 0 0,1 1-1,0-1 1,-1 1 0,1-1-1,-1 1 1,1-1 0,-1 1-1,0 0 1,0 0-1,0 0 1,-1 0 0,1 0-1,0 1 1,-1-1 0,1 1-1,-1-1 1,0 1-1,-2-1 1,-4-1 154,0 0 0,-1 1 0,1 0 0,-1 1-1,1 0 1,-16 1 0,21 0-159,0 1-1,0-1 0,0 1 0,1 0 1,-1 1-1,1-1 0,-1 0 1,1 1-1,-1 0 0,1 0 1,0 0-1,0 0 0,0 1 1,0-1-1,0 1 0,0 0 1,1 0-1,-1 0 0,1 0 0,0 0 1,0 0-1,0 1 0,-2 5 1,-5 10 263,1 1 0,1 0-1,-5 22 1,10-35-185,-10 43 730,3 0 0,-6 79 0,10 101 1026,5-230-1869,-1 30 266,2-1-1,1 0 1,11 52-1,-11-73-224,0 0-1,1 0 0,0 0 0,1-1 0,0 1 1,0-1-1,9 12 0,-10-15-39,1 0 0,0 0 0,-1-1 0,1 0-1,1 1 1,-1-1 0,0-1 0,1 1 0,-1-1 0,1 0 0,0 0 0,0 0 0,8 2 0,-5-3-17,-1 0 0,1 0 1,0 0-1,-1-1 1,1 0-1,-1-1 1,1 1-1,-1-2 1,1 1-1,-1-1 1,10-3-1,-7 0-99,0 1-1,0-2 1,0 1-1,-1-1 1,1-1 0,15-14-1,-6 1-1054,-1-1 0,0-1 0,-2 0 0,-1-1 0,19-36 0,5-25-4953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12662,'0'26'2686,"0"-5"-2145,0 47 1735,10 78 0,33 87 857,-24-139-2346,-14-70-570,-3-12-92,0 1 0,1-1 0,1 0 0,8 20 1,-12-31-122,0 0 1,0-1 0,1 1 0,-1 0 0,0-1 0,1 1 0,-1 0 0,1-1 0,-1 1 0,0-1 0,1 1 0,-1-1 0,1 1 0,0-1 0,-1 1 0,1-1-1,-1 1 1,1-1 0,0 0 0,-1 1 0,2-1 0,-2 0-4,1 0 0,-1-1 1,0 1-1,1 0 0,-1-1 0,0 1 0,1 0 0,-1-1 0,0 1 1,1 0-1,-1-1 0,0 1 0,0-1 0,1 1 0,-1-1 1,0 1-1,0-1 0,0 1 0,0-1 0,0 1 0,1 0 0,-1-2 1,3-36-16,-3 35 21,1-314-2270,-11 106-3025,6 53 633,4 153 4670,0 0 0,0 1 0,0-1 0,1 0 0,-1 0 0,1 0 0,0 1 0,1-1 0,2-5 0,-3 8 78,0 1 0,0-1 0,0 1 0,1 0 0,-1-1 0,1 1 0,-1 0 0,1 0 0,-1 0 0,1 0 0,0 0 0,0 0 0,-1 0 0,1 1 0,0-1 0,0 0 0,0 1 0,0 0 0,0-1 0,0 1 0,0 0 0,3 0 0,-1 0 128,0 0 0,0 0 1,0 0-1,0 1 0,1-1 0,-1 1 0,0 0 0,0 0 1,0 1-1,-1-1 0,1 1 0,0 0 0,0 0 0,3 3 1,1 1 21,-1 1 1,1 0-1,-2 1 1,9 10 0,-5-5-130,-3-5-11,0 0-1,0 0 0,10 7 0,-15-12-415,1-1-1,0 0 0,0-1 0,0 1 1,0 0-1,1-1 0,-1 0 1,0 0-1,0 0 0,1 0 0,-1 0 1,1-1-1,5 1 0,10-1-6756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15 10309,'0'0'5010,"5"0"-4482,15 0-264,-15 0 822,-9 0-1062,-90-7 322,69 3-320,-1 2 0,1 1 1,-49 4-1,69-2-15,0 1-1,1 0 0,0-1 1,-1 2-1,1-1 1,0 1-1,0-1 1,0 1-1,0 0 1,1 0-1,-1 1 0,1-1 1,0 1-1,0 0 1,0 0-1,-4 6 1,-1 5 204,-1 0 0,2 1 0,-10 25 0,8-9 530,0 1-1,2 1 1,-4 62 0,7 106 1805,4-143-2047,0-48-376,0-1-4,0 0 0,0 0-1,1 1 1,0-1 0,5 18 0,-5-26-110,0 1 0,0-1 0,1 0 0,-1 1 0,1-1 1,-1 0-1,1 0 0,0 0 0,0 0 0,0 0 0,0 0 1,0 0-1,0-1 0,0 1 0,1-1 0,-1 1 0,1-1 1,-1 0-1,1 0 0,-1 0 0,1-1 0,-1 1 0,1 0 1,0-1-1,4 1 0,0-1-8,-1 0 1,1 0 0,-1 0-1,1-1 1,0 0-1,-1 0 1,1 0 0,-1-1-1,0 0 1,11-5-1,-6 1-9,-1 0 0,1 0-1,-1-1 1,0-1 0,11-10-1,5-11-314,0-1 0,35-52 0,-52 69 123,8-11-382,-2-2 1,0 1-1,-2-2 1,15-38-1,-22 47 49,-1-1-1,-1 1 1,0 0-1,-2-1 1,0 0 0,-1 0-1,-2-37 1,1 55 547,0 0 1,0 0-1,0 0 0,0 0 1,0 0-1,0-1 0,0 1 1,0 0-1,-1 0 0,1 0 1,0 0-1,-1 0 1,1 0-1,-1 0 0,1 0 1,-1 0-1,1 0 0,-1 0 1,0 0-1,1 1 1,-1-1-1,0 0 0,0 0 1,0 1-1,0-1 0,1 0 1,-1 1-1,0-1 1,0 1-1,0-1 0,0 1 1,0 0-1,0-1 0,-2 1 1,2-1 3,1 1 1,-1 0 0,1 0 0,0 0-1,-1 0 1,1 0 0,0 0 0,-1 0-1,1 0 1,0 1 0,-1-1 0,1 0-1,-1 0 1,1 0 0,0 0 0,-1 0-1,1 0 1,0 1 0,-1-1 0,1 0-1,0 0 1,0 1 0,-1-1 0,1 0-1,0 0 1,0 1 0,-1-1 0,1 0-1,0 1 1,0-1 0,0 0 0,0 1-1,-1-1 1,1 0 0,0 1-1,0-1 1,0 0 0,0 1 0,0 0-1,-3 14 310,1 1-1,0 0 0,1 0 0,1 25 0,1-15 65,-3 106 1145,5 160 218,-2-290-1755,-1 8 33,1 0 0,0 0 0,1 0 0,3 10 0,-5-18-48,1-1 0,-1 1 0,1 0 0,0-1 0,-1 1 0,1-1 0,0 1 0,0-1 1,0 1-1,0-1 0,1 0 0,-1 0 0,0 1 0,0-1 0,1 0 0,-1 0 0,1 0 0,-1 0 0,1-1 0,-1 1 1,1 0-1,0 0 0,-1-1 0,1 1 0,0-1 0,-1 0 0,1 0 0,3 1 0,-3-2-76,1 1 0,-1 0 0,0-1 0,0 0 0,1 1 0,-1-1 0,0 0 0,0 0 0,0 0 0,0 0 0,0-1 0,0 1 0,0-1 0,0 1 0,0-1 0,-1 1-1,1-1 1,-1 0 0,1 0 0,-1 0 0,2-4 0,3-4-1144,-1-1 0,8-23 0,-13 34 1194,15-56-5499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9364,'0'0'7188,"1"-17"-5868,8-71 2196,-9 284-3228,2-99 126,6 623 1752,-7-697-2154,-2-8-6,1-1 1,1 0-1,1 0 0,5 26 0,-6-39-11,-1 1 0,1-1-1,0 0 1,-1 1 0,1-1-1,0 0 1,0 1 0,0-1 0,0 0-1,0 0 1,0 0 0,0 0-1,2 1 1,-3-2-32,1 1-1,-1-1 1,1 0-1,-1 1 1,1-1-1,0 0 1,-1 0-1,1 0 1,-1 0-1,1 0 1,-1 1-1,1-1 1,0 0-1,-1 0 1,1 0-1,-1 0 1,1-1-1,0 1 1,-1 0-1,1 0 0,-1 0 1,1 0-1,-1-1 1,1 1-1,-1 0 1,1 0-1,-1-1 1,1 1-1,-1 0 1,1-1-1,-1 1 1,1-1-1,-1 1 1,0-1-1,1 1 1,-1-1-1,1 0 1,2-4-304,0 0 0,-1 0 0,0-1 0,0 1 0,0-1 0,0 1 0,-1-1-1,0 0 1,1-6 0,1-58-4748,-3 62 4259,0-55-6189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3650,'0'0'16413,"-43"18"-16181,-272 114-198,291-122-40,-65 30-1,78-34 4,2 0-1,-1 0 1,1 1-1,-1 0 1,2 0-1,-11 12 1,16-15-3,1-1 0,-1 1-1,1 0 1,0 0 0,0-1 0,0 1 0,1 1-1,-1-1 1,1 0 0,0 0 0,0 0 0,1 1 0,-1-1-1,1 1 1,0-1 0,0 0 0,1 8 0,0-6 30,1 1 1,-1-1 0,1 0-1,0 1 1,1-1 0,0 0-1,0-1 1,0 1 0,0 0-1,9 9 1,12 10 132,1-2-1,1-1 1,1-1 0,1-1-1,1-1 1,31 14 0,-50-28-208,0 0 1,1-1 0,-1 0 0,1 0 0,14 2-1,27-2-4471,-51-4 4367,-1 0 0,0 0 0,1 0 0,-1 0 0,0 0 0,1 0-1,-1 0 1,0 0 0,1 0 0,-1 0 0,0 0 0,1 0 0,-1 0 0,0 0 0,0 0 0,1 0 0,-1-1 0,0 1 0,1 0 0,-1 0-1,0 0 1,0-1 0,1 1 0,-1 0 0,0 0 0,0-1 0,0 1 0,1 0 0,-1 0 0,0-1 0,0 1 0,7-23-8663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9861,'0'0'6106,"-9"1"-3987,12 3-2026,0 1 1,0 0 0,0 0 0,-1 0 0,0 0-1,0 1 1,-1-1 0,0 1 0,1-1 0,-2 1-1,1 9 1,3 5 141,32 313 1642,-28 2-632,1-2-400,-8-311-737,0-1-1,2 0 1,8 32-1,-11-52-96,0 1-1,0-1 1,1 0 0,-1 0 0,1 0 0,-1 1-1,1-1 1,0 0 0,-1 0 0,1 0 0,0 0-1,0 0 1,0 0 0,-1 0 0,1-1 0,0 1-1,0 0 1,0 0 0,2 0 0,-2-1-11,0 0 1,0 0-1,0 0 1,0 0-1,-1 0 1,1 0 0,0-1-1,0 1 1,0 0-1,0-1 1,0 1-1,0-1 1,0 1-1,-1 0 1,1-1-1,0 0 1,0 1-1,-1-1 1,1 0 0,0 1-1,-1-1 1,1 0-1,-1 1 1,1-1-1,-1 0 1,1 0-1,-1 0 1,1 0-1,-1-1 1,7-11-37,-1 0 1,-1 0-1,-1 0 0,1-1 1,2-22-1,7-77-1239,-11-5-841,-3 75 338,8-82 0,-6 113 1621,1 0 1,0 1 0,0-1 0,1 0-1,0 1 1,1 0 0,1 0 0,0 0 0,0 0-1,1 1 1,9-11 0,-11 15 286,1 1-1,0 0 1,-1 0 0,2 1-1,-1 0 1,0 0 0,1 0 0,0 0-1,0 1 1,0 1 0,0-1-1,1 1 1,-1 0 0,0 1 0,1-1-1,0 2 1,-1-1 0,1 1-1,-1 0 1,13 2 0,-16-2-32,-1 1 1,0 0 0,1-1-1,-1 1 1,0 0-1,1 1 1,-1-1-1,0 1 1,0-1 0,0 1-1,0 0 1,0 0-1,2 3 1,0 0 27,0 0 0,0 1 0,0 0 0,-1 0 0,7 11 0,0 6 240,-2-1 0,13 42-1,-13-30 3,-2 0-1,-1 1 1,1 36-1,-2 106 154,-8-163-1023,3-14 426,-1 0 0,1 1 0,0-1-1,0 0 1,0 0 0,-1 0 0,1 0 0,0 1 0,0-1 0,0 0-1,-1 0 1,1 0 0,0 0 0,0 0 0,-1 0 0,1 1-1,0-1 1,0 0 0,-1 0 0,1 0 0,0 0 0,-1 0-1,1 0 1,0 0 0,0 0 0,-1 0 0,1 0 0,-1-1 0,0 1-318,0-1 0,0 0 0,-1 0 0,1 0 1,0 0-1,0 0 0,0 0 0,0 0 0,0 0 1,0-1-1,0 1 0,1 0 0,-1-1 1,0 1-1,1 0 0,-2-3 0,-10-37-9266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10757,'0'0'8401,"7"14"-7643,1 5-443,-1 1-1,0-1 1,-2 1 0,0 0 0,3 35 0,-1 140 1638,3 34-998,-9-222-979,4 24 110,-5-30-101,0 0 0,1 0-1,-1 0 1,0 0 0,1-1 0,-1 1 0,0 0-1,1 0 1,-1-1 0,1 1 0,-1 0 0,1-1-1,-1 1 1,1 0 0,0-1 0,-1 1-1,1-1 1,0 1 0,-1-1 0,1 1 0,0-1-1,0 1 1,-1-1 0,1 0 0,0 0-1,0 1 1,0-1 0,1 0 0,-1 0-45,-1 0 1,1 0 0,0 0-1,0 0 1,-1 0 0,1-1-1,0 1 1,0 0 0,0 0-1,-1-1 1,1 1 0,0 0-1,-1-1 1,1 1 0,0-1-1,-1 1 1,1-1 0,-1 1-1,1-1 1,-1 0 0,1 1-1,-1-1 1,1-1 0,7-20-1346,-7 18 1022,9-49-3761,-2-8-2189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13126,'0'0'2977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6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6051,'0'0'7011,"-1"33"-4573,-5 236 1812,-4 182 1268,10-445-5454,2 10 35,-2-16-98,1 0 1,-1 1 0,0-1 0,1 0 0,-1 0 0,1 1-1,-1-1 1,0 0 0,1 0 0,-1 0 0,1 0-1,-1 1 1,1-1 0,-1 0 0,1 0 0,-1 0 0,1 0-1,-1 0 1,1 0 0,-1 0 0,0-1 0,1 1-1,-1 0 1,1 0 0,-1 0 0,1 0 0,-1 0 0,1-1-1,-1 1 1,0 0 0,1 0 0,-1-1 0,0 1 0,1-1-1,5-2 18,-1-1 0,0 0-1,0 0 1,0 0-1,-1 0 1,0-1 0,6-7-1,27-44-57,-14 15-578,-2 0 1,-2-2 0,18-56 0,5-62-4952,-37 138 4320,24-99-9670,-13 86 7007,-15 34 3896,1-1 0,0 1-1,0 0 1,0-1-1,0 1 1,0 0 0,0 1-1,4-3 1,-2 2 801,1-1-1,0 2 1,0-1 0,-1 0 0,1 1-1,0 0 1,1 0 0,-1 1 0,0-1-1,10 2 1,-10-1-281,-1 1-1,1-1 0,0 1 0,-1 0 1,1 1-1,-1-1 0,1 1 1,-1 0-1,0 0 0,0 0 1,0 1-1,0 0 0,6 4 0,4 6 615,27 31 0,-20-21-1066,-15-16-186,4 4-561,-2-5-2798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609 790 10837,'0'0'3530,"-32"-23"-3384,-104-68 220,125 84-280,0 0 0,0 1 1,-13-5-1,20 10-34,1 0 1,-1 0-1,0 1 1,1-1-1,-1 1 1,-5 0-1,-6-1 122,4 0-4,-1 1 0,1 0 0,0 0 0,-13 3 0,19-2-98,0 0 0,1 0 1,-1 1-1,1 0 0,-1 0 1,1 0-1,0 0 0,0 1 1,0 0-1,0 0 0,0 0 0,-5 5 1,-2 5 151,1 0-1,0 0 1,1 1 0,0 0 0,1 1 0,-8 17 0,-30 101 1324,38-109-1288,-12 42 422,2 0 0,4 1 1,2 0-1,-4 131 1,15-192-619,1 0 0,0 0-1,1 0 1,-1 0 0,1-1 0,1 1 0,1 7 0,-2-11-57,0-1 1,1 1-1,-1 0 1,0 0 0,1-1-1,-1 1 1,1-1-1,-1 1 1,1-1-1,0 0 1,0 1 0,0-1-1,0 0 1,0 0-1,0 0 1,0-1 0,0 1-1,0 0 1,0-1-1,0 1 1,4-1-1,2 1 7,1 0-1,-1-1 0,1 0 0,0-1 1,-1 1-1,1-2 0,-1 1 0,1-1 1,-1-1-1,0 1 0,0-1 0,0-1 1,0 0-1,0 0 0,7-5 0,7-6-6,-1-1-1,0-1 1,30-32-1,-8 3-782,-2-2 0,-3-2 0,-1-2 1,48-91-1,-70 112-90,-1-2 1,-2 0 0,-2 0-1,0-1 1,-3 0 0,5-43-1,-1-209-6004,-11 247 6109,-5-111 515,0-1 3592,5 142-3009,0 0-1,0 1 1,-1-1-1,0 1 1,-5-16 0,5 21-259,0 0 1,0 1 0,0-1 0,-1 1 0,0-1 0,1 1 0,-1 0 0,0 0 0,0 0 0,0 0 0,0 0 0,-1 0 0,1 0 0,0 1 0,-1-1 0,1 1 0,-1 0 0,1 0-1,-1 0 1,0 0 0,-4-1 0,-1 0 143,0-1 154,0 2 0,-1-1-1,-15-1 1,22 3-338,0 0-1,0 0 1,0 0 0,0 1 0,-1-1 0,1 0-1,0 1 1,0-1 0,0 1 0,0 0 0,0 0-1,0 0 1,0 0 0,0 0 0,1 0-1,-1 1 1,0-1 0,1 0 0,-1 1 0,0-1-1,-1 3 1,-6 15 210,0-1 1,0 1-1,2 0 0,-8 32 1,14-48-205,-16 64 1022,2 0 0,-7 85-1,10 139 1306,12-270-2266,1 0 0,1 0 1,0 0-1,2 0 0,0 0 0,10 27 0,-11-40-99,1-1-1,-1 1 0,2-1 0,-1 0 0,1 0 1,0-1-1,0 1 0,0-1 0,1 0 0,0-1 1,1 1-1,-1-1 0,1 0 0,0-1 0,0 1 0,0-2 1,1 1-1,14 4 0,-7-3-21,1-1 1,0-1-1,-1 0 0,1-1 1,0-1-1,0-1 0,0 0 1,0-1-1,19-4 0,-13 1-238,0-1 0,-1-1 0,0-2 0,0 0 0,38-21 0,-52 25 97,0-1-102,1 1-1,-1 0 0,1 1 0,-1 0 0,1 0 0,0 0 0,13-2 1,-20 5 249,-1 0 0,1 0 0,-1 0 0,1-1 0,0 1 1,-1 0-1,1 0 0,-1 0 0,1 0 0,-1 0 0,1 0 1,0 0-1,-1 1 0,1-1 0,-1 0 0,1 0 0,0 0 1,-1 1-1,1-1 0,-1 0 0,1 1 0,-1-1 0,1 0 1,-1 1-1,1-1 0,-1 0 0,0 1 0,1-1 1,-1 1-1,0-1 0,1 1 0,-1-1 0,0 1 0,1-1 1,-1 1-1,0 0 0,0 0 0,3 15 35,-1 0-1,-1 1 1,0-1-1,-3 25 1,1 4 210,0-10 140,-1 0 1,-2 0-1,-1 0 1,-13 44 0,2-25 9,5-20 69,1 2 0,-9 69 0,19-76-399,0-29-56,0 0 0,0 1 0,0-1 0,0 0 0,0 0 0,0 1 0,0-1 0,0 0 0,0 0 0,0 0 0,0 1 1,0-1-1,0 0 0,0 0 0,0 0 0,0 1 0,1-1 0,-1 0 0,0 0 0,0 0 0,0 0 0,0 1 0,0-1 0,1 0 0,-1 0 1,0 0-1,0 0 0,0 0 0,0 1 0,1-1 0,-1 0 0,0 0 0,0 0 0,0 0 0,1 0 0,-1 0 0,0 0 0,1 0 0,6-9-121,2-2-64,-1 0-1,0-1 0,-1 0 1,0 0-1,-1-1 1,8-22-1,-7 14-1355,-2 0-1,0 0 1,4-43 0,-7-5-5469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6067,'0'0'0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428 891 8324,'0'0'6840,"-6"-24"-6167,-22-76-60,27 96-547,0 0 0,0 0 0,-1 0 0,1 0-1,-1 1 1,0-1 0,0 0 0,-1 1 0,1 0 0,-1-1-1,0 1 1,0 0 0,0 0 0,0 0 0,0 1 0,-4-3-1,2 3 15,-1 0-1,1 0 1,0 1-1,-1-1 0,1 1 1,0 1-1,-1-1 0,-7 1 1,12 0-68,-4 0 13,0 0-1,-1 1 0,1 0 0,0 0 1,0 0-1,0 1 0,0 0 1,0 0-1,0 0 0,0 0 0,1 1 1,-1 0-1,1 0 0,0 0 1,0 0-1,0 1 0,0-1 0,0 1 1,1 0-1,0 0 0,0 1 1,-4 6-1,-7 12 242,2 1 1,0 1 0,-10 31-1,16-40-119,-22 63 591,3 0 1,4 2-1,4 0 1,-14 154-1,30-207-548,2 37-1,-1-63-175,0 1-1,0 0 1,1 0-1,-1 0 1,1 0 0,0 0-1,-1 0 1,1-1 0,0 1-1,1 0 1,-1-1-1,0 1 1,1-1 0,-1 1-1,1-1 1,0 0-1,0 0 1,3 4 0,-1-4 1,0-1 1,0 1-1,0-1 1,0 1 0,1-1-1,-1 0 1,0-1-1,0 1 1,1-1-1,-1 0 1,6 0 0,3-1-2,-1 0 1,0-1 0,0 0 0,0-1-1,0 0 1,0-1 0,-1 0 0,1-1-1,-1 0 1,0-1 0,-1 0 0,18-13-1,4-8-89,0-1-1,38-45 1,-30 29-935,-2-3 0,57-90 0,-77 105 159,0-2 1,-2 0 0,-2-1 0,-1 0-1,14-62 1,-16 20-1199,-3 0 0,-4-127-1,-4 168 1691,-1-34-31,-11-81 1,5 109 1335,-1 0 1,-2 1-1,-19-49 1,26 81-817,-1 1 0,0 0-1,0-1 1,0 2 0,-1-1 0,-1 0 0,-5-6-1,8 11-36,0 0-1,0 0 1,-1 1-1,1-1 1,0 1-1,-1 0 1,0 0-1,1 0 0,-1 0 1,0 1-1,0 0 1,0 0-1,0 0 1,0 0-1,-1 0 1,1 1-1,-5 0 0,7 0-59,0 0 0,1 0 0,-1 0-1,1 0 1,-1 0 0,0 1 0,1-1-1,-1 0 1,1 1 0,-1 0 0,1-1-1,0 1 1,-1 0 0,1 0 0,-1 0-1,1 0 1,0 0 0,0 0-1,0 0 1,-2 2 0,0 2 46,0 1 1,0-1-1,1 0 1,-4 12-1,4-13-24,-7 27 476,2 0 1,0 0 0,2 1 0,-1 43 0,7 134 1729,0-158-1808,0-17-127,2 0 0,2 0 0,0 0 0,19 58 1,-18-74-272,0-1 0,2 0 0,0 0 1,1-1-1,0 0 0,1 0 0,1-1 0,1-1 1,0 1-1,19 15 0,-25-24-61,1-1-1,0-1 1,0 0-1,0 0 1,0 0-1,0 0 1,1-1-1,0-1 1,13 4-1,-3-3-160,-1-1 0,0-1 0,25-1-1,-38 0-126,0 0 0,0 0 0,0 0 0,0-1 0,0 1 0,0-1 0,0 0 0,0 0 0,0 0-1,0-1 1,-1 0 0,1 1 0,0-1 0,-1 0 0,0-1 0,1 1 0,-1 0 0,0-1 0,0 0-1,2-3 1,17-24-5802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0 611 16392,'0'0'5735,"39"-22"-5348,-39 22-387,166-99-136,-154 91 41,-1-1 0,0 0 0,0 0 0,-1-1 0,0 0 0,-1-1 0,0 0 0,-1-1-1,0 0 1,-1 0 0,0 0 0,-1-1 0,7-21 0,-6 15-288,-1-1-1,-1 0 1,-1 0-1,-1 0 1,0 0-1,-1-1 1,-2 1-1,0 0 1,-1-1-1,-4-20 1,4 37 329,1 0 0,-1 0 0,-1 0 0,1 0 0,0 0 0,-1 0 0,0 0 1,0 1-1,0-1 0,0 1 0,-1-1 0,1 1 0,-7-6 0,7 7 98,-1 0 0,0 0 0,0 1-1,0-1 1,0 1 0,0-1 0,0 1 0,0 0 0,0 0 0,0 0 0,0 1-1,-1-1 1,1 1 0,0 0 0,-1 0 0,1 0 0,-5 1 0,5-1 15,1 1 1,-1-1 0,0 1 0,1-1-1,-1 1 1,1 0 0,-1 0-1,1 1 1,0-1 0,0 0 0,-1 1-1,1-1 1,0 1 0,0 0-1,0 0 1,1 0 0,-1 0 0,-1 2-1,-2 4 100,0 0 0,1 1 0,0-1 0,-2 10 0,4-13-71,-13 42 603,2 0 1,2 1 0,3 0-1,-4 60 1,4 202 1411,8-263-1859,0-46-236,-1 20 76,2 1 1,0-1-1,8 37 1,-8-52-81,1-1 0,-1 0 0,1 0 1,0 0-1,1 0 0,-1 0 0,1-1 0,0 1 0,0-1 1,0 1-1,1-1 0,-1 0 0,1-1 0,0 1 1,0 0-1,1-1 0,-1 0 0,1 0 0,9 4 1,-6-4-53,0-1 1,0 0 0,0 0 0,0 0 0,0-1-1,0-1 1,0 1 0,0-1 0,0-1 0,1 1 0,-1-2-1,0 1 1,0-1 0,0 0 0,-1 0 0,1-1 0,0 0-1,-1-1 1,0 0 0,0 0 0,8-6 0,5-4-784,0-2 0,-2 0 0,0-1-1,0-1 1,24-34 0,-30 35-290,0-1 0,-1 0 0,-1 0-1,0-1 1,-2-1 0,9-29-1,3-37-4902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57 189 1056,'0'0'18716,"-2"15"-17833,-9 299 1757,11-299-2559,-3 1127 1725,3-1219-2486,-11-287-2700,7 323 3077,-21-306-2521,25 318 2793,2-187-202,1 171 206,1 1 1,20-78-1,-11 77 48,1 0 0,24-46 0,-28 69 42,1 1 1,2 1 0,0-1 0,1 2 0,30-33-1,-39 47-7,0 0-1,0 0 0,1 1 1,0-1-1,0 1 1,0 1-1,0-1 0,0 1 1,1 0-1,0 0 1,-1 1-1,1 0 0,0 0 1,0 1-1,0 0 1,10-1-1,-12 2 24,-1 0 0,0 0 0,0 1 1,1-1-1,-1 1 0,0 0 0,0 0 0,0 1 0,1-1 0,-1 1 1,-1-1-1,1 1 0,6 5 0,-4-3 21,-1 1 0,0-1 0,0 1 0,0 1 0,-1-1 0,1 1 0,5 10-1,-1 2 113,-1 1 0,0 0-1,-1 0 1,-2 0 0,5 22 0,-5-3 152,0 1 1,-3 65-1,-2-90-340,0 0-1,-1-1 1,-1 1 0,0 0-1,-1-1 1,-1 0-1,-6 17 1,5-20-21,0 0-1,0-1 1,-1 1 0,0-1 0,-1 0-1,0-1 1,0 0 0,-1 0 0,-12 10-1,10-11-12,0 0 1,0 0-1,-1-1 0,0 0 0,0-1 0,0 0 0,-20 5 0,12-6-273,0 0 0,0-2 0,0 0 0,-21-1 0,32-1 31,1 0 0,0 0 0,0-1 0,0 0 0,-1 0 0,1-1 0,-11-4 0,14 4-14,-1-1 1,1 1-1,0-1 1,0 0-1,0 0 1,1 0-1,-1-1 1,1 1-1,0-1 1,-1 0 0,-3-8-1,-3-5-2548,-13-34 1,22 50 2688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203 205 5603,'0'0'6944,"17"-12"-6184,52-36 334,-51 36 1708,-22-23 59,2 31-2889,1 0-1,-1 0 0,0 0 1,0 0-1,0 0 0,0 1 1,-1-1-1,1 1 1,-1-1-1,0 1 0,0 0 1,0 0-1,-1 0 1,1 1-1,-7-5 0,1 2 55,0 0 0,0 0 0,-1 1-1,0 0 1,0 0 0,0 1 0,0 1 0,-1-1-1,1 2 1,-1-1 0,-17 1 0,27 1-19,0 0 0,0 0 1,0 1-1,-1-1 0,1 0 0,0 0 1,0 1-1,0-1 0,0 0 0,-1 1 1,1-1-1,0 1 0,0 0 0,0-1 1,0 1-1,0 0 0,0 0 0,-1 1 0,-13 24 53,3 4 300,1 0 0,2 1-1,-11 61 1,-3 100 1632,16-102-718,7 111 0,0-198-1261,0 0-1,0 0 1,1 0-1,-1 0 1,1 0-1,-1 0 1,1 0 0,0 0-1,0 0 1,0 0-1,1 0 1,-1-1-1,0 1 1,1-1 0,0 1-1,0-1 1,0 1-1,0-1 1,3 3-1,-1-3-9,-1-1-1,0 1 0,1-1 0,-1 0 0,1 0 0,-1 0 0,1-1 0,-1 1 1,1-1-1,0 0 0,-1 0 0,1 0 0,0 0 0,-1-1 0,7-1 0,-2 0-5,0 0-1,0-1 1,0 0-1,0 0 1,0-1-1,-1 0 1,1 0-1,-1 0 1,0-1-1,-1-1 1,1 1-1,7-9 1,6-8-316,-1-2 1,18-28-1,-36 51 304,11-17-616,0-2-1,-1 1 1,-1-2 0,-1 1-1,-1-1 1,-1-1 0,0 1-1,-2-1 1,-1 0 0,4-43-1,-7 38-205,2-79-2109,-3 95 2842,-1 0-1,0 1 1,-1-1 0,0 1-1,-1-1 1,0 1 0,-6-13-1,8 21 242,-1-1 0,1 1 0,-1-1 0,0 1 0,0 0 0,1 0 0,-1 0 1,-1 0-1,1 0 0,0 0 0,0 1 0,-1-1 0,1 1 0,-5-2 0,6 3-48,0-1 0,0 1 0,0 0 0,-1 0 1,1 0-1,0 0 0,0 0 0,-1 0 0,1 0 0,0 0 1,0 0-1,-1 1 0,1-1 0,0 0 0,0 1 0,0-1 1,0 1-1,-1-1 0,1 1 0,0 0 0,0-1 1,0 1-1,0 0 0,0 0 0,1 0 0,-1 0 0,0 0 1,0 0-1,1 0 0,-1 0 0,0 0 0,1 0 0,-1 0 1,1 0-1,-1 1 0,1-1 0,0 0 0,-1 2 1,-6 26 689,1 0 1,2 1 0,-2 54-1,6-82-755,-5 299 2566,5-224-2269,0-58-220,0 9 101,5 44 1,-4-65-185,0 0 1,1 1-1,0-1 0,0 0 0,0 0 1,1-1-1,0 1 0,1-1 0,-1 1 1,10 11-1,-12-17-50,1 1 0,0 0 1,0 0-1,0-1 0,0 1 0,0-1 1,1 0-1,-1 1 0,0-1 0,1 0 1,-1-1-1,1 1 0,-1 0 0,1-1 0,-1 1 1,1-1-1,-1 0 0,1 1 0,-1-1 1,1-1-1,0 1 0,-1 0 0,4-1 1,-1-1-249,0 1 1,-1 0 0,1-1 0,-1 0 0,0 0 0,0-1 0,1 1 0,-1-1 0,-1 0 0,1 0 0,4-4 0,23-31-5089,-6-9-3465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3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24 10341,'0'0'11031,"-1"-6"-10289,-4-11-82,3 39-143,0 14-37,-11 183 1411,13-218-1889,0-1 0,0 0-1,1 0 1,-1 1 0,0-1-1,0 0 1,0 1 0,1-1-1,-1 0 1,0 0 0,0 0-1,1 1 1,-1-1 0,0 0-1,0 0 1,1 0 0,-1 0-1,0 0 1,1 0-1,-1 1 1,0-1 0,1 0-1,-1 0 1,0 0 0,1 0-1,-1 0 1,0 0 0,1 0-1,-1 0 1,0 0 0,0 0-1,1-1 1,-1 1 0,0 0-1,1 0 1,-1 0 0,0 0-1,1 0 1,-1-1 0,0 1-1,0 0 1,1 0 0,-1 0-1,0-1 1,0 1 0,1 0-1,-1 0 1,0-1-1,0 1 1,4-6-165,-1-1 0,-1 1 0,1 0 1,-1-1-1,0 0 0,0 0 0,-1 0 0,1-7 0,1-62-1860,-3 63 1876,-1 12 38,0 1 0,0-1-1,0 0 1,0 0 0,0 0 0,0 0 0,-1 1 0,1-1 0,0 1 0,0-1-1,0 1 1,-1-1 0,-1 0 0,-12-6-2264,8-3-831,3-2-2404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0 1 5330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74 5330,'-24'-22'938,"-3"-2"176,3-4 9340,23 39-8045,0 23-3006,1-14 1385,-30 311 3185,0 41-1698,32-352-2154,1-15-90,4-12-48,-6 6 26,7-12-85,0-1 0,-1 0 0,-1 0 0,0 0-1,0-1 1,4-24 0,-2 5-420,-2 0-1,1-39 1,-4-3-640,-4 46 611,2 0-1,2-1 0,0 1 0,2 0 1,11-37-1,-14 62 526,-1 1 0,2-1-1,-1 1 1,0 0 0,1 0 0,0 0 0,-1 1-1,2-1 1,-1 1 0,0-1 0,1 1 0,-1 0-1,1 0 1,0 0 0,7-3 0,-8 5 21,-1 0 0,1 0 0,0 0 0,0 1 0,-1-1 0,1 1 0,0-1 0,0 1 0,0 0 0,-1 0 0,1 1 0,0-1 0,0 0 0,-1 1 0,1 0 0,0-1 0,-1 1 0,1 0 0,0 1 0,-1-1 0,1 0 0,-1 1 0,0-1 0,0 1 0,1 0 0,-1 0 0,0 0 0,0 0 0,2 2 0,5 9 108,0 0 0,0 1 1,-1 0-1,-1 0 0,0 0 0,-1 1 0,-1 0 1,5 17-1,0 11 292,9 76 1,-8 144 571,-9-241-794,1-14-1269,-2-8 946,-1 1 0,0-1-1,0 0 1,0 0-1,1 0 1,-1 0 0,0 0-1,0 0 1,1 0 0,-1 0-1,0 0 1,0 0 0,1 0-1,-1 0 1,0 0 0,0 0-1,0 0 1,1 0-1,-1-1 1,0 1 0,0 0-1,0 0 1,1 0 0,-1 0-1,0 0 1,0 0 0,0-1-1,0 1 1,1 0-1,-1 0 1,0 0 0,0 0-1,0-1 1,0 1 0,0 0-1,1-1 1,2-12-6335,-2-17-5336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5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3394,'0'0'2097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0 1 9300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465 334 9300,'-63'-103'2225,"52"82"-1146,11 21-1060,0 0 0,0 0 0,0 0 0,0 0-1,0 0 1,0 0 0,0 0 0,0 0 0,0 0 0,0 0 0,0 0-1,0 0 1,0 0 0,0-1 0,0 1 0,0 0 0,0 0 0,0 0-1,0 0 1,0 0 0,0 0 0,0 0 0,0 0 0,0 0 0,0 0-1,1 0 1,-1 0 0,0 0 0,0 0 0,0 0 0,0 0 0,0 0-1,0 0 1,0-1 0,0 1 0,0 0 0,0 0 0,0 0 0,0 0-1,0 0 1,0 0 0,1 0 0,-1 0 0,0 0 0,0 0 0,0 0-1,0 0 1,0 0 0,0 0 0,0 0 0,0 0 0,0 0-1,0 0 1,0 1 0,0-1 0,0 0 0,1 0 0,-1 0 0,0 0-1,0 0 1,0 0 0,0 0 0,0 0 0,0 0 0,0 0 0,0 0-1,0 0 1,0 0 0,0 0 0,4 1 1061,-3-7-998,0 1-1,-1 0 1,1 0-1,-1 0 1,0 0 0,-1-1-1,0-5 1,0 5-41,0 4-42,1-1 0,-1 0 0,0 1 1,0-1-1,-1 1 0,1-1 0,0 1 0,-1 0 0,0 0 1,1-1-1,-1 1 0,0 0 0,0 0 0,0 1 0,-4-4 1,-42-26 87,27 18-14,-1-2 167,-42-21 0,55 32-131,0 0 0,0 1 1,-1 0-1,1 1 1,-1 0-1,0 0 0,-19 0 1,26 2-71,0 1 0,1-1 0,-1 1 0,0-1 0,1 1 1,-1 0-1,1 0 0,-1 0 0,1 1 0,0-1 0,-1 1 0,1-1 0,0 1 0,0 0 1,0-1-1,0 1 0,0 0 0,1 0 0,-1 1 0,0-1 0,1 0 0,0 0 1,-1 1-1,0 4 0,-5 8 236,2 0 0,0 1 0,-3 17 1,4-16 57,-9 44 473,3-1 0,3 2 1,0 83-1,7-139-778,0 4 64,0 0-1,0 0 0,1 0 0,0 0 0,4 11 1,-4-18-80,0-1 1,0 1 0,0-1 0,0 1 0,1-1 0,-1 0-1,1 0 1,-1 0 0,1 0 0,0 0 0,0 0-1,0 0 1,0 0 0,0-1 0,0 1 0,0-1-1,1 1 1,-1-1 0,1 0 0,-1 0 0,1 0 0,-1 0-1,5 0 1,4 1-20,-1-1 0,1 0 0,0-1 0,0 0 0,-1 0 0,1-1 0,0-1 0,-1 0 0,1 0 0,-1-1 0,1 0 0,-1-1 0,0 0 0,-1-1 0,1 0 1,-1 0-1,0-1 0,0 0 0,12-12 0,-4 2-520,0-1 1,-1 0-1,-1-1 1,-1-1 0,-1 0-1,0-1 1,-2 0 0,11-24-1,-16 27-309,0 0 1,0 0-1,-2 0 0,0 0 0,2-25 0,-2-87-5628,-5 96 5492,2 33 1076,-1-1 0,0 1 0,0-1 0,0 1 0,0-1 0,0 1 0,0-1 0,0 1 0,0 0 0,0-1-1,0 1 1,0-1 0,0 1 0,0-1 0,0 1 0,0-1 0,-1 1 0,1-1 0,0 1 0,0 0 0,-1-1 0,1 1 0,0-1-1,0 1 1,-1 0 0,1-1 0,0 1 0,-1 0 0,1-1 0,0 1 0,-1 0 0,1 0 0,-1-1 0,1 1 0,0 0 0,-1 0-1,1 0 1,-1 0 0,1 0 0,-1-1 0,1 1 0,-1 0 0,1 0 0,-1 0 0,1 0 0,-1 0 0,-1 1 88,1 0 1,0 0-1,0-1 0,-1 1 1,1 0-1,0 0 1,0 0-1,0 0 0,0 1 1,0-1-1,0 0 1,0 0-1,1 1 0,-1-1 1,0 0-1,1 1 1,-2 2-1,-4 16 773,0 1 0,2 0-1,-4 39 1,3 70 886,5-109-1545,0 232 1906,0-232-2058,1 0 1,1 0-1,1-1 1,1 1-1,9 29 1,-11-44-143,0 0 0,0 0 0,1-1 0,0 1 1,0-1-1,0 1 0,1-1 0,-1 0 0,1-1 0,0 1 0,1-1 0,-1 1 1,1-1-1,0-1 0,0 1 0,0-1 0,1 1 0,-1-2 0,1 1 0,0-1 0,-1 1 1,9 1-1,-6-3-48,-1 1 0,0-1 0,1 0 0,-1-1 1,1 0-1,-1 0 0,1-1 0,-1 0 0,1 0 0,-1 0 0,0-1 1,1 0-1,-1-1 0,0 0 0,-1 0 0,1 0 0,0-1 1,-1 0-1,0 0 0,0 0 0,0-1 0,5-6 0,2 1-811,-2-2-1,1 0 0,-1 0 0,-1-1 1,-1 0-1,1-1 0,-2 0 1,0 0-1,-1-1 0,0 0 0,8-29 1,-5-34-6135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7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12902,'0'0'2284,"0"29"568,0 208 1627,0 183 16,5-670-6354,-1 188 428,3-1 0,15-61 0,-17 107 937,0-1 1,0 1-1,2 0 0,14-27 0,-19 39 488,1 1-1,0-1 1,0 1-1,0 0 0,0 0 1,1 0-1,-1 0 1,1 0-1,0 1 1,0 0-1,0 0 1,1 0-1,-1 0 1,1 1-1,0-1 0,0 1 1,-1 1-1,1-1 1,0 1-1,6-2 1,-9 3 73,0 0 1,0 0 0,1 0 0,-1 0 0,0 0-1,0 0 1,0 0 0,0 1 0,0-1 0,0 1-1,0-1 1,-1 1 0,1 0 0,0 0 0,3 2-1,-3-1 17,0 0 0,1 1 0,-1-1 0,0 1-1,-1-1 1,1 1 0,0 0 0,-1 0-1,1 0 1,1 5 0,7 23 441,-1-1 1,-2 1-1,5 38 1,3 102 911,-11-102-626,21 109 1,-24-172-777,0-1 1,1 1-1,0 0 0,0-1 0,0 1 0,1-1 0,-1 0 0,1 0 1,8 10-1,-9-13-35,1 1 1,0-1 0,0 0 0,0 0 0,0 0 0,0 0-1,0-1 1,0 1 0,1-1 0,-1 0 0,1 0 0,-1 0-1,1-1 1,-1 1 0,1-1 0,6 1 0,-2-2-46,1 1 1,0-1-1,0 0 1,-1-1-1,1 0 1,-1 0-1,1-1 1,-1 0 0,0-1-1,0 1 1,-1-2-1,1 1 1,12-10-1,4-6-531,-1-2 1,32-36-1,-49 51 391,48-57-2688,-3-2-1,57-98 0,-31 28 2553,-75 130 798,1 1 1,-1-1-1,0 0 1,-1 0-1,1 0 1,-1 0-1,0 0 1,0 0 0,-1-1-1,0 1 1,0 0-1,-2-8 1,2 12-405,-1 0 0,0-1 0,0 1 1,0 0-1,0 0 0,-1 0 0,1 0 1,0 0-1,-1 0 0,0 0 0,1 0 0,-1 0 1,0 1-1,0-1 0,0 1 0,0 0 1,0-1-1,0 1 0,0 0 0,-4-1 1,-2-2 64,-1 1-1,1 0 1,-1 1 0,-14-3 0,-22 1 140,41 3-236,1 1 1,-1 0-1,0 1 1,1-1-1,-1 0 0,0 1 1,1 0-1,-1 0 1,1 0-1,-5 2 1,4 2-17,0-1 0,0 1 0,0 0 1,0 0-1,1 0 0,0 1 0,0-1 1,0 1-1,1 0 0,0 0 0,-2 6 1,-2 13 2,1 0 1,2 0-1,0 0 1,1 0-1,3 37 1,-1-26-45,2 18 4,3 0 0,2 0 0,2-1-1,29 95 1,34 134 153,-60-218-131,-3 0-1,1 97 1,-9-141-33,-2 1 0,0-1 0,-1 0 0,-7 30 0,7-44 15,0 0 0,0-1 0,-1 1 0,1-1-1,-1 0 1,0 1 0,-1-1 0,1 0 0,-1-1 0,0 1 0,0-1-1,-1 0 1,1 0 0,-1 0 0,0 0 0,0-1 0,0 0-1,-10 4 1,1-2-4,0 0-1,0-1 1,-1-1-1,1-1 0,-1 0 1,1-1-1,-1 0 1,-21-2-1,30 1 11,-1-1 1,1 1-1,-1-1 0,1-1 1,-1 1-1,1-1 0,0 0 0,0 0 1,0-1-1,0 0 0,0 0 0,1-1 1,-1 1-1,-5-6 0,5 3-1,0 0 0,0-1 1,1 0-1,0-1 0,0 1 0,1-1 0,0 0 0,0 0 0,1 0 0,-4-11 0,2-1-20,0 1 0,1-1 0,1 0 0,1 1 0,0-1 0,2 0 0,3-33 0,-1 37 12,0 0 1,2 0-1,0 0 0,1 0 0,0 1 0,1 0 0,1 0 0,1 0 0,16-24 0,4 3-72,1 1 0,37-32 0,75-58-79,60-61-5634,-146 123 77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 7091,'0'0'8375,"-3"-1"-8068,2 1-281,1-1 1,-1 1-1,0 0 1,1 0-1,-1 0 1,0 0-1,1 0 1,-1 0-1,0 0 0,1 0 1,-1 0-1,0 0 1,1 1-1,-1-1 1,1 0-1,-1 0 1,0 1-1,1-1 1,-1 0-1,1 1 1,-1-1-1,1 0 1,-1 1-1,1-1 1,-2 2-1,-8 19 641,-1 40 402,9-45-858,-12 259 2585,9-113-1774,-7 49-54,-11 331 412,23-541-1376,0 1 0,0 0 0,0 0 0,0 0 0,0-1 0,1 1 0,-1 0 0,1 0 0,-1-1 0,1 1 1,-1 0-1,1 0 0,0-1 0,0 1 0,2 2 0,-2-3-5,0-1 1,0 1-1,0-1 1,0 1 0,0-1-1,0 1 1,0-1-1,0 0 1,0 0-1,1 1 1,-1-1-1,0 0 1,0 0-1,0 0 1,0 0-1,1 0 1,-1 0-1,0-1 1,0 1 0,0 0-1,0-1 1,0 1-1,0 0 1,2-2-1,2-1-24,-1 0 1,1 0-1,-1-1 0,0 1 0,0-1 0,0 0 0,0 0 0,-1-1 0,1 1 1,-1-1-1,0 1 0,-1-1 0,4-8 0,-5 11 5,72-155-4209,14-94-7285,-82 236 11399,-2 1-1,3-18 1,-3-10 6157,-6 42-4511,1 0-1469,1 0 1,-1 0-1,1 0 0,0 1 0,-1-1 1,1 0-1,0 1 0,-1-1 0,1 1 0,0 0 1,0-1-1,-1 1 0,1 0 0,0 0 1,0 0-1,0 0 0,0 0 0,0 0 1,-1 1-1,-15 28 313,13-22-146,-10 22 513,1 1 0,2 0 1,1 1-1,1 0 0,-5 40 0,8-29-8,2-1 1,2 1-1,6 70 0,-4-109-731,1 0-1,-1-1 1,1 1-1,0-1 1,0 1-1,0-1 1,0 0 0,0 1-1,1-1 1,-1 0-1,1 0 1,0 0-1,0 0 1,0 0-1,1 0 1,-1-1-1,1 1 1,3 3 0,-1-4-72,0 1 1,-1-1 0,1 0-1,0 0 1,0-1 0,0 1 0,0-1-1,0 0 1,0 0 0,0-1-1,11 0 1,-16 0 49,5 1-411,-1-1 0,0 0 0,0-1 0,1 1 1,-1 0-1,0-1 0,0 0 0,0 0 0,1-1 0,-1 1 0,0-1 0,5-2 0,18-23-5959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28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315 127 4002,'0'0'7256,"0"-5"-6007,1-5-852,-1 4-190,1 1 0,-1-1 0,0 1 0,-1-1 1,1 0-1,-1 1 0,0-1 0,0 1 0,-3-8 0,-4-1-27,7 12-74,0 0 1,1 0-1,-1 0 1,0 0-1,0 1 1,0-1-1,0 0 0,0 0 1,-1 1-1,1-1 1,-1 1-1,1-1 1,-1 1-1,1 0 1,-1 0-1,0-1 1,1 1-1,-1 0 1,0 1-1,0-1 1,0 0-1,0 0 0,0 1 1,0-1-1,-2 0 1,0 1-31,1 0 0,0 0 0,0 0 1,-1 1-1,1-1 0,0 1 0,0 0 0,0 0 0,0 0 1,0 0-1,-6 3 0,5-1 15,1 1 1,-1-1-1,0 1 1,1 0-1,0 0 1,0 0-1,-3 7 1,-29 49 1004,3 1 1,2 1-1,-33 106 1,57-146-808,0 0 0,1 0-1,-3 44 1,7-62-266,1-2-17,0-1 1,0 0-1,0 1 0,0-1 0,0 0 0,0 0 0,0 1 0,0-1 1,1 0-1,-1 1 0,0-1 0,1 2 0,0-2-5,0-1 0,0 0 1,0 1-1,0-1 0,0 1 0,0-1 0,0 0 1,-1 0-1,1 0 0,0 0 0,0 1 0,0-1 1,0 0-1,0 0 0,0-1 0,0 1 0,0 0 1,0 0-1,0 0 0,1-1 0,6-1-9,-1 0 0,1-1 0,0 0 0,-1 0 0,0 0 0,0-1-1,0 0 1,0-1 0,-1 1 0,11-11 0,5-6-365,29-37-1,-44 49 223,31-38-2618,47-81 0,-67 102 2643,-19 35 714,0-2-293,-12 226 3684,-1 18-2144,14-243-1817,0 1 1,0-1 0,1 0 0,0 0 0,0 0 0,1 0 0,0 0 0,5 13 0,-5-18-19,0 0 0,0 0 1,1 0-1,-1-1 1,0 1-1,1-1 0,-1 0 1,1 1-1,0-1 0,0 0 1,0-1-1,0 1 1,0 0-1,0-1 0,1 0 1,-1 0-1,0 0 0,1 0 1,-1 0-1,1-1 1,-1 1-1,5-1 0,-1 1-105,-1-1 0,0 0 1,0-1-1,0 1 0,0-1 0,0 0 0,0-1 0,0 1 0,0-1 0,-1 0 0,1-1 0,-1 0 0,1 1 0,7-7 1,-7 4-465,0 0 0,0 0 1,-1 0-1,0-1 0,0 1 1,-1-1-1,5-8 1,15-37-6943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7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316 953 5939,'0'0'7254,"8"-14"-6718,25-44 248,-31 56-651,-1-1 0,0 1 0,0-1-1,0 1 1,0-1 0,0 1 0,0-1 0,-1 0-1,1 1 1,-1-1 0,0 0 0,0 1 0,0-1-1,0-3 1,-1 4-96,1 1 0,-1 0 0,1 0 0,-1-1 0,0 1 0,1 0 0,-1 0 0,0 0 0,0-1 0,0 1 0,0 0 0,0 0 0,0 1 0,0-1 0,0 0 0,0 0 0,0 0 0,-1 1 0,-1-2 0,-3 0-9,-1 0 1,0 1-1,0-1 1,0 1-1,0 1 1,0-1-1,-9 2 1,11-1 53,-2-1-59,1 1 1,0 1 0,0-1-1,0 1 1,0 0 0,0 0-1,0 1 1,0 0 0,0 0-1,0 0 1,0 1 0,1 0-1,0 0 1,-1 0 0,1 0-1,0 1 1,1 0 0,-1 0-1,1 1 1,-1-1 0,1 1-1,-5 7 1,-7 13 206,0 0 1,1 2-1,2-1 0,1 1 0,1 1 1,-13 50-1,11-26 529,3 0 1,-6 101-1,15-91-15,1-60-707,0 0-1,0-1 0,0 1 1,0-1-1,0 1 1,0 0-1,0-1 1,1 1-1,-1 0 1,0-1-1,1 1 1,-1-1-1,1 1 1,0-1-1,0 1 1,-1-1-1,3 3 1,-1-3-2,0-1 0,0 1 0,0 0 0,0 0 0,1-1 0,-1 0 0,0 1 0,0-1 1,0 0-1,1 0 0,2 0 0,-5 0-32,7 0 24,-1-1-1,0 1 1,1-1 0,-1-1 0,1 1 0,-1-1 0,0 0 0,0 0 0,0-1 0,0 0 0,-1 0 0,1 0 0,-1-1 0,8-7 0,7-6 8,-2-1 0,24-29 0,-32 35 2,35-43-591,-3-1-1,63-108 0,-88 132 257,-2 0 0,-1-1 1,-1-1-1,-2 0 0,-1-1 0,-2 1 0,6-53 0,-10-253-415,-5 195 661,-2 34 147,1 94-58,0 0 1,-1 0-1,-1 0 1,-6-20-1,9 35-22,1 0-1,-1 1 0,0-1 0,1 0 1,-1 0-1,0 1 0,0-1 0,0 0 1,-1 1-1,1-1 0,0 1 1,-1-1-1,1 1 0,0 0 0,-1-1 1,0 1-1,1 0 0,-1 0 0,0 0 1,1 0-1,-1 1 0,0-1 0,0 0 1,0 1-1,0-1 0,0 1 0,0 0 1,1 0-1,-1-1 0,0 1 0,0 0 1,0 1-1,-4-1 0,1 2 17,-1 0 0,1 0 0,0 0 0,0 1 0,0-1 0,0 1 0,0 0 0,1 1 0,-1-1 0,1 1 0,-6 6 0,-8 12 121,2 1 1,0 1-1,2 0 1,0 1-1,2 0 1,-15 46-1,10-23 185,3 2 1,2 0-1,2 0 1,2 1-1,2 0 1,3 0-1,6 101 1,-2-137-291,1 0 1,1 0-1,0 0 1,1 0-1,1-1 1,10 23-1,-11-29-44,0-1 0,1 1-1,0-1 1,1 0 0,0 0 0,0-1-1,0 0 1,1 0 0,0 0 0,0-1-1,0 0 1,11 5 0,-5-3-9,1-1-1,1-1 1,-1 0-1,1-1 1,0-1-1,23 3 1,92-1-56,-96-6-28,1-2 0,-1-1 0,0-1 0,60-18-1,-83 19-16,5-1-29,-1 0 0,1 1-1,28-3 1,-40 7 131,0 0-1,-1 0 1,1 0-1,0 0 1,-1 0-1,1 1 1,0 0-1,-1-1 1,1 2-1,-1-1 1,1 0-1,-1 0 0,0 1 1,0 0-1,1 0 1,-1 0-1,0 0 1,-1 0-1,1 1 1,0-1-1,-1 1 1,4 4-1,-1 1 11,-1 0-1,0 1 0,0-1 1,-1 1-1,0 0 0,-1-1 1,2 15-1,5 72 108,-7-18 176,-3 0 0,-4 0 1,-15 79-1,17-141-229,-1 28 82,5-62-509,1 1 0,1-1 0,9-30 0,-1 1-849,-4 11-2984,3-75 0,-10 45-4074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8820,'0'0'10389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31 325 8228,'0'0'9668,"2"33"-8118,13 384 2692,-15-347-3746,0-16-28,10 89 1,-9-136-445,3 13 0,-3-19-28,-1-1 0,0 1 0,1-1 0,-1 1 1,1-1-1,-1 1 0,1-1 0,-1 1 0,1-1 0,-1 0 1,1 1-1,0-1 0,-1 0 0,1 1 0,-1-1 0,1 0 1,0 0-1,-1 1 0,1-1 0,0 0 0,-1 0 0,1 0 1,0 0-1,1 0 0,-1 0-10,0 0 0,0 0 1,0 0-1,1-1 0,-1 1 0,0 0 1,0-1-1,0 1 0,0 0 0,0-1 1,0 1-1,0-1 0,1 0 0,-2 1 1,1-1-1,0 0 0,0 0 0,0 1 1,0-1-1,0 0 0,0-2 1,12-25-577,-10 20 417,5-16-1460,-1-1 0,-2 0-1,6-45 1,-9-11-5341</inkml:trace>
  <inkml:trace contextRef="#ctx0" brushRef="#br0" timeOffset="1">1 96 15223,'0'0'4242,"187"-87"-4466,-147 78-3314,-17 9-6642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8628,'0'0'10365,"4"36"-8829,16 278 1735,1 57-574,-21-366-2663,1 9 81,1 1 1,0-2-1,1 1 0,0 0 1,9 20-1,-12-33-112,0 0 0,1-1 0,-1 1 0,0 0 0,1-1 0,-1 1 0,1-1 0,-1 1 0,1 0 0,-1-1 0,1 1 0,0-1 0,-1 0 0,1 1 0,0-1 0,-1 1 0,1-1 0,0 0-1,-1 0 1,1 1 0,0-1 0,-1 0 0,1 0 0,0 0 0,0 0 0,0 0 0,0 0 0,1 0-1,-1 0 0,0-1 0,1 1 0,-1-1 0,0 1 0,1-1 0,-1 0 0,0 0 0,0 1 0,0-1-1,1 0 1,-1 0 0,0 0 0,1-2 0,12-18-16,-1-1-1,-2 0 1,0 0 0,12-39-1,-3 2-841,16-80-1,3-67-2769,-20 97 313,-17 99 2965,0-4 112,1-1-1,0 1 0,1 0 1,9-20-1,-13 34 244,0-1 0,0 0-1,1 0 1,-1 0 0,1 0 0,-1 1 0,1-1 0,-1 0 0,1 1-1,-1-1 1,1 0 0,-1 1 0,1-1 0,0 0 0,-1 1 0,1-1-1,0 1 1,0-1 0,-1 1 0,1 0 0,0-1 0,0 1 0,0 0 0,0 0-1,0-1 1,-1 1 0,1 0 0,0 0 0,0 0 0,1 0 0,-1 1 38,1 0 1,-1 0 0,1 0 0,-1 0 0,0 0 0,0 0-1,1 0 1,-1 0 0,0 0 0,0 1 0,0-1 0,0 1-1,0-1 1,-1 1 0,1-1 0,0 1 0,0 1 0,12 35 988,-1 0 1,8 46 0,9 86 206,-25-147-1123,8 70 439,13 66 361,-23-153-941,7 26 190,-8-31-203,-1 0-1,1 0 1,-1-1-1,1 1 1,0 0-1,-1 0 1,1 0-1,0 0 1,0-1-1,0 1 1,-1 0-1,1-1 1,0 1-1,0-1 1,0 1-1,0-1 1,0 1-1,0-1 1,0 1-1,0-1 1,0 0-1,0 0 1,0 0-1,2 1 1,-2-1-47,-1 0 0,1 0-1,-1 0 1,0-1 0,1 1 0,-1 0 0,1 0 0,-1 0-1,1 0 1,-1 0 0,1-1 0,-1 1 0,0 0 0,1 0-1,-1-1 1,0 1 0,1 0 0,-1-1 0,0 1 0,1 0-1,-1-1 1,0 1 0,1 0 0,-1-1 0,0 1-1,0-1 1,0 1 0,1 0 0,-1-1 0,0 0 0,2-17-1655,-2 12 769,1-37-5045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12998,'0'0'8588,"1"3"-7886,0 4-479,1-1 0,-1 1 0,1-1 0,0 0 0,7 12 0,4 11 279,14 52 660,22 103-1,-34-118-860,2-1 0,3-1 0,33 69 0,-51-127-298,2 0 0,-1 0 0,1 0 0,0 0-1,0-1 1,1 0 0,-1 0 0,1 0 0,0 0 0,1-1-1,-1 0 1,1 0 0,0 0 0,9 4 0,-10-7-3,-1 1 0,1-1-1,-1 0 1,1 0 0,-1-1 0,1 0 0,0 1 0,-1-1 0,1-1 0,0 1 0,-1-1 0,1 0-1,-1 0 1,1 0 0,-1 0 0,1-1 0,-1 0 0,0 0 0,0 0 0,0 0 0,0-1-1,6-5 1,0 0-35,0-1-1,-1-1 1,0 0-1,-1 0 1,8-13 0,35-63-673,-34 52 204,-2 0 0,0-2 1,-3 0-1,-1 0 0,10-63 0,-11 22-149,0-143-1,-10 220 633,7 11-4477,-1-4-974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5 496 13910,'0'0'4829,"17"-15"-4693,-3 3-138,0 0-39,0 0-1,-1-1 1,-1-1 0,0 0 0,0 0 0,13-25 0,-15 19-151,-1 1 1,0-1 0,-2 0 0,0-1 0,-2 0 0,0 0 0,-1 0 0,-2 0-1,0-1 1,-1-40 0,-2 58 216,0 0 0,1 0 0,-1 0 0,0 0 0,-1 1 0,1-1-1,-1 0 1,0 1 0,0-1 0,0 1 0,0 0 0,0 0 0,-1 0 0,0 0 0,1 0-1,-1 0 1,0 1 0,0-1 0,-1 1 0,1 0 0,0 0 0,-1 0 0,1 0 0,-5-1-1,5 2 8,0 0-1,0 0 0,1 0 0,-1 0 1,0 1-1,0-1 0,0 1 0,0 0 0,0 0 1,0 0-1,0 0 0,0 1 0,0-1 0,0 1 1,1 0-1,-1 0 0,0 0 0,0 0 0,1 0 1,-1 0-1,0 1 0,1-1 0,-1 1 1,1 0-1,0 0 0,0 0 0,0 0 0,0 0 1,0 0-1,0 1 0,0-1 0,1 1 0,-3 3 1,-4 11 276,1 1 0,1 0 0,0 1 0,2-1 0,0 1 0,-3 29 0,2 122 1370,5-145-1406,0-4-115,-1 4 74,1 1 0,1-1 0,2 1 1,0-1-1,9 28 0,-11-47-215,1 0 0,0 0 1,1-1-1,-1 1 0,1-1 0,0 0 0,1 0 1,-1 0-1,1 0 0,0-1 0,0 1 0,0-1 1,1 0-1,0 0 0,0-1 0,0 1 1,0-1-1,0 0 0,0 0 0,1-1 0,0 0 1,-1 0-1,1 0 0,0-1 0,0 1 0,0-1 1,10 0-1,-7-1-47,0 0 0,0 0 0,0-1 0,0 0 0,0-1 0,0 0 0,-1 0 0,1-1 0,10-5 0,-5 2-265,-1-1 0,-1-1 0,0 0 0,0-1 0,14-12 0,-7 2-1000,0-1 1,-1-1-1,-1-1 0,-1 0 0,23-44 0,-3-12-4149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3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8356,'0'0'5669,"-9"29"-2310,6-20-3088,-11 39 1247,2 0 1,-10 94-1,21-125-1231,-22 428 4154,26-426-4287,-3-19-153,0 0 1,1 0-1,-1 1 1,0-1-1,0 0 1,0 0 0,0 0-1,1 0 1,-1 1-1,0-1 1,0 0 0,0 0-1,1 0 1,-1 0-1,0 0 1,0 0-1,1 0 1,-1 0 0,0 1-1,0-1 1,1 0-1,-1 0 1,0 0 0,0 0-1,1 0 1,-1 0-1,0 0 1,0 0-1,1-1 1,-1 1 0,0 0-1,0 0 1,0 0-1,1 0 1,-1 0-1,3-3-2,0 1-1,0-1 0,0 1 1,-1-1-1,1 0 0,-1 0 1,3-4-1,11-19-156,-1 0 0,-1-1 0,-1 0 0,15-48 0,-10 14-969,12-77 0,-12 17-1639,3-21-591,-20 139 3409,-1 0-1,1 0 1,0 0-1,0 0 1,0 0-1,0 0 1,0 0 0,1 1-1,-1-1 1,1 1-1,0-1 1,0 1-1,0-1 1,0 1-1,0 0 1,0 0-1,1 0 1,-1 0 0,1 1-1,-1-1 1,1 0-1,0 1 1,2-1-1,1 0 195,0 1-1,-1 0 0,1 0 0,0 1 1,0-1-1,-1 1 0,1 1 1,0-1-1,0 1 0,10 3 0,-10-2-197,0 0 0,-1 1-1,1 0 1,-1 0 0,0 0-1,1 1 1,-1 0 0,-1 0 0,1 0-1,-1 0 1,0 1 0,0 0-1,0 0 1,0 0 0,3 7-1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0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12454,'0'0'10044,"0"-4"-9281,0-7-306,0 14-64,0 31-63,-1 260 517,3 349 373,-2-618-1209,0 1-9,1-1 0,1 1 0,5 27 0,-6-51-28,0 1 0,-1-1-1,1 0 1,0 1 0,0-1 0,1 0 0,-1 0 0,0 0 0,1 0-1,-1 0 1,4 3 0,-4-4-21,-1-1 0,1 1 0,0-1 0,-1 1 0,1-1 1,0 0-1,0 1 0,-1-1 0,1 0 0,0 0 0,0 1 0,-1-1 0,1 0 0,0 0 0,0 0 0,0 0 0,-1 0 0,1 0 0,0 0 1,0 0-1,0 0 0,-1-1 0,1 1 0,0 0 0,0 0 0,-1-1 0,1 1 0,0 0 0,0-1 0,-1 1 0,1-1 0,0 1 0,-1-1 1,1 1-1,-1-1 0,1 0 0,0 0 0,3-6-740,0 0 0,-1-1 0,0 1 0,0-1 0,-1 1 0,0-1 0,0 0 0,-1 0 0,1-10 0,0-46-8794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19465,'0'0'3425,"188"24"-2192,-78-24-577,0-15-624,-16-12-32,-27 5-176,-34 10-1072,-23 12-1906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161 118 1585,'0'0'14051,"14"-20"-13199,40-58 49,-48 69-658,2-1-59,-6 17 1115,-2 10-1115,-11 389 2882,-1-111-2031,11-293-1033,1 0 1,0 0-1,0 0 0,0 0 1,1 0-1,-1 0 1,0 0-1,1 0 0,-1 0 1,1 0-1,2 4 0,-3-6-1,1 1 0,0-1 0,0 1-1,-1-1 1,1 0 0,0 1-1,0-1 1,0 0 0,0 0 0,0 1-1,0-1 1,-1 0 0,1 0 0,0 0-1,0 0 1,0 0 0,0 0 0,0-1-1,0 1 1,0 0 0,-1 0-1,1-1 1,0 1 0,0 0 0,0-1-1,1 0 1,2-1 8,0 0 0,0 0 0,0 0 0,0-1 0,0 1 0,-1-1 0,1 0 1,-1 0-1,0-1 0,0 1 0,5-7 0,1-4 40,15-29 0,-21 37-42,12-26-140,-1-1 0,-1 0 1,13-56-1,-20 65-89,-2 0-1,-1 0 0,-1-1 1,-1 1-1,-1-1 0,-4-30 1,2 43 91,-1 1 0,0-1 0,0 1 0,-1 0 0,-1 0 0,0 0 0,0 1 0,-1 0 0,0 0 0,-13-15 1,13 18 37,-1 0 0,0 0 1,0 0-1,-1 1 1,1 0-1,-1 0 0,-1 1 1,1 0-1,-1 0 0,0 1 1,0 0-1,-19-5 1,24 8 109,-1 0 1,1 1-1,0-1 1,-1 1-1,1 0 1,-1 0-1,1 0 1,-1 0-1,1 1 1,-1 0-1,1 0 1,-1 0-1,1 0 1,0 1-1,0-1 1,0 1-1,0 0 1,0 1-1,0-1 1,0 1-1,1 0 1,-1-1-1,1 2 1,-3 2-1,-3 5 75,2 1 0,-1 0 0,2 0 0,-1 0 0,2 1 0,-6 16 0,-22 94 462,18-37-83,3 1 0,4 1 1,4 0-1,8 99 0,-2-161-366,0 0 0,2-1 1,1 0-1,1 1 0,15 37 1,-17-54-100,0 0 0,0-1 0,1 1 0,0-1 0,0 0 0,1-1 0,0 1 0,0-1 0,1 0 0,0-1 0,0 1 0,1-2 0,0 1 1,0-1-1,0 0 0,0 0 0,1-1 0,9 3 0,-7-4-9,0 0-1,0 0 1,0-1 0,0-1-1,1 0 1,-1 0 0,1-1-1,-1-1 1,0 0-1,1 0 1,12-4 0,-9 1 23,-1-1 0,1-1 1,-1 0-1,0-1 0,-1 0 1,0-1-1,18-14 0,-1-4-564,-1-2-1,-1-1 0,-1-1 1,-2-1-1,31-51 0,5-18-3779,-12 6-2973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8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812 0 576,'0'0'15783,"-110"220"-13766,40-49-272,-17 46-400,-10 39 144,-7 26-913,-3 7-80,11-24-432,22-46 112,24-59-352,33-73 160,17-66-352,4-33-1281,36-72-2241,3-31-2064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77 581 15687,'0'0'3778</inkml:trace>
  <inkml:trace contextRef="#ctx0" brushRef="#br0" timeOffset="1">0 72 15351,'0'0'6579,"14"-72"-12566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4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1 466 9476,'0'0'9490,"7"3"-8554,-5-3-891,0 1-1,0 0 0,0-1 0,0 0 0,1 1 0,-1-1 0,0 0 0,0 0 0,1-1 0,-1 1 0,0 0 0,0-1 0,0 1 0,1-1 0,-1 0 0,0 1 0,0-1 0,0 0 1,0 0-1,0-1 0,0 1 0,-1 0 0,1-1 0,2-1 0,5-7 39,1 0-1,-2 0 1,11-16 0,-9 12-16,19-26-195,-2-2 1,-2 0-1,-2-2 0,-2 0 1,29-88-1,-48 126 12,-1 1-1,0-1 1,0 1-1,-1-1 1,0-7-1,0 12-152,0 7-105,-26 1379 3405,16-1232-2701,-4 151 853,21-371-1503,-1 20-526,1-84-4245,-3 65 44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5410,'0'0'6169,"-17"3"-5996,-55 11 78,67-13-120,0 1 0,0-1 0,0 1 0,0 0 0,1 0 0,-1 0 0,1 1 0,-1-1 0,1 1 0,0 0 0,0 1 0,-4 3 0,-4 4 407,-6 6-263,1 1 0,0 1 0,2 0 0,0 1 0,1 0 0,1 2 0,0-1 0,2 2 0,1-1 0,1 2 0,0-1 0,2 1 0,-7 41 0,5 20 542,3 156 1,6-169-428,0-38-205,11 250 1359,-7-253-1368,1 0 0,1 0 0,2-1 0,1 0 0,1 0 0,2-1 0,15 28 0,-22-48-145,0-1 0,0 0 1,1 0-1,0 0 0,0-1 1,1 0-1,0 0 0,0-1 0,1 0 1,-1 0-1,13 7 0,-9-8-3,0-1 0,0 0 0,1 0 0,-1-2 0,1 1 0,-1-1 0,1-1 0,22 1 0,-20-2-11,0 0-1,0-1 1,0-1 0,-1 0-1,1 0 1,-1-2 0,1 1-1,-1-2 1,0 0 0,0 0-1,22-15 1,-7 3-57,-2-1-1,-1-2 1,0 0-1,-1-2 1,-1 0-1,37-50 1,-48 55-88,-1 0 1,0 0 0,-2-2-1,0 1 1,-1-1-1,0 0 1,-2-1 0,0 1-1,-2-1 1,0-1-1,-1 1 1,0-22-1,-2 11-46,0-15-119,-8-84 0,-2 83 233,-26-83 0,-28-44-28,43 123 69,-2 1 0,-56-92 0,67 125 9,-1 1-1,0 0 1,-1 1 0,-1 0 0,-1 1 0,0 0 0,0 2 0,-2-1 0,1 2 0,-2 0-1,-22-10 1,29 17-12,1 0 0,-1 1 0,0 0 1,0 1-1,-1 0 0,1 1 0,0 0 0,-13 1 0,23 0 0,0 0 0,0 0 0,0 0 0,0 0 0,0 0 0,1 0 0,-1 0-1,0 1 1,0-1 0,0 0 0,0 0 0,1 1 0,-1-1 0,0 0 0,0 1 0,1-1 0,-1 1 0,0-1 0,1 1 0,-1-1 0,0 1 0,1 0 0,-1-1 0,1 1 0,-1 0 0,1-1 0,-1 1-1,1 0 1,-1 0 0,1-1 0,0 1 0,0 0 0,-1 0 0,1 0 0,0-1 0,0 1 0,0 0 0,0 0 0,0 0 0,0 0 0,0 0 0,0-1 0,0 3 0,1 0-223,0-1 1,-1 1-1,1 0 0,0-1 1,1 1-1,-1-1 1,0 1-1,1-1 1,-1 1-1,1-1 1,0 0-1,0 0 0,4 4 1,0-2-698,0 0 0,0 0 1,1-1-1,10 5 0,36 9-6848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0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298 100 5683,'0'0'8702,"6"-13"-7517,15-38-203,-21 51-964,1-1 1,-1 1-1,0-1 1,1 1-1,-1-1 1,0 1-1,0-1 1,0 1-1,1-1 1,-1 1-1,0-1 1,0 1-1,0-1 1,0 0-1,0 1 1,0-1-1,0 1 1,0-1-1,0 1 1,0-1-1,0 1 1,-1-1-1,1 1 1,0-1-1,0 0 1,0 1-1,-1-1 1,1 1-1,0 0 1,-1-1-1,1 1 1,0-1-1,-1 1 1,1-1-1,-1 1 1,1 0-1,0-1 1,-1 1-1,1 0 1,-1 0-1,1-1 1,-1 1-1,1 0 1,-1 0-1,1-1 1,-1 1-1,0 0 1,1 0-1,-1 0 1,1 0-1,-1 0 1,1 0-1,-1 0 1,1 0-1,-1 0 1,0 0-1,0 1 1,-2-1 97,-23-3 280,0 1-1,-1 1 1,-30 4-1,56-3-381,-4 1 12,1 0 0,-1 0 1,0 1-1,1-1 0,-1 1 1,1 0-1,0 1 0,-1-1 0,1 1 1,0 0-1,0 0 0,1 0 0,-1 0 1,1 0-1,-1 1 0,1 0 1,0 0-1,1 0 0,-4 5 0,-3 7 42,0 0 0,1 1 1,-12 33-1,9-11 174,2 0 0,1 1 0,-4 70 0,8 127 821,5-161-771,8 167 514,-5-215-713,0 0 1,2 0 0,1-1 0,1 0 0,1-1-1,20 40 1,-23-54-77,1 0 0,1 0 0,0-1 0,0 0 0,13 11 0,-15-16-5,0-1 1,0 0-1,0-1 0,1 1 1,0-1-1,0 0 0,0-1 1,0 0-1,0 0 0,9 2 1,-3-2 4,0-1 0,0 0-1,0-1 1,0 0 0,1-1 0,-1-1 0,0 0 0,0-1 0,0 0 0,0-1 0,0 0-1,0-1 1,-1-1 0,0 0 0,0 0 0,0-1 0,0-1 0,-1 0 0,0 0 0,11-11 0,2-4-132,-1-2-1,-1 0 1,-1-1 0,-1-1 0,-1-1 0,-2 0 0,-1-1 0,0-1 0,-3-1 0,0 0 0,-2-1 0,-1 0 0,-2-1 0,-1 0 0,-1 0 0,1-43 0,-5 33-188,-3 0 1,-6-51-1,3 70 225,0 0 0,-2 0 0,-1 1 0,0-1-1,-15-29 1,-1 9 75,-1 1 0,-2 1-1,-1 1 1,-3 1-1,-1 2 1,-66-61-1,93 94 18,0 0 0,0 1 0,0 0 0,0 0-1,-1 0 1,0 1 0,1 0 0,-1-1 0,0 2-1,0-1 1,0 0 0,0 1 0,-1 0 0,1 0 0,0 1-1,-11 0 1,15 0-350,12 4-4938,15 4-775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1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79 8708,'0'0'7649,"-3"-9"-6651,-9-27-273,11 35-669,0 0 0,0 0 0,0 0 0,1 0 0,-1 0 1,0 0-1,0 1 0,-1-1 0,1 0 0,0 1 0,0-1 0,0 1 0,0-1 0,0 1 0,-1 0 0,1-1 0,0 1 0,0 0 0,0 0 0,-1 0 0,1 0 0,0 0 0,0 0 0,-1 0 0,1 0 0,0 1 0,-3 0 1,-2 0 163,2-1-187,-1 0 0,1 1 0,-1 0 0,1 0 0,-1 1-1,1-1 1,0 1 0,0 0 0,0 0 0,0 0-1,0 0 1,0 1 0,0 0 0,1 0 0,0 0 0,-5 5-1,-2 3 10,0 1-1,0 1 0,-13 24 0,7-4 127,1-1-1,2 2 1,1 0-1,1 1 0,-7 46 1,-15 185 988,26 77 48,7-323-1143,1-1 1,1 1 0,1-1-1,1 1 1,8 27-1,-10-42-53,1 1-1,-1-1 0,1 0 0,0 0 0,0 0 0,0 0 0,1 0 0,0-1 0,-1 0 1,2 1-1,-1-1 0,0-1 0,1 1 0,0-1 0,0 0 0,0 0 0,0 0 1,0-1-1,1 1 0,-1-1 0,1-1 0,7 3 0,-5-3 8,1 0 0,0 0-1,0 0 1,0-1 0,-1-1 0,1 1-1,0-2 1,-1 1 0,1-1-1,10-3 1,-6 0 9,0-1-1,0 0 1,0-1-1,-1 0 1,20-15-1,-5-2-32,-1 0 0,-1-2-1,-1-1 1,24-35-1,-29 35-274,0-2 0,-2 0 0,-2 0 0,0-2 0,-2 1 0,-1-2 0,-2 0 0,-1 0 0,-2-1 0,-1 0 0,-1 0 0,0-54 0,-4 68 147,-2 0 0,0 0 0,-1 1 0,-1-1 0,-1 1 0,-1 0 0,0 0 0,-1 0 0,-1 0 0,-1 1 1,0 0-1,-1 1 0,-1 0 0,-13-16 0,6 10 233,-1 1-1,-1 0 1,-1 1 0,-27-20 0,33 29 151,0 1 0,-1 1 1,-1 0-1,1 1 0,-1 1 0,-1 0 1,-32-8-1,48 14-281,1 1 0,-1 0 0,0 0 1,1-1-1,-1 1 0,0 0 0,1-1 1,-1 1-1,0 0 0,1-1 0,-1 1 0,1-1 1,-1 1-1,1-1 0,-1 0 0,1 1 1,-1-1-1,1 1 0,-1-1 0,1 0 0,0 1 1,-1-1-1,1 0 0,0 0 0,0 1 0,0-1 1,-1 0-1,1 0 0,0 1 0,0-1 1,0 0-1,0 0 0,0 1 0,0-1 0,1 0 1,-1-1-1,1 0-447,-1 0 0,1 0 0,-1 0 0,1 0 0,0 0 0,0 0 0,0 0 0,0 1 0,0-1 0,0 0 0,3-3 0,17-10-5871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253 100 13510,'0'0'5005,"-30"17"-4018,-1 2-601,-60 45-1,87-59-347,-1-1-1,1 1 0,0 0 1,0 0-1,0 0 0,1 1 1,0-1-1,0 1 0,0 0 1,0 0-1,1 0 0,0 0 1,1 0-1,-2 8 1,-15 88 1221,-8 205 1,24-255-943,-4 471 1361,6-519-1668,0 11 28,1 0-1,1 0 0,5 23 0,-6-35-31,0 1-1,0-1 1,0 0 0,1 0-1,-1 0 1,1 0-1,0 0 1,0 0 0,0-1-1,0 1 1,0 0 0,0-1-1,1 0 1,0 1-1,-1-1 1,1 0 0,0-1-1,0 1 1,0 0-1,4 1 1,-1-1 4,-1-1 0,0 0-1,1 0 1,-1 0 0,1-1-1,0 0 1,-1 0 0,1 0 0,-1-1-1,1 1 1,-1-2 0,7-1-1,0 0 3,-1-1 0,-1-1 0,1 0 0,-1 0 0,14-10-1,-3-1 42,0-1-1,-1-1 1,26-29-1,49-73-125,-60 72-200,-2-2 1,-3-2 0,33-74 0,-48 88-37,-1-1 0,-1 0 0,-3-1 0,-1-1 0,6-74 0,-14 96 204,-1-1-1,-1 0 1,0 0 0,-2 1 0,0-1-1,-1 1 1,-1 0 0,0 0 0,-2 0 0,0 1-1,-1 0 1,-1 0 0,-1 1 0,0 0-1,-1 1 1,-1 0 0,-23-23 0,9 11 161,-2 1 1,-1 2 0,-34-24 0,44 36 25,-1 1-1,0 0 1,-1 2 0,0 0 0,0 2 0,-31-9 0,43 15-66,-1 0 0,1 0 0,-1 1 0,1 0 0,-1 1 0,-17 1 0,26-1-34,-1 0-1,1 1 1,0-1 0,0 0-1,-1 1 1,1-1-1,0 1 1,0-1 0,0 1-1,-1-1 1,1 1-1,0 0 1,0 0 0,0 0-1,0 0 1,0 0-1,0-1 1,1 2 0,-1-1-1,0 0 1,-1 2 0,1 1-304,0-1 0,0 1 1,0 0-1,0 0 0,0 7 1,0 31-5517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4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74 178 1681,'0'0'6160,"-4"-9"-4671,1 3-1324,1-2 392,-1 0 0,-1 0 0,0 1 0,0 0 0,0-1 0,-1 1-1,-9-11 1,11 16-300,1 1-1,0-1 1,0 0-1,0 0 1,0-1-1,0 1 1,1 0-1,-1-1 0,1 1 1,-1-1-1,1 1 1,0-1-1,0 0 1,0 1-1,-1-7 681,113 18-157,-5 0-613,-19-9-55,0-3 0,100-17 0,-60 1-111,222-5 1,-169 24-72,-157 4-84,-22-4 211,0 0 0,0 0 0,-1 0 0,1 0 0,0 0 0,-1 0 0,1 1 1,0-1-1,0 0 0,-1 1 0,1-1 0,0 0 0,-1 1 0,1-1 0,-1 1 0,1-1 1,-1 1-1,1-1 0,-1 1 0,1-1 0,-1 1 0,1 0 0,-1-1 0,0 1 1,1 0-1,-1 0 0,-3-1-1178,-38 0-3846,12 0-2426,15 0 1217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66 6019,'0'0'7515,"10"-15"-7112,-7 10-372,-1 1-5,0 0-1,1 0 1,-1 0-1,1 0 0,0 0 1,0 1-1,0-1 1,1 1-1,-1 0 1,6-3-1,-8 5-16,0 1-1,0-1 0,0 1 1,1 0-1,-1-1 1,0 1-1,0 0 1,1 0-1,-1 0 1,0 0-1,0 0 0,1 0 1,-1 0-1,0 1 1,0-1-1,0 0 1,1 1-1,-1-1 1,1 1-1,2 2 18,-1-1 1,1 0-1,-1 1 1,0 0-1,0-1 0,0 1 1,0 1-1,3 5 1,14 18 269,-2 1 1,-1 1-1,-2 0 1,-1 1-1,-1 1 1,-1 0-1,-2 1 1,-1 0-1,-1 0 1,-2 1-1,-2 0 1,-1 0-1,-1 1 1,-5 59-1,1-81-225,0 0 0,-1-1 0,0 1 0,-1-1 0,0 0 0,0 0 0,-2 0 0,1 0 0,-1-1-1,-1 0 1,0 0 0,-12 13 0,12-16-69,0 0 1,0 0-1,0-1 0,-1 0 0,0-1 1,0 0-1,-1 0 0,1 0 0,-1-1 0,0-1 1,0 1-1,-1-1 0,1-1 0,0 0 1,-18 2-1,20-4-7,5 0-210,0 1 0,0-1 0,0 0-1,0 0 1,0 0 0,-1 0 0,1-1 0,0 1 0,0-1-1,-4 0 1,5 0 1,0 0 1,0-1-1,1 1 0,-1 0 0,0 0 0,1 0 0,-1 0 1,1-1-1,-1 1 0,1 0 0,0 0 0,-1-1 0,1 1 1,0 0-1,0-1 0,0 1 0,0 0 0,0-1 0,0-1 0,0-37-4841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685 199 7187,'0'0'8289,"7"-20"-7147,22-65-37,-28 83-1006,0 0 1,0-1-1,0 1 1,0-1 0,-1 1-1,1-1 1,-1 1-1,0-1 1,0 1-1,0-1 1,0 1-1,0-1 1,0 1 0,-1-1-1,1 1 1,-1-1-1,0 1 1,0-1-1,0 1 1,0 0-1,-1-3 1,-1 3-39,1 0-1,0 0 1,-1 0-1,1 0 1,-1 1-1,0-1 1,1 1 0,-1-1-1,0 1 1,0 0-1,-3 0 1,-1-2-22,-10-1 23,0 0-1,0 1 1,-1 1 0,1 0 0,-1 2-1,1 0 1,-1 0 0,1 2 0,-1 0 0,1 1-1,0 1 1,-25 9 0,22-5-53,0 1 1,1 1 0,0 1-1,1 1 1,0 0 0,1 1-1,1 1 1,-21 21 0,18-12 58,0 0 0,1 1 1,1 1-1,2 0 0,-18 40 1,10-9 210,3 2 1,2 0-1,3 1 1,2 1 0,-7 85-1,12-57 176,4 1-1,9 117 0,-4-186-396,2-1 0,0 0 0,2 0 0,0 0-1,1 0 1,0-1 0,2 0 0,0 0-1,13 18 1,-14-26-53,0 0 0,1 0 0,0-1 0,1 0 0,0-1 0,0 0 0,1 0-1,0-1 1,1 0 0,-1-1 0,1 0 0,0-1 0,1 0 0,-1-1 0,15 4 0,-1-2 1,0-1-1,0-2 1,0 0 0,1-2 0,-1 0 0,1-2 0,-1-1 0,0-1 0,0-1-1,0-1 1,0-1 0,-1-2 0,0 0 0,42-21 0,-45 16-67,0 0 1,0-1-1,-2-1 1,0-1-1,0 0 1,17-21-1,-28 27-282,-1 0 0,1 0-1,-2-1 1,0 0 0,9-22 0,-12 25-268,0 0 1,-1-1 0,0 1 0,-1 0 0,0-1-1,0 0 1,-1 1 0,0-1 0,-2-12 0,-6-8-5444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0 432 11301,'0'0'3943,"6"-34"-3868,19-110-128,-8 59-157,-10 55 479,-1-1 0,-1 1 1,0-47-1,3 341 955,0-63-133,-7-5-501,6 133-566,-1-281-149,-1-18-1558,-4-10-2851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1 403 9332,'0'0'7017,"9"-25"-6932,31-82-109,-32 85-513,-2-1 0,0 0 0,-1 0 0,-1 0 0,-1-1-1,-1 1 1,-2-35 0,0 38 301,0 20 236,-2-21 94,2 21-45,0-1 1,-1 0-1,1 1 0,0-1 1,0 1-1,-1-1 0,1 1 1,0-1-1,-1 1 1,1-1-1,0 1 0,-1-1 1,1 1-1,-1 0 0,1-1 1,-1 1-1,1-1 0,-1 1 1,1 0-1,-1 0 0,0-1 1,1 1-1,-1 0 0,1 0 1,-1 0-1,0 0 0,1 0 1,-1-1-1,-1 1 0,0 6 274,-1 188 1300,5-94-810,-2 29 366,-10 382 2436,0-134-1977,5-402-2914,0 7 282,1-9-2480,-1-29 1,4 11-2621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0 527 800,'0'0'16352,"4"-22"-16221,-1 3-125,26-120-58,-21 96-677,-3-1-1,-1 1 0,-3 0 1,-3-46-1,0 5 3447,2 85-2535,4 965 5999,-5-938-6118,0-6 20,1 0 0,1 0 1,1 0-1,1 0 0,1-1 0,7 26 1,-10-45-68,0 0-1,0 1 1,0-1 0,0 0 0,0 0 0,1 0 0,-1 0 0,1 0 0,0 0 0,-1 0 0,1-1 0,3 3-1,-5-4-15,1 1 1,-1-1-1,0 0 0,1 0 0,-1 0 0,1 1 0,-1-1 0,1 0 0,-1 0 0,1 0 0,-1 0 0,1 0 1,-1 0-1,1 0 0,-1 0 0,1 0 0,-1 0 0,1 0 0,-1 0 0,1-1 0,-1 1 0,0 0 0,1 0 1,-1 0-1,1-1 0,0 0-9,0 0 0,0 0 0,0 0 0,0 0 1,0-1-1,0 1 0,-1 0 0,1-1 0,0 1 0,-1 0 1,0-1-1,1 1 0,0-2 0,4-30-1434,-2 0-1,0 1 1,-3-48-1,-1 39-1815,1-14-4081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1 491 11829,'0'0'3906,"13"-27"-3594,46-87-296,-13 33-777,-28 50-860,23-51 0,-36 68 1369,0 1 0,-2-1 0,1 0 0,-2 0 0,0 0-1,0-28 1,-2 12 2480,0 32-2004,-9 330 4188,2-121-2562,0 314 1162,7-518-2961,0-1-17,0 0 0,0 0 0,0 0 0,1 0 0,2 8 0,-2-12-23,-1-1 0,1 0-1,-1 0 1,1 0 0,-1 0 0,1 1-1,0-1 1,0 0 0,0 0-1,0 0 1,-1 0 0,1-1-1,1 1 1,-1 0 0,0 0-1,0-1 1,0 1 0,0 0-1,0-1 1,1 1 0,-1-1 0,0 1-1,0-1 1,1 0 0,-1 0-1,0 0 1,1 1 0,-1-1-1,2-1 1,-2 1-13,0 0 0,0-1 0,-1 0 0,1 1 0,0-1 0,0 1 0,-1-1 0,1 0 0,0 1 0,-1-1 0,1 0 0,0 0-1,-1 0 1,1 0 0,-1 1 0,0-1 0,1 0 0,-1 0 0,0 0 0,1 0 0,-1 0 0,0 0 0,0 0 0,0 0 0,0 0 0,0 0 0,0 0 0,0-2 0,0 0-67,2-104-4856,-3 59-1841,1 12-3788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0 493 7043,'0'0'6550,"22"-30"-5731,67-99-1214,-77 113-140,-2 0-1,0 0 0,-1-1 1,-1-1-1,0 1 1,-1-1-1,-1 0 1,5-24-1,-10 36 458,3-15-97,-1 0 1,1-39-1,-4 20 3394,0 33-1875,-12 422 3271,-45 209-3478,19-335-4416,22-187-1931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30 4338,'0'0'6448,"13"12"-5295,43 36-91,-54-47-980,-1 1 0,1-1 0,-1 0 0,1 0 0,0 0 0,-1 0 0,1-1 0,0 1 0,0 0 0,0-1 0,0 1 0,-1-1 0,1 0 0,0 0 1,0 1-1,3-1 0,-3-1-21,-1 1 1,0 0-1,0-1 1,0 1-1,0-1 1,0 0-1,0 1 1,0-1-1,0 0 1,0 1-1,0-1 1,0 0-1,0 0 1,0 0-1,-1 0 1,1 0-1,0 0 1,-1 0 0,2-1-1,-1 0 6,0-1-1,0 1 1,-1 0 0,1-1-1,0 1 1,-1-1 0,1 1 0,-1-1-1,0 1 1,0-1 0,0 0-1,0 1 1,0-1 0,-1 1-1,1-1 1,-1 1 0,1-1-1,-2-2 1,0 3-46,0 0 1,0 0-1,0 0 0,-1 0 0,1 0 1,-1 1-1,1-1 0,-1 1 0,1-1 1,-1 1-1,0 0 0,0 0 1,-5-1-1,-40-7 68,26 7-63,0 1 0,0 0 0,0 2-1,-29 4 1,40-3-20,-1 0 0,1 2 0,0-1 0,0 1 0,0 1 0,0 0 0,1 0 0,0 1 0,-17 13 0,9-4 100,2 1 1,0 1-1,0 1 0,2 1 0,0 0 0,1 0 0,1 1 0,1 1 0,1 0 1,1 0-1,1 1 0,-10 39 0,5 1 399,2 2 1,3-1-1,0 90 1,6-66 300,13 116-1,-8-174-666,2-1-1,0 1 1,2-1-1,2 0 0,0-1 1,2 0-1,26 48 0,-30-63-91,1-1 0,0 0-1,1-1 1,0 1-1,0-2 1,1 1-1,0-1 1,1-1 0,0 0-1,0 0 1,1-1-1,17 7 1,-12-7 1,-1-2 0,1-1 0,0 0 0,1-1 0,-1 0 0,1-2 0,-1 0 0,34-3 0,-24-1-63,0-1-1,0-1 1,-1-2-1,0-1 1,0 0-1,0-2 1,-1-2-1,-1 0 0,0-1 1,0-1-1,-2-1 1,0-2-1,0 0 1,-2-1-1,0-1 1,27-34-1,-39 44-234,-1-1-1,-1 1 0,1-1 1,-2-1-1,1 1 1,-1-1-1,-1 0 0,5-16 1,-6 13-1184,-1-1 0,0 1 1,-1-24-1,-1-22-6647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9989,'0'0'6533,"24"5"-5852,-2-1-429,0 0 1,36 14-1,-55-16-211,0-1 0,0 0 0,-1 1 0,1 0 0,-1 0 0,1 0 0,-1 0 0,0 0 0,1 0 0,-1 0 0,0 1 0,-1-1 0,1 1 0,0-1 0,-1 1 0,1 0 0,1 5 0,-1-1 60,-1 0 0,0 0 0,0 1 1,0-1-1,-1 10 0,0-4 35,0-1-20,0 0-1,-1 1 1,0-1-1,-1 0 1,-1 0 0,0 0-1,0 0 1,-1-1-1,-6 13 1,-2-3-1,0 0-1,-1-1 0,-28 32 1,-65 67 115,-28 33-113,128-144-119,-1 0 1,1 0-1,1 0 1,-1 1-1,2 0 1,-1 0-1,1 1 1,-4 12-1,8-22 2,0 0 0,0 1 0,0-1 0,0 0 0,0 1 0,-1-1 0,1 0 0,0 1 0,0-1 0,0 1 0,0-1 0,0 0 0,0 1 0,0-1 0,0 1 0,0-1-1,0 0 1,0 1 0,0-1 0,1 0 0,-1 1 0,0-1 0,0 0 0,0 1 0,0-1 0,1 0 0,-1 1 0,0-1 0,0 0 0,1 1 0,-1-1 0,0 0 0,0 0-1,1 1 1,-1-1 0,0 0 0,1 0 0,-1 0 0,0 1 0,1-1 0,-1 0 0,1 0 0,-1 0 0,0 0 0,1 0 0,15 2 24,1 0 0,-1-2 0,21-1 0,1 0 75,220-11 284,1 0-2621,-205 15-1393,-9 12-3228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11509,'0'0'6659,"177"30"-5970,-104-18-433,-6 0-16,-13-3-240,-18-3-32,-9-6-80,-17 0-1121,-7 0-512,-3-12-8483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12662,'0'0'4722,"234"-18"-3441,-167 18-1281,-17 9 0,-20 24-1745,-27 9-4226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8468,'0'0'9815,"9"0"-8988,262 15 971,-161-12-994,-72-3-6109,-27 0 47,-28 0-2129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14231,'0'0'5282,"187"24"-4114,-90-24-1104,-3-9-31,-21-3-33,-22 12-625,-18 0-1152,-23 0-864,-10 12-1841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49:5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362 148 5939,'0'0'8414,"4"-13"-7910,-1-2-388,-2 9-76,0 0 0,1 0 0,0 1 0,0-1 0,0 0 0,1 1-1,-1 0 1,1-1 0,5-5 0,-7 10-19,-1 0 0,1 0 0,0 0-1,-1 0 1,1 0 0,-1 0-1,1 0 1,-1 0 0,0 0-1,1 0 1,-1 0 0,0 0 0,0-1-1,0 1 1,1 0 0,-1-1-1,-1 1 10,1 1-1,0-1 0,0 1 0,-1-1 0,1 1 0,0-1 0,-1 1 0,1-1 0,0 1 0,-1-1 0,1 1 0,-1-1 0,1 1 1,-1 0-1,1-1 0,-1 1 0,1 0 0,-1 0 0,1-1 0,-1 1 0,1 0 0,-2-1 0,-3 0 184,-1 1-1,1-1 1,-1 1-1,1 0 1,-8 1 0,1-1-82,5 0-129,1 0 0,-1 0 0,0 1-1,1 0 1,-1 0 0,1 0 0,-1 1 0,1 0 0,0 1-1,0-1 1,0 1 0,0 0 0,0 0 0,0 1 0,1 0-1,0 0 1,0 0 0,-6 7 0,-9 9 48,1 2-1,1 1 1,1 0 0,1 1 0,0 1-1,2 0 1,2 1 0,0 0-1,1 1 1,-13 55 0,11-17 521,2 0 0,4 0 0,0 110-1,6-143-234,2-1-1,1 1 0,1-1 1,15 59-1,-16-82-278,0-1-1,1 1 1,0 0 0,1-1 0,0 1 0,0-1-1,1 0 1,-1-1 0,1 1 0,1-1-1,-1 0 1,1 0 0,0 0 0,1-1-1,-1 0 1,1 0 0,0-1 0,0 0-1,1 0 1,-1-1 0,1 0 0,0 0-1,15 3 1,-4-3-25,-1-1 0,0-1 0,1 0-1,-1-1 1,1-2 0,-1 1 0,1-2-1,-1-1 1,0 0 0,-1-1 0,1-1-1,-1-1 1,0 0 0,0-1 0,17-12 0,2-3-137,-1-2 1,-1-2 0,-2-1-1,0-1 1,39-48 0,-54 57-161,0-2 0,-1 1 0,17-34 0,-26 41 151,-1 0 0,0-1 1,-1 1-1,-1-1 1,0 0-1,-1-1 1,2-18-1,-4 15 76,0 0 0,-2 0 1,0 0-1,0 0 0,-2 0 0,-1 0 1,0 1-1,-1-1 0,-1 1 0,-1 0 1,0 0-1,-12-18 0,-12-18 29,-42-56 1,57 89 16,-1 0-1,-1 2 1,0 0 0,-2 1 0,-29-22-1,39 34-12,0 1-1,0 0 0,0 1 0,0 0 1,-1 1-1,1 0 0,-1 0 0,0 1 1,0 0-1,0 1 0,0 1 0,-14 0 1,24 0 4,-1 0 0,0 0 0,1 0 1,-1 0-1,1 0 0,-1 0 0,1 0 0,-1 1 1,1-1-1,-1 1 0,1-1 0,-1 1 1,1-1-1,-1 1 0,1 0 0,0 0 1,-1 0-1,1 0 0,0 0 0,-2 1 0,2 1-49,0 0-1,0-1 0,0 1 1,0 0-1,0-1 0,0 1 1,1 0-1,-1 0 0,1 0 1,0 5-1,0 2-285,-1 1-935,0 1-1,2 0 0,-1-1 1,4 17-1,13 9-6523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0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9188,'0'0'6899,"9"9"-6405,179 172 830,-130-130-800,98 67 0,-137-108-530,-15-8 3,1 0 0,-1 1 1,0-1-1,0 1 1,0 0-1,-1 0 0,1 0 1,-1 1-1,5 5 1,-8-9-8,1 0 0,-1 1 0,0-1 0,0 0 0,0 1 0,0-1 0,1 1 0,-1-1 0,0 0 0,0 1 0,0-1 0,0 1 0,0-1 1,0 0-1,0 1 0,0-1 0,0 1 0,0-1 0,0 0 0,-1 1 0,1-1 0,0 1 0,0-1 0,0 0 0,0 1 0,-1-1 0,1 0 0,0 1 0,0-1 1,-1 0-1,1 1 0,0-1 0,-1 0 0,1 0 0,0 1 0,-1-1 0,1 0 0,0 0 0,-1 1 0,-11 6-70,0 0 0,-15 6-1,-12 6-57,7 0 60,1 1-1,1 2 1,1 1-1,1 2 1,1 0-1,-42 53 1,21-15-131,2 2 0,-39 77 0,24-24-2187,21-29-2652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3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9989,'0'0'9503,"11"-16"-9186,0 2-269,67-101 8,-65 94-299,0-1 1,-2-1-1,-1 0 0,0-1 0,-2 0 0,0 0 1,-2-1-1,-1 1 0,-1-1 0,1-40 1,-17 233 198,2-74 117,-22 300 1112,-17 180 927,45-529-1995,-9 147 513,16-199-507,15-49-1174,18-99-1,-19 5-4643,-14 77 26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3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201 136 5507,'0'0'6683,"2"-5"-5982,0 1-505,-1 3-115,0 0-1,-1-1 0,1 1 1,0 0-1,-1-1 0,1 1 1,-1-1-1,0 1 1,1-1-1,-1 1 0,0-3 1281,-5 4-811,-1 0-512,0 1 0,0-1 1,0 1-1,0 0 0,1 0 0,-1 1 1,0 0-1,1 0 0,-1 0 0,1 0 1,0 1-1,0 0 0,0 0 0,0 0 1,0 1-1,1 0 0,0 0 0,-1 0 0,1 0 1,1 1-1,-1-1 0,1 1 0,-4 6 1,-5 13 92,0 0 1,2 1-1,0 0 0,2 0 1,1 1-1,1 0 1,-4 43-1,1 191 1027,10-192-849,-1-2 302,15 112 0,-12-155-511,2 0 0,1-1 0,0 1 1,2-1-1,0-1 0,1 0 0,2 0 1,18 29-1,-22-42-65,0 0 0,0 0-1,1-1 1,0 0 0,0-1 0,1 1 0,0-1 0,0-1 0,0 0-1,0 0 1,1-1 0,0 0 0,0-1 0,0 0 0,0 0 0,1-1-1,-1-1 1,1 0 0,-1 0 0,1-1 0,-1 0 0,1-1 0,-1 0-1,1 0 1,-1-1 0,0-1 0,1 0 0,-1 0 0,15-8 0,-10 1-53,0 0 0,0-1 0,-1 0 0,0-1 1,-1-1-1,0 0 0,-1-1 0,20-29 0,-14 14-214,-2 0-1,0-1 1,-2 0-1,11-35 0,-13 23-347,-1 0 0,-3 0-1,6-70 1,-7-131-1589,-7 225 2057,0-12 28,-2 0-1,-1 0 0,-1 0 0,-1 0 1,-2 1-1,-1 0 0,-1 0 1,-2 1-1,0 0 0,-2 1 0,-21-33 1,28 50 84,-1 0 1,0 1 0,0 0 0,-11-10-1,14 16 24,1 0 1,-1 0-1,0 0 0,0 1 0,0-1 0,-1 1 0,1 0 1,-1 0-1,1 0 0,-1 1 0,1 0 0,-9-1 0,3 0 86,-1 1 0,0 0-1,0 1 1,1 0 0,-1 0 0,0 1-1,1 1 1,-1 0 0,0 0-1,1 1 1,0 1 0,0 0 0,0 0-1,0 0 1,-12 9 0,2 2 46,-23 23 1,37-32-193,0 0-1,1 0 1,-1 1 0,2-1 0,-1 1 0,1 0 0,-6 13 0,8-11-737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36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186 109 4914,'0'0'5734,"-4"-5"-4966,-12-15-96,15 19-597,-1 0-1,1-1 1,-1 2 0,1-1-1,-1 0 1,1 0 0,-1 0-1,0 1 1,1-1 0,-1 1-1,0-1 1,0 1 0,1 0-1,-1 0 1,0 0 0,0 0-1,0 0 1,1 0-1,-1 0 1,0 0 0,-2 1-1,-5 0 106,7-1-155,0 0 0,0 0 0,0 0 0,-1 1-1,1-1 1,0 0 0,0 1 0,0-1 0,0 1-1,0 0 1,0 0 0,0 0 0,0 0 0,0 0 0,-2 2-1,2 0 8,-1 0 1,0 0-1,1 1 0,0-1 0,-1 1 0,2-1 0,-4 8 0,-5 13 122,2 1-1,0 0 1,2 0 0,-4 32 0,-5 112 683,11 314 2092,6-441-2631,9 52 0,-7-76-207,0 1 0,1-1 0,1-1 0,16 34 1,-19-44-67,1 0 0,1-1 1,-1 1-1,1 0 1,0-1-1,0 0 1,1-1-1,0 1 0,0-1 1,0 0-1,0 0 1,1-1-1,9 5 1,-4-4 1,-1-1 0,1-1 1,-1 0-1,1-1 1,0 0-1,0-1 1,0 0-1,13-1 1,-15 1-14,0-2 0,1 1 1,-1-1-1,0-1 1,0 0-1,0 0 1,0-1-1,-1 0 0,1-1 1,-1 0-1,0 0 1,0-1-1,0 0 1,-1-1-1,1 0 0,12-12 1,6-9-85,-1-1 1,-1-1-1,-2-2 1,-1 0-1,-2-1 0,0-1 1,-3-1-1,-1 0 1,-1-1-1,-2-1 0,14-61 1,-20 63-145,-2-1 1,-1 0-1,-1-68 1,-4 82 167,-1 0 0,-1 0 0,0 0 0,-2 1 0,-1-1 0,0 1 0,-16-33 0,-4 5 52,-2 1 1,-37-49-1,47 73-3,0 1 1,-2 1 0,0 1-1,-1 0 1,-43-29-1,56 45-15,0-1 0,0 2 0,0-1 0,0 1-1,-1 0 1,1 1 0,-1 0 0,0 0 0,0 1 0,0 0 0,1 1 0,-11 0 0,16 0-7,0 0-1,1 1 1,-1-1 0,1 1 0,-1-1 0,1 1 0,-1 0 0,1 0 0,-1 0 0,1 0 0,0 0 0,-1 1-1,1-1 1,0 1 0,0-1 0,0 1 0,0 0 0,0 0 0,1 0 0,-1 0 0,1 0 0,-1 0 0,1 0 0,-1 1-1,1-1 1,0 0 0,0 1 0,1-1 0,-2 5 0,-1 5-689,1 1 1,0-1-1,0 1 0,2 21 0,0 10-4144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37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279 119 4178,'0'0'5872,"-4"-2"-5181,-2 0-348,-1 0-1,1 0 1,-1 1 0,0 0-1,1 0 1,-1 0 0,0 1-1,-10 0 1,14 0-312,0 0 0,-1 0 0,1 0-1,0 0 1,-1 0 0,1 1 0,0-1 0,0 1 0,0 0 0,0 0-1,-1 0 1,1 1 0,1-1 0,-1 1 0,0-1 0,0 1 0,0 0-1,1 0 1,-1 0 0,1 0 0,0 1 0,-3 2 0,-6 11 91,0 0 0,1 1 0,1 0 0,0 0 1,1 1-1,1 0 0,-8 32 0,-18 137 1094,12 178 1412,21-344-2481,0 0 52,0 1 0,1-1 0,5 26 0,-5-42-163,0 0 1,1 0-1,-1 0 1,1 0-1,0-1 0,0 1 1,0 0-1,1-1 1,0 0-1,0 0 1,0 0-1,0 0 0,0 0 1,1 0-1,0-1 1,0 0-1,0 0 1,8 5-1,-6-5-17,0 0 1,1-1-1,-1 0 1,1 0-1,-1-1 1,1 1-1,0-2 1,0 1-1,-1-1 1,1 0-1,0 0 1,0 0-1,0-1 1,-1-1-1,1 1 0,-1-1 1,1 0-1,-1 0 1,1-1-1,-1 0 1,0 0-1,0 0 1,10-8-1,6-7 3,0 0 0,-2-1 0,0-1-1,25-33 1,-15 15-154,-1-2 1,-2-1-1,23-47 0,-37 62-82,-1-1 0,-2 0-1,-1 0 1,0-1-1,-3 0 1,7-49 0,-11 49 52,-1 0 0,-2-1 0,-5-39 1,4 51 152,-2 1 0,0-1 0,-1 1 0,-1 0 0,0 1 0,-15-27 0,9 23 9,0 1 0,-1 1 0,0 0 1,-2 1-1,-17-17 0,23 26 0,1 0 0,-1 0 0,0 1 0,0 0 0,-1 1-1,0 0 1,0 0 0,0 1 0,-1 1 0,1-1 0,-20-2 0,12 4-7,-1 1-1,1 0 1,-36 4 0,53-3 6,0 1 0,0-1 0,0 1 0,0-1 0,0 1 0,0-1 1,0 1-1,0-1 0,0 1 0,1 0 0,-1 0 0,0-1 0,0 1 0,1 0 1,-2 1-1,2-2-53,0 1 0,-1-1 1,1 0-1,0 1 0,0-1 1,0 0-1,0 0 0,-1 1 1,1-1-1,0 0 0,0 1 1,0-1-1,0 0 0,0 1 1,0-1-1,0 1 0,0-1 1,0 0-1,0 1 0,0-1 1,0 0-1,0 1 0,0-1 1,0 0-1,0 1 0,1-1 1,-1 0-1,0 1 0,0-1 1,0 0-1,0 0 0,1 1 1,-1-1-1,0 0 0,0 0 1,1 1-1,-1-1 0,0 0 1,0 0-1,1 0 0,-1 1 1,0-1-1,1 0 0,-1 0 1,0 0-1,1 0 0,-1 0 1,0 0-1,1 1 0,30 0-4742,16-1-2957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3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71 3169,'0'0'11688,"-15"-4"-10810,-48-12-133,56 14-526,-1 1 1,1 0-1,-1 0 1,0 1-1,-14 0 1,2 1 183,15-1-352,0 1-1,0 0 1,0 0-1,0 0 1,0 0-1,0 1 1,0 0-1,0 0 1,1 0-1,-1 1 1,1-1-1,0 1 1,-1 0-1,1 0 1,0 1-1,1-1 1,-1 1-1,1 0 1,-4 5-1,-5 8 66,1 0 0,0 1-1,-13 31 1,2 6 257,1 2 0,4 0-1,1 1 1,-10 81 0,12-18 540,1 139 0,15-120-428,-1-128-446,0 0 0,1 0 1,0 0-1,1-1 0,0 1 0,5 11 0,-6-19-29,0 0-1,0 1 1,1-1-1,0 0 1,0 0 0,0-1-1,0 1 1,0-1 0,1 1-1,0-1 1,-1 0 0,1 0-1,0-1 1,1 1 0,-1-1-1,5 2 1,2-1 9,0 0-1,0 0 1,0-1 0,1-1 0,-1 0 0,0 0 0,1-1 0,-1-1-1,1 0 1,-1 0 0,0-1 0,0-1 0,0 0 0,21-8 0,-13 0-36,0 0 0,-1-1 0,0-1 0,-1 0 0,0-1 1,-1-1-1,-1-1 0,25-32 0,-7 3-362,-2-1 0,34-69 0,-48 81 78,-2-1 0,-2 0 0,-1-2 0,-2 1 0,-1-1 0,-2 0 0,-2-1 0,-1 0 1,-2-65-1,-2 80 147,-1 0 0,-1 1 1,-1-1-1,-1 1 0,-1 0 1,0 0-1,-2 1 0,-1 0 1,-15-30-1,13 32 55,0 0 1,-2 1-1,0 1 1,-1 0 0,0 0-1,-24-20 1,31 31 94,0 1 1,0 1-1,-1-1 1,0 1 0,0 1-1,0-1 1,0 1-1,0 0 1,-1 0 0,1 1-1,-1 0 1,0 1 0,1 0-1,-1 0 1,0 0-1,0 1 1,0 0 0,0 1-1,1 0 1,-14 2 0,8 1 5,0 1 1,1 0 0,-1 1 0,1 0 0,0 1 0,1 0 0,0 1-1,0 0 1,-19 19 0,3 0-665,2 1 0,-28 41-1,-7 25-6580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4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1 578 12566,'0'0'1414,"13"-31"-507,45-101-355,8 7-403,-27 52-117,6-31 173,-41 89 247,1 0 0,-2 0 0,0 0 0,-1 0 0,0-22-1,-2 1145 2265,0-1043-2575,-2 6 9,4-1-1,19 129 1,-20-190-141,0-6-11,0 0 0,0 0 1,0 0-1,0 0 0,1 0 0,-1 0 0,1 0 0,2 3 0,-3-17-1956,-2-68-6377,-1 27-853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95 6755,'0'0'7825,"0"-3"-6969,0-7 67,0 8 6,-17 2 1952,13-1-2854,0 1-1,0 0 1,0 0 0,0 0-1,0 0 1,0 1-1,0-1 1,0 1-1,0 0 1,1 1 0,-1-1-1,0 1 1,1-1-1,-1 1 1,1 0 0,-1 0-1,1 1 1,0-1-1,0 1 1,0-1-1,0 1 1,0 0 0,1 0-1,0 0 1,-1 1-1,1-1 1,-3 7 0,-4 7 23,0 0 1,1 0-1,1 1 1,1 0-1,0 0 1,-4 30 0,2 7 194,-1 58 1,7 371 1446,3-449-1567,1 1 1,2-1-1,1 0 0,2 0 1,2-1-1,13 36 0,-17-58-79,1 0 0,0-1 0,0 1-1,14 16 1,-16-23-35,1 0-1,-1-1 0,1 1 0,0-1 1,0 0-1,0-1 0,1 1 1,-1-1-1,1 0 0,0 0 0,6 1 1,-2-1-2,0 0 1,0-1-1,0 0 1,0-1-1,0 0 1,1-1-1,-1 0 1,0 0-1,1-1 1,-1-1-1,0 0 1,0 0-1,0-1 1,0 0-1,-1 0 1,1-1-1,-1-1 1,0 0-1,0 0 1,0-1-1,-1 0 1,0 0-1,0-1 1,8-7-1,6-9-56,-1-1 0,-1-1 0,-1-1 0,-2 0 0,0-2 0,-2 1 0,23-60 0,-24 48-143,-2-1 0,-1-1 1,-3 0-1,-1 0 0,2-70 0,-9-68-531,-2 148 575,-1 1 1,-2-1 0,-15-51 0,11 53 118,-1 1 1,-2 0-1,-1 1 0,-1 0 1,-1 1-1,-22-28 1,29 43 46,0 1 0,-1 0 0,-1 1 0,0 0 1,0 0-1,0 1 0,-1 1 0,-1-1 0,1 2 1,-1 0-1,0 0 0,0 1 0,-1 0 1,0 1-1,0 1 0,-15-3 0,-6 3-128,-40 2 0,49 1-642,22 0 193,3 0 427,-1 0 0,1 0 1,0 0-1,-1 0 0,1 0 1,0-1-1,-1 1 0,1 0 1,-1 0-1,1 0 0,0 0 1,-1 0-1,1 1 0,0-1 1,-1 0-1,1 0 0,0 0 1,-1 0-1,1 0 0,0 0 0,-1 1 1,1-1-1,0 0 0,0 0 1,-1 0-1,1 1 0,0-1 1,0 0-1,-1 0 0,1 1 1,0-1-1,0 0 0,0 1 1,-1-1-1,1 0 0,0 0 0,0 1 1,0-1-1,0 0 0,0 1 1,-1 17-5509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48 8340,'0'0'8014,"-14"-3"-5890,11 3-2064,-4 0 18,1-1 0,-1 1 0,0 0 0,1 1 0,-1 0 1,0 0-1,1 0 0,-1 1 0,1 0 0,0 0 1,0 0-1,-1 1 0,2 0 0,-8 5 0,0 3 20,0 0 0,1 1 0,0 1 0,1 0 0,1 1 0,0 0 0,0 0 0,2 1 0,0 0 0,1 1 0,0 0-1,1 0 1,1 0 0,-6 29 0,2 13 283,2 1 0,2 112 0,5-160-323,10 266 1199,-6-241-1077,1 1 0,3-1-1,1 0 1,1-1 0,22 50-1,-28-74-156,1-1-1,1 0 0,0 0 0,0-1 1,1 1-1,0-1 0,0-1 0,18 16 1,-19-19-16,0-1 0,1 0 0,-1-1 0,1 1 0,0-1 0,0-1 0,0 1 0,1-1 0,-1-1 1,1 1-1,-1-1 0,1 0 0,-1-1 0,10 0 0,-8-1 0,0 1 0,0-2 0,-1 1 0,1-1 0,0-1 0,0 1 0,-1-1 0,0-1 0,1 0 0,-1 0 0,-1-1 0,1 1 0,-1-2 0,0 1 0,9-9 0,2-5-35,-1-1 0,0-1 1,-1 0-1,13-25 0,-12 18-248,0-1 0,-2-1 0,-2 0 0,-1-1 0,-1-1 0,-1 0 0,-2 0-1,-1 0 1,2-37 0,-6 18-325,-1 1-1,-7-59 1,2 86 421,-1-1 0,0 1-1,-2 1 1,-1-1 0,0 1 0,-20-38 0,16 39 233,-1 1-1,-1 0 1,-1 1 0,-21-23 0,26 32 155,0 2 0,-1-1-1,0 2 1,0-1 0,-1 1 0,0 1 0,0 0 0,-1 0-1,-20-6 1,-25-1 373,42 10-521,0 0 0,1-1 1,-27-10-1,39 13-116,1 0 1,-1 0-1,0 0 1,1 0-1,-1 0 1,0 0-1,1-1 1,0 1-1,-1-1 1,1 1-1,0-1 1,-1 1 0,1-1-1,0 0 1,0 1-1,1-1 1,-1 0-1,-1-2 1,1-2-737,0 1 0,1-1 1,-1 0-1,2-10 0,-1 3-1276,0-17-4412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1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24 2753,'0'0'12747,"-20"0"-8851,-7-1-2658,-23 1-689,46 0-538,1 1 1,-1-1-1,0 1 1,1 0-1,-1 0 0,1 0 1,-1 0-1,1 1 1,-1-1-1,-4 4 0,-15 13 53,1 1-1,0 1 0,2 1 0,0 1 0,2 1 0,0 0 0,1 1 1,2 1-1,0 1 0,2 0 0,1 0 0,1 2 0,1-1 0,1 1 1,2 1-1,1-1 0,-4 49 0,4 192 813,7-181-656,-2-53-99,2 0 0,2 1 0,1-1 0,12 49 0,-13-74-93,0 0 0,1-1-1,0 1 1,0-1 0,1 0-1,1 0 1,-1-1 0,13 14-1,-13-17-19,0 0-1,1 0 0,-1-1 1,1 0-1,0 0 1,0-1-1,1 1 1,-1-1-1,1 0 0,-1-1 1,1 0-1,0 0 1,14 2-1,-12-4-3,1 1 0,-1-1-1,1 0 1,0-1 0,-1 0-1,1-1 1,-1 0 0,0 0 0,0-1-1,0-1 1,0 1 0,0-1-1,-1-1 1,1 1 0,-1-1 0,0-1-1,11-10 1,1-3-96,0 0-1,-2-2 1,0 0 0,27-46-1,-27 39-249,-1-1 0,-2 0 0,-1-1-1,-2-1 1,-1 0 0,-1-1-1,-2 0 1,-1-1 0,3-36-1,-6 17-389,-2-1 0,-8-71 0,2 92 580,-1 0 0,-2 0 0,-1 1 0,-1 0 0,-14-30 0,-37-58 547,50 103 21,0 0 0,-1 0-1,-1 1 1,-25-23 0,31 32-227,-1 1 1,1 0 0,-1 1-1,-9-5 1,-3 0-2934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265 109 2513,'0'0'5894,"1"-5"-4619,2-1-696,-2 3-92,1 0 1,-1 0 0,0 0 0,0-1 0,0 1 0,0 0 0,0-6 2508,-19 9-2372,16 0-620,-5-1 43,-1 1 0,0 1 0,-14 2 0,19-2-19,0 0 0,-1 1 0,1-1 0,0 1 1,0-1-1,-1 1 0,2 0 0,-1 1 0,0-1 0,-5 5 0,-8 11 49,0 0-1,2 1 1,0 1-1,1 0 0,0 1 1,2 0-1,1 1 0,1 0 1,0 1-1,2 0 0,1 0 1,-6 33-1,-1 50 744,5 1-1,5 115 1,4-160-424,-1-56-360,-1 33 279,2-1 0,9 50 0,-8-77-258,0-1 0,0 0 1,2 0-1,-1 0 0,1 0 0,0 0 0,1-1 1,0 0-1,1 0 0,0 0 0,0 0 0,1-1 1,9 8-1,-10-11-30,-1-1 1,1 0 0,1 0-1,-1-1 1,0 1 0,1-2 0,0 1-1,0-1 1,-1 0 0,1 0-1,1-1 1,-1 1 0,0-2-1,14 1 1,-9-2-5,0 0 0,0 0 1,0-1-1,-1 0 0,1-1 0,0-1 1,-1 0-1,15-7 0,-6 0-17,-1-2 0,-1 0 0,1 0 1,-2-2-1,0 0 0,24-29 0,-5 0-236,47-73 1,-66 91-24,-2-1 1,0 0 0,-2-1-1,-1 0 1,-1-1 0,-1 0-1,-2-1 1,-1 0-1,6-61 1,-11 57 69,-2 0 0,-8-66 0,4 78 128,0 1 1,-2 0-1,0 0 0,-2 1 0,-14-31 0,-1 9 24,-35-48-1,46 72 148,-2 1-1,0 0 1,-1 1 0,-33-27-1,44 41-73,0-1 0,0 1 0,-1-1 0,1 1 0,-1 1 0,1-1 0,-1 0 0,1 1 0,-1 0 0,0 0 0,0 1 0,1-1 0,-1 1 0,-7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68 7892,'0'0'8830,"0"-7"-7963,0-34 1177,-1 40-1994,1 1 0,0-1 0,0 1 1,0-1-1,-1 0 0,1 1 0,0-1 0,-1 1 0,1-1 0,-1 1 1,1-1-1,-1 1 0,1-1 0,0 1 0,-1 0 0,1-1 0,-1 1 1,0 0-1,1-1 0,-1 1 0,1 0 0,-1 0 0,0-1 0,1 1 1,-1 0-1,1 0 0,-2 0 0,-22-4 338,19 4-294,-24-3-12,-1 2 0,-50 3 0,64 0-90,1 1 0,0 0 1,0 1-1,0 0 0,0 1 1,1 1-1,-14 7 0,9-2 1,0 1-1,1 1 0,0 0 0,1 1 1,1 1-1,0 1 0,1 0 1,1 1-1,1 1 0,0 0 0,1 1 1,1 0-1,-15 36 0,11-15 33,2 1 0,2 0 0,2 1 0,1 0 0,2 1 0,0 53 0,10 183 577,0-238-414,2 0 0,1 0 0,2-1 0,26 68 0,-24-80-57,2 0 1,1-1-1,1-1 0,1 0 1,2-1-1,0-1 0,25 25 1,-30-37-83,0 0 0,1 0 0,0-1 1,1-1-1,0 0 0,1-1 0,0-1 0,0 0 1,1-2-1,0 1 0,0-2 0,0-1 0,22 4 0,-15-5-12,1 0-1,0-2 0,-1-1 0,1-1 1,44-7-1,-58 5-99,0 0 1,0 0-1,0-1 1,0 0-1,-1-1 1,0 0-1,0 0 1,0-1-1,-1-1 1,0 0-1,0 0 1,0-1-1,-1 1 1,11-15-1,-13 13-498,0-1 0,0 1 0,-1-1 0,0 0 1,-1 0-1,0 0 0,-1-1 0,0 1 0,0-1 0,-1 0 0,0-14 0,1-49-7627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9 10645,'0'0'7867,"13"-1"-7333,-2 0-406,16-3 347,31 1 0,-56 3-447,-1 0 1,1 0 0,0 0-1,0 0 1,0 1-1,0-1 1,0 0 0,0 1-1,-1-1 1,1 1-1,0 0 1,0-1 0,-1 1-1,1 0 1,-1 0-1,1 0 1,0 0 0,-1 1-1,0-1 1,1 0-1,-1 1 1,0-1 0,0 1-1,0-1 1,0 1-1,0-1 1,0 1 0,0 0-1,1 1 1,0 5 46,-1 0 0,0 0 0,0 0 1,0 1-1,-1 13 0,0-10-10,-1 0-35,0 0 1,0 0-1,-1 0 1,-1 0-1,0 0 1,-1-1-1,0 1 1,-6 12-1,-8 9 66,-28 42 0,25-43-95,-24 35 28,23-36-15,1 1 0,1 1 0,-16 39 0,33-65-14,1 0 1,0 0-1,0 0 0,1 0 1,-1 0-1,2 0 0,-1 13 1,1-18-3,0-1 1,0 0-1,1 1 1,-1-1-1,1 1 1,-1-1-1,1 1 1,0-1-1,-1 0 1,1 1-1,0-1 1,0 0 0,0 0-1,0 0 1,0 0-1,0 0 1,0 0-1,0 0 1,0 0-1,0 0 1,1 0-1,-1 0 1,0-1-1,1 1 1,-1 0-1,1-1 1,-1 0-1,1 1 1,-1-1-1,3 1 1,7 1 4,0-1 1,1 0-1,12-1 1,-12 1 6,191-10-655,-112 4-7340,-69 4-3047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0 11365,'0'0'6726,"-19"34"-6043,7-13-567,-8 15 111,0 1 1,3 0-1,1 2 1,1 0-1,-12 57 1,-54 486 1862,70-473-1790,-1 10 19,-56 720 971,69-589-1141,0-224-142,1 0 0,2 0 0,0 0 0,2 0 0,0-1 0,16 38 0,-17-53-29,0 1 1,1-1-1,1 0 1,-1-1-1,1 1 1,1-1-1,0-1 1,0 1-1,1-1 1,0-1-1,0 0 0,1 0 1,0-1-1,0 0 1,1 0-1,11 3 1,0-2-595,0-1 0,1-1 0,-1-1 0,1-1 0,0-1 0,41-1 0,20-1-5040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6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5923,'0'0'9593,"12"-9"-8648,-6 4-867,-3 2-39,0 0 0,1 0 0,0 1 0,-1-1 0,1 1 0,0 0 0,0 0-1,1 0 1,3-1 0,-5 3-16,0-1 0,-1 1 0,1 0 0,0 0 0,0 1 0,0-1 0,-1 1 0,1-1 0,0 1 0,-1 0 0,1 0 0,0 0 0,-1 0 0,1 0 0,-1 1 1,0-1-1,1 1 0,-1 0 0,0 0 0,0-1 0,4 6 0,16 17 278,0 2 0,-2 1-1,-1 1 1,27 52 0,-12-12 78,-3 2 0,-3 2 0,-3 1 0,-3 0 0,19 122 0,-21-42 143,2 278 1,-30-194-357,0-180-113,-3-1 0,-2 0 1,-3-1-1,-2-1 0,-2-1 1,-3 0-1,-2-2 0,-2 0 1,-3-2-1,-50 66 1,73-106-51,0-1 1,-1 1 0,-8 7-1,13-14-61,1 0-1,-1 0 0,0 0 0,0-1 0,0 1 1,0-1-1,0 1 0,0-1 0,0 0 0,0 0 1,0-1-1,0 1 0,-1-1 0,-3 1 0,6-1 13,1 0 0,0 0 0,-1 0-1,1 0 1,0 0 0,-1 0-1,1 0 1,0 0 0,-1 0 0,1 0-1,0 0 1,-1 0 0,1 0-1,0-1 1,-1 1 0,1 0 0,0 0-1,-1 0 1,1 0 0,0-1-1,0 1 1,-1 0 0,1 0 0,0-1-1,0 1 1,-1 0 0,1 0-1,0-1 1,0 1 0,0 0 0,-1-1-1,1 1 1,0 0 0,0-1-1,0 1 1,0 0 0,0-1 0,0 1-1,0-1 1,-2-42-3246,2-30-2167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6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11125,'0'0'4242,"231"0"-2945,-121-9-1153,-6-6-144,-18 3-96,-22-6-2626,-27-4-3216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0:5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12598,'0'0'384,"193"9"-288,-76-9-80,-6 0-16,-21 0-5170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7139,'0'0'4989,"1"0"-4883,-1 0-1,0-1 0,1 1 1,-1 0-1,1 0 0,-1 0 1,1 0-1,-1 0 0,1 1 1,-1-1-1,1 0 0,-1 0 1,1 0-1,-1 0 0,1 0 1,-1 1-1,0-1 1,1 0-1,-1 0 0,1 1 1,-1-1-1,0 0 0,1 1 1,-1-1-1,0 0 0,1 1 1,-1-1-1,0 0 0,1 1 1,-1-1-1,0 1 0,0-1 1,0 1-1,0-1 0,1 1 1,-1-1-1,0 0 0,0 1 1,0-1-1,0 2 1,27 201 779,-3 253 924,-24 2-2,-1-192-831,1-262-952,0 21 239,2-16-290,-2-9 21,0 1-1,0-1 1,0 0 0,0 0-1,0 0 1,0 0 0,0 0-1,0 0 1,1 0 0,-1 0-1,0 0 1,0 0 0,0 1-1,0-1 1,0 0 0,0 0-1,0 0 1,0 0 0,0 0-1,0 0 1,0 0 0,1 0-1,-1 0 1,0 0 0,0 0-1,0 0 1,0 0 0,0 0-1,0 0 1,0 0 0,0 0-1,0 0 1,1 0 0,-1 0-1,0 0 1,0 0-1,0 0 1,0 0 0,0 0-1,0 0 1,0 0 0,0 0-1,1 0 1,-1 0 0,0 0-1,0 0 1,0 0 0,0 0-1,0 0 1,0 0 0,0-1-1,3-9-1268,-2-67-5275,-1 24 284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246 145 4338,'0'0'7590,"0"0"-7532,0-1 1,0 1-1,0 0 1,0 0-1,0 0 0,0-1 1,0 1-1,0 0 0,0 0 1,0-1-1,0 1 0,0 0 1,0 0-1,0-1 1,-1 1-1,1 0 0,0 0 1,0 0-1,0 0 0,0-1 1,0 1-1,-1 0 0,1 0 1,0 0-1,0 0 0,-1-1 1,1 1-1,0 0 1,0 0-1,0 0 0,-1 0 1,-5 0 38,1 0 0,-1 1-1,0 0 1,0 0 0,1 0 0,-1 0 0,1 1 0,-1 0 0,1 0 0,0 1 0,0-1 0,0 1 0,0 0 0,0 1 0,1-1 0,0 1 0,-1 0-1,1 0 1,0 0 0,-3 6 0,-7 6 46,1 2 0,1 0 0,1 0-1,0 1 1,1 0 0,1 1 0,-10 34-1,10-19 148,2-1 1,1 1-1,-2 70 0,5-26 901,14 143 1,-7-195-983,0 0 1,2 0 0,1-1-1,2 0 1,0 0-1,1-1 1,2 0 0,1-1-1,15 23 1,-21-37-149,0-1 1,1 1-1,1-1 0,-1 0 0,1-1 1,1 0-1,0-1 0,0 0 1,0 0-1,1-1 0,14 6 0,-11-7-29,0 0 0,0-2-1,0 0 1,0 0-1,0-1 1,1-1-1,-1 0 1,1-1 0,16-3-1,-19 2-23,1-2-1,-1 0 1,0 0 0,0-1-1,0 0 1,0-1-1,-1-1 1,0 0 0,0 0-1,0-1 1,-1 0-1,18-17 1,-7 3-214,0-1 0,-2-1 0,-1 0 0,21-35 0,-27 38-124,-1-1 1,-1 0-1,-1 0 1,0-1-1,-2 0 0,-1 0 1,0-1-1,-2 0 1,-1 0-1,1-37 0,-6-100-835,-1 134 1036,0 1-1,-2 1 0,-1-1 0,-11-31 0,-72-150 100,69 165 101,-3 2 1,-51-71-1,67 102-39,0 0-1,0 0 0,-1 0 1,-15-10-1,19 15-10,0 0 0,0 1 0,-1 0 0,1 0 0,-1 0 0,0 0 0,1 1 0,-1-1 0,0 1 0,0 1 0,0-1 0,-5 1 0,7-1-24,0 1-1,0 0 1,0 0 0,0 1 0,0-1 0,0 1-1,0-1 1,0 1 0,-3 1 0,5-1-6,-1 1 0,1-1 0,0 0 0,-1 0 0,1 1 0,0-1 0,0 0 0,0 1 0,0-1 0,0 1 0,1 0 0,-1-1 1,0 1-1,1 0 0,-1-1 0,1 3 0,-4 9-1043,2 0 0,0 0 0,-1 22 1,2 4-5134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22 6019,'0'0'7086,"-8"-2"-6390,0 0-612,-9-3 562,-2 1-1,1 1 0,-26-2 0,26 5-339,4-1-2,1 2-1,-23 2 0,31-2-271,1 0 1,-1 0-1,1 1 1,0-1 0,0 1-1,-1 0 1,1 1-1,0-1 1,1 0-1,-1 1 1,-5 5-1,-2 4 63,1 0-1,1 0 1,0 1-1,0 1 1,1-1 0,1 1-1,1 0 1,0 1-1,1 0 1,-7 30-1,3 1 225,2 0-1,-1 65 1,6 158 1238,3-254-1460,-1 15 133,2 1-1,1-1 1,1 1 0,2-1 0,13 42-1,-14-59-175,0 0-1,0-1 0,1 1 0,1-1 1,0 0-1,1-1 0,0 1 0,1-2 1,0 1-1,1-1 0,0-1 0,0 1 0,1-2 1,16 11-1,-12-12-32,-1-1 0,1 0 0,1-1 1,-1-1-1,1 0 0,0-1 0,0-1 0,0 0 0,0-1 0,0-1 1,0-1-1,0 0 0,16-4 0,-19 2-37,0 0 0,0-1-1,-1-1 1,1 0 0,-1-1 0,-1 0-1,1-1 1,-1 0 0,0-1 0,0 0 0,15-16-1,-9 6-308,-1 0-1,0-2 1,-1 0-1,-1 0 1,15-32-1,-20 33-64,-1 0-1,-1-1 0,-1 0 1,-1 0-1,-1 0 0,4-38 0,-6 18-238,-1 0-1,-8-64 1,2 73 508,-1 1 1,-1 0-1,-2 0 0,-19-43 1,3 19 137,-44-71 1,58 108 17,0 0 0,-1 0 0,-1 2 0,-26-26 0,33 35-2,-1 0 1,0 1-1,-1 0 1,1 0 0,-1 1-1,0 0 1,0 0 0,-1 1-1,1 0 1,-1 1-1,1-1 1,-1 2 0,-10-2-1,-48 3-166,66-1 48,0 1 0,0 1 0,0-1 0,-1 0-1,1 0 1,0 0 0,0 1 0,0-1 0,0 0 0,0 1 0,0-1 0,-1 1 0,1 0-1,0-1 1,0 1 0,0 0 0,1-1 0,-3 2 0,-2 12-3823,4 2-5646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340 169 2449,'0'0'10482,"-8"2"-9775,-7 0-350,0 2-1,0 0 1,1 0-1,-1 2 1,1-1-1,0 2 1,-24 15-1,26-12-239,-1 2-1,1-1 0,1 2 1,0-1-1,1 2 1,0-1-1,-8 17 0,6-7 97,1 0 0,1 1 0,1 0-1,-5 25 1,2 11 339,2 0 0,3 0-1,1 66 1,5-103-374,-1 12 177,2-1-1,1 1 1,10 55-1,-9-80-294,0-1-1,1 1 1,0-1 0,1 0 0,0 0-1,0 0 1,1 0 0,0-1-1,1 1 1,0-2 0,0 1-1,0 0 1,1-1 0,0 0 0,1-1-1,0 0 1,11 8 0,-7-9-23,0 1 0,0-2 0,1 0 0,-1 0 0,1-1 0,0-1 0,0 0 1,0 0-1,0-1 0,23-2 0,-22 1-22,1-1 1,-1 0-1,0-1 0,0-1 1,0 0-1,0-1 0,26-11 1,-23 7-61,0-2 0,0 0 0,-1-1 0,-1-1 0,20-18 0,-15 11-220,-1 0-1,-1-1 0,-1-1 1,-1-1-1,16-28 1,-23 34 64,0-2 0,-2 1 0,0-1 0,-1 0 0,0-1 0,-2 0 0,0 1 0,1-25 1,-1-14-61,-3 1 0,-3-1 1,-2 1-1,-2 0 1,-3 0-1,-2 0 1,-3 2-1,-36-94 1,41 127 460,-22-35 1,26 48-133,-1 0 1,0 1-1,0 0 1,0 0-1,-1 1 0,-14-12 1,18 17-144,0-1 1,0 1-1,0-1 0,0 1 0,0 0 1,0 1-1,0-1 0,0 0 1,-1 1-1,1 0 0,0-1 1,-6 2-1,2 1-3479,3 11-3172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4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55 4274,'0'0'11891,"-17"-10"-10709,7 4-1055,0 1 1,0 0 0,0 0-1,0 1 1,-1 0 0,0 1 0,0 0-1,-18-2 1,-5 2-73,-52 1 1,44 3 396,39-1-422,-1 1-1,1 0 0,-1 0 0,1 0 1,-1 0-1,1 1 0,0 0 0,0-1 1,-1 1-1,1 0 0,0 0 1,1 1-1,-1-1 0,0 0 0,1 1 1,-1 0-1,1 0 0,-2 3 0,-7 9 44,1 1 0,-10 19-1,3 2 68,1 1 1,2 1-1,-17 72 0,-5 123 932,27 26 208,9-244-1177,0 0-1,1 0 0,1-1 0,0 1 0,2 0 0,7 25 0,-7-34-68,-1 1 1,1-1-1,0 0 0,1 0 1,-1-1-1,1 1 1,1-1-1,-1 0 0,1 0 1,0-1-1,0 0 0,1 0 1,-1 0-1,13 6 0,-9-7 0,0 0 0,0 0 0,0-1 0,0 0 0,0 0 0,17 1-1,65 0 54,-89-4-85,20-1-33,0 0 1,0-1 0,-1-1-1,1-1 1,-1-1 0,1-1-1,-1-1 1,-1-1-1,0-1 1,0-1 0,-1-1-1,29-20 1,-25 15-316,-2-2 0,0 0 1,-1-1-1,31-38 0,-41 44 158,-1-1 1,0 0-1,-2-1 0,1 0 0,-2-1 0,0 1 0,-1-1 1,0-1-1,3-18 0,-5 6 172,0-1 0,-2 1 0,-1-1 0,-1 1 0,-2-1 0,-1 0 0,-1 1 0,-2 0 0,-1 0 0,-1 0 0,-1 1 0,-1 1 0,-2-1 0,-25-42 0,24 48 282,-1 0 1,-1 0-1,-29-32 1,38 48-162,-1 0 0,1 0 0,-1 1 1,0 0-1,0 0 0,-1 0 0,1 1 0,-1 0 1,0 1-1,0 0 0,0 0 0,-1 1 0,1 0 1,-18-2-1,19 3-187,-1 0 0,1 1 0,-1 0-1,1 1 1,0-1 0,-1 1 0,1 1 0,0-1 0,-1 1 0,1 1 0,0-1 0,0 1 0,1 0 0,-1 1 0,1 0 0,-1 0 0,1 0-1,1 1 1,-1-1 0,-5 7 0,-42 44-3978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7027,'0'0'6974,"-15"0"-6582,-80 0 1348,91 0-1591,-1 1 1,1-1-1,0 1 1,0 0-1,0 0 1,0 0-1,0 1 0,1-1 1,-1 1-1,-5 4 1,-35 26 64,26-16-13,7-7-113,1 1-1,1 0 0,0 0 0,0 1 0,1 1 1,0-1-1,1 1 0,-11 24 0,0 9 353,-15 55 0,19-41 105,2 2 0,2-1-1,4 1 1,1 106 0,5-143-304,1 1-1,1-1 1,10 45-1,-9-58-189,0 0 0,1-1 0,1 1-1,0-1 1,0 0 0,1 0 0,0 0-1,1-1 1,0 0 0,10 11 0,-7-11-19,0 0 1,1-1-1,-1 0 0,2-1 1,-1 0-1,1 0 1,0-2-1,0 1 1,1-1-1,21 5 0,-4-4 9,-1-2-1,1-1 0,48 0 0,-63-3-96,1 0-1,-1-1 1,0-1-1,0 0 1,1-2 0,-2 1-1,1-2 1,0 0-1,-1 0 1,0-1-1,0-1 1,-1-1-1,1 0 1,-2 0 0,1-1-1,-1-1 1,-1 0-1,15-17 1,-14 12-148,0-1 0,-1-1 0,-1 0 0,0-1 1,-1 0-1,-1 0 0,-1-1 0,-1 0 0,0 0 0,-2 0 0,5-37 1,-4-10-207,-2-1 1,-7-74 0,3 120 371,-1 0 0,0 0-1,-2 0 1,-1 1 0,0 0 0,-1 0 0,-16-34-1,17 45 135,1 1 0,-2 0 0,1 0-1,-1 0 1,0 0 0,-1 1-1,0 0 1,0 0 0,0 1-1,-1 0 1,0 0 0,0 1 0,-1 0-1,0 1 1,1-1 0,-1 2-1,-1-1 1,-17-3 0,10 3 32,0 2 1,0 0-1,-1 1 1,-22 1-1,30 1-747,-1 0 0,0 1 0,0 0-1,1 1 1,-1 0 0,1 0 0,-19 10-1,1 2-7778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3 236 11349,'0'0'7166,"-1"7"-6141,1-5-964,0-1-33,-1 0 0,1 0-1,0 0 1,0 0-1,-1 0 1,1 0-1,0 0 1,0 0 0,0 0-1,0 0 1,0 0-1,1 0 1,-1 0 0,0 1-1,0-1 1,1 0-1,-1 0 1,0 0-1,1 0 1,-1-1 0,1 1-1,0 0 1,-1 0-1,1 0 1,0 0-1,-1 0 1,1-1 0,0 1-1,0 0 1,0-1-1,-1 1 1,1-1-1,0 1 1,0-1 0,0 1-1,0-1 1,0 1-1,0-1 1,0 0 0,0 0-1,0 1 1,1-1-1,-1 0 1,0 0-1,0 0 1,0 0 0,0 0-1,0-1 1,1 1-1,7-1 30,0 0 0,0 0-1,-1-1 1,1-1 0,-1 1-1,1-1 1,-1-1 0,0 1-1,0-1 1,-1-1 0,1 0-1,13-11 1,6-7-193,44-49 0,-69 70 122,105-120-4233,-97 113 3838,-4 11 318,-1 25 180,2 327 2196,-7-259-1673,-27 489 1840,19-504-2281,-24 346 504,28-534-3689,-2-34-5305,6 79 1102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 3362,'0'0'9940,"-27"0"-5340,20 0-4442,-6-1 135,1 2 0,-22 2 0,29-2-255,0 1 0,0 0 1,0-1-1,0 1 0,0 1 0,1-1 0,-1 1 0,1 0 1,-7 5-1,-6 7 84,1 0-1,1 1 1,0 1 0,1 0 0,1 1-1,-22 39 1,22-30 25,1 0 0,2 1 0,0 1-1,-8 43 1,8-17 196,-3 88-1,10 55 363,3-147-504,1-1 51,1 0-1,3 0 1,13 61 0,-14-91-185,2-1 0,0 1 1,0-2-1,2 1 0,1-1 1,0 0-1,1-1 0,1 0 1,0 0-1,1-1 0,15 14 0,-20-23-43,1-1 0,0 0 0,0 0 0,1-1 0,-1 0 0,1 0 0,0-1 0,0 0 0,1-1 0,-1 0 0,1-1 0,-1 1 0,1-2-1,0 0 1,14 1 0,-12-2-18,0-1 1,1 0-1,-1-1 0,0 0 0,0-1 0,0 0 0,0-1 0,-1 0 0,0-1 0,1 0 1,19-14-1,-6 0-58,0-1 0,-2-1 0,-1-1 0,27-33 0,-15 12-452,46-80 0,-61 90 177,-3 0-1,0-1 1,-2-1-1,-2 0 1,-1-1-1,-2-1 1,-1 1-1,5-61 0,-10 46-98,-2 1 0,-2-1-1,-13-87 1,10 117 436,-1 0 0,0 1 0,-2 0 0,0 0 0,-1 1 0,-1 0 0,-1 0 0,-1 1 1,0 0-1,-1 1 0,-26-28 0,31 38 55,0 1 1,-1 0-1,1 1 1,-1-1 0,0 1-1,0 1 1,-1 0-1,1 0 1,-1 1 0,0 0-1,-12-3 1,2 3 53,0 0 0,0 2 0,-1 0 0,-27 3 0,43-2-198,0 0-1,-1 1 1,1 0 0,0 0 0,0 0 0,-1 0 0,1 1 0,0-1-1,0 1 1,1 0 0,-1 1 0,0-1 0,1 0 0,-1 1 0,1 0-1,-4 4 1,3-2-297,0 0-1,0 1 1,1-1-1,0 1 0,0 0 1,0 0-1,1 0 1,0 0-1,0 1 0,-1 6 1,-2 18-6611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09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40 3249,'0'0'7644,"2"-4"-6281,0 2-893,-1 1-286,0 0 0,0 0 0,0 1-1,-1-1 1,1 0 0,0 0 0,-1 0 0,1 0 0,-1 0 0,1 0 0,-1-1 0,0 1 0,1 0 0,-1 0 0,0-2 0,0 2-129,0 0 0,0 1 0,-1-1 0,1 0 0,-1 0 0,1 1 0,-1-1 1,1 0-1,-1 1 0,1-1 0,-1 0 0,1 1 0,-1-1 0,0 1 1,1-1-1,-1 1 0,0-1 0,1 1 0,-1 0 0,0-1 0,0 1 1,0 0-1,1 0 0,-1-1 0,0 1 0,0 0 0,0 0 0,1 0 1,-3 0-1,-29-1 53,28 1 37,1 0-109,1 0-1,0 0 1,-1 0-1,1 0 0,0 0 1,-1 1-1,1-1 1,0 1-1,-1 0 1,1 0-1,0 0 1,0 0-1,-4 2 1,3 0 4,0 0 0,1 0 1,-1 0-1,1 1 0,0-1 1,0 0-1,-3 7 0,-10 24 131,1 0 0,2 1 0,2 0 0,0 1 1,3 0-1,-4 49 0,0 222 1524,11-256-1429,0-32-170,0 47 398,9 67 1,-7-114-416,2 0 1,0 0 0,1-1 0,0 1 0,2-1 0,0 0 0,1-1-1,11 18 1,-14-28-53,0 1-1,1-1 1,1 0-1,-1 0 1,1-1 0,0 0-1,0 0 1,1-1-1,0 0 1,0 0-1,0 0 1,0-1-1,1-1 1,0 1-1,0-2 1,16 4-1,-12-3 3,0-2 1,1 0-1,-1 0 0,0-1 0,1-1 0,-1 0 0,0-1 0,0-1 0,0 0 0,0 0 1,15-7-1,-8 1-39,-2-1 1,1-1 0,-2-1-1,1 0 1,-2-1-1,28-28 1,-6 1-434,47-65-1,-69 83 48,-1-1-1,-1 0 1,-1-1-1,-1-1 1,15-46-1,-21 50 81,-1 0 0,-1 0-1,-1 0 1,0 0 0,-2-1 0,-1 1 0,-4-43-1,0 44 255,0 1 0,-2 0 0,0 0 0,-1 0 0,0 1 0,-2 0 0,0 0 0,-20-27 0,8 16 81,-1 2 1,-1 1-1,-1 1 0,-31-25 1,35 33 121,-2 2 0,0 0 0,0 1-1,-1 1 1,-1 1 0,0 1 0,-1 1 0,0 1 0,0 2 0,-39-7 0,48 9-568,23 3-1071,-5 1 835,28-3-3563,9 3-3047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1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10 7668,'0'0'6194,"-6"-1"-5361,-5-2-374,0 1 0,0 1 0,0 0 1,-16 0-1,22 1-351,0 0 0,1 1 0,-1-1 0,0 1 0,1 0 1,-1 1-1,1-1 0,-1 1 0,1 0 0,0 0 0,0 0 0,0 1 0,0-1 0,0 1 0,-4 4 1,-2 3 74,2 1 1,0 0 0,0 0 0,1 1 0,0 0 0,1 0-1,-9 26 1,-21 99 759,36-134-926,-14 74 738,-6 103-1,13 79 445,7-240-1134,-1 16 65,1-1-1,2 1 1,2 0 0,11 48-1,-12-74-108,0 0 0,0 0 0,1-1 0,0 1 0,0-1 0,1 0 0,0 0 0,1-1 0,6 8 0,-6-10-16,-1 0 1,1-1-1,0 1 0,0-1 1,0 0-1,0-1 0,1 0 1,-1 0-1,1 0 0,0-1 1,0 0-1,0 0 0,8 1 1,0-2-2,-1 0 1,1 0-1,0-2 1,-1 0 0,1 0-1,0-2 1,-1 0-1,0 0 1,0-1-1,0-1 1,0-1 0,-1 1-1,1-2 1,-2 0-1,1-1 1,-1 0-1,16-14 1,-4 2-203,-2-2 1,0-1-1,-1 0 0,-2-1 0,0-2 1,-1 0-1,17-34 0,-23 34-147,-1 0 0,-2-1 0,0 1 0,-2-2 0,0 1 0,-2-1-1,-2 0 1,0 0 0,-2 0 0,-3-44 0,1 50 208,-2-1 0,0 1 0,-2 0-1,-1 0 1,0 1 0,-1-1 0,-18-34 0,9 27 48,-1 1 0,-1 0 0,-1 2 0,-40-42 0,51 59 223,0 1 0,-1 0 0,0 0-1,-1 1 1,1 0 0,-1 1 0,-1 0 0,1 0 0,-1 1 0,0 1 0,0 0-1,0 0 1,-1 1 0,1 0 0,-1 1 0,0 1 0,1 0 0,-1 0 0,0 1 0,0 1-1,-19 3 1,25-3-39,0 1-1,0 0 1,0 0-1,1 1 0,-1-1 1,1 1-1,-1 1 1,-9 7-1,13-9-107,-1 0-1,1 0 1,-1 1 0,1-1-1,0 1 1,0-1-1,0 1 1,0 0-1,1 0 1,-1 0 0,1 0-1,-1 0 1,1 0-1,0 0 1,1 1-1,-1-1 1,0 6 0,1-8-72,0 0 0,0 0 1,0 0-1,0 0 1,0 0-1,0 0 1,0 0-1,1 0 1,-1 0-1,0 0 1,1 0-1,-1 0 1,0 0-1,1 0 0,0 0 1,-1 0-1,1-1 1,-1 1-1,1 0 1,0 0-1,1 0 1,0 0-278,0 0 1,0 0 0,1 0-1,-1 0 1,0 0 0,1-1 0,-1 1-1,5 0 1,42 1-6992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1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242 136 5410,'0'0'7852,"-19"3"-6782,-59 9 18,75-11-1016,0-1-1,0 1 0,0 0 0,0-1 0,1 1 0,-1 1 0,1-1 1,-1 0-1,0 1 0,1-1 0,0 1 0,-1-1 0,1 1 0,0 0 1,0 0-1,0 0 0,0 1 0,0-1 0,1 0 0,-2 3 1,-3 4 144,-2 3 100,1 0 0,1 0 0,-1 1 1,2 0-1,-8 26 0,-9 73 1140,10 4 204,5 171-1,7-224-1248,0-30-208,1 0-1,1 0 1,1-1 0,3 1 0,10 39 0,-13-64-184,0 1 1,0-1-1,0 1 0,1-1 0,1 0 1,-1-1-1,1 1 0,1-1 1,-1 0-1,1 0 0,0-1 1,1 0-1,0 0 0,0 0 1,0-1-1,0 0 0,1 0 1,0-1-1,0 0 0,0 0 1,1-1-1,-1 0 0,17 3 1,-9-3-6,0-1 1,0-1-1,0 0 1,0-1 0,0-1-1,0 0 1,0-2 0,0 1-1,-1-2 1,1 0 0,15-7-1,-13 3-72,1-1 0,-2-1 1,1 0-1,-2-1 0,1-1 0,-1-1 0,-1 0 0,16-18 0,-13 10-277,-1 0-1,-1-1 1,0-1-1,-2 0 1,-1-1-1,-1 0 1,-1-1-1,-1-1 1,-1 0-1,-1 0 1,-2-1-1,0 0 1,2-37-1,-7 35 111,-1 1 1,-1-1-1,-2 0 0,-1 1 0,-1 0 1,-1 0-1,-1 0 0,-2 1 0,-1 0 1,-1 0-1,-17-29 0,-1 4 419,-3 2 0,-1 1 0,-74-81 0,95 118 24,0 1 0,-1-1 0,0 2-1,-22-14 1,28 20-42,-1 0-1,1 0 1,-1 1-1,0 0 1,0 1 0,0 0-1,-1 0 1,1 0-1,0 1 1,-11 0-1,18 1-175,1 0-1,-1 0 1,0 0-1,0 0 1,0 0-1,0 0 0,0 0 1,0 0-1,0 1 1,0-1-1,0 0 0,0 1 1,0-1-1,0 1 1,0-1-1,0 1 1,1-1-1,-1 1 0,0-1 1,0 1-1,1 0 1,-1 0-1,0-1 1,1 1-1,-1 0 0,1 0 1,-1 1-1,0 1-101,0 0 1,1 0-1,-1-1 0,1 1 0,0 0 0,0 0 1,0 4-1,0 2-394,0 32-3369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1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11125,'0'0'5928,"-8"0"-5141,211 18 26,-39 0-385,116-7-419,67 5-13,121 34-140,-35-3-11,-421-46 143,938 57-1355,-856-56 1392,362 27-50,-412-23 201,444 41-2945,-110-47 2747,204 6 68,359-1-1584,-477-9 885,-331-2 476,154-26 0,52-5 315,196 32-1313,-312 7 1988,111-1 917,370-3-3655,-470-14 2336,-72 3 829,187-21 2421,-326 34-3173,-16 0-104,0 0-1,0 0 1,0-1 0,0 0 0,0 0 0,12-4-1,-41 1 805,17 5-1407,-12-3-2748,12-6-1390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1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14247,'0'0'5458,"28"0"-4735,377 0-534,224 9-2035,-729-9-3124,37 0-2524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17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423 125 5843,'0'0'10210,"-9"-3"-8775,-17 0-1158,0 0 0,0 1-1,-40 3 1,16 0-239,42 0-25,0-1 0,0 1 0,0 1 0,0 0 0,0 0 0,1 0 1,-1 1-1,1 0 0,-1 0 0,1 1 0,0 0 0,1 0 0,-1 1 1,1 0-1,-1 0 0,1 0 0,1 1 0,-1 0 0,-7 10 0,5-3 23,-1-1 0,2 2-1,0-1 1,0 1-1,1 0 1,1 0 0,0 1-1,1 0 1,-3 22-1,3 16 213,1 0-1,5 56 1,-1-76-83,3 12 54,1-1 1,2 1-1,1-1 1,3-1-1,2 0 1,2-1 0,1 0-1,2-1 1,26 43-1,-36-71-159,1 0 0,0 0-1,0 0 1,2-2 0,-1 1-1,1-1 1,1-1 0,0 0-1,16 11 1,-19-16-34,0-1 0,0 1 0,0-1 0,0-1 0,0 0 0,1 0 1,0-1-1,-1 0 0,1-1 0,0 0 0,0 0 0,0-1 0,0-1 0,0 1 0,15-4 0,-15 1-13,1 0 0,-1-1 0,1 0 0,-1-1-1,-1 0 1,1 0 0,-1-1 0,0 0 0,0-1 0,0 0 0,-1 0 0,8-10-1,5-7 24,-1-1 0,32-54 0,-33 47-55,-1-1 1,-1-1 0,-2 0-1,-2-1 1,-1 0-1,-2-1 1,-1 0 0,-2-1-1,5-58 1,-11 53-43,-4-52 1,1 78 46,0 0-1,-1 0 1,-1 1-1,-1-1 1,0 1 0,-10-20-1,-17-28 59,-2 1-1,-81-108 1,110 164-19,-1-1 0,1 1 0,-2 0 0,1 0 0,0 1-1,-12-7 1,15 10-21,0 0-1,0 1 0,0 0 0,0 0 1,0 0-1,0 0 0,0 0 0,0 1 1,-1 0-1,1-1 0,0 1 0,0 0 1,0 0-1,-1 1 0,1-1 1,0 1-1,0-1 0,0 1 0,0 0 1,-4 2-1,2-1-5,1 1-1,0 0 1,0-1 0,0 1-1,1 1 1,-1-1 0,1 0 0,0 1-1,-5 6 1,-22 40-197,-7 28-1451,18-25-2193,4 1-4641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2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4 7507,'0'0'6329,"-12"-1"-5852,-62-1 460,69 2-823,1 1 1,-1 0-1,1 0 1,0 0-1,-1 0 1,1 1 0,0-1-1,0 1 1,0 0-1,0 0 1,-6 5-1,-39 35 172,34-27-146,-4 1-29,2 2-1,0 0 1,1 1-1,-18 27 0,25-30-11,0-1 0,1 1 0,1 1-1,1 0 1,0 0 0,-6 31 0,3 16 185,4 1 0,2-1 0,9 104 0,-3-134-101,2-1 0,2 0 0,0-1 0,20 50 0,-8-34 131,2-2 0,36 57 0,-47-86-212,2 1 0,0-1-1,1-1 1,1-1 0,1 0 0,0 0-1,33 23 1,-38-31-73,1-1-1,0 0 1,0 0-1,0-2 1,1 1 0,0-1-1,0-1 1,0 0 0,0-1-1,0 0 1,1-1-1,-1 0 1,0-1 0,22-3-1,-24 1-17,-1 0-1,1 0 0,-1-1 1,0-1-1,0 0 0,0 0 1,0 0-1,-1-1 0,0-1 1,0 1-1,0-2 0,-1 1 1,0-1-1,0 0 0,0 0 1,6-9-1,2-7-21,0 0 0,-1 0 0,-1-1-1,15-43 1,-16 33-96,-2 1 0,-2-1 0,-1-1 0,4-43 0,-4-143-241,-8 185 341,-2 0 0,-1 1-1,-3-1 1,0 1 0,-2 0-1,-2 1 1,-17-39 0,-32-58 94,51 116-54,0 0 0,0 0-1,-1 1 1,-1 1 0,-1 0 0,-14-14 0,20 23-11,0 0-1,0 0 0,0 1 1,0-1-1,-1 1 1,1 1-1,-1-1 1,0 1-1,0 1 0,0-1 1,-8 0-1,5 1-23,-1 0 0,0 1 0,1 1 0,-1-1 0,1 2 0,-19 4 0,11 1-174,1 0 1,0 2-1,0 0 1,1 1-1,-25 21 1,21-16-586,-21 16-2286,16-9-2254,7-6-5718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2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92 8084,'0'0'8270,"-16"0"-7707,-79 0-3,88 0-506,0 1 1,0 0-1,0 1 0,1-1 0,-1 1 0,0 1 0,1-1 0,0 1 0,-8 5 1,-9 5 105,-21 18 0,32-22-99,-3 2 54,0 1-1,0 0 0,2 2 0,-1-1 0,2 2 0,0 0 0,1 0 0,0 1 0,1 0 0,1 1 0,0 0 0,2 0 1,0 1-1,0 0 0,2 0 0,1 1 0,0 0 0,1-1 0,1 1 0,0 22 0,1 6 105,1-1 1,3 1-1,2-1 0,1 0 0,16 52 0,41 102 653,-49-164-716,1 0 0,3-1 1,28 44-1,-40-70-139,1 0 1,0 0-1,1 0 0,0-1 0,0 0 1,1-1-1,0 0 0,0 0 0,0-1 1,12 6-1,-14-9-8,0 0 0,0-1 0,0 0 0,0 0 0,0 0 0,1-1 0,-1 0 1,0-1-1,1 1 0,-1-1 0,1-1 0,-1 0 0,0 0 0,1 0 0,-1-1 0,10-3 0,-6 0-5,0 0-1,0 0 0,0-2 0,-1 1 1,0-1-1,-1-1 0,1 0 0,14-17 1,-1 0-21,-2-2 0,19-32 0,-8 7-189,-2-2 1,-3-1 0,-2-1-1,27-88 1,-39 96 7,-1 0 1,-3 0-1,-2-1 1,-3 0 0,-1 0-1,-4-57 1,-1 84 170,-2 0 0,0 0 0,-1 1 0,-1-1 0,-1 1 0,-1 1 0,-1 0 0,0 0 0,-2 0 0,0 1 0,-1 1 0,-1 0 0,-1 1 0,0 0 0,-28-24 0,35 35 84,-1 0 0,0 0 0,0 1 0,-1 0 1,0 0-1,0 1 0,0 1 0,0-1 0,0 1 0,-1 1 1,1 0-1,-1 0 0,0 1 0,0 0 0,-16 1 1,14 1-34,0 0 0,1 1 0,-1 0 1,0 1-1,1 1 0,-1 0 0,1 0 0,0 1 1,0 0-1,1 1 0,0 1 0,-10 7 1,-22 22-26,29-24-862,0 0-1,-16 10 1,23-20-4227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2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84 7459,'0'0'7775,"-10"-8"-7172,-31-22-16,39 28-507,0 1 1,0 0 0,0-1 0,0 1-1,0 0 1,0 0 0,-1 0 0,1 1-1,0-1 1,0 0 0,-1 1 0,1 0 0,-1-1-1,1 1 1,0 0 0,-1 0 0,1 0-1,-1 1 1,-1 0 0,-9 0 32,2-1-51,0 0-1,0 1 0,0 1 1,1 0-1,-1 0 0,0 1 1,1 1-1,0-1 1,0 2-1,0-1 0,0 2 1,-12 7-1,10-4 12,0-1 0,1 1 0,0 1 0,1 0 1,0 0-1,1 1 0,0 0 0,0 1 0,1 0 0,1 1 0,0-1 0,-5 15 0,4-4-9,0 0-1,2 0 1,1 1 0,1-1-1,1 1 1,-1 36-1,4-53-56,2 195 473,0-170-322,2-1 1,1 0 0,2 0 0,14 42 0,-9-38 2,2-1-1,1-1 1,2-1 0,2 0 0,0-1 0,2-1-1,38 43 1,-47-62-109,0 0-1,0 0 1,1-2 0,0 1 0,1-2-1,0 1 1,0-2 0,23 9-1,-25-12-30,1-1 0,0 0 0,0-1 0,-1 0 0,1-1 0,0 0 0,0-1 0,0-1 0,0 0 0,0-1 0,23-5 0,-22 2-7,1 0-1,-1-2 0,0 1 0,0-2 0,-1 0 0,0 0 0,-1-1 0,0-1 0,0 0 0,18-20 0,-3-1-30,-1-2 1,38-63-1,-45 65-47,-1 0-1,-2-2 1,-1 0 0,-2-1 0,-1 0-1,-2-1 1,-1 0 0,-1 0 0,-3-1-1,-1 0 1,0-52 0,-6 69 28,0 0 0,-2 0 0,0 1 1,-1 0-1,-1 0 0,0 0 0,-2 0 0,0 1 1,-1 1-1,0-1 0,-22-27 0,0 6 40,-1 2 0,-2 1 0,-53-43 0,73 66 0,0 1 0,-1 1 0,0 0 0,-23-10 0,29 16-1,-1 0 0,0 1 0,0 0 1,-1 1-1,1 0 0,0 0 0,-1 2 0,-18-1 0,24 2 1,0-1 0,1 1 0,-1 0 0,0 1-1,0-1 1,0 1 0,1 0 0,-1 0 0,1 0 0,-1 1-1,1 0 1,0 0 0,-7 6 0,6-5-451,0 1 1,1 0-1,-1 1 0,1-1 1,0 1-1,1 0 1,-1 0-1,1 0 0,-3 10 1,3-2-5274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2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8868,'0'0'7166,"30"3"-6822,11 0-205,47-2 0,-81-1-126,0-1 0,-1 0 0,1 0 0,0-1 0,-1 0 0,1 0 1,-1-1-1,0 0 0,0 0 0,0 0 0,0-1 0,0 0 0,-1 0 0,0 0 1,0-1-1,8-9 0,-4 5-10,6-5-14,-1-2 0,-1 0-1,0 0 1,-1-1-1,-1-1 1,14-30-1,-22 44 4,-1-13-24,-2 16 86,0 7 122,1 91-90,-15 370 124,-8-279-231,-15 183-3320,33-273-1573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29 11669,'0'0'7839,"0"-4"-7445,0-12 63,0 15-444,0 1 1,0 0-1,0 0 1,0-1-1,0 1 0,0 0 1,0 0-1,0 0 1,-1-1-1,1 1 1,0 0-1,0 0 1,0-1-1,0 1 1,0 0-1,0 0 1,0 0-1,-1-1 1,1 1-1,0 0 1,0 0-1,0 0 1,0 0-1,-1-1 0,1 1 1,0 0-1,0 0 1,0 0-1,-1 0 1,1 0-1,0 0 1,0 0-1,-1 0 1,1 0-1,0 0 1,0 0-1,-1 0 1,1 0-1,0 0 1,-25-2 2,0 1 0,1 2 0,-1 0 1,1 2-1,-1 0 0,1 2 1,0 1-1,0 0 0,1 2 0,0 1 1,0 1-1,1 1 0,1 0 1,-1 2-1,2 1 0,0 0 1,1 1-1,0 1 0,1 1 0,1 1 1,1 1-1,0 0 0,1 1 1,2 0-1,0 1 0,1 0 0,-17 43 1,18-32-8,1 2 1,2 0 0,-6 46-1,1 111 129,12-133 64,3 1-1,2-1 1,3 0 0,26 102-1,-24-128-79,1-2 0,1 1 0,2-1 0,1-1 0,2-1 0,0 0 0,2 0 0,1-2 0,1-1 0,30 29 0,-37-41-94,1-2 0,0 0 0,0 0 0,2-2 0,-1 1 0,1-2 0,0 0 0,30 9 0,-24-11-15,0-1 0,1-1 1,-1-1-1,1-1 0,0-1 0,27-2 0,-38 1-86,1-1-1,-1-1 0,0 0 0,-1 0 1,1-1-1,0-1 0,-1 0 1,1-1-1,-1 0 0,-1 0 0,1-1 1,-1 0-1,0-1 0,0-1 0,-1 1 1,0-2-1,0 1 0,-1-1 1,0 0-1,0-1 0,9-15 0,-11 14-487,0-1 0,0 1-1,-1-1 1,5-16 0,-5 6-2006,4-32 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7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6819,'0'0'6035,"11"18"-5181,0 2-581,-1 0 0,0 1 0,-2 1 0,0-1 0,-2 1 0,0 1 0,4 36 1,14 521 5040,-20-329-4698,-4-245-638,4 42 108,-4-46-115,0 0 0,1-1 0,-1 1 0,1 0 0,0 0 0,-1 0 0,1 0 0,0-1 0,0 1 0,0 0-1,0-1 1,0 1 0,1-1 0,-1 1 0,0-1 0,1 1 0,-1-1 0,1 0 0,2 2 0,6-1-2265,-4-8-2229,-2-19-3051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1473,'0'0'15762,"-18"7"-15306,10-3-403,-1-1 2,1 0 0,0 1 0,1 0 0,-1 0 0,1 0 0,0 1 0,0 1 0,0-1 0,0 1 0,1 0 0,0 0 0,1 1 0,-1 0 0,1 0 0,-6 12 1,-2 10 118,1 0 0,2 0 1,1 1-1,-7 44 0,-7 132 761,11 386 1490,13-440-2054,-1-148-364,4 200 354,-1-169-280,1 1 0,2 0 1,13 46-1,-14-68-69,0-1 0,0 1-1,1-1 1,1 0-1,0 0 1,1-1 0,0 0-1,14 15 1,-16-21-11,1 1 0,0-1 0,1 0 0,0 0 0,0-1 0,0 0 0,0-1 0,1 0 0,-1 0 0,1 0 0,0-1 0,17 3 0,-13-4-40,0 0 0,-1-1 0,1 0 0,0-1 0,0 0 0,0-1 0,24-5 0,-32 5-156,0 0 0,0-1 1,0 0-1,-1 0 0,1 0 1,-1-1-1,1 1 1,-1-1-1,0 0 0,0-1 1,0 1-1,-1 0 0,1-1 1,-1 0-1,0 0 0,0 0 1,0 0-1,0-1 0,-1 1 1,1-1-1,-1 1 0,1-7 1,1-2-1338,-2 1 0,2-19 1,-3 25 1027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33 780 17320,'-6'-28'208,"0"7"-231,0 2-2,1-1 1,-3-28 0,7 37-5,0 1 0,1 0 1,0-1-1,1 1 0,1-1 0,-1 1 1,2 0-1,5-19 0,61-110-1692,-50 106 738,-1-1-1,-2-1 0,22-70 0,-33 82 406,-1 1-1,1-40 1,-4-9 4181,-1 64-1077,0 9-2176,0 1463 7149,0-1454-7466,0-4-15,0 0-1,0-1 1,1 1-1,1 10 0,-1-16-18,-1 0 0,0 0-1,1 0 1,-1 0 0,1 0 0,-1 0-1,1 0 1,-1 0 0,1 0-1,0 0 1,-1 0 0,1 0 0,0 0-1,0-1 1,0 1 0,-1 0-1,1-1 1,0 1 0,0 0-1,0-1 1,0 1 0,0-1 0,0 0-1,1 1 1,-1-1 0,0 0-1,0 1 1,0-1 0,0 0 0,2 0-1,-2 0-22,0 0 0,1 0 0,-1 0 0,0 0 0,0-1 0,0 1-1,0 0 1,0 0 0,0-1 0,0 1 0,0-1 0,0 1 0,-1-1 0,1 1-1,0-1 1,0 1 0,0-1 0,0 0 0,-1 0 0,1 1 0,0-1 0,0-1-1,10-27-754,-1-14-2433,6-77 0,-8 16-4050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15 10213,'0'0'5752,"-24"15"-5245,-76 51-137,95-62-315,0 0 0,0 1-1,1-1 1,-1 1 0,1 0 0,0 1-1,1-1 1,-1 1 0,1-1-1,0 1 1,0 0 0,1 0-1,0 1 1,0-1 0,0 0-1,-1 11 1,-1 2 125,-7 37 572,2-1 0,-2 68-1,8 117 1015,3-172-1409,0-63-324,8 257 1313,-4-222-1173,1-1 0,2 1 0,2-2 0,21 58 0,-25-82-151,1 0-1,0 0 1,1-1 0,1 0-1,0 0 1,1-1 0,0 0 0,12 11-1,-14-16-18,1-1 1,-1-1-1,1 0 0,0 0 0,0 0 0,0-1 1,1 0-1,-1-1 0,1 0 0,0 0 0,0-1 1,0 0-1,18 1 0,-17-2-2,0-1-1,1 0 1,-1-1 0,0 0-1,0 0 1,0-2-1,0 1 1,0-1 0,0 0-1,11-6 1,-7 1-24,0 0 1,-1 0 0,0-1-1,0-1 1,22-22-1,-5-2-261,-2-2 0,-1-1 0,37-67-1,-40 62-101,-2-1 0,-2-2-1,-2 0 1,-2 0-1,15-74 1,-25 86 43,-1 0 0,-2-1 0,-1 1 0,-1-1 0,-3 0 0,0 1 0,-2-1 0,-16-61 0,6 55 167,-1 0-1,-2 1 0,-2 1 0,-1 1 1,-2 1-1,-1 1 0,-37-42 0,50 65 373,-1 0-1,-1 0 0,0 1 0,-21-15 0,25 21-27,1 1-1,-2-1 1,1 1 0,0 1-1,-1 0 1,0 0-1,0 0 1,0 1 0,-12-1-1,-8 1 101,0 0 1,0 2-1,0 1 0,0 1 1,0 2-1,0 1 0,1 1 0,-28 10 1,45-12-338,6-2-202,1 0 1,-1-1-1,0 0 1,1 0 0,-11 1-1,14-26-12903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9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56 12118,'0'0'6130,"0"-9"-5215,0-27-293,0 27 435,-2 9-700,-14 0 53,11-1-393,1 1 1,-1 0 0,0-1 0,0 2 0,1-1-1,-1 1 1,0-1 0,0 1 0,1 1 0,-1-1-1,1 1 1,-1-1 0,1 1 0,0 0 0,-1 1 0,-4 3-1,-2 5-17,0 1 1,1 1-1,0 0 0,1 0 0,1 1 0,0 0 0,0 0 0,2 1 0,-7 18 0,-1 13 263,-16 91-1,-1 159 952,24-1-80,9-105-670,-2-165-394,2-1-1,0 1 1,2-1 0,1 0-1,9 30 1,-11-47-63,0 0-1,0 0 1,0 0 0,1-1 0,0 1-1,1-1 1,-1 0 0,1 0 0,0 0 0,1-1-1,-1 0 1,1 0 0,0 0 0,0-1-1,1 0 1,-1 0 0,1 0 0,0-1 0,0 0-1,13 3 1,-4-2-2,1-1-1,-1 0 1,1-1 0,0-1 0,0-1-1,0-1 1,0 0 0,0-1-1,-1-1 1,1 0 0,-1-1-1,1-1 1,-1-1 0,-1 0-1,1-1 1,-1 0 0,0-2-1,-1 0 1,22-17 0,-2-1-151,-2-2 1,-1 0-1,-2-3 1,49-65-1,-60 71-24,-2 0 0,-1-1 0,-1-1 1,-1 0-1,-2 0 0,0-2 0,9-49 0,-14 49-53,-2-1 0,-1 0 1,-1 0-1,-2 0 0,-1 0 0,-1 0 0,-2 0 0,-1 0 0,-2 1 0,-18-55 0,11 50 143,-2 1 0,-1 0-1,-2 1 1,-1 1-1,-1 1 1,-2 1-1,-33-35 1,41 50 146,-1 1 1,0 0 0,0 1-1,-2 1 1,1 0-1,-2 2 1,1 0-1,-1 0 1,-1 2-1,0 1 1,0 0 0,0 2-1,-1 0 1,-31-3-1,-39 6 13,59 2-147,31 0 4,0 0 1,0 1-1,0-1 0,0 0 1,0 0-1,0 1 0,0-1 0,0 0 1,0 1-1,0-1 0,0 1 1,0 0-1,0-1 0,0 1 1,0 0-1,0-1 0,1 1 1,-1 0-1,0 0 0,0 0 1,1-1-1,-1 1 0,0 2 0,0-2-119,1 0 0,0 0-1,0 0 1,-1 0-1,1 0 1,0 0-1,0 0 1,0 0 0,0-1-1,0 1 1,0 0-1,0 0 1,1 0 0,-1 0-1,0 0 1,0 0-1,1 0 1,-1 0-1,1-1 1,-1 1 0,0 0-1,1 0 1,0 0-1,-1-1 1,1 1-1,-1 0 1,1-1 0,0 1-1,0 0 1,-1-1-1,3 1 1,31 14-4219,9-2-1942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3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12 7876,'0'0'8435,"-4"-1"-7634,-2-1-301,-1 0 0,0 0 0,0 0 1,-1 1-1,-7 0 0,7 1-468,0-1 0,0 2-1,0-1 1,1 1 0,-1 0 0,0 1 0,0 0 0,1 0 0,-1 1-1,1 0 1,-1 0 0,1 0 0,0 1 0,-9 7 0,4 0 38,1 1 0,0 1 0,1 0 0,0 0 0,1 1 0,0 0 0,1 0 0,-11 30 0,5-5 227,2 0 0,-11 63-1,-7 171 916,24 2-30,6-267-1157,6 150 447,-4-139-403,0 1 1,2-1 0,1 1-1,0-1 1,13 30 0,-14-40-67,0-1 0,1 0 1,0 0-1,0 0 0,1-1 1,0 0-1,0 0 0,0 0 1,1-1-1,0 0 0,1 0 1,-1-1-1,1 0 0,0 0 1,0-1-1,1 0 0,-1 0 1,1-1-1,0 0 0,0-1 1,0 1-1,0-2 0,0 0 1,1 0-1,-1 0 0,0-1 1,0 0-1,1-1 0,-1 0 1,0-1-1,9-2 0,-1-2-18,0 0 0,-1-1-1,1 0 1,-2-1 0,1-1-1,-1-1 1,-1 0 0,1-1-1,-2 0 1,15-16-1,2-6-283,0-1 0,45-71-1,-58 78-20,-1 0-1,-1-2 0,-1 0 1,-2-1-1,-1 0 1,-1-1-1,-2 0 0,-1 0 1,-2-1-1,0 0 1,-1-38-1,-4 45-50,-1-1 0,-1 1 0,-1-1 0,-1 1 1,-2 0-1,-8-26 0,1 18 97,-1 0 0,-1 0 0,-33-49 0,32 56 245,-1 1 0,-1 1 0,-1 1 0,-38-36 0,49 52 155,0 0 0,-1 1 0,0 0 1,0 0-1,-1 1 0,0 0 0,0 0 1,0 1-1,0 1 0,-1 0 0,1 0 1,-1 1-1,0 0 0,1 1 0,-1 0 0,-14 1 1,19 1 3,0 0-1,1 0 1,-1 1 0,0-1 0,1 1 0,0 0 0,-1 1 0,1-1 0,0 1 0,0 0 0,0 1-1,-7 6 1,8-7-168,1 0-1,0 0 0,0 0 1,0 1-1,0-1 0,1 1 1,-1 0-1,1 0 0,0 0 1,0 0-1,1 0 0,-1 0 0,1 1 1,0-1-1,0 0 0,0 1 1,0 5-1,4 1-2325,12-9-1640,21-2-3010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0 7796,'0'0'8353,"-18"1"-7654,-57 2 2,64-2-490,0 1-1,1 0 0,-1 1 0,1 0 0,0 0 0,-1 1 0,1 0 1,1 1-1,-1 0 0,-9 7 0,3-2-38,5-3-75,0 1 0,0 0 0,1 1 0,0 0-1,1 0 1,0 1 0,0 0 0,1 1 0,1 0 0,-1 0 0,2 1-1,-8 16 1,2 3 150,1 1 0,1 0 0,-9 61 0,3 27 481,6 1 0,6 187 1,6-262-487,14 74 0,-12-99-194,1-1-1,1 0 0,1 0 0,0 0 1,18 29-1,-19-38-43,1-2 1,0 1-1,0-1 1,1 0-1,0-1 1,1 1-1,0-2 0,0 1 1,0-1-1,1-1 1,0 0-1,1 0 1,-1-1-1,1 0 1,0-1-1,19 5 0,-17-6-6,1-1-1,0 0 1,0-1-1,0-1 1,0 0-1,0 0 1,0-2-1,0 0 1,0 0-1,-1-1 1,1-1-1,-1 0 0,23-11 1,-16 4-79,-1-1-1,0-1 1,0-1-1,-1 0 1,-1-2 0,-1 0-1,21-25 1,-14 12-412,-1-1 0,-1-1 0,30-62 0,-41 71 151,-1-1-1,-1 0 0,-2-1 1,0 0-1,-1 0 0,-2 0 1,0-1-1,-1-39 0,-3 43 179,0 0 0,-1 0-1,-1 0 1,-1 0 0,-1 0 0,-1 1-1,0 0 1,-2 0 0,0 1-1,-1 0 1,-14-21 0,-112-167 3,105 167 746,-2 1-1,-70-65 0,97 99-475,0 0 0,0 1-1,0 0 1,-1 0-1,1 0 1,-1 1-1,0-1 1,-1 1-1,1 1 1,0-1-1,-1 1 1,1 0 0,-1 1-1,0-1 1,-12 0-1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8708,'0'0'2985,"37"27"-1301,-12-9-1375,8 5 27,-1 1 0,-1 2 0,-1 1 1,-1 1-1,-2 1 0,40 56 0,-38-39-1,-2 1 1,-3 2-1,-1 0 0,-3 2 0,-2 0 0,-2 1 0,-3 1 0,-2 0 0,8 103 0,-13-50-3,-4 1 0,-6 0 0,-4 0 0,-5-1 0,-4 0 0,-42 138 0,-241 559-76,276-748-248,20-53-35,2-10-117,2-18-888,2-1-311,7-34-1,22-60-3394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13990,'0'0'7044,"181"-28"-7028,-98 28 160,-3 0-176,-6 0-320,-11 0-529,-13-3-2288,-23-6-1377,-17-6-3682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16135,'0'0'1281,"170"0"-497,-50 0 849,11 0-1505,-8-9-128,-19-3-2689,-41-3-7668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0 494 14519,'0'0'6832,"40"-26"-6402,-40 26-430,174-117 85,-148 97-97,0-1-1,-1-2 1,-1 0 0,32-40-1,-46 51-24,-8 9 28,68-85-975,-62 76 490,0 0-1,-1 0 1,-1-1 0,0 1-1,7-22 1,-12 32 302,5 1401 6403,-6-1343-6118,-1-12 10,7 60 0,2-71-4,-8-32-99,0-1-1,0 1 1,1 0-1,-1-1 1,0 1-1,0 0 1,1-1 0,-1 1-1,0-1 1,1 1-1,-1 0 1,0-1 0,1 1-1,-1-1 1,1 1-1,-1-1 1,1 1 0,-1-1-1,1 0 1,-1 1-1,1-1 1,0 1-1,-1-1 1,1 0 0,0 0-1,-1 1 1,1-1-1,0 0 1,-1 0 0,1 0-1,0 0 1,-1 0-1,1 0 1,0 0 0,-1 0-1,1 0 1,0 0-1,-1 0 1,2-1-1,-1 1-20,0-1 0,0 1 0,-1-1 0,1 0-1,0 0 1,-1 1 0,1-1 0,-1 0 0,1 0 0,-1 0-1,1 0 1,-1 1 0,1-1 0,-1 0 0,0 0-1,1-2 1,4-20-1148,6-46-1,-6 29-7,10-66-3193,-1-12-3012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17 10645,'0'0'5933,"-5"0"-5279,1 1-586,1-1 0,-1 1-1,0 0 1,0 0 0,1 1 0,-1-1 0,1 1-1,-1 0 1,1-1 0,-1 2 0,1-1 0,0 0-1,0 1 1,0-1 0,-4 6 0,-7 8 278,-21 30 0,34-44-328,-14 21 160,1 0-1,2 1 1,0 0-1,1 1 1,2 0-1,1 0 0,0 1 1,-4 35-1,3 14 620,-1 128 0,19 52 347,-5-223-1024,1 1 0,1-1-1,2 0 1,1-1 0,23 54-1,-27-74-100,1 0-1,0-1 0,1 0 1,-1 0-1,2 0 0,0 0 1,0-1-1,0-1 0,1 1 1,1-2-1,10 8 0,-12-10-12,0-1-1,0 0 0,1-1 0,0 0 1,-1 0-1,1-1 0,0 0 0,0 0 1,0-1-1,0 0 0,1-1 1,-1 0-1,0-1 0,0 1 0,10-4 1,-4 1-16,1-1 1,-1-1 0,0-1 0,-1 0 0,0 0 0,0-2 0,0 0 0,-1 0 0,0-1 0,0-1 0,15-16 0,4-6-173,-2-2-1,44-64 0,-46 57-381,-2 0 0,-1-2 0,-3 0 0,30-82 0,-45 102 343,-1 0 1,-1 0-1,-1 0 0,-1 0 1,0-27-1,-3 34 106,-1-1 1,-1 1-1,0 0 1,-1 0-1,-1 0 0,0 0 1,-2 1-1,-8-20 0,-1 7 80,-1 1-1,-1 1 1,-2 0-1,-24-26 0,3 10 332,-62-53 0,85 80-97,-1 2 0,-1 0 0,-1 0 0,1 2 0,-2 1 0,-29-12 0,40 19-96,1 0 1,-1 0 0,1 1 0,-1 1-1,0-1 1,0 2 0,0-1 0,0 1-1,1 1 1,-1 0 0,0 0 0,0 1-1,1 0 1,-1 1 0,1 0 0,-1 0-1,-12 8 1,-12 11 194,1 1 1,-57 55-1,78-67-318,10-10-319,4-2 72,0 1-1,-1-1 0,1 1 0,0 0 0,-1 0 0,1 0 0,-1-1 0,1 2 1,0-1-1,-1 0 0,3 1 0,7 0-685,32-1-2328,12 0-1852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43 9412,'0'0'6443,"0"-4"-5845,0 0-618,1 3 90,-1 0 0,0 0 0,0 0 0,0 0 0,0 0 1,0 0-1,0 0 0,0 0 0,0 0 0,-1 0 1,1 0-1,0 0 0,-1 0 0,1 0 0,0 1 0,-1-1 1,1 0-1,-1 0 0,1 0 0,-1 0 0,0 0 1,1 1-1,-1-1 0,0 0 0,0 1 0,1-1 0,-1 0 1,0 1-1,0-1 0,0 1 0,0-1 0,0 1 0,0 0 1,0-1-1,0 1 0,0 0 0,-1-1 0,-10-1 132,-1 0-1,1 1 0,0 1 0,-15 0 1,23 0-195,-1 1 1,1-1-1,-1 1 1,1 0 0,0 0-1,-1 0 1,1 1 0,0 0-1,0-1 1,0 1-1,0 1 1,0-1 0,0 1-1,-5 4 1,3 0 20,0 1-1,0 0 1,1 0 0,0 1 0,0-1-1,1 1 1,0 0 0,0 1-1,-3 13 1,0 11 140,-5 49 0,11-73-127,-20 531 2416,21-512-2349,3 137 368,-1-136-411,2 1 1,1-1-1,10 35 0,-12-55-51,0 0 1,0-1-1,1 1 0,1-1 0,-1 0 0,2 0 0,-1-1 0,1 1 0,0-1 0,1-1 0,0 1 0,12 10 0,-13-14-11,1 0-1,-1-1 0,1 1 0,0-1 0,0 0 0,0-1 0,0 0 0,0 0 1,1 0-1,-1-1 0,0 0 0,1-1 0,-1 0 0,1 0 0,-1 0 1,1-1-1,10-2 0,-2-1 3,-1 0 0,0-2 1,0 1-1,-1-2 0,0 0 1,0 0-1,0-2 0,-1 1 0,0-2 1,-1 0-1,15-14 0,3-8-167,0-1-1,42-64 1,-54 72-76,-1-1-1,-1-1 1,-1-1 0,-2 0 0,-1-1 0,-1 0 0,-2 0 0,0-1 0,-2-1 0,-2 1-1,3-41 1,-7 54 120,-1 1 0,-1-1 0,0 0 0,-1 1-1,-1-1 1,-1 1 0,0-1 0,-1 2-1,-1-1 1,0 0 0,-1 1 0,-11-17 0,-9-12-18,-2 1 1,-57-65-1,61 80 281,-2 1 0,0 2-1,-2 0 1,-45-28 0,65 47-63,-1 1-1,0 0 1,-1 1-1,1 0 1,-1 0-1,-19-3 1,25 6-24,-1 0 0,0 1 0,0-1 0,0 1 0,1 0 0,-1 1 0,0 0 0,0 0 0,1 0 0,-1 0 0,0 1 0,1 0 0,-1 0 0,-6 4 0,4 0 6,0 0 1,1 0-1,0 1 1,0 0-1,1 0 1,-10 14-1,13-18-273,0 1 1,1 0-1,-1 0 0,1 0 1,0 0-1,0 0 0,1 0 0,-1 1 1,1-1-1,0 0 0,0 1 1,0-1-1,1 1 0,0 0 0,0-1 1,0 1-1,1 4 0,-1-9 64,0 1 0,0-1 0,0 1 1,0-1-1,1 0 0,-1 1 0,0-1 0,0 0 0,1 1 0,-1-1 0,0 0 0,1 1 0,-1-1 0,0 0 0,1 0 0,-1 1 0,1-1 1,-1 0-1,0 0 0,1 0 0,-1 1 0,1-1 0,-1 0 0,0 0 0,1 0 0,-1 0 0,1 0 0,-1 0 0,1 0 0,0 0 1,33 1-7681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198 162 8388,'-2'0'11601,"-10"-3"-11237,9 3-347,0 0-1,-1 0 1,1 0-1,0 0 1,-1 1 0,1-1-1,0 1 1,0 0-1,0 0 1,-1 0-1,1 0 1,0 0-1,0 1 1,0-1-1,1 1 1,-1 0 0,0 0-1,1 0 1,-1 0-1,1 0 1,0 1-1,-1-1 1,1 1-1,-1 3 1,-8 9 44,1 1 0,1 0 0,0 1 0,2 0 0,0 1 1,-9 34-1,4 1 298,-6 65 1,7 5 687,11 244 0,2-335-969,2 0-1,10 41 1,-10-57-50,1-1-1,0 1 1,1-1 0,1 0 0,1-1-1,9 15 1,-12-22-24,1 0 1,-1 0-1,1 0 0,1-1 1,-1 0-1,1-1 0,0 1 0,0-1 1,1-1-1,-1 1 0,1-1 0,0-1 1,0 1-1,0-1 0,1-1 0,-1 0 1,1 0-1,0 0 0,-1-1 1,1-1-1,0 1 0,0-1 0,-1-1 1,1 1-1,0-2 0,0 1 0,-1-1 1,1-1-1,9-3 0,-3-1-2,-1-1-1,0 0 1,-1-1-1,0 0 1,0-1-1,17-18 1,66-79-202,-60 64-300,-3-2 0,-2-2 0,31-59 1,-49 78 204,-1 0 0,-1 0 1,-2-1-1,0 0 0,-2-1 1,-2 1-1,4-53 0,-8 55 174,-2 0-1,-1 0 1,0 0-1,-3 0 1,0 0-1,-1 1 1,-2 0-1,0 0 1,-2 1-1,-1 0 1,-1 0-1,-22-33 1,8 19 311,-41-49 0,52 71-28,0 1 1,-1 1-1,0 1 1,-1 0 0,-21-12-1,32 22-105,0 1 1,0 0-1,1 0 0,-2 0 0,1 1 0,0 0 1,0 0-1,-1 1 0,1 0 0,-1 0 1,1 0-1,-1 1 0,1 0 0,-1 0 1,0 1-1,1 0 0,-1 0 0,-7 2 1,8 0-23,-1 0-1,0 0 1,1 1 0,0-1 0,-1 1 0,2 1 0,-1-1 0,0 1 0,1 0 0,0 0 0,0 1 0,0-1-1,1 1 1,0 0 0,-4 8 0,3-5-159,2-1-1,-1 1 1,1 0-1,1 0 1,-1 0-1,2 0 1,-2 16-1,2-13-1395,1-1 1,0 0-1,3 14 0,2-8-5192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281 145 13334,'0'0'7286,"-20"1"-6795,5-2-402,7 1-50,-1 0 0,0 0 0,0 1 0,-17 3 0,22-3 0,0 0 0,0 1 0,0-1 0,0 1 0,0 0 1,0 0-1,0 1 0,1-1 0,-1 1 0,1 0 0,0 0 0,0 0 0,0 0 0,0 0 1,-4 8-1,-8 16 186,1 0 1,1 1-1,2 0 1,1 1-1,1 0 1,-7 43 0,-13 190 887,22 78-93,7-289-917,0-33-72,5 122 176,-3-125-182,0 0 0,1 0 0,0 0 0,1 0 0,1 0 0,10 20 0,-12-28-23,1-2-1,0 1 0,0 0 1,1-1-1,-1 1 0,1-1 0,0-1 1,1 1-1,-1-1 0,1 0 1,0 0-1,0 0 0,0-1 1,0 0-1,1 0 0,-1-1 1,1 1-1,12 1 0,-7-2-8,0 0 0,-1-2 1,1 1-1,0-1 0,0-1 0,-1 0 0,1-1 0,0 0 0,-1-1 1,20-6-1,-9-2-36,0 0 0,-1-1 0,0-1 0,-1-1 0,0-1 0,-1-1 1,32-34-1,-9 3-391,-2-1 1,33-55-1,-50 68-27,-2-2 0,-1 0 0,-2-1 0,-2-1 0,14-49 0,-22 60 253,-2-1-1,-1 0 1,-1 0 0,-1 0 0,-2 0 0,-1 0 0,-2-1 0,-6-41 0,2 45 147,-1-1 1,-2 1 0,0 1-1,-2-1 1,-24-41 0,12 30 206,-1 2 1,-57-64-1,69 85 46,-2 0 0,0 1 0,0 0 1,-1 1-1,-1 1 0,0 0 0,-1 1 0,0 1 0,0 1 0,-1 0 0,0 2 0,0 0 0,0 0 0,-1 2 0,0 0 1,-22-1-1,-68 4 275,107 1-480,-1 0 1,1 0 0,-1 0 0,1 0-1,-1 0 1,1 0 0,0 1 0,-1 0-1,1-1 1,-1 1 0,1 0 0,0 0-1,0 0 1,-1 0 0,1 1 0,0-1-1,0 1 1,0-1 0,0 1 0,1-1-1,-3 3 1,2 0-300,0 0 1,1 0-1,-1 0 0,1 0 1,0 0-1,0 0 0,0 0 1,1 1-1,-1-1 0,1 0 0,0 7 1,3 22-4321,8 5-2784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13254,'0'0'9925,"24"-24"-9605,46 39 0,20 6-160,14-6 16,3-12-176,-4-3-16,-9 0-304,-21 0-1137,-19-6-944,-18-21-1713,-22-3-3329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0 499 11637,'0'0'7508,"23"-15"-6876,3 0-522,-6 3-80,-1-1 0,0 0 1,0-1-1,-2-1 0,26-27 0,-30 28-175,-1-1-1,-1 0 1,0-1 0,-1 0-1,-1 0 1,0-1 0,-1 0-1,-1-1 1,-1 0 0,0 0-1,-1-1 1,-1 1 0,-1-1 0,1-31-1,-4-23 869,0 72-77,0 6-740,-25 496 904,-36-5 653,37-340-1169,-28 260 768,51-353-1041,1-259-8678,0 123 1688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15175,'0'0'5955,"227"-12"-5955,-154-3-224,-13 0-593,-13 3-912,-17 6-31,-10 0-1170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6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14599,'0'0'5746,"234"33"-4625,-134-15-625,-6-6-496,-14-3-96,-17 0-624,-19-9-2562,-28 0-4577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12 960,'0'0'8700,"-5"-1"-7600,-6-2-135,0 1 0,-1 0 1,1 0-1,-16 1 0,22 1-931,0 0-1,0 0 1,0 0 0,0 1-1,1 0 1,-1 0-1,0 0 1,1 1 0,-1-1-1,1 1 1,-1 0-1,1 0 1,0 1-1,-5 2 1,-4 9 43,1-1 0,-1 2 0,2-1 0,0 2 0,1-1 0,1 1 0,0 1 0,1 0 0,1 0 0,-9 32 0,2 5 468,4 1-1,-6 75 1,7-18 580,9 157-1,1-257-1068,0 1 0,1-1 0,0 0 0,1 1 1,0-1-1,1 0 0,10 22 0,-11-28-20,1-1 1,-1 1-1,1-1 0,0 0 1,1 0-1,-1 0 0,1-1 1,0 1-1,0-1 1,1-1-1,-1 1 0,1-1 1,0 0-1,0 0 1,0 0-1,11 3 0,-3-3 4,0 0 1,1-1-1,-1 0 0,1-1 0,0-1 0,-1 0 0,1-1 1,-1 0-1,1-2 0,-1 1 0,1-2 0,-1 0 0,-1-1 0,1 0 1,-1-1-1,1 0 0,-2-1 0,1-1 0,-1 0 0,16-14 0,-3 1-46,-2-1 0,0-1-1,-2-2 1,27-37-1,-38 48-36,-1-1 1,-1 1-1,-1-2 0,0 1 0,0-1 0,-2 0 0,0 0 0,-1-1 0,0 0 0,1-21 0,-3 13 11,-1 0 0,-2 0 0,0 0 0,-2 0 0,0 0 0,-2 0 0,-13-40 0,4 28 28,-3 1 1,-26-45-1,33 64 2,-1 1 1,-1 0-1,-1 0 0,0 1 0,-1 1 0,-24-20 0,29 28-6,-1 0-1,1 1 1,-1 0-1,0 0 1,-1 1-1,1 0 1,-1 1 0,0 0-1,0 1 1,0 0-1,0 1 1,0 0-1,0 1 1,0 0-1,0 1 1,0 0 0,-14 3-1,9 0-147,1-1 0,0 2 1,1 0-1,-1 1 0,1 1 0,1 0 0,-1 0 0,1 2 0,0 0 1,1 0-1,-17 16 0,28-24 4,-1 1 1,1-1 0,0 0-1,0 0 1,0 1-1,-1-1 1,2 1-1,-1-1 1,0 1 0,0-1-1,0 1 1,1 0-1,-1-1 1,1 1 0,-1 0-1,1 0 1,-1 2-1,2-3-45,-1 0-1,1 0 0,-1 0 1,1 0-1,0 0 0,0-1 1,-1 1-1,1 0 1,0 0-1,0 0 0,0-1 1,0 1-1,0 0 0,0-1 1,0 1-1,0-1 0,0 1 1,0-1-1,0 1 0,0-1 1,0 0-1,0 0 0,1 1 1,-1-1-1,0 0 1,0 0-1,0 0 0,2-1 1,54 3-7076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0 992,'0'0'0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4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5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33 1105,'-7'5'351,"6"-4"-195,0 0-1,0 0 1,-1 0-1,1 0 0,0 0 1,-1 0-1,1-1 1,-1 1-1,1 0 1,-1-1-1,-3 1 1,5-25 3389,-2 23-3511,1 0 0,-1 0 1,1 0-1,-1 1 0,0-1 0,1 1 0,-1-1 1,0 1-1,1 0 0,-1-1 0,0 1 0,0 0 0,-2 0 1,2 1 70,0-1 0,0 0 0,0 0 0,0-1 0,0 1 0,0 0 0,0-1 0,0 1 0,1-1 0,-1 0 0,0 1 0,0-1 0,0 0 0,-1-1 0,0-2 302,3 4-400,-1-1-1,1 1 0,0-1 0,-1 1 1,1 0-1,-1-1 0,1 1 0,-1-1 1,1 1-1,-1 0 0,1 0 0,-1-1 1,1 1-1,-1 0 0,1 0 0,-1-1 0,1 1 1,-1 0-1,0 0 0,1 0 0,-1 0 1,1 0-1,-1 0 0,-1 0 841,2 9-5287,0-3 1468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5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78 1473,'0'0'298,"0"-30"5460,0 29-5719,0 0 0,1 1 0,-1-1 1,0 0-1,0 1 0,0-1 0,0 0 0,0 1 1,0-1-1,0 0 0,0 1 0,0-1 0,-1 0 1,1 1-1,0-1 0,0 1 0,-1-1 0,1 0 1,0 1-1,-1-1 0,1 1 0,0-1 0,-1 1 1,1-1-1,-1 1 0,1-1 0,-1 1 0,1-1 1,-1 1-1,1-1 0,-1 1 0,1 0 0,-1-1 1,0 1-1,0 0 0,-1-2 136,-1 1 0,1 0 0,0-1-1,0 1 1,0-1 0,0 0 0,0 0 0,1 0 0,-1 0 0,0 0-1,1 0 1,-3-5 1596,4 25-1606,11 273 3474,-2-65-1510,-5 255 384,-4-428-2086,-1-45-347,2 17 206,-1-24-278,0-1 1,0 1-1,0-1 1,0 1-1,0-1 1,0 1-1,0-1 1,0 1-1,1 0 1,-1-1-1,0 1 1,0-1-1,0 1 1,1-1-1,-1 1 1,0-1-1,1 0 1,-1 1-1,0-1 1,1 1-1,-1-1 1,1 0-1,-1 1 1,1-1-1,-1 0 1,1 1-1,-1-1 1,0 0 0,1 0-1,1 1 1,1-6 44,2-24-897,-1 0 0,0-33-1,2-19-4066,-2 37 475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52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72 3554,'0'0'5151,"-2"-9"-4305,-1-4-391,-1-9-80,3-6 4664,-1 47-4759,2-1-1,1 23 0,0-11 9,5 133 760,1 119 900,-7 289 792,0-727-11797,0 99 3243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5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 2689,'0'0'7396,"8"-2"-2471,-8 2-4914,1 0-1,-1 0 0,0 1 0,0-1 0,1 0 0,-1 0 0,0 0 1,0 0-1,1 0 0,-1 0 0,0 1 0,0-1 0,0 0 0,1 0 1,-1 0-1,0 1 0,0-1 0,0 0 0,0 0 0,0 0 0,1 1 1,-1-1-1,0 0 0,0 0 0,0 1 0,0-1 0,0 0 0,0 0 1,0 1-1,0-1 0,0 1 0,2 143 1183,-3-69-636,1-33-304,1 84 1281,-26 206 1,11-238-471,-5 157 1,19-322-3433,0-8-4092,0 41 1412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1:5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 5010,'0'0'6713,"-5"-4"-5456,5 4-1233,0 0 0,0 0 1,-1-1-1,1 1 1,0 0-1,0 0 1,0 0-1,0 0 1,0 0-1,0 0 1,0 0-1,-1 0 1,1 0-1,0 0 1,0 0-1,0 0 0,0 0 1,0 0-1,0 0 1,-1 0-1,1 0 1,0 0-1,0 0 1,0 0-1,0 0 1,0 0-1,0 0 1,-1 0-1,1 0 1,0 0-1,0 0 0,0 0 1,0 0-1,0 0 1,0 1-1,0-1 1,-1 0-1,1 0 1,0 0-1,0 0 1,0 0-1,0 0 1,0 0-1,0 0 0,0 1 1,0-1-1,0 0 1,0 0-1,0 0 1,0 0-1,0 0 1,0 0-1,0 1 1,0-1-1,0 0 1,0 0-1,0 0 1,0 0-1,0 0 0,0 1 1,0-1-1,0 0 1,0 0-1,0 989 7761,0-947-7734,2 0 0,2 0-1,12 58 1,-13-81-451,0 1 0,-2-1 0,0 25 0,-1-43 303,0 0-204,0 1 0,0-1 0,0 1 0,0 0 1,0-1-1,0 1 0,-1-1 0,1 1 0,-1-1 0,1 0 0,-1 1 0,1-1 0,-1 1 0,-1 0 0,-1 1-871,0 0-1,0 0 1,0-1 0,-1 0-1,0 0 1,-3 3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10.73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224 0 3730,'0'0'3431,"-4"4"-3295,-6 8-122,-1-2 1,0 1 0,-1-1 0,0-1-1,-17 10 1,-69 34-1756,95-52 1636,-23 9-1776,18-7-112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15.044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0 550 2161,'0'0'9556,"11"0"-9003,296 0 805,-283 1-1364,36 7 1,-36-5 6,38 3 1,463 0-397,-343 3 391,-58-1 50,4-1-42,106 2 27,1447-9 30,-1452 7 20,-1 1-47,-111-8 9,445-12 104,-175-3-119,-86 6-51,-153-2 5,85-2 17,-88 11-3,158 5-8,-5 20 28,187 0 0,-276-15-28,216 15 19,-97-2-61,29 3 1,110-1-92,-244-16 98,439 0 101,-440-8-44,239-25 79,-270 10-66,414-8-20,1328 27-51,-1599-23-127,2 1-56,121 6-95,-251 5 153,641-16-301,737-7 583,-732-30 231,-686 45-288,126-15 114,250-20 23,665 0-21,-677 30-713,-191 6 252,62 12 247,79-3-625,453-7 818,-624 14-620,125 0 158,898-11 211,-958-7 190,84-3 44,-119 4 104,-86 3-195,708-44 251,-723 33-232,204-13 148,55 6 63,-379 23-239,645-22 146,-722 30-170,466-8-9,9 3 99,-298 6-61,564 17 31,-425 6-92,-191-21 54,-108-5 61,97 11-1,657 145 1238,-695-129-1414,-12-3 114,1-5 0,197 5-1,327-22 2963,-497 10-2841,-105-7-109,-39-3 395,-51 0-437,53 0-670,1-1 1,-1 0 0,1 0-1,-1-1 1,1 0-1,-10-4 1,-23-18-7275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18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897 39 8964,'0'0'4949,"2"-3"-4277,0 1-305,7-8-309,-6 1 2884,-27 6-2486,-19-3-404,0 2-1,0 2 0,-45 4 1,15-1-55,39-1 26,-1 2 0,1 1 0,-36 8-1,52-7-14,0 1 0,0 1-1,1 1 1,0 0-1,0 1 1,1 1 0,-21 15-1,17-9 13,1 0-1,0 1 0,2 1 0,0 1 1,0 0-1,2 1 0,1 1 1,0 0-1,1 1 0,1 1 0,1-1 1,-11 36-1,8-6 65,2 0 1,2 1-1,-4 70 1,7 158 268,7-276-345,0 16 68,1 0 0,0-1 0,2 1 0,0 0 0,9 25 1,-8-33-8,1 0 1,1 1 0,0-2 0,0 1 0,1-1 0,1 0 0,0 0 0,17 17 0,-8-13 17,1 0 0,0-1 0,1-1 0,0-1 0,1 0-1,1-2 1,0 0 0,0-1 0,29 7 0,4-2 8,0-2 1,92 8-1,-63-13-50,144-5 1,-221-3 1,-1 1 1,0-1 0,0 0-1,0 0 1,0-1-1,0 1 1,0-1 0,0 0-1,0-1 1,0 1-1,-1-1 1,1 0 0,4-4-1,-6 5-204,-1-1-1,1 0 1,-1 0-1,0 0 1,0 0 0,0 0-1,3-7 1,-3 6-742,-1 0 1,0-1 0,0 1-1,0 0 1,0-1 0,-1 1 0,1-6-1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22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67 4306,'0'0'4141,"0"-4"-3749,0-45 761,0 36-351,0 39-684,8 154 1705,32 185 1,-35-328-1526,0 14 144,-4-33-268,0-1 1,2 1-1,7 27 1,-10-44-185,0 0 1,1 0 0,-1 0-1,0 0 1,1 0 0,-1-1 0,1 1-1,-1 0 1,1 0 0,-1 0-1,1 0 1,0-1 0,-1 1 0,1 0-1,0 0 1,0-1 0,-1 1-1,1-1 1,0 1 0,0-1 0,0 1-1,0-1 1,0 1 0,0-1-1,0 0 1,0 0 0,0 1-1,0-1 1,0 0 0,0 0 0,0 0-1,0 0 1,0 0 0,0 0-1,0 0 1,0-1 0,0 1 0,0 0-1,0 0 1,0-1 0,0 1-1,-1-1 1,1 1 0,0-1 0,0 1-1,0-1 1,0 1 0,-1-1-1,1 0 1,0 0 0,0 1-1,-1-1 1,1 0 0,-1 0 0,1 0-1,-1 0 1,1-1 0,4-5-805,-1-1-1,-1 0 1,0 0 0,4-13 0,-2-8-3834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23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 10 3426,'0'0'4938,"0"-1"-4866,0 1 0,0-1 1,-1 1-1,1-1 0,0 1 0,0-1 1,0 1-1,0 0 0,-1-1 0,1 1 1,0-1-1,0 1 0,-1 0 0,1-1 1,0 1-1,-1 0 0,1-1 0,0 1 1,-1 0-1,1 0 0,-1-1 0,1 1 1,0 0-1,-1 0 0,-3-1 46,0 1 1,-1 1-1,1-1 0,1 1 1,-1-1-1,0 1 0,0 0 1,0 1-1,0-1 1,0 1-1,1-1 0,-1 1 1,1 0-1,-1 0 0,1 1 1,0-1-1,0 1 0,0-1 1,0 1-1,1 0 0,-4 5 1,-18 20 86,2 2 0,1 0 0,1 2 0,2 0 1,1 1-1,2 1 0,1 0 0,-13 54 0,19-59-6,2 1-1,1 0 1,-1 42-1,6 93 1174,1-142-1177,-1-11-75,1 0 0,0 0-1,1 0 1,1 0 0,0 0 0,1-1 0,0 0-1,0 0 1,1 0 0,10 17 0,-11-22-68,1 0 0,-1 0 0,1-1 1,0 1-1,1-1 0,-1 0 0,1 0 1,0-1-1,0 0 0,0 0 0,1 0 1,-1-1-1,1 0 0,0 0 0,0-1 1,0 0-1,0 0 0,12 1 1,-9-1-9,0-1 1,0-1 0,-1 0 0,1-1 0,0 0 0,16-3 0,-22 3-48,1-1 0,0 0 0,0 0 0,0 0 0,-1-1 0,1 1 0,-1-1 0,0 0 0,0-1 0,0 1 0,0-1 0,-1 1 0,1-1 0,3-6 0,1-3-172,0 1 0,-1-2 1,-1 1-1,0-1 0,-1 1 0,0-2 0,-1 1 1,4-27-1,-3-4-931,-3-71 0,-2 89 929,0 20 170,0 1 1,0-1-1,-1 0 0,0 1 0,0-1 1,-1 0-1,0 1 0,0 0 1,-1-1-1,1 1 0,-8-10 0,8 12 22,-1 1-1,0 0 1,0-1 0,0 2-1,0-1 1,0 0-1,-1 1 1,0-1 0,1 1-1,-1 0 1,0 0-1,0 0 1,0 1-1,0 0 1,0-1 0,0 1-1,0 1 1,-1-1-1,-6 0 1,3 1 10,0 0 0,1 0-1,-1 0 1,1 1 0,-1 1 0,0-1 0,1 1-1,0 0 1,-11 5 0,8-1 3,0 0 0,0 0 0,0 1 0,1 0 0,-12 12 0,14-13-290,0 0 0,0 1 0,1 0 0,0 0 0,0 0 0,0 1 0,1 0 0,0 0 0,-6 17 0,9-9-6189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25.9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6 3922,'0'0'3601,"-4"-1"-2701,-11-1 183,11 2 1558,-13-1-1590,13 1-971,0-1 0,1 1-1,-1 0 1,0 0-1,0 0 1,1 0-1,-1 1 1,0 0-1,1 0 1,-1 0-1,0 0 1,1 0-1,-1 1 1,1-1 0,0 1-1,-6 4 1,-5 7 44,2-1 1,0 2 0,0 0-1,2 0 1,-1 1-1,2 1 1,-15 32 0,11-15 121,2 0 0,1 0 1,-6 46-1,-7 70 279,6 1-1,4 164 1,13-258-379,2 100 533,0-126-534,2 1 0,1-1 1,9 31-1,-2-22-60,1-1 0,3-1 1,0 0-1,3-2 0,37 58 0,-40-72-74,1 0 0,1 0 0,0-2 0,1 0 0,1-2 0,1 0 0,1-1 0,0-1 1,35 17-1,-50-28-52,0-1 0,1 0 0,-1 0 0,1 0 0,0-1 0,-1 0 0,1-1 0,16 1 0,-23-23-10873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1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78 2961,'0'0'4288,"0"-6"-4011,-2-22 466,1-13 3383,1 41-3982,-4-1 250,4 1-386,-1 0 1,1-1 0,-1 1 0,1 0 0,-1 0-1,0 0 1,1 0 0,-1 0 0,1 0-1,-1 0 1,0 0 0,1 0 0,-1 0 0,0 0-1,1 0 1,-1 0 0,1 0 0,-1 1 0,1-1-1,-1 0 1,0 0 0,1 1 0,-1-1-1,1 0 1,-1 1 0,1-1 0,-1 1 0,0 0-1,-9 12-2,1 0 0,1 1 0,0-1 0,0 2-1,-7 22 1,-4 4-3,-236 566 1328,247-584-1220,-26 77 278,29-84-326,2 0 0,0 0 1,0 1-1,1 19 0,2-36-12,0 1-51,0-1-1,1 0 1,-1 0 0,0 0-1,0 0 1,1 0 0,-1 0-1,0 0 1,1 0 0,-1 0-1,0 0 1,1 0 0,-1 0-1,0 0 1,1 0-1,-1 0 1,0 0 0,0 0-1,1 0 1,-1 0 0,0 0-1,1 0 1,-1-1 0,0 1-1,0 0 1,1 0 0,-1 0-1,0-1 1,0 1 0,0 0-1,1 0 1,-1 0-1,0-1 1,0 1 0,0 0-1,0 0 1,1-1 0,4-7-474,0 1 1,0-1-1,-1-1 1,0 1 0,6-17-1,0-1-1672,7-18-2514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4162,'0'0'7185,"5"-8"-5003,-2 12-2081,0 0-1,-1 1 1,1-1 0,-1 1-1,0-1 1,-1 1 0,1 0-1,-1 0 1,0 0 0,0 0-1,0 6 1,4 12 166,48 207 1430,26 250 0,-31 45-601,-47-512-1071,0-1 9,0 0 1,1 0-1,0 0 1,1 0 0,0-1-1,10 22 1,-12-31-19,-1-2-13,0 1 1,0-1-1,0 1 1,1-1 0,-1 0-1,0 1 1,0-1-1,1 0 1,-1 1 0,0-1-1,1 0 1,-1 0-1,0 1 1,1-1 0,-1 0-1,0 0 1,1 1-1,-1-1 1,1 0 0,-1 0-1,0 0 1,1 0-1,-1 0 1,1 0 0,-1 0-1,1 0 1,-1 1-1,0-2 1,1 1 0,-1 0-1,2 0 1,-2-15-1472,0 0 561,0-9-1834,-5-48 0,-7 24-1883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2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11541,'0'0'1969,"181"75"-544,-101-54-321,0-3-703,-3-9-401,-14-6 0,-2-3-177,-15 0-3024,-9-15-8084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2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1 434 12134,'0'0'723,"8"-27"-654,28-87-61,-27 90-48,2 1 0,13-25 0,-15 33-367,14-34 0,-19 36-33,-1 1 1,0 0-1,-1-1 0,0 0 0,0-16 1,-1-12 3082,-6 45-2072,2 5-437,0 1 0,0-1 0,1 1 0,0 0 0,1 0-1,0-1 1,1 1 0,1 17 0,-2-1 171,1 508 4736,0-533-5034,9 236 1084,-5-191-931,2 0 0,2-1 0,14 48 1,-20-88-147,16 46 158,-16-48-162,0 1-1,0-1 1,0 1 0,0-1 0,0 0-1,1 1 1,-1-1 0,1 0 0,0-1-1,4 4 1,-7-6-23,1 1 0,0-1 0,-1 1 0,1-1 0,-1 0-1,1 1 1,0-1 0,-1 0 0,1 0 0,0 1 0,-1-1 0,1 0 0,0 0 0,-1 0 0,1 0 0,0 0-1,-1 0 1,1 0 0,0 0 0,-1 0 0,1 0 0,0 0 0,0-1 0,0 1-129,0-1-1,-1 0 1,1 1 0,0-1 0,-1 0 0,1 1-1,-1-1 1,0 0 0,1 0 0,-1 0 0,1 1 0,-1-1-1,0 0 1,0 0 0,1 0 0,-1 0 0,0 0-1,0 1 1,0-1 0,0-2 0,0-36-4431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7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87 8052,'0'0'5111,"-4"-9"-4353,-13-32-38,17 40-695,0 0 0,-1 0 0,1 0-1,0 0 1,0 0 0,0 0 0,0 0-1,0 0 1,0 0 0,0 0 0,0-1-1,1 1 1,-1 0 0,0 0 0,1 0-1,-1 0 1,1 0 0,-1 0 0,1 0 0,-1 1-1,1-1 1,-1 0 0,1 0 0,0 0-1,0 0 1,-1 1 0,1-1 0,0 0-1,0 1 1,0-1 0,0 1 0,0-1-1,0 1 1,0-1 0,0 1 0,0-1-1,0 1 1,2 0 0,3-2 66,1 1-1,-1 0 1,1 0 0,10 1 0,-15 0-54,3 0-17,0 1 0,0-1 0,0 1-1,0 0 1,0 1 0,0-1 0,0 1 0,0 0 0,0 0-1,-1 1 1,1-1 0,-1 1 0,0 0 0,4 3 0,5 6 55,0 1 0,19 24 0,-31-36-70,28 37 197,-2 2 0,-1 0-1,-2 2 1,-2 1 0,-2 0-1,-1 2 1,-3 0 0,13 55-1,-11-12 94,-3 1-1,-4 1 1,-2 130 0,-9-125-69,-15 101 0,7-137-175,-3-1 0,-34 106 0,32-127-35,0 0 0,-3-1 0,-1-1 0,-2 0 0,-36 50 0,26-52 10,27-31-41,0 0 0,0-1 0,0 1 0,0-1 0,0 0 1,-1 0-1,1 0 0,0 0 0,-1 0 0,1 0 0,-1 0 0,1-1 1,-1 0-1,-3 1 0,5-1-26,1 0 0,0 0 1,-1 0-1,1 0 0,-1 0 1,1 0-1,0 0 0,-1 0 1,1 0-1,0 0 0,-1-1 0,1 1 1,-1 0-1,1 0 0,0 0 1,-1 0-1,1-1 0,0 1 1,-1 0-1,1 0 0,0-1 0,0 1 1,-1 0-1,1-1 0,0 1 1,0 0-1,-1-1 0,1 1 1,0-1-1,-1-14-1094,1 8 567,0-40-2967,0-16-2543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7.5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93 11621,'0'0'6726,"-2"-4"-5867,2 4-841,-1-1 0,1 1 1,0-1-1,0 1 0,0-1 0,0 1 0,0-1 0,-1 0 0,1 1 0,0-1 1,0 1-1,0-1 0,1 1 0,-1-1 0,0 0 0,0 1 0,0-1 1,0 1-1,0-1 0,1 1 0,-1-1 0,0 1 0,1-1 0,-1 1 1,0-1-1,1 1 0,-1-1 0,1 0 0,1 0 19,-1 0 0,1 0 0,0 0 0,0 0 0,0 0 0,0 0 0,0 1 0,4-2 0,11-1 106,30-1 1,-18 1-89,12-1-163,199-33-2223,-235 36 1858,-4 1 147,0-1 0,0 1 0,0 0 0,0 0 0,0 0 0,0-1 0,0 1 0,-1 0-1,1-1 1,0 1 0,0-1 0,0 1 0,0-1 0,0 1 0,0-1 0,-1 0 0,1 1 0,0-1 0,-1 0 0,2-1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37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12470,'0'0'3121,"240"3"-1792,-150-3-913,1 0-416,-11 0-224,-20-15-2497,-23 0-4595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45.1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0 531 2545,'0'0'12446,"25"-27"-12291,79-85-75,-94 102-57,33-35-241,57-77 0,-90 107 142,-1 0 1,-1 0 0,0-1-1,-1-1 1,0 1 0,-2-1-1,0 0 1,5-32-1,-7 12 469,-4 352 17,3 358 2768,12-502-1958,-6-101-829,-7-45-361,-1-24-126,0-4-1596,0 0 1315,-1 0 0,1 0 0,-1-1 0,1 1 0,-1 0 0,0 0 1,-1 0-1,-1-5 0,-4-9-1703,-4-26-4717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46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321 166 4162,'0'0'3866,"0"-4"-3247,0 0-649,1-17 1830,-1 21-1744,0-1-1,0 1 1,0-1 0,0 1-1,0-1 1,0 1 0,0-1-1,0 1 1,0-1 0,-1 1-1,1-1 1,0 1-1,0-1 1,0 1 0,-1-1-1,1 1 1,0-1 0,0 1-1,-1-1 1,1 1 0,0 0-1,-1-1 1,1 1-1,-1 0 1,1-1 0,0 1-1,-1 0 1,1 0 0,-1-1-1,1 1 1,-1 0 0,-17-1 105,13 1-154,0-1 0,0 1 0,0 0 1,0 0-1,0 0 0,0 1 0,1-1 0,-1 1 0,0 1 0,0-1 1,1 1-1,-1-1 0,1 1 0,-1 1 0,1-1 0,-6 4 0,-10 13 167,1 1-1,1 1 0,0 1 0,2 0 1,1 1-1,0 0 0,2 2 0,1-1 1,0 2-1,2-1 0,1 1 0,2 1 1,0 0-1,1 0 0,-2 46 0,4-8 634,4-1 0,13 115 1,-9-155-577,1 0 0,1-1 1,0 0-1,2 0 1,1 0-1,1-1 1,1 0-1,0-1 1,2 0-1,24 31 1,-32-46-202,0-1 0,0 1 0,0-1 1,1-1-1,-1 1 0,1-1 0,0 0 0,1 0 0,-1 0 0,1-1 1,-1 0-1,1-1 0,0 1 0,0-1 0,0-1 0,0 1 0,1-1 1,-1-1-1,8 1 0,8 0 86,40-4 1,-54 2-110,-1-1 1,0 0 0,0 0-1,-1-1 1,1 0-1,0 0 1,-1-1 0,10-6-1,4-4-127,-1-1-1,-1-1 0,0-1 0,-1-1 1,-1 0-1,0-2 0,-2 0 0,0 0 1,-2-1-1,0-1 0,-1 0 0,-1-1 0,-2 0 1,0-1-1,-1 0 0,-1 0 0,-2-1 1,4-37-1,-5-100-108,-4 129 218,-1 10 14,-1 0 1,-1 1-1,-1-1 1,-1 1-1,-1 0 1,-1 0-1,-12-26 1,-4 0 19,-57-89 1,71 122-28,-1 1 1,-1 0 0,0 0 0,0 2 0,-2-1 0,1 1 0,-1 1 0,-1 0 0,0 1-1,-1 1 1,-19-10 0,26 15-95,-2 0 149,1 0 1,-1 0-1,-14-2 1,23 5-112,-1 1-1,0-1 1,0 1 0,0 0-1,1 0 1,-1 0 0,0 0-1,0 0 1,0 0 0,1 0-1,-1 1 1,0-1 0,0 1 0,1-1-1,-1 1 1,0 0 0,1-1-1,-1 1 1,0 0 0,1 0-1,-1 0 1,1 1 0,0-1-1,-1 0 1,1 0 0,-2 2-1,-7 19-3353,3 0-3155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48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290 226 4994,'0'0'4208,"-5"-5"-3333,3 3-734,-1-1 0,0 0 0,0 1 1,0 0-1,0 0 0,0 0 0,-1 0 1,1 0-1,-1 0 0,1 1 0,-1 0 1,0 0-1,1 0 0,-1 0 0,0 1 1,0-1-1,-5 1 0,-7 0 165,7-1-92,-1 1 0,1 1 0,-18 2 1,23-2-177,0 1 0,1-1 0,-1 1 0,0-1 1,1 1-1,-1 0 0,1 0 0,0 1 1,0-1-1,0 1 0,0-1 0,-4 6 1,-4 6 55,1 0 0,0 1 0,2 0 0,-1 1 1,2 0-1,0 0 0,1 1 0,1 0 1,0 0-1,1 0 0,-1 18 0,-2 29 768,3 107-1,4-121-473,0-1 0,-1-3 200,2 1 0,13 90 1,-12-124-502,1 0 0,1 0-1,0-1 1,1 1 0,0-1 0,1 0 0,0 0 0,1-1 0,0 0 0,1 0 0,0 0-1,1-1 1,0 0 0,1-1 0,12 9 0,-12-11-38,1 0-1,0-1 1,0-1-1,0 0 1,1-1 0,0 0-1,0 0 1,0-1-1,0-1 1,1 0 0,-1-1-1,0 0 1,19-2-1,-15 1-29,0-2 0,-1 0-1,1-1 1,0-1 0,-1 0-1,0-1 1,0-1 0,-1 0-1,28-17 1,-17 7-123,-2-1 0,0-2 0,-1 0 0,0-1 0,31-40 0,-41 43-15,0 0 0,-1-1 0,-1 0 0,0 0 0,-2-1 0,0-1 0,-1 1 0,-1-1 0,3-21 0,-2-11 7,-3 0 0,-1-1 0,-10-97 0,3 119 124,-1 0 0,-2 1 1,-1 0-1,-14-34 0,3 18 15,-46-81-1,53 108-11,0 0 0,-1 0 0,0 2 0,-25-25 0,34 38-20,-1-1 0,0 1-1,0 0 1,0 1 0,0-1-1,0 1 1,-1 0 0,0 0-1,0 1 1,1-1 0,-1 1-1,0 1 1,-1-1 0,1 1-1,0 0 1,0 1-1,-1-1 1,1 1 0,0 0-1,-11 2 1,15-1-59,0-1 1,-1 1-1,1 0 0,0 0 0,0 0 0,0 0 1,0 0-1,1 0 0,-1 0 0,0 1 1,0-1-1,1 1 0,-1-1 0,1 1 1,-3 2-1,-13 30-2622,0 12-2756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0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34 8084,'0'0'6568,"-5"-6"-5530,-14-16-152,19 22-877,0 0 0,0 0 0,0 0 1,0 0-1,1 0 0,-1 0 1,0 0-1,0 0 0,0 0 0,0 0 1,0 0-1,0 0 0,1 0 1,-1 0-1,0 0 0,0 0 1,0 0-1,0 0 0,0-1 0,0 1 1,0 0-1,1 0 0,-1 0 1,0 0-1,0 0 0,0 0 0,0 0 1,0-1-1,0 1 0,0 0 1,0 0-1,0 0 0,0 0 0,0 0 1,0-1-1,0 1 0,0 0 1,0 0-1,0 0 0,0 0 0,0 0 1,0-1-1,0 1 0,0 0 1,0 0-1,0 0 0,0 0 0,0 0 1,0 0-1,0-1 0,0 1 1,0 0-1,-1 0 0,35 2 195,0 2 0,0 1 0,-1 2 0,36 12 1,60 12-23,-48-20 120,125 0 0,-81-11-3692,-71 0-141,-46 0-1757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1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622 9 7075,'0'0'5782,"0"0"-5765,0-1 0,1 1 0,-1 0 1,0 0-1,0-1 0,0 1 0,0 0 1,0 0-1,0 0 0,0-1 0,0 1 1,0 0-1,0 0 0,0-1 1,0 1-1,0 0 0,0 0 0,0-1 1,0 1-1,0 0 0,0 0 0,-1-1 1,1 1-1,0 0 0,0 0 0,0 0 1,0-1-1,0 1 0,-1 0 1,1 0-1,0 0 0,0-1 0,0 1 1,0 0-1,-1 0 0,-6 4 37,0 1-1,1 0 1,0 0 0,0 1-1,0-1 1,1 1 0,-1 1-1,-7 12 1,-6 6 119,-47 61 492,-59 103 0,-41 101 510,120-206-942,32-58-178,-17 27 257,3 2-1,-22 62 1,47-109-248,1 0 1,0 0 0,0-1 0,1 1-1,0 0 1,0 14 0,12-22-68,-6-1-151,0-1-1,0 0 0,0-1 1,0 1-1,0-1 0,0 0 0,-1 0 1,1-1-1,-1 1 0,0-1 1,0 0-1,0 0 0,-1 0 0,1-1 1,4-8-1,9-14-3121,20-43 0,-30 57 1971,26-56-5827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1.8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9332,'0'0'4344,"5"-1"-4043,-4 1-293,1-1 15,0 1-1,-1-1 1,1 1 0,0 0-1,0 0 1,0 0-1,-1 0 1,1 0-1,0 0 1,0 0 0,0 1-1,0-1 1,-1 1-1,1-1 1,0 1-1,-1 0 1,1-1 0,0 1-1,-1 0 1,1 0-1,-1 0 1,1 1 0,-1-1-1,0 0 1,1 0-1,-1 1 1,2 1-1,8 15 179,0-1 0,0 1-1,-2 1 1,9 23-1,25 87 723,-40-119-853,112 512 3704,-56-218-2466,-48-261-1184,20 52 0,-30-94 174,0 4-1375,-10-8-2015,-70-49-3196,26 9 779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2.1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1 102 14086,'0'0'1553,"174"-33"-432,-81 18-849,7 3-272,-6-3-64,-11 3-1777,-16-3-4850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2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1 584 12230,'4'-26'160,"16"-83"-131,-17 98-35,0 1 0,1-1 1,1 1-1,-1 1 0,1-1 0,11-14 1,2-6-27,-9 12-46,-1-1 0,-1 1 0,0-2 0,4-25 0,7-78 133,-10 58 867,-7 60-987,2-16 2195,-1 23-954,-1 14-1010,9 778 4702,-10-560-4478,0-216-367,2 66 19,-1-75-37,0 1 1,1-1-1,0 1 0,1-1 0,0 0 0,5 11 1,-5-10 681,-3-4-2820,-19-21-11783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2.8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5635,'0'0'11066,"9"-5"-10484,0-1-505,1 1 0,-1 1 0,1 0 0,0 0 0,0 1 0,0 0 0,16-2 0,85 2 110,-77 3-513,1-1 1,52-8-1,-76 5-299,-2 1-1848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3:53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11205,'0'0'5395,"231"18"-5363,-154-18-32,-4 0-16,-16 0-2450,-24 0-4865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0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91 3650,'0'0'5837,"0"-14"-4575,0-62 2772,0 82-3949,0 658 3322,-13-375-2342,-1 7 170,14-295-1241,0 0 1,0-1-1,0 1 0,0-1 1,0 1-1,0-1 1,1 1-1,-1-1 1,0 1-1,0 0 0,0-1 1,1 1-1,-1-1 1,0 1-1,1-1 1,-1 0-1,0 1 0,1-1 1,-1 1-1,1-1 1,-1 0-1,0 1 1,1-1-1,-1 0 0,1 1 1,-1-1-1,2 1 1,17 0-878,-15-2 615,-1 0-1,1 1 1,-1-1 0,0-1-1,1 1 1,-1 0 0,0-1 0,0 0-1,6-4 1,14-24-2992,-3-8-1753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1.2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13 7507,'0'0'5240,"0"-1"-5100,0 1 0,0-1 1,0 1-1,0-1 0,0 1 0,0-1 0,0 1 0,0-1 0,0 1 0,0-1 1,0 1-1,0-1 0,0 1 0,0-1 0,0 1 0,-1-1 0,1 1 0,0-1 0,0 1 1,-1-1-1,1 1 0,-1-1 0,-3 2-111,-1-1-1,1 1 1,-1 1 0,1-1-1,0 1 1,0-1 0,-1 1-1,1 0 1,0 1 0,1-1-1,-1 1 1,0 0 0,1 0-1,-1 0 1,1 0 0,0 1-1,0-1 1,0 1 0,1 0-1,-4 6 1,-3 5 39,0 0 1,2 1-1,0 1 1,-7 22-1,6-7 213,1 1 1,-5 63-1,6 70 880,6-154-1066,-1 243 1442,1-230-1395,1-1 1,1 1-1,1 0 1,1-1-1,13 41 0,-14-56-103,1 0-1,-1 0 0,2 0 0,-1-1 0,1 1 1,1-1-1,-1 0 0,1-1 0,1 1 0,-1-1 0,1-1 1,0 1-1,1-1 0,0 0 0,0-1 0,0 0 1,13 6-1,-8-6-8,0-1 1,0-1 0,0 0 0,0 0-1,0-1 1,1-1 0,-1-1-1,1 1 1,-1-2 0,1 0-1,-1-1 1,0 0 0,1-1-1,-1 0 1,17-8 0,-14 3-75,-1-2 1,0 1 0,0-2-1,-1 0 1,-1-1 0,0 0-1,-1-1 1,0 0-1,14-20 1,-7 5-267,-1-1 0,-1 0-1,-1-1 1,11-35 0,-17 38-100,-2-2 1,-1 1-1,-1-1 1,3-55-1,-11-115-576,0 178 982,-1 0-1,0 0 1,-2 0-1,0 0 1,-1 1-1,-1 0 0,-18-34 1,21 45 48,-1 1 1,0-1-1,-1 1 0,0 0 1,-1 0-1,1 1 0,-1 0 0,-1 0 1,1 1-1,-1 0 0,0 0 1,-1 0-1,1 1 0,-1 1 1,0 0-1,0 0 0,-1 0 1,-15-3-1,-12 2 384,0 2 0,-59 3 0,43 1-410,52-1-610,15 0-10389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1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96 6019,'0'0'6104,"0"-1"-5980,0 1-1,0 0 1,-1-1 0,1 1 0,0-1-1,-1 1 1,1 0 0,0-1 0,-1 1-1,1 0 1,0 0 0,-1-1 0,1 1-1,-1 0 1,1 0 0,-1 0 0,1-1-1,0 1 1,-1 0 0,1 0 0,-1 0-1,1 0 1,-1 0 0,1 0 0,-2 0-1,-3 0-36,0 0 0,0 0 0,0 0 0,0 1-1,0 0 1,0 0 0,-7 2 0,9-1-60,-1 0 0,1 0 1,0 0-1,0 1 0,0-1 1,1 1-1,-1-1 0,0 1 0,1 0 1,0 0-1,-3 5 0,-7 12 205,1 0 0,1 1 1,1 0-1,1 0 0,1 1 0,-8 35 0,4 8 524,-3 68 1,8 112 790,6-206-1355,0-35-174,-1 32 218,2 1 0,2 0 0,0-1 0,15 57 0,-15-83-184,0 0 0,1 0 0,0-1 0,1 1 1,0-1-1,1 0 0,0-1 0,0 0 0,8 9 0,-8-11-26,0-1 1,0 0-1,1 0 1,0-1-1,0 0 1,0 0-1,0 0 0,0-1 1,1 0-1,0-1 1,-1 0-1,1 0 1,11 1-1,-7-1-18,1-1 0,0 0 0,-1-1 0,1-1 0,0 0 0,0-1 0,-1 0 0,1-1 0,-1 0 0,0-1 0,0 0 0,0-1 0,-1 0 0,1-1 0,-1 0 0,0-1 0,-1-1 0,0 1 0,16-17 0,-3 3-300,-2-2-1,0-1 1,-2-1 0,-1 0 0,-1-1-1,-1-1 1,-1-1 0,-1 0-1,-2-1 1,-1 0 0,-1-1-1,-1 0 1,-2-1 0,-1 0 0,2-43-1,-6 38-18,-2 0 0,-6-43 0,3 59 283,-1 0 1,-1 0-1,0 0 0,-2 1 1,-10-24-1,7 22 157,-1 0 1,-1 0-1,-1 1 1,-1 0-1,0 2 0,-1-1 1,-2 2-1,1 0 1,-2 1-1,0 0 0,-1 2 1,-1 0-1,-33-17 1,-100-36 24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5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472 28 4418,'0'0'6251,"0"-6"-5381,0-8-768,0 6 1671,-11 31-927,-56 109-509,16-35 142,-205 417 2096,237-478-2430,5-11-31,2 0 1,0 0-1,2 1 1,-8 31-1,16-38 38,13-29-2481,-5 2 1269,-1-1 0,0-1 0,0 1 0,2-11 0,-5 16 622,14-34-4765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6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76 6755,'0'0'4544,"17"-13"-3805,52-39-233,-50 41-331,-18 11-167,-1 0-1,0 0 1,1 0-1,-1 0 1,0 0-1,1 0 0,-1 0 1,1 0-1,-1 0 1,0 0-1,1 0 0,-1 0 1,0 0-1,1 1 1,-1-1-1,0 0 0,1 0 1,-1 0-1,0 0 1,1 1-1,-1-1 0,0 0 1,1 0-1,-1 1 1,4 3 96,0 0 0,-1 1 1,1-1-1,-1 1 0,0 0 1,-1 0-1,1 0 0,3 9 1,12 51 661,-14-50-559,55 302 2514,-36-177-1691,-8-53-429,33 168 954,-33-191-921,44 117-1,-58-178-622,1 3 0,1 1 1,0-1 0,0 1-1,0-1 1,1 0-1,0 0 1,0-1 0,9 11-1,-12-16-270,-5-7-1998,-43-48-2928,40 47 4453,-35-39-3849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6.4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82 14247,'0'0'4225,"234"-27"-3344,-131 15-593,-2 6-288,-8 0-192,-9 3-1505,-11-9-3073,-23-4-7236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06.7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0 333 9172,'0'0'115,"9"-26"2,29-83-37,-31 90-50,-1 0-1,-1-1 1,-1 0-1,4-38 1,-8 9 3052,0 37-1779,-10 347 2958,10 393-668,0-725-3883,0-22-4014,0-16-1352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4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68 3506,'0'0'6696,"0"-10"-5810,0-25-415,0 13 2427,-1 192-1757,13 343 2609,-12-509-3729,3 20 189,5 29-1,-6-45-164,0-1 0,0 0-1,1 0 1,0 0 0,0-1 0,1 1-1,0-1 1,5 7 0,-8-11-85,0 0 0,1 0 0,-1-1 0,1 1 0,-1-1 0,1 0 0,0 1 0,-1-1 0,1 0 0,0 0 0,0 0 0,0 0 0,0 0 0,0 0 0,0-1 0,0 1 0,0-1 1,0 1-1,0-1 0,0 0 0,0 0 0,1 0 0,-1 0 0,0 0 0,0 0 0,0-1 0,0 1 0,4-2 0,-3 1-313,0 0 0,-1-1 1,1 1-1,0-1 0,-1 0 0,1 0 0,-1 0 0,0 0 1,0 0-1,0-1 0,0 1 0,0-1 0,0 1 0,0-1 1,-1 0-1,0 1 0,1-1 0,0-3 0,6-27-5300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4.5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 12470,'0'0'4562,"217"-21"-4370,-146 21-192,-1 0 0,-10 0-32,-17 0-192,-13 0-320,-13 0-401,-10 0-352,-7-3 129,0-3-465,0-3-1040,0-3-96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4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5314,'0'0'6916,"-3"0"-6468,13 66 576,0 30 129,-7 37 159,-3 26-287,0 7 127,0-4-767,0-27-385,-3-23 0,3-22-625,0-21-1264,-10-15-2897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5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91 3858,'0'0'8956,"0"-11"-8225,0-68 3060,0 82-3722,-17 283 1416,0-1 234,17-190-1534,0-95-217,0 0 1,0 0 0,0 1 0,0-1 0,0 0 0,0 0 0,0 1 0,0-1 0,0 0 0,0 0 0,0 1-1,0-1 1,0 0 0,0 0 0,0 0 0,0 1 0,0-1 0,0 0 0,0 0 0,0 1 0,0-1 0,0 0 0,1 0-1,-1 0 1,0 1 0,0-1 0,0 0 0,0 0 0,1 0 0,-1 1 0,0-1 0,0 0 0,0 0 0,1 0 0,-1 0-1,0 0 1,0 0 0,0 0 0,1 1 0,-1-1 0,0 0 0,0 0 0,1 0 0,-1 0 0,0 0 0,0 0 0,1 0-1,-1 0 1,0 0 0,0 0 0,1 0 0,-1 0 0,0-1 0,0 1 0,1 0 0,0 0-134,-1-1 1,1 0-1,0 1 0,-1-1 1,1 0-1,0 1 1,-1-1-1,1 0 0,-1 0 1,1 1-1,-1-1 1,0 0-1,1 0 0,-1 0 1,0 0-1,1 0 1,-1-1-1,3-30-3730,-3-11-1737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5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8676,'0'0'10397,"31"-2"-9840,107-8-282,151 2-878,-271 7 1016,-11 1-3069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6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6819,'0'0'9749,"6"166"-8133,-6-58 129,0 6-592,0-5-273,0-10-544,0-18-320,0-15-32,0-21 16,0-12-256,0-12-1265,0-12-2560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7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0 171 1761,'0'0'9423,"4"0"-8567,15 0 49,-1 1-74,1-1 1,-1-1 0,1-1 0,-1 0 0,31-9 0,141-45 81,-114 40-871,1 3 0,118-3 0,-57 6-16,354-8-21,-86 7 3,351-4-21,-429 48 29,-195-12-15,-60-8 2,141 6 1,-6-21-15,288 7-189,-261 13 208,61 2-595,-80-10 1665,-221-10-1106,-3 0 239,2 0-3838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4:17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55 13654,'0'0'7124,"163"-13"-6852,-86 13-64,0 0 0,-10 0-176,-7-9-32,-10 3-48,-16-6-705,-14 6-527,-14-3-1441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3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88 4434,'0'0'4968,"2"-6"-4544,-1 4-409,3-9 785,-1 0 0,0 0 0,0 0 0,-1 0 0,0-13 1913,-2 25-2894,-9 431 1142,1-101 468,5 95 329,5-398-2764,-1-45-4537,-1-29 1335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3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63 260 6355,'0'0'4322,"8"-9"-3604,23-26 45,-30 35-642,-1-1 0,1 1 0,-1 0 0,1-1 0,-1 1 0,0-1 1,1 1-1,-1-1 0,1 1 0,-1-1 0,0 1 0,0-1 0,1 1 1,-1-1-1,0 0 0,0 1 0,0-1 0,0 1 0,1-1 0,-1 0 1,0 1-1,0-1 0,0 1 0,-1-2 0,1 1-91,-1 1 1,1 0-1,-1-1 0,1 1 0,-1 0 1,1 0-1,-1-1 0,1 1 0,-1 0 0,1 0 1,-1 0-1,1 0 0,-1 0 0,0 0 1,1 0-1,-1 0 0,1 0 0,-1 0 0,-1 0 1,-1 0-42,-1 1 0,1 0 0,-1 0 0,1 0 0,0 0 0,-7 3 0,5 1 17,0 0 0,0 1 0,1-1 0,-1 1 0,1 0 1,0 0-1,1 1 0,0-1 0,0 1 0,0 0 0,1 0 0,-3 11 0,0 7 59,1 1-1,-1 33 0,5 296 2118,3-319-1737,0 0 0,2 0 0,19 64-1,-20-85-341,1-1 0,1 0 0,0 0-1,1-1 1,0 0 0,1 0 0,1 0-1,0-1 1,0 0 0,1-1 0,21 18-1,-23-23-93,0-1-1,1 0 0,-1-1 0,1 0 0,0 0 0,0-1 1,0 0-1,0-1 0,0 0 0,1-1 0,-1 1 1,1-2-1,-1 1 0,1-1 0,-1-1 0,1 0 1,-1 0-1,1-1 0,-1 0 0,0 0 0,0-1 0,0-1 1,0 1-1,0-2 0,-1 1 0,0-1 0,0 0 1,8-7-1,0-3-184,0-1-1,-1-1 1,0-1 0,-1 0-1,-1-1 1,-1 0 0,-1-1-1,-1 0 1,0-1 0,-2 0 0,7-24-1,-5 7-421,-1-1 0,-2 0 0,-1 0 0,-3 0 0,-1-67 0,-4 79 454,-1 1 1,-1 1-1,-2-1 0,0 1 1,-2 0-1,0 0 1,-16-31-1,2 14 138,-2 0 1,-2 1-1,-32-38 1,40 56 336,-1 0 1,-33-30 0,46 48-101,0 0 0,0 0 0,0 1 0,-1 0 0,0 0 0,0 0 0,0 1 0,0 0 0,0 0 0,-1 1 0,1 0 0,-1 0 0,0 1 0,-11-1 0,16 2-206,-1-1-1,1 1 0,0 0 0,0 1 1,0-1-1,0 0 0,0 1 0,0 0 1,0 0-1,0 0 0,0 0 0,0 0 1,0 0-1,0 1 0,0-1 0,1 1 1,-1 0-1,1 0 0,-1 0 0,1 0 1,0 0-1,0 1 0,0-1 0,0 1 1,0-1-1,1 1 0,-1 0 0,1 0 1,-1-1-1,1 1 0,0 0 0,0 0 1,-1 6-1,-5 35-1067,7-41 737,0 0-1,0 0 0,0 0 1,0 0-1,0 0 0,1 0 1,-1 0-1,1 0 0,0 0 1,0-1-1,0 1 0,0 0 1,3 4-1,-1-4-451,0 0 1,0-1-1,0 1 0,1-1 1,-1 0-1,6 3 0,22 9-8382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4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9 7587,'0'0'6465,"-8"-2"-5820,-25-4-135,31 6-486,0 0-1,0 0 1,0 0-1,1 0 1,-1 0-1,0 0 1,0 0-1,1 1 1,-1-1-1,0 1 1,0-1 0,1 1-1,-1-1 1,0 1-1,1 0 1,-1 0-1,1 0 1,-1 0-1,1 0 1,0 0-1,-2 2 1,0 1 31,0 0 0,0 0 0,0 0 0,0 1 0,-2 5 0,4-8-20,-7 17 165,1 0-1,0 1 1,2-1 0,0 1-1,-3 33 1,-1 108 1144,9-141-1162,-1 9 111,4 269 2226,0-259-2206,2 0 0,1-1 0,3 0 0,1 0 0,22 57 0,-25-80-251,0 0 0,1-1-1,0 0 1,12 15 0,-15-23-50,1 0 0,-1-1 0,1 1 0,-1-1 0,2 0 0,-1-1-1,0 1 1,1-1 0,0-1 0,10 5 0,-6-4-5,0 0 1,0-1-1,1-1 0,-1 0 0,0 0 0,1-1 1,-1-1-1,1 0 0,-1 0 0,1-1 0,-1-1 1,20-4-1,-17 1-35,-1 0 1,0 0-1,0-1 0,0-1 1,-1-1-1,0 1 1,0-2-1,-1 0 0,14-13 1,-8 4-225,0-1 1,-2-1-1,0-1 0,-1 0 1,-1-1-1,-1 0 1,0-1-1,-2 0 1,-1-1-1,-1 0 0,6-32 1,-8 24-283,-1 0 1,-2-1-1,-2-57 0,-2 70 393,-2 0-1,0 0 0,-1 0 1,-1 0-1,0 1 0,-2-1 0,-11-22 1,0 8 98,-1 1 0,-3 1 0,0 0 0,-2 2 0,-1 1 0,-2 1 0,-39-33 0,55 52 181,0 1 0,0 1 0,0 0 0,-1 1 0,0 0 0,0 0 0,0 1 1,-1 1-1,0 0 0,0 1 0,0 0 0,0 1 0,0 1 0,0 0 1,-1 0-1,1 2 0,-24 3 0,32-4-97,0 1 0,0 1 0,1-1-1,-1 1 1,0 0 0,1 0 0,-1 0 0,1 1 0,0-1-1,-6 6 1,0 0-151,1 1 0,-12 17 0,-8 6-3555,15-21-4610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5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211 376 2193,'0'0'6395,"1"-2"-5611,-1 0-619,0 2-68,1-1 0,-1 0 0,0 0 0,0 1 0,1-1 0,-1 0 0,1 0 0,-1 1 0,0-1 0,1 0 0,-1 1 0,1-1 0,0 0 0,-1 1 0,1-1-1,-1 1 1,5-3 3757,-7 5-3745,-4 4-30,1 0 0,0 0 0,1 0 0,-1 1 0,1 0 0,-4 10-1,-20 50 198,25-61-239,-15 49 333,2 2-1,3 0 1,2 1 0,2 0 0,3 0 0,3 1 0,8 106-1,-5-155-303,1 0-1,1 0 0,0-1 1,0 1-1,1-1 0,0 0 1,1 1-1,8 14 0,-9-19-36,0 0-1,1 0 0,0-1 0,0 1 1,0-1-1,0 0 0,1-1 1,-1 1-1,1-1 0,0 1 0,0-1 1,0-1-1,1 1 0,-1-1 1,9 3-1,-4-3-4,-1 1 0,0-2 1,1 1-1,-1-2 0,1 1 1,0-1-1,-1 0 0,1-1 0,-1 0 1,1-1-1,-1 0 0,0 0 1,16-7-1,-14 4-60,0-1 1,-1 0-1,1-1 1,-2 0-1,1 0 0,-1-1 1,0 0-1,0-1 1,-1 0-1,8-11 0,-7 7-104,0 0-1,-1-1 0,0 0 0,-1 0 0,-1-1 0,-1 0 0,0 0 0,0 0 0,-2-1 0,0 1 0,0-1 0,-2 0 1,0 0-1,-1 0 0,0 0 0,-2 1 0,-3-21 0,2 25 114,-1 0 0,0 1-1,-1-1 1,0 1 0,0 0 0,-1 0-1,-1 0 1,0 1 0,-15-17 0,-7-3 73,-48-35 1,71 59-39,-99-72 419,61 47 202,1-3-1,-63-61 1,101 89-594,1 0 0,0 0 0,1-1 0,-1 1 0,1-1-1,0 0 1,0 0 0,1 0 0,0 0 0,0 0 0,0-1 0,1 1-1,0-1 1,0 1 0,1-1 0,0 1 0,0-1 0,0 0 0,1 1-1,0-1 1,0 1 0,1-1 0,-1 1 0,1 0 0,1 0 0,-1 0 0,1 0-1,0 0 1,6-8 0,2 0-131,0 0 0,1 1 0,1 0 0,0 1 0,1 0 0,0 1 0,0 1 0,2 0 0,28-13 0,-23 13-64,0 1 0,1 2 0,0 0 1,1 1-1,-1 1 0,1 1 0,28-1 1,-42 5 118,0-1 0,-1 1 1,1 1-1,0 0 0,-1 0 0,1 1 1,-1 0-1,1 0 0,15 7 0,-20-6 22,1 0-1,-1 0 0,1 0 0,-1 1 0,0 0 0,0-1 1,-1 2-1,1-1 0,-1 0 0,0 1 0,0-1 1,0 1-1,-1 0 0,0 0 0,0 0 0,3 10 0,1 12 2,-1 1-1,-2 0 0,0 1 0,-3 56 0,-1-74 31,-1 29 266,-3 1 0,-1-1 0,-2 0 1,-1 0-1,-3-1 0,-31 73 0,-21 31 1003,61-138-1251,1-1 0,1 1 1,-1-1-1,0 1 0,1-1 0,0 1 0,0 0 1,0 6-1,2-11-121,0 0 0,0-1 0,0 1-1,0 0 1,0 0 0,-1-1 0,1 1 0,0-1 0,0 1 0,0-1 0,-1 1-1,1-1 1,0 1 0,-1-1 0,1 0 0,0 1 0,-1-1 0,1-1 0,36-35-3290,12-13-2005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6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481 2 4722,'0'0'12291,"-9"-1"-11779,5 1-480,0-1-1,1 1 1,-1 0 0,0 0-1,0 0 1,1 1-1,-1-1 1,0 1-1,0 0 1,1 0-1,-1 0 1,1 1 0,-1-1-1,1 1 1,0 0-1,-1 0 1,1 0-1,0 0 1,0 1-1,0-1 1,1 1-1,-6 5 1,2 0-1,0 1 1,0-1-1,1 1 1,0 0-1,1 1 0,0-1 1,0 1-1,1 0 1,1 0-1,-3 13 0,1 9-80,1 63 0,3-82 55,1 17 5,1 0 0,2-1 0,13 52 0,35 84 86,-12-44-61,-38-113-28,1 0 36,-1-1-1,0 0 1,-1 0 0,2 13 0,-3-19-38,0 1 1,0-1-1,0 0 1,0 0-1,-1 0 1,1 0-1,0 0 1,0 0 0,-1 1-1,1-1 1,0 0-1,-1 0 1,1 0-1,-1 0 1,0 0-1,1 0 1,-1 0 0,0-1-1,1 1 1,-1 0-1,0 0 1,0 0-1,0-1 1,0 1-1,0 0 1,0-1 0,0 1-1,0-1 1,0 1-1,0-1 1,0 0-1,0 1 1,0-1-1,0 0 1,0 0 0,-3 0-1,-14 2-122,0-1-1,0-1 1,-1-1-1,1 0 1,0-1-1,0-1 1,0-1-1,0-1 1,0 0-1,1-1 1,-22-12-1,15 5-976,1-1 0,-32-27 0,45 33 303,1-1 1,0-1-1,0 1 0,1-1 1,0-1-1,0 1 0,-7-17 1,-3-14-3445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6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12358,'0'0'3729,"174"0"-3280,-128 24-417,-12 0-64,-7 6-945,-24 3-1488,-3-3-2369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6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9716,'0'0'6339,"25"8"-5357,49 14-85,90 15-1,189 14-222,657 9-1,-842-60-718,624-8-275,-456 4 572,-289 4-45,-45 0 67,-12 0 1034,-2 0-1076,0-1 0,0 1 0,0-2 1,-15-3-1,23 4-500,0 0 1,1-1 0,-1 1-1,0-1 1,1 1-1,0-1 1,-1-1-1,1 1 1,0 0 0,0-1-1,0 1 1,0-1-1,0 0 1,1 0 0,0 0-1,-1 0 1,-3-8-1,-6-16-4336,-2-8-2989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9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264 18 624,'0'0'6166,"-3"-18"2982,-3 19-8969,0 0 1,0 0-1,0 0 0,0 1 0,0 0 1,0 0-1,1 1 0,-1-1 0,1 1 1,-1 0-1,1 1 0,-8 6 1,-8 7 139,-27 31 1,39-38-121,-3 2-93,1 1 0,1 0-1,0 1 1,1 1-1,0-1 1,1 1 0,-9 25-1,14-33-103,0 1 0,1 0-1,0 0 1,1 0-1,-1 1 1,1-1-1,1 0 1,0 0 0,0 1-1,1-1 1,0 0-1,0 0 1,1 0 0,0 0-1,0 0 1,1 0-1,0 0 1,4 7-1,-2-6-13,2-1 0,-1 1 0,1-1-1,0-1 1,0 1 0,10 6 0,57 40-62,-34-26 79,-2-1 20,73 58 107,-98-74-121,-1 0 0,-1 1 0,0 1 0,0 0 0,-1 0 0,9 18 1,-17-26 5,1 0 1,-1 0-1,0 0 1,0 0 0,-1 1-1,0-1 1,0 1-1,0-1 1,0 1 0,-1-1-1,0 7 1,-1-9-1,1 1 0,-1-1 1,0 0-1,1 1 0,-2-1 1,1 0-1,0 1 0,-1-1 1,1 0-1,-1 0 0,0 0 1,0 0-1,0-1 0,0 1 0,-1 0 1,1-1-1,-6 5 0,-7 3-218,0 0 0,-1-1-1,0-1 1,-1 0-1,0-1 1,0-1-1,-1-1 1,1 0 0,-1-1-1,0-1 1,0-1-1,-1-1 1,-31-1-1,48 0 4,0 0-1,1 0 0,-1-1 0,0 1 0,1-1 0,-1 1 0,0-1 1,1 0-1,-1 0 0,1 0 0,-1 0 0,1 0 0,-1 0 1,1 0-1,0 0 0,0 0 0,-1-1 0,1 1 0,0 0 0,0-1 1,0 1-1,0-1 0,1 1 0,-1-1 0,0 0 0,1 1 0,-1-3 1,-10-30-5181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5:39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13894,'0'0'2193,"204"30"-352,-124-5-1168,-10-1-609,-16-9-64,-17 0-913,-24-9-1648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01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149 33 6131,'0'0'6493,"13"-9"-5228,-12 7-1202,1 0 72,-1 0 0,1 0 0,0-1 0,-1 1 0,1 0 0,0 0 1,0 1-1,1-1 0,2-2 0,-4 4 295,-1 4-372,13 314 1420,-6-149-960,-9-158-609,1-12-407,2 0 467,-1 0 0,1-1 0,-1 1-1,1-1 1,-1 1 0,1 0 0,0-1-1,0 1 1,0 0 0,0 0 0,-1 0-1,2-1 1,-1 1 0,0 0 0,1-1-1,4-2 22,1 0 0,-1 0-1,1 1 1,-1 0-1,1 0 1,0 0 0,10-2-1,56-9-119,-57 11 71,22-1-40,73 1-1,-76 3 88,-32 0 19,-1 1-1,1-1 1,0 0-1,-1 1 1,1-1-1,-1 1 0,1 0 1,-1 0-1,1 0 1,-1 0-1,1 0 1,-1 1-1,0-1 0,0 1 1,0-1-1,3 4 1,-1-1 25,0 1 0,-1-1 0,0 1 1,0 0-1,0 0 0,-1 0 1,4 7-1,-1 6 105,0-1 0,-1 1 0,4 34 0,-5-20 207,-1 1 0,-1 0 0,-6 49 0,3-74-305,0 0 0,0-1-1,-1 1 1,-1-1 0,1 0-1,-1 0 1,0 0 0,-1 0-1,-9 11 1,-1-1 0,0-1 0,-25 19 0,28-27-32,0 0 0,-1 0 0,0-1-1,0-1 1,0 0 0,-1 0 0,0-2-1,0 0 1,-1 0 0,1-2 0,-1 1-1,0-2 1,1 0 0,-19-1 0,17 0-21,-1 1-82,-1-1 0,1-1 0,0-1 0,-1 0 0,1-1 0,-27-8 0,22 3-14,0-1 0,1-1 0,0-1 0,-28-20 1,48 30 2,0 0 0,0 0 1,0 0-1,0 0 1,0 0-1,1 0 0,-1 0 1,0 0-1,1 0 1,-1 0-1,1 0 0,-1-1 1,1 1-1,-1 0 1,1 0-1,0-1 1,0 1-1,0 0 0,-1 0 1,1-1-1,1 1 1,-1 0-1,0-1 0,0-1 1,1-7-1610,-1-13-2721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01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51 3602,'0'0'9220,"-27"-51"-8420,47 51-416,20 0 545,14 0-257,6 6-32,3 6-287,1-6-353,-11-3-32,-9-3-1169,-14 0-2769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03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1 100 4418,'0'0'5427,"0"-9"-4771,0-81 1491,0 89-1997,6 23-14,16 127 1218,3 214 0,-25-171-471,1-187-855,-1-4-25,0 0 0,1 0 0,-1 0 0,0 0 0,0 0 0,0 0 0,0-1 0,-1 1 0,1 0 0,0 0 0,0 0 0,0 0 0,-1 0 0,1-1 0,0 1 0,-1 0 0,1 0 0,-1 0 0,0 0-279,0-1 0,0 0 0,-1 1 0,1-1-1,0 0 1,0 0 0,0 0 0,0 0 0,0 0-1,0 0 1,0 0 0,0 0 0,-1 0 0,1-1-1,0 1 1,0 0 0,0-1 0,0 1 0,0-1-1,-1 0 1,-5-17-4627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03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64,'0'0'12406,"26"-2"-11577,85-8 84,-85 9-682,0 1 0,0 1 0,0 2 0,0 0 1,-1 2-1,36 11 0,46 8-120,-66-23-1253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04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5523,'0'0'3953,"-10"145"-2928,10-49-129,0 18 465,7 28-449,-4 11-624,-3-6-288,3-14-1024,4-31-4339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1.2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1921,'0'0'3121,"20"-27"-4849,3 15-209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1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298 162 4002,'179'-120'1302,"-144"93"-850,-34 27-429,-1-1 0,0 1 1,0 0-1,1 0 0,-1 0 1,0-1-1,0 1 0,0 0 1,1 0-1,-1 0 0,0-1 1,0 1-1,0 0 0,0-1 1,1 1-1,-1 0 0,0 0 1,0-1-1,0 1 0,-1-8 6326,-28 8-5121,11-1-1125,1 1-1,-1 0 1,0 2-1,1-1 1,-1 2 0,1 1-1,-32 10 1,26-4-102,-1 2-1,2 0 1,0 2-1,0 0 1,-25 23 0,34-25-5,1 0 1,0 1 0,1 0-1,0 1 1,1 1-1,1-1 1,0 1 0,-12 31-1,10-12 41,1 0 0,2 0 0,2 1 0,1 0 0,1 0 0,3 56 0,0-71 121,2 1 0,0-1 0,1 1 1,2-1-1,0 0 0,1 0 0,0 0 0,2-1 0,0 0 0,2 0 0,0-1 1,1 0-1,0-1 0,20 24 0,-20-27-35,1-1 0,1-1 0,0 0 0,1 0 0,0-2 0,1 1 0,0-2 0,1 0 0,0 0 0,0-2 0,0 1 0,1-2 0,1 0 0,-1-1 0,0-1 0,22 3 1,-19-5-100,1-1 0,-1 0 1,1-1-1,0-1 0,-1-1 1,0-1-1,1 0 0,-1-2 1,0 0-1,-1-1 1,0-1-1,0-1 0,0 0 1,20-14-1,-16 7-481,0-2 0,26-25 0,-39 33-632,1-2 1,-2 1-1,12-18 1,-14 17-1185,-1 0 1,0 0 0,6-23 0,-11 34 2271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2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2689,'0'0'5635,"0"8"-5408,0 607 8883,0-614-9103,0 0-1,0-1 0,0 1 1,-1 0-1,1 0 0,0 0 1,0 0-1,1 0 0,-1 0 1,0 0-1,0-1 0,0 1 0,0 0 1,1 0-1,-1 0 0,0 0 1,1 0-1,-1-1 0,1 1 1,-1 0-1,1-1 0,-1 1 1,1 0-1,0-1 0,-1 1 0,1 0 1,0-1-1,-1 1 0,1-1 1,0 1-1,0-1 0,1 1 1,-1-1-33,1-1 1,-1 1 0,0 0 0,1-1 0,-1 1 0,0-1 0,0 0 0,0 1 0,1-1 0,-1 0-1,0 0 1,0 0 0,0 0 0,0 0 0,0 0 0,0 0 0,-1 0 0,1 0 0,0 0-1,-1-1 1,2-1 0,14-37-2875,-2-9-3689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2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0 7523,'0'0'4429,"-21"27"-3890,21-27-539,-87 116 678,84-111-628,0-1 1,0 1-1,1 0 1,-1 0-1,1 0 1,0 0-1,1 0 1,-1 0-1,1 1 1,0-1-1,0 6 1,2-7-1,-1 1 0,1 0 0,0 0 0,0-1 0,0 1 0,1 0 0,3 7 0,-3-9-26,4 10 49,1-1 1,0 0-1,1-1 1,13 15-1,41 43 210,-55-62-259,35 33 138,-30-30-25,0 0 0,-1 1 0,-1 1-1,11 14 1,-20-26-133,-1 1 0,0-1 0,0 0-1,0 1 1,1-1 0,-1 0 0,0 1-1,0-1 1,0 0 0,0 1 0,0-1 0,0 0-1,1 1 1,-1-1 0,0 0 0,0 1 0,0-1-1,0 1 1,0-1 0,-1 0 0,1 1-1,0-1 1,0 0 0,0 1 0,0-1 0,0 0-1,0 1 1,0-1 0,-1 0 0,1 1 0,0-1-1,0 0 1,-1 0 0,1 1 0,0-1-1,0 0 1,-1 0 0,1 1 0,0-1 0,-1 0-1,1 0 1,0 0 0,-1 1 0,1-1 0,0 0-1,-1 0 1,1 0 0,0 0 0,-1 0-1,1 0 1,0 0 0,-1 0 0,1 0 0,0 0-1,-1 0 1,0 0 0,-27 0 58,21 0-30,-15 0-6,10 1-327,-1-1 0,1 0 0,0-1 0,-1 0 0,1-1 0,0 0 1,0-1-1,0 0 0,-19-8 0,22 5-601,0 0-1,1 0 1,0 0 0,-8-9 0,-26-30-7377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3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9236,'0'0'6707,"180"67"-6883,-166-64-2641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3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338 6 6771,'0'0'7988,"0"0"-7974,1 0 1,-1 0-1,0 0 0,0 0 1,0 0-1,0 0 0,0-1 1,0 1-1,0 0 1,0 0-1,0 0 0,0 0 1,0 0-1,0 0 1,0-1-1,0 1 0,0 0 1,0 0-1,0 0 1,0 0-1,0 0 0,0-1 1,0 1-1,0 0 0,0 0 1,0 0-1,0 0 1,0 0-1,0 0 0,0-1 1,0 1-1,0 0 1,-1 0-1,1 0 0,0 0 1,0 0-1,0 0 1,0 0-1,0 0 0,0 0 1,0-1-1,0 1 0,-1 0 1,1 0-1,0 0 1,0 0-1,0 0 0,0 0 1,0 0-1,0 0 1,-1 0-1,1 0 0,0 0 1,0 0-1,0 0 1,0 0-1,0 0 0,-1 0 1,1 0-1,0 0 0,-3 0 21,0 0 0,1 0-1,-1 0 1,0 0 0,0 0-1,0 1 1,0-1 0,1 1-1,-1 0 1,0 0 0,1 0-1,-1 0 1,0 0 0,1 1-1,-1-1 1,-3 3 0,-38 32 357,23-15-278,1 1-1,1 0 0,1 2 1,0 0-1,2 1 1,1 0-1,2 2 0,0-1 1,2 2-1,0-1 1,-6 31-1,2 6 423,3 1-1,3 0 1,-3 122-1,12-173-459,-1 18 184,2 1 0,5 38-1,-4-62-220,0 0 0,0 0 0,0 0 0,1 0 0,1-1 0,-1 1-1,1-1 1,1 0 0,0 0 0,0-1 0,0 1 0,9 7 0,-7-7-15,1-1 0,0-1 0,0 0-1,1 0 1,0 0 0,0-1 0,0 0 0,1-1 0,17 6 0,-9-6-1,0 0-1,0-2 1,0 0-1,29 0 1,-44-2-91,1 0 0,-1 0 0,0 0 0,1 0 0,-1-1 0,0 0 0,1 1 0,-1-1 0,0 0 0,0-1 1,0 1-1,0 0 0,0-1 0,0 0 0,0 0 0,4-4 0,-4 4-289,-1-1 0,0 0 0,0 0 0,0 0 0,0 0 0,-1-1 0,1 1 0,-1 0 0,1-6 0,3-19-4170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3.7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14 7123,'0'0'8401,"1"-3"-7694,2-8-141,-10 25-208,-9 18-262,-185 405 1091,158-331-462,19-50-434,9-25-103,2 0 0,2 1 0,0 0 0,-6 38-1,38-99-208,6-22-2440,-3 0 0,-2-2 0,21-75-1,-20 46-2366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4.1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55 6531,'0'0'7924,"16"-10"-7364,53-29-248,-68 39-296,0-1-1,0 0 1,1 1 0,-1-1-1,0 0 1,1 1 0,-1 0-1,0-1 1,1 1 0,-1 0-1,1 0 1,-1 0 0,1 0 0,-1 0-1,0 0 1,1 0 0,-1 0-1,1 1 1,-1-1 0,0 0-1,1 1 1,-1-1 0,0 1-1,0 0 1,1-1 0,0 2-1,0 0 37,0 1-1,0-1 0,-1 0 0,1 1 0,-1-1 0,1 1 0,-1 0 1,0 0-1,1 3 0,1 3 124,9 24 467,-1 1 0,10 52-1,4 77 974,-15-88-1092,2 7 2,34 179 361,-26-209-851,-21-57-388,0 0-1,0 0 1,1 0-1,0 0 1,0-6-1,1 6-89,-1 0-1,0 0 0,0 1 1,-1-1-1,1 0 0,-3-7 1,-1 2-966,0 0 0,-1-1 1,-12-16-1,-24-33-8507</inkml:trace>
  <inkml:trace contextRef="#ctx0" brushRef="#br0" timeOffset="1">1 437 14919,'0'0'5554,"174"21"-5410,-118-21-144,-6 0-32,-3-3-1552,-13-3-3491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4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0 323 12038,'0'0'-75,"3"-25"-171,12-85-869,-11 95 463,0 1-1,0 0 1,13-27-1,-14 35 435,0 0 0,0-1 0,0 1 0,-1-1-1,0 0 1,-1 1 0,0-1 0,0 0 0,0-8 0,0-14 3071,1 37 1536,1 27-838,-2-10-4350,4 445 6543,-7-270-4851,2-192-955,1 11 233,-1-19-203,0 1 0,1-1 0,-1 1 0,0-1 0,0 1-1,1-1 1,-1 0 0,0 1 0,0-1 0,1 1-1,-1-1 1,0 0 0,1 1 0,-1-1 0,1 0 0,-1 1-1,0-1 1,1 0 0,-1 0 0,1 1 0,-1-1-1,1 0 1,-1 0 0,1 0 0,-1 0 0,1 0 0,-1 0-1,1 1 1,-1-1 0,2-1 0,2-4-2041,1-25-2543,-4-16-4262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4.8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10517,'0'0'3169,"150"234"-1248,-90-125-672,4 23-1,-14 21 97,-23 4-689,-27 2-480,0-24 48,-30-20-224,-17-31-16,7-36 16,3-27-112,7-21 32,6 0-944,11-27-1745,6-21-1906,7 3-7154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5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10165,'0'0'7011,"144"0"-6723,-87 18-48,0-12-192,-14 3 64,-9 3-112,-14-12-32,-10 6 0,-37-6-14903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5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11333,'0'0'6195,"228"39"-5971,-172-39-224,-9 0-192,-17 0-1585,-16 0-4882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7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82 3314,'0'0'4996,"7"-10"-3950,22-31 246,-19 20 1024,-10 21-2220,0 0 0,0-1 1,0 1-1,0 0 0,0-1 1,0 1-1,0 0 0,0-1 0,0 1 1,0 0-1,0-1 0,0 1 1,0 0-1,0 0 0,0-1 1,0 1-1,-1 0 0,1-1 1,0 1-1,0 0 0,0 0 1,0-1-1,-1 1 0,1 0 1,0 0-1,0-1 0,-1 1 1,1 0-1,-1 0 0,0-1-17,0 1 0,-1 0 0,1 0 0,-1 0 0,1 0 0,0 0 0,-1 0-1,1 0 1,0 1 0,-1-1 0,1 1 0,0-1 0,-1 1 0,1-1 0,0 1 0,-2 1 0,-4 2-52,1 1 1,-1 1 0,1-1 0,0 1 0,1 0 0,-1 0-1,1 1 1,1 0 0,-1 0 0,-4 9 0,4-6 15,0 1 1,0 0-1,1 1 1,1-1-1,0 1 1,-3 22-1,4-14 56,1 0 0,3 28 0,-1-40-81,0 0 0,1 0 0,-1 0 0,2 0 0,-1 0 0,1 0 0,0 0 0,8 12 0,8 5 27,1 0 0,1-2-1,2 0 1,35 28 0,-28-25 18,-2 0 0,30 37 1,-53-58-60,-1 1 0,-1-1 0,1 1 0,-1 0 0,0 0 0,0 1 0,-1-1 0,0 0 0,0 1 0,0 0 0,-1-1 0,0 1 0,0 0 0,-1 0 0,0 6 0,0-10-6,0 0-1,0 0 1,-1 0-1,1 0 1,-1-1 0,0 1-1,0 0 1,0 0-1,0-1 1,0 1 0,-1-1-1,1 1 1,-1-1 0,0 0-1,-3 4 1,1-1-2,-1-1 1,0 0 0,0-1 0,0 1-1,0-1 1,-12 5 0,-1-1 9,-1 0 1,-1-2 0,-27 5-1,20-5-653,0-2-1,0-1 0,-40-2 1,65 0 459,1 0 1,-1-1 0,0 1 0,0 0 0,1-1-1,-1 1 1,0-1 0,0 1 0,1-1-1,-1 0 1,1 0 0,-1 1 0,1-1 0,-1 0-1,1-1 1,-1 1 0,1 0 0,0 0-1,0-1 1,-1 1 0,1 0 0,0-1-1,0 1 1,0-1 0,1 1 0,-1-1 0,-1-3-1,-12-34-5516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7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9044,'0'0'945,"170"-12"-193,-110 12-240,-6 0-512,-4 0-416,-13 0-2962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8.9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6851,'0'0'7331,"200"-12"-5186,-143 12-1504,-4 12-385,-6 3-256,-7 3-48,-6-9 48,-11 3-1105,-10-6-2160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9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0 343 3298,'0'0'6645,"21"-26"-6933,67-87-614,-79 103 721,-1-1-1,0 0 0,-1 0 0,0-1 1,-1 0-1,6-16 0,-1 1 86,-3-2 121,-7 24 307,0 1 0,0-1 1,1 1-1,-1-1 1,1 1-1,0 0 1,0-1-1,0 1 1,1 0-1,3-4 0,-5 16 2341,1 26-1965,-9 575 2501,7-451-2310,0-155-1086,0-8-821,0-18-2415,0-4-3839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19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11941,'0'0'4707,"194"12"-4451,-124-3-80,-10 3-48,-9-6-112,-18-6-16,-13 6 0,-13-6-80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20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12966,'0'0'6723,"224"0"-6227,-161-6-336,-9-6-128,-14 12-32,-17 0-288,-16 0-1505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22.1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97 63 384,'0'0'5814,"-1"-3"-4918,-1-40 2803,2 26-1334,0 27-1122,-5 69-432,-3 0-1,-32 133 1,4-23 303,31-132-418,5-56-691,0-1 0,0 0 0,0 0 0,0 0 0,0 0 0,0 0 0,0 0 0,0 1 0,0-1 0,0 0 0,1 0 0,-1 0 0,0 0 0,0 0 0,0 0 0,0 0 0,0 0 0,0 1 0,0-1 0,0 0 0,0 0 0,0 0 0,1 0 0,-1 0 0,0 0 0,0 0 0,0 0 0,0 0 0,0 0 0,0 0 0,1 0 0,-1 0 0,0 0 0,0 0 0,0 0 0,0 0 0,0 0 0,0 0 0,1 0-1,-1 0 1,0 0 0,0 0 0,0 0 0,0 0 0,0 0 0,0 0 0,1 0 0,-1 0 0,0 0 0,0 0 0,0 0 0,0-1 0,0 1 0,0 0 0,0 0 0,0 0 0,0 0 0,1 0 0,-1 0 0,0 0 0,0-1 0,2 0 30,6-3-38,-1 0-1,0-1 1,1 0-1,-1 0 1,-1-1-1,11-10 1,36-47-1085,-36 40-78,25-24 0,-39 44 976,0 1 0,1-1-1,-1 0 1,1 1 0,0 0 0,-1-1 0,1 1-1,0 1 1,0-1 0,0 1 0,0-1 0,1 1-1,-1 1 1,0-1 0,1 0 0,-1 1 0,0 0-1,1 0 1,-1 0 0,0 1 0,0-1-1,8 3 1,0 1 320,0 1 0,-1 0 0,1 0 0,-1 1 0,0 1 0,12 10 0,30 18 1383,-30-21-922,0 1 0,37 33 0,-55-43-537,0 0 1,0 1-1,0-1 0,-1 1 1,0 0-1,0 0 1,-1 1-1,1-1 0,-1 1 1,-1-1-1,1 1 1,-1 0-1,0 0 0,-1 0 1,1 11-1,-1-5-2,0 29 200,-1-39-228,0 0-1,0 0 1,-1 0 0,0-1-1,1 1 1,-1 0-1,0-1 1,0 1-1,0 0 1,-1-1-1,-2 5 1,-2-2 21,1 0-1,-1 0 1,0 0 0,0-1-1,0 0 1,0-1 0,-1 1-1,0-1 1,0 0 0,-10 2-1,-8 2 116,-44 6 0,14-9-167,-98-4 1,145 0-76,1-1 0,0 1 0,0-1 0,-14-4 0,19 4-90,0 1 1,1-1-1,-1 0 1,1 0-1,-1 1 1,1-1-1,-1 0 1,1 0-1,0 0 1,-1-1-1,1 1 1,0 0-1,0 0 1,0-1-1,0 1 1,0-1-1,0 1 1,0-1-1,0 1 1,1-1-1,-1 0 1,1 1-1,-1-1 1,1 0-1,-1-3 1,1-15-3583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22.5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11797,'0'0'4466,"181"6"-3009,-101 3-576,-3 4-465,-10-7-416,-14 3-16,-13-3-881,-10 6-3025,-16-12-6930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23.5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 5442,'0'0'7212,"0"-3"-6535,0 685 6962,0-677-7626,0-4-82,-15-1-10608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6:24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14359,'0'0'0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57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36 3426,'0'0'6723,"2"-5"-6102,0 0-426,-1 3-116,0 0 0,0-1-1,0 1 1,-1 0 0,1 0-1,-1 0 1,1-1 0,-1 1-1,0-4 1,1 25 6171,0 2-6041,-3 37-1,-22 240 411,12-105-171,8-62-964,4-118 34,0-13 315,-1 0 0,1 0 0,-1-1 0,0 1 0,1 0 0,-1 0 0,1-1 0,0 1 0,-1 0 0,1-1 0,-1 1 0,1-1 0,0 1 0,-1-1 0,1 1 0,0-1 0,-1 1 0,1-1 0,0 1 0,0-1 0,-1 1 0,1-1 0,0 1 0,0-1 0,0 1 0,0-1 0,0-1 0,-1-28-4041,-2-8-3331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58.1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28 4946,'0'0'7913,"0"-4"-6888,0-14-329,0 17-651,1 1 0,-1-1 0,0 1 0,1 0 0,-1-1-1,1 1 1,-1 0 0,1-1 0,-1 1 0,1 0 0,-1-1 0,1 1 0,0 0 0,-1 0-1,1 0 1,-1-1 0,1 1 0,-1 0 0,1 0 0,0 0 0,-1 0 0,1 0 0,-1 0 0,1 0-1,0 0 1,-1 1 0,1-1 0,0 0 0,0 0 91,27 0 428,-1 1-1,0 1 1,51 10-1,-58-8-477,0-1 0,40 2-1,-16-5-7113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58.6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2689,'0'0'12171,"4"0"-11298,207 0 1078,-118 0-9697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05.8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1 133 6131,'0'0'5504,"0"-4"-4707,0-125 3624,11 694-2241,-11-564-2177,2 40 503,11 66 1,-13-107-598,0 0 1,0 1-1,0-1 0,0 1 0,0-1 0,0 1 0,0-1 1,0 0-1,0 1 0,0-1 0,1 1 0,-1-1 0,0 0 1,0 1-1,1-1 0,-1 0 0,0 1 0,0-1 0,1 0 0,-1 1 1,0-1-1,1 0 0,-1 0 0,0 1 0,1-1 0,-1 0 1,0 0-1,1 0 0,-1 1 0,1-1 0,-1 0 0,0 0 1,1 0-1,-1 0 0,1 0 0,-1 0 0,1 0 0,-1 0 1,0 0-1,1 0 0,-1 0 0,1 0 0,-1 0 0,1 0 1,-1 0-1,0-1 0,1 1 0,-1 0 0,1 0 0,-1 0 1,1-1-1,0 0-257,1 0 1,-1 0 0,0 0-1,1-1 1,-1 1-1,0 0 1,0 0 0,0-1-1,0 1 1,0-1-1,1-1 1,7-22-4055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06.2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0 7475,'0'0'8306,"-2"0"-6495,8 0-1395,25 2 610,42 6 0,-41-3-727,45 1-1,150-6-1832,-247 13-6168,1 1 2780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06.6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 5795,'0'0'8307,"36"0"-7746,-9-6 15,6 6 32,8 0-160,-1 0-127,3 0-289,-3 0-64,-3 0-273,-7 0-1695,-7 0-2050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12.1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174 22 2625,'0'0'1409,"-10"-2"-641,-50-13 1078,50 13-1045,0 1-1,0 0 0,-1 0 1,1 1-1,-13 2 0,-6 0 1442,106-2 2049,149 12-3764,-136-8-472,-48-3-13,45 8 0,-72-8 929,-10-1-3922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12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0 4562,'0'0'5149,"-3"0"-4188,-7 0-443,3 0 3870,41 15-3639,-20-12-642,-1 0 0,1-1 0,0-1 0,-1 0 0,1-1 0,20-2 0,30 1 172,2 7-218,58 2 19,-123-8-258,-1 0-1,1 0 1,0 0 0,0 0 0,-1 0-1,1 0 1,0 0 0,0 0-1,-1 0 1,1 0 0,0 0 0,0 1-1,-1-1 1,1 0 0,0 0 0,0 1-1,-1-1 1,1 0 0,-1 1-1,1-1 1,0 1 0,-1-1 0,1 1-1,-1-1 1,1 1 0,-1 0-1,1-1 1,-1 1 0,1-1 0,-1 1-1,0 0 1,1 0 0,-1-1 0,0 1-1,0 0 1,0-1 0,1 1-1,-1 0 1,0 0 0,0-1 0,0 1-1,0 0 1,0 0 0,0-1-1,0 1 1,-1 0 0,1 0 0,0-1-1,0 1 1,-1 1 0,-2 12-4832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13.1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5330,'0'0'5974,"3"0"-5104,272 1 3214,-246 0-4148,-1 2 0,0 1 0,32 9 0,-4 6-2422,-42-12-1836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376 110 10197,'0'0'3065,"-1"32"-1656,-4 105-227,3-96-784,2-37-319,-1 0-1,1 1 1,0-1-1,0 0 1,1 1 0,-1-1-1,3 7 1,-3-10-55,1 0 1,0 0 0,0 0-1,0 0 1,0 0-1,0 0 1,0 0 0,0 0-1,0 0 1,0 0 0,1 0-1,-1-1 1,0 1-1,0-1 1,1 1 0,-1-1-1,0 1 1,1-1-1,-1 0 1,1 0 0,-1 1-1,0-1 1,1 0 0,1-1-1,-1 2-5,0-1 1,0 0-1,0 0 0,0-1 0,-1 1 1,1 0-1,0-1 0,0 1 0,-1-1 0,1 1 1,0-1-1,0 0 0,-1 0 0,1 0 1,-1 0-1,1 0 0,-1 0 0,1 0 0,-1 0 1,2-2-1,1-5-1,-1 0 0,1 0 0,-1-1 0,-1 1 0,1-1 0,-1 0 0,1-13 0,0-68-723,-3 84 652,-1-2 25,1 1 0,-2-1 0,1 1-1,-1 0 1,0-1 0,-1 1 0,1 0-1,-1 0 1,-1 1 0,1-1 0,-1 0 0,-1 1-1,1 0 1,-1 0 0,0 1 0,-7-7-1,5 5 31,0 1-1,0 0 1,-1 1-1,0 0 0,0 0 1,0 0-1,-1 1 1,1 0-1,-1 1 0,0 0 1,0 0-1,-18-2 1,17 4-6,0 0 0,0 0 0,0 1 1,0 1-1,-1 0 0,1 0 0,0 1 0,-18 6 1,21-6 0,1 2 0,0-1 0,0 1 0,0 0 0,0 0 0,0 0 0,1 1 1,0 0-1,0 0 0,1 0 0,-1 1 0,1 0 0,0-1 0,-4 9 0,-4 11 28,0 0 0,1 1-1,2 0 1,1 0-1,1 1 1,-6 40-1,-3 169 701,14-184-493,0 237 1298,5-242-1197,1-1 1,3 0-1,1-1 0,18 52 0,-19-74-140,1-1-1,1-1 1,1 0-1,1 0 1,21 30-1,-26-43-144,0-1-1,0 0 0,1 0 1,0 0-1,0-1 0,1 0 1,0-1-1,0 0 1,0 0-1,0 0 0,1-1 1,0-1-1,0 1 1,0-1-1,0-1 0,10 2 1,-7-2-50,-1-1 1,1-1 0,0 0-1,-1-1 1,1 0 0,-1 0-1,1-1 1,-1-1-1,14-5 1,-7 2-58,-1-2-1,0 0 0,-1-1 1,0 0-1,18-15 1,-2-3-702,-1-1 0,-2-1 0,-1-2 0,35-49 1,-43 53-1308,-2-2 0,17-32 1,7-46-8889,-41 106 10843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1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727 0 1585,'0'0'12880,"-12"31"-11871,-85 214 669,-88 279 508,113-307-1627,-48 123-167,-72 220-32,182-529-360,-3 9-8,-9 54 0,18-66-3096,6-52-912,-2-11-1605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54 346 9764,'0'0'9173,"-53"-21"-12599,53-6-2545</inkml:trace>
  <inkml:trace contextRef="#ctx0" brushRef="#br0" timeOffset="1">17 57 16087,'0'0'5811,"10"-42"-8548,-6 27-2017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1 630 13254,'0'0'3508,"12"-28"-2865,85-179-683,-76 162-115,-2 0-1,-2-2 0,-1 0 1,-3-1-1,8-55 1,-20 45 757,-1 57-212,0 22-670,11 268 621,18 1 215,67 530 2018,-88-768-2233,24 87 1,-30-134-294,11 29 378,-13-33-409,1 1 1,0 0-1,0 0 1,0-1-1,0 1 0,0-1 1,1 1-1,-1-1 1,0 0-1,1 1 0,-1-1 1,1 0-1,1 2 0,-2-20-262,0-20-863,-3-57-2429,1 82 2356,0 0-1,-2 0 1,1 1-1,-2-1 1,-8-20 0,-14-21-5847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150 115 4914,'0'0'6598,"6"-5"-5782,22-20 5139,-33 33-5840,1-2-71,-21 33 108,1 2 1,-35 79-1,45-76-88,1 1 0,2 1-1,2-1 1,-3 55-1,4 185 645,8-245-552,0-29-132,6 158 532,-4-147-395,2-1 1,0 0-1,1 0 0,1 0 0,16 35 1,-13-38-6,0 0 1,2 0 0,0-1-1,1 0 1,28 29 0,-31-37-113,0-1-1,1-1 1,-1 1 0,1-1-1,1-1 1,-1 0 0,1-1-1,0 0 1,1 0 0,-1-1 0,15 3-1,-4-3 39,1 0-1,25-1 1,-39-2-76,1-1-1,-1-1 1,0 0 0,1 0 0,-1-1-1,0 0 1,16-6 0,-16 3-8,0 0-1,-1-1 1,0 1-1,0-2 1,0 1 0,-1-1-1,0 0 1,8-11-1,0-1-84,-1-1 0,15-31 0,-2-4-154,-4-1-1,-2-1 0,-2-2 1,-3 1-1,-2-2 0,10-106 1,-20-80 119,-4 242 124,-1-18 14,-2 0 0,0 1 1,-1-1-1,-1 1 0,-1 0 1,-1 1-1,-11-23 0,0 5-43,-2 1-1,-43-59 1,50 77-6,-2 1 0,0 0 0,-2 1 0,-27-23 0,35 33 19,-1 0 0,-1 0 1,1 1-1,-1 1 0,0 0 0,0 0 0,0 1 0,-1 0 0,1 1 0,-22-3 0,16 4 18,0 2-1,0 0 0,0 0 0,0 2 1,1 0-1,-1 1 0,0 0 0,-29 12 1,33-10-21,2 0 1,-1 1-1,0 0 1,1 1 0,1 0-1,-1 1 1,1 0-1,0 1 1,1 0-1,0 1 1,0 0 0,-7 12-1,3 1-834,11-15-1669,2 1-3278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0 392 9957,'0'0'7360,"10"-3"-6970,-6 3-374,0-1 0,0-1 1,0 1-1,0-1 0,0 1 1,0-1-1,0 0 0,-1 0 1,1-1-1,-1 1 0,1-1 0,-1 0 1,0 0-1,0 0 0,0 0 1,0 0-1,3-7 0,2-4-161,-1-1 1,-1 1-1,0-2 0,-2 1 0,1-1 1,-2 1-1,3-23 0,-2-13-787,-3-52 0,-1 58 1401,0 45-416,-1 7-18,0 1 0,0-1 0,1 1 0,0-1-1,2 10 1,-1 9 39,-11 1271 6409,13-1268-6127,-3-28-355,0-1 0,0 1 0,0-1 0,0 1 0,1-1 0,-1 1 0,0-1 0,0 1 0,0-1 0,1 1 1,-1-1-1,0 1 0,0-1 0,1 1 0,-1-1 0,0 0 0,1 1 0,-1-1 0,1 1 0,-1-1 0,0 0 0,1 0 0,-1 1 0,1-1 0,-1 0 0,1 0 0,-1 1 0,1-1 0,-1 0 0,1 0 0,-1 0 1,1 0-1,-1 0 0,1 0 0,-1 0 0,1 0 0,0 0 0,-1 0 0,1 0 0,-1 0 0,1 0 0,-1 0 0,1-1 0,-1 1 0,1 0 0,-1 0 0,0 0 0,1-1 0,0 1 0,3-10-195,0-27-2456,-1-67 1,-3 79 328,0-18-3431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0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1 627 12614,'0'0'5850,"25"-23"-5660,84-77-126,-100 91-83,-1 0 0,0 0 0,0-1 1,-1 0-1,-1 0 0,1-1 0,-1 0 0,-1 0 1,7-21-1,-6 15-55,8-28-421,-2 0 0,-2-1 0,8-83 0,-8 46 664,-10 76 4,0 6-143,0 1 0,0 0 0,0 0 1,0-1-1,0 1 0,0 0 0,-1 0 0,1-1 0,0 1 0,0 0 0,1 0 0,-1-1 1,0 1-1,0 0 0,0-1 0,0 1 0,0 0 0,0 0 0,0-1 0,0 1 0,0 0 1,1 0-1,-1 0 0,0-1 0,0 1 0,0 0 0,0 0 0,1-1 0,-1 1 1,0 0-1,0 0 0,0 0 0,1 0 0,-1 0 0,0-1 0,0 1 0,1 0 0,-1 0 1,0 0-1,1 0 0,-1 0 0,0 0 0,0 0 0,1 0 0,-1 0 0,0 0 0,0 0 1,1 0-1,0 16 135,32 410 1561,-30 2-481,-3-273-985,0 286 455,0-434-710,1 16 77,-1-23-93,0 1 0,0-1 1,0 1-1,0-1 1,0 1-1,1-1 1,-1 1-1,0-1 1,0 1-1,0-1 1,1 0-1,-1 1 0,0-1 1,1 1-1,-1-1 1,0 0-1,1 1 1,-1-1-1,0 0 1,1 1-1,-1-1 1,1 0-1,-1 1 1,1-1-1,-1 0 0,0 0 1,1 0-1,-1 0 1,1 1-1,-1-1 1,2 0-1,-1-4-1248,-1-19-1348,0-16-1755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10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52 8964,'-1'0'11941,"9"0"-11591,492-1 803,-322-13-963,16-1-2293,-196 15 1602,0 0 1,0-1 0,0 1 0,0 0-1,0-1 1,0 1 0,0-1-1,1 0 1,-4-1 0,-3-2-1743,-22-7-8061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1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54 6995,'0'0'7977,"-6"-2"-7395,-8-7-202,14 9-374,0-1 0,0 1 0,0-1 0,0 1 0,-1 0 0,1-1 0,0 1 0,0 0 0,0-1 0,0 1 0,0 0 0,0-1 0,0 1 0,0-1 0,0 1 0,0 0 0,1-1 0,-1 1 0,0 0 0,0-1 0,0 1 0,0 0 0,0-1 0,1 1 0,-1 0 0,0-1 0,1 1 0,2-3 4,0 0 1,1 1 0,-1-1-1,1 1 1,0 0-1,-1 0 1,1 1-1,7-3 1,-3 1 30,0 1 1,0 0 0,0 1-1,1 0 1,-1 0-1,0 1 1,0 0 0,1 0-1,-1 1 1,0 0-1,0 1 1,1-1 0,-1 2-1,-1-1 1,1 1-1,0 0 1,-1 1 0,1-1-1,-1 2 1,0-1-1,0 1 1,-1 0 0,1 0-1,-1 1 1,0 0-1,-1 0 1,0 0 0,1 1-1,-2 0 1,1 0-1,6 14 1,-8-14 35,-1 1 0,1-1 0,-1 1 0,-1 0-1,1 0 1,-1 0 0,-1 0 0,1 0 0,-1 0 0,-1 0 0,0 0 0,0 0 0,0 0 0,-1 0-1,0-1 1,-1 1 0,1-1 0,-1 1 0,-7 11 0,-5 5 38,0 0 1,-1-1 0,-1-1-1,-22 21 1,-165 163-84,201-203-46,-14 20 50,17-22-41,-1-1 1,1 1 0,0-1-1,0 1 1,-1-1-1,1 1 1,0 0-1,0-1 1,0 1-1,0 0 1,0-1 0,0 1-1,0-1 1,0 1-1,0 0 1,0-1-1,0 1 1,0-1-1,1 1 1,-1 0 0,0-1-1,0 1 1,1-1-1,-1 1 1,0-1-1,1 1 1,-1-1-1,1 1 1,-1-1 0,0 1-1,1-1 1,-1 1-1,1-1 1,-1 0-1,1 1 1,-1-1-1,1 0 1,0 0 0,-1 1-1,1-1 1,-1 0-1,1 0 1,0 1-1,20 5 45,1-1-1,0 0 1,-1-2 0,26 1-1,95 0 436,-121-4-433,96 3 62,-114-3-184,-2 0 8,0 0-1,0 0 1,0 0 0,0 0-1,0 1 1,-1-1 0,1 0-1,0 0 1,0 1-1,0-1 1,0 0 0,0 1-1,0-1 1,-1 1 0,2 0-1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1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55 976,'0'0'6249,"0"-5"-5705,-1 2-406,1 1-77,-1 1 0,1-1-1,0 0 1,0 1 0,0-1-1,0 1 1,0-1-1,0 0 1,0 1 0,0-1-1,1 1 1,-1-1-1,1-2 1,22-17 6878,-22 242-5408,-18 522 1055,0-443-1303,3-472-10655,14 124 3748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1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36 208,'0'0'3284,"3"-21"1767,-1 20-5304,-1 1 381,-1 0 0,0 0 0,0 0 0,1 0 0,-1 0 0,0-1 0,0 1 0,0 0 0,1 0 0,-1 0 0,0 0 0,0 0 0,1-1 0,-1 1 0,0 0 0,0 0 0,0 0 1,0-1-1,0 1 0,1 0 0,-1 0 0,0-1 0,0 1 0,0 0 0,0 0 0,0 0 0,0-1 0,0 1 0,0 0 0,0-1 0,0 1 0,0 0 0,0 0 0,0-1 0,0 1 0,1-1-66,1 1-9,-2 0 174,8-6-91,-11 8 47,1-1 0,-1 1 0,1-1 0,-1 1 0,1 0 0,0 0 0,0 0 0,0 1 0,0-1 0,0 0 0,1 1 0,-1-1 0,1 1 0,-2 3 0,-25 47-242,-34 104 493,39-92-398,9-22 27,2 1 1,1 0 0,3 0-1,-4 58 1,6 181 718,6-204-436,0-63-279,-1 9 100,2 0-1,0 0 0,2 0 0,6 28 0,-7-46-124,0 0 1,0-1-1,1 1 0,0-1 1,0 1-1,0-1 0,1 0 1,0 0-1,0-1 0,1 1 1,-1-1-1,1 0 0,0 0 1,1-1-1,-1 1 0,1-1 1,0 0-1,0-1 0,10 5 1,-7-4-13,1-2 1,-1 1-1,0-1 1,1 0-1,-1-1 1,1 0 0,-1-1-1,1 0 1,-1 0-1,1-1 1,-1 0-1,1-1 1,-1 0-1,0-1 1,0 1-1,0-2 1,0 1 0,0-1-1,8-6 1,3-4-113,1-2 1,-2 0 0,0-2 0,-2 0-1,1 0 1,-2-2 0,-1 0 0,0-1-1,-2 0 1,0-2 0,-2 1-1,0-1 1,9-29 0,-6 4-113,-1-1 1,-3-1-1,-2 0 0,-2 0 1,-1-84-1,-5 91 142,-7-164-121,4 180 111,-1 0 1,-2 1-1,0 0 0,-2 0 1,-18-42-1,23 63 61,0-1 1,-1 1-1,0-1 1,0 1-1,0 1 1,-1-1-1,1 0 1,-1 1-1,0 0 1,0 0-1,-1 1 1,1-1-1,-1 1 1,0 0-1,0 0 1,0 1-1,0 0 1,0 0-1,0 1 1,-1-1-1,1 1 1,-1 1-1,1-1 1,-1 1-1,1 0 0,-1 1 1,1-1-1,-1 1 1,1 1-1,0-1 1,0 1-1,-1 0 1,1 0-1,0 1 1,-10 6-1,0 2 15,1 1-1,-18 18 0,27-24-36,-1 1 0,2-1-1,-1 2 1,1-1 0,0 0-1,0 1 1,-4 10 0,7-3-397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2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4722,'0'0'9458,"-1"0"-9331,0 0 0,0 0 0,0 0 0,0 0 0,0 0 0,0 0 0,1 0 0,-1 0 0,0 0 0,0 0 0,0 0 1,0 1-1,0-1 0,0 0 0,-1 2 0,-6 5 128,0 0 0,1 1 0,1 0-1,-8 12 1,-1 0 98,-9 14-2,0 0 0,3 2 1,-29 63-1,38-71-276,2 0 0,1 0 1,2 1-1,0 0 0,2 0 0,-1 31 1,7 173 732,1-213-728,1 0 0,1-1 0,1 1 0,1-1 0,1 0 0,0-1 0,1 1-1,1-2 1,1 1 0,1-1 0,19 24 0,-21-29-34,1-1-1,0-1 1,0 1 0,1-2-1,0 0 1,1 0-1,0-1 1,0 0 0,1-1-1,0-1 1,1 0-1,-1 0 1,1-1-1,0-1 1,0-1 0,24 4-1,-31-7-44,14 2 29,35-2 1,-50-1-26,0 1 1,0-1-1,1-1 1,-1 1-1,0-1 1,0 0 0,0 0-1,0-1 1,-1 0-1,7-4 1,0-2-46,0-1 0,-1-1 0,-1 0 0,1-1 0,-2 0 0,0 0 0,12-21 0,-5 3-286,-1-1-1,15-44 1,-21 48-1,-1-2 1,-2 1 0,5-53-1,-6-87-904,-5 157 1150,-1-6 75,0 0 0,-1 1-1,-1-1 1,-1 0-1,0 1 1,-1-1-1,-1 1 1,0 0 0,-1 1-1,-1 0 1,0 0-1,-1 0 1,-1 1-1,0 1 1,-1 0 0,-15-15-1,18 21 74,1 1-1,-1 0 1,-1 0-1,1 0 1,-1 1 0,0 0-1,0 1 1,0 0-1,-1 1 1,1 0-1,-1 0 1,-11-1 0,-11 0 25,-1 1 0,-46 2 0,43 2-153,25-1-31,1 0 0,-1 1 0,1 0 0,0 1 0,0 0 0,0 1 0,0 0 0,-15 7 1,3-1-1203,7-7-4290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20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1 414 13014,'0'0'5987,"23"-17"-5718,76-60-207,-91 70-77,-1 0 0,1 0 0,-1 0 0,-1-1 0,1 0 0,-1-1 0,-1 1 1,1-1-1,-2 0 0,1-1 0,-1 1 0,5-19 0,-3 11-112,3-14-192,-2-1-1,0 0 1,1-34-1,-8 66 335,0-1 0,0 0 0,0 1 0,0-1 0,0 0 0,0 1 0,0-1 0,0 0 0,0 1 0,1-1 0,-1 0 0,0 1-1,0-1 1,1 1 0,-1-1 0,0 0 0,1 1 0,-1-1 0,1 1 0,-1-1 0,1 1 0,-1-1 0,1 1 0,-1 0 0,1-1-1,0 1-5,0 1-1,0-1 0,-1 1 1,1 0-1,-1-1 0,1 1 0,0-1 1,-1 1-1,1 0 0,-1 0 1,0-1-1,1 1 0,-1 0 0,0 0 1,1 0-1,-1-1 0,0 1 1,0 0-1,1 0 0,-1 0 1,0 0-1,0 0 0,0 1 0,12 112 969,-5 199-1,-7-223-768,-2 129 38,5 256-131,-3-472-220,1 18-207,5 31 1,2-23-4495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2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54 2065,'0'0'11304,"2"-5"-10768,0 2-473,-1 0 0,1 0 0,-1 1 0,1-1 0,0 1 0,0-1-1,1 1 1,-1 0 0,0 0 0,1 0 0,-1 0 0,1 0 0,-1 0 0,1 1 0,0-1 0,0 1 0,0 0 0,0-1-1,0 2 1,0-1 0,0 0 0,0 1 0,6-1 0,10-2 58,0 2 0,26 0 0,-40 1-82,-1 0 1,0 1 0,1-1 0,-1 1-1,0 0 1,1 0 0,-1 1-1,0-1 1,0 1 0,0 0 0,0 0-1,-1 0 1,1 0 0,-1 1-1,1 0 1,4 4 0,-2 0 62,-1 1-1,0 0 1,0 0-1,-1 0 1,0 0 0,-1 1-1,1-1 1,-2 1 0,1 0-1,1 12 1,-1 8 523,0 56 0,-3-71-432,-1 5-48,-1 0 1,0-1-1,-2 1 1,0-1-1,-1 0 0,-1 0 1,-1-1-1,-15 31 0,-6 1-20,-55 73 0,30-54-69,-25 34 29,78-101-84,-14 27 20,13-27-20,1 0 0,-1 0-1,1-1 1,0 1-1,-1 0 1,1 0 0,0 0-1,0 0 1,0 0 0,0-1-1,0 1 1,0 0 0,0 0-1,0 0 1,0 0-1,0 0 1,0 0 0,0-1-1,1 1 1,-1 0 0,0 0-1,1 0 1,-1 0-1,0-1 1,1 1 0,-1 0-1,1 0 1,0-1 0,-1 1-1,1 0 1,-1-1 0,2 1-1,8 3 11,0-2 1,1 0-1,-1 0 0,1-1 1,-1 0-1,17-1 0,-20 0-2,20 2-31,1-2 0,-1 0 0,0-3 0,0 0 0,0-1 0,27-9-1,-5-4-651,46-14-4414,-77 29-91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2081,'0'0'0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2385,'0'0'3020,"0"-4"-2094,0-22 1838,4 5 3367,-3 21-6247,0 0 0,0 0 0,0 0 0,0-1 1,0 1-1,0 0 0,0-1 0,0 1 0,0-1 1,0 1-1,0-1 0,2-1 0,2-2-841,18-10-4283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3201,'0'0'6238,"9"-20"-5267,27-62-69,-33 75-559,0 0 1,-1 0-1,0 0 1,2-10-1,-4 16-289,0 0-1,0-1 1,0 1 0,0 0-1,1 0 1,-1 0-1,0 0 1,0 0-1,1 1 1,-1-1-1,1 0 1,-1 0 0,1 0-1,-1 0 1,1 0-1,0 1 1,-1-1-1,1 0 1,0 0 0,0 1-1,0-1 1,-1 0-1,1 1 1,0-1-1,0 1 1,0-1 0,0 1-1,2-1 1,-3 2-37,1-1 1,-1 1-1,1 0 1,0-1-1,-1 1 1,0 0-1,1-1 1,-1 1-1,1 0 1,-1 0-1,0-1 1,1 1-1,-1 0 1,0 0-1,0 0 1,0-1-1,0 1 1,0 0-1,0 0 1,0 0-1,0 1 0,0 1 36,11 128 1263,-8 141 1,1 21 303,-4-276-1511,2 1 0,0-1-1,1 0 1,6 20 0,-9-35-103,0-1 0,1 0 0,-1 1-1,1-1 1,-1 1 0,1-1 0,0 0 0,-1 0 0,1 1-1,0-1 1,0 0 0,0 0 0,0 0 0,0 0 0,0 0-1,0 0 1,0 0 0,0 0 0,1-1 0,-1 1-1,0 0 1,1-1 0,-1 1 0,0-1 0,1 1 0,-1-1-1,0 0 1,1 1 0,-1-1 0,1 0 0,-1 0 0,1 0-1,-1 0 1,1 0 0,-1-1 0,0 1 0,1 0 0,-1-1-1,1 1 1,-1-1 0,0 1 0,1-1 0,-1 1 0,0-1-1,0 0 1,0 0 0,1 0 0,-1 0 0,0 0 0,0 0-1,0 0 1,0 0 0,0-2 0,8-9-190,-1-1 1,-1 0 0,-1-1-1,0 0 1,0 0-1,3-17 1,0-5-657,7-53 0,-7-87-652,1 1 1298,-8 159 185,1 0 1,1 0 0,9-26-1,-12 38 47,1 1 0,-1-1-1,1 0 1,0 1 0,0-1-1,0 1 1,0 0 0,0 0-1,1 0 1,0 0 0,-1 0-1,1 0 1,0 1 0,0-1-1,1 1 1,-1 0 0,0 0-1,1 0 1,0 0 0,6-2-1,-9 4-7,1 0 0,0 0 0,-1 0 0,1 0 0,0 0 0,-1 0-1,1 1 1,0-1 0,-1 0 0,1 1 0,0-1 0,-1 1-1,1 0 1,-1-1 0,1 1 0,-1 0 0,1 0 0,-1 0-1,0 0 1,1 0 0,-1 0 0,0 1 0,0-1 0,0 0 0,0 1-1,0-1 1,0 1 0,0-1 0,0 1 0,-1-1 0,2 4-1,2 6 117,-1 0 0,0 1 0,2 20-1,-1-12 132,37 373 2885,-6-33-599,-33-351-2464,-1 0 0,2 0-1,-1 0 1,7 15 0,-9-23-97,1 0 1,-1 0-1,1 1 0,0-1 0,-1 0 1,1 0-1,0 0 0,0 0 0,0 0 0,0 0 1,0 0-1,0 0 0,0 0 0,0-1 1,0 1-1,0 0 0,0-1 0,0 1 0,0 0 1,1-1-1,-1 0 0,0 1 0,0-1 1,1 0-1,-1 0 0,0 1 0,1-1 1,-1 0-1,0 0 0,1 0 0,-1-1 0,0 1 1,1 0-1,-1 0 0,0-1 0,0 1 1,1-1-1,-1 1 0,0-1 0,0 1 0,0-1 1,0 0-1,2-1 0,1-1-17,0 0 1,0-1-1,0 0 0,-1 0 0,1 0 1,-1 0-1,0 0 0,5-10 1,20-45-171,-12 15-299,-1-1 0,13-71 0,4-97-1200,-12 72 1082,-19 127 569,1-1 1,1 1-1,1-1 1,0 1-1,1 1 0,0-1 1,1 0-1,10-17 0,-15 30 65,0-1-1,0 1 1,0 0-1,0 0 1,1-1-1,-1 1 1,0 0-1,0 0 1,1 0-1,-1 0 1,1 0-1,-1 1 1,1-1-1,-1 0 1,1 1-1,-1-1 1,1 1-1,0-1 1,-1 1-1,1 0 1,0 0-1,-1 0 1,1 0-1,0 0 0,-1 0 1,1 0-1,0 0 1,-1 1-1,1-1 1,-1 0-1,1 1 1,0 0-1,-1-1 1,2 2-1,1 0 57,-1 0 0,0 0-1,0 1 1,0-1-1,0 1 1,0 0 0,0 0-1,0 0 1,-1 0 0,0 0-1,0 1 1,4 6 0,4 16 263,-2 0 0,0 1 0,6 47 1,1 87 208,-9-87-324,-2-30-190,10 89 88,-11-116-150,1 0 0,0 0 0,2 0 1,0-1-1,12 25 0,-17-39-5,0-1 0,0 1 0,0-1 0,0 1 0,1-1 0,-1 0 0,0 1 0,1-1 0,-1 0 0,1 0 0,-1 0 0,1 0 0,0 0 0,-1-1 0,1 1 0,0 0 0,-1-1 0,1 1 0,0-1 0,0 0 0,0 1 0,-1-1 0,1 0 0,0 0 0,0 0 0,2-1 0,0 1-58,-1-1 1,1 0 0,0 0 0,-1 0-1,1 0 1,-1-1 0,0 1-1,1-1 1,-1 0 0,0 0 0,0 0-1,3-4 1,46-53-1225,-10 9 499,-14 20 448,-2-1 0,0-1 1,21-39-1,-36 51 321,-1 1-1,0-2 1,-2 1 0,0-1 0,-2-1-1,0 1 1,4-32 0,-6 3-448,-5-87 0,1 132 482,-1 0 1,0 0-1,0 1 1,0-1-1,0 0 1,-1 1-1,0-1 1,0 1-1,0 0 1,-1-1-1,1 1 1,-1 0-1,0 0 1,0 1-1,-1-1 1,1 1-1,-1-1 1,0 1-1,1 0 1,-1 1-1,-1-1 1,1 1-1,0-1 1,-1 1-1,1 0 1,-1 1-1,1-1 1,-1 1-1,0 0 1,0 0-1,-6 0 1,7 1 29,0 0 1,1 0-1,-1 0 0,0 1 0,0-1 1,0 1-1,1 0 0,-5 1 1,6 0 3,0-1 0,0 0 1,0 1-1,0 0 1,0-1-1,1 1 0,-1 0 1,0 0-1,1 0 0,0 0 1,-1 0-1,1 1 1,-2 3-1,-4 14 160,0 0 0,2 0 0,0 1 0,1-1 0,-1 32 0,-6 265 2091,11-269-1978,0-27-167,1 0 0,0 0 0,2 0 0,0-1-1,10 33 1,-11-47-131,0 0-1,0 0 0,1 0 1,0-1-1,0 1 1,0-1-1,1 0 0,0 0 1,0 0-1,0 0 1,0-1-1,1 0 0,0 1 1,0-2-1,0 1 1,0-1-1,0 1 0,1-1 1,0-1-1,-1 1 1,1-1-1,10 2 0,-7-2-82,-1 0-1,1-1 0,0 0 1,1-1-1,-1 0 0,0 0 1,0-1-1,0 0 0,0-1 0,-1 0 1,1 0-1,0-1 0,-1 0 1,1-1-1,11-6 0,-12 5-340,1-1 0,-2-1 0,1 1-1,-1-1 1,0 0 0,0-1 0,0 0 0,-1 0-1,-1 0 1,1 0 0,-1-1 0,-1 0 0,7-18 0,-7 14-727,-1 0 1,0 0-1,2-15 1,0-38-4437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1425,'0'0'18309,"6"23"-17143,-2-6-940,8 32 776,11 88 1,-16 216 1394,-9-216-1844,5-121-537,1-13-19,4-11-4,-2-4-55,0 0 0,-1-1 0,-1 0 0,0 0 0,3-15 0,-4 15-41,30-130-1189,16-58-890,-37 159 1520,3 0-1,30-62 1,-37 89 577,0 0 0,1 0 1,18-20-1,-24 31 126,0 1-1,0-1 1,0 1-1,1 0 0,-1 0 1,1 1-1,0-1 1,0 1-1,0 0 1,0 0-1,0 0 0,1 0 1,-1 1-1,1-1 1,-1 1-1,1 0 1,7 0-1,-11 1-9,0 0 0,0 0 0,0 0 0,1 0 0,-1 1-1,0-1 1,0 0 0,0 1 0,0-1 0,0 0 0,0 1 0,0-1 0,0 1 0,0 0 0,0-1-1,0 1 1,0 0 0,0 0 0,0-1 0,-1 1 0,1 0 0,0 0 0,0 0 0,-1 0-1,1 1 1,8 32 403,-8-27-302,5 40 602,-2 1 1,-4 74-1,-1-48-136,-17 160 727,4-85-1007,12-80-1369,2-93-5610,-1 10 4246,1 1 1,1-1-1,3-17 1,12-19-5673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20 13510,'0'0'7820,"-17"-6"-7401,10 4-388,2-1 3,-1 1 0,0 1 1,0-1-1,1 1 0,-1 0 1,0 0-1,0 0 0,-7 1 0,10 1-1,-1-1-1,1 1 0,0 0 0,-1 1 0,1-1 0,0 0 0,0 1 0,-1 0 0,1 0 0,1 0 0,-1 0 1,0 0-1,0 0 0,1 1 0,-1-1 0,1 1 0,0 0 0,0 0 0,0 0 0,-2 4 0,-26 42 427,-27 60 0,49-91-382,1 0 0,1 0 0,0 0 0,1 1 0,2 0 0,-1 0 0,0 27 0,4-46-85,0 1 0,0 0 0,0 0 0,0 0 0,0-1 0,0 1 0,0 0 0,0 0 0,0 0-1,0-1 1,1 1 0,-1 0 0,0 0 0,1 0 0,-1-1 0,0 1 0,1 0 0,-1-1 0,1 1 0,-1 0-1,1-1 1,-1 1 0,1-1 0,-1 1 0,1-1 0,0 1 0,-1-1 0,1 1 0,0-1 0,0 1-1,-1-1 1,2 1 0,0-1-14,0 0 0,1 0 0,-1-1 1,0 1-1,0 0 0,0-1 0,0 1 0,0-1 0,-1 1 0,1-1 0,0 0 0,3-2 0,2-1-110,0-1 0,0 0 0,0 0 0,-1-1 0,0 0 0,9-11 0,31-48-1158,-37 50 768,0 1 0,1 0 0,0 1-1,1 0 1,1 0 0,18-14 0,-27 25 392,1-1 0,0 1 1,0 0-1,0 0 0,0 0 1,0 1-1,0 0 0,6-2 0,-8 3 130,0 0 0,0 0-1,0-1 1,-1 1 0,1 1-1,0-1 1,0 0-1,-1 0 1,1 1 0,0-1-1,0 1 1,-1-1 0,1 1-1,0 0 1,-1-1 0,1 1-1,-1 0 1,1 0-1,-1 0 1,1 0 0,-1 1-1,0-1 1,0 0 0,2 3-1,4 10 329,0 0 1,-1 0-1,-1 1 0,0 0 0,5 31 0,6 41 1211,7 146 0,-18 91 33,-5-295-1477,1 18 17,-7 50 0,4-82-108,-1-1 1,0 1-1,-1-1 1,0 1-1,-1-1 1,-1 0 0,-11 19-1,10-21-57,-1 0 0,0-1 0,-1 0 0,0 0 0,-1-1 0,0-1 1,-1 1-1,0-2 0,0 1 0,-1-2 0,0 1 0,0-2 0,0 0 0,-1 0 0,0-1 0,-1 0 0,1-2 0,-1 1 0,0-2 0,1 1 0,-1-2 0,0 0 0,0-1 0,0 0 0,-15-3 1,21 2-125,1-1 0,-1 1 1,1-2-1,-1 1 1,1-1-1,0 0 1,0-1-1,1 1 1,-1-1-1,0-1 1,1 1-1,0-1 0,0 0 1,1-1-1,0 1 1,-1-1-1,2 0 1,-5-7-1,0-1-523,1 0-1,0-1 1,1-1-1,1 1 0,0-1 1,1 0-1,-4-25 1,-1-53-4201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6147,'0'0'12854,"-33"16"-11720,-105 61-65,132-72-971,-1-1 0,1 2 0,-1-1-1,1 1 1,1 0 0,-1 0 0,1 1-1,1-1 1,-7 12 0,10-17-89,-5 9 107,-54 100 1108,55-98-1140,0 0 1,0 1 0,1-1 0,1 0-1,0 1 1,1 0 0,-1 19-1,3-32-85,0 1-1,0-1 0,0 0 0,0 0 0,0 0 0,0 0 0,0 1 1,0-1-1,0 0 0,0 0 0,0 0 0,0 0 0,0 0 0,0 1 1,0-1-1,0 0 0,0 0 0,1 0 0,-1 0 0,0 0 0,0 1 1,0-1-1,0 0 0,0 0 0,0 0 0,1 0 0,-1 0 0,0 0 1,0 0-1,0 0 0,0 0 0,0 0 0,1 1 0,-1-1 0,0 0 1,0 0-1,0 0 0,0 0 0,1 0 0,-1 0 0,0 0 0,0 0 1,0 0-1,0 0 0,0 0 0,1 0 0,-1-1 0,0 1 0,0 0 1,0 0-1,0 0 0,1 0 0,-1 0 0,0 0 0,0 0 0,7-1-65,0 1 0,0-1-1,0 0 1,0-1-1,0 0 1,0 0 0,0 0-1,-1-1 1,1 0-1,10-7 1,3-4-835,35-30 1,12-10-1747,-59 49 2172,-1 1 0,1-1 0,0 1-1,1 1 1,-1-1 0,1 1 0,10-2 0,20 1-956,-37 4 1413,0 0 1,1 0-1,-1 0 1,0 1-1,0-1 0,0 1 1,1-1-1,-1 1 1,0 0-1,0 0 1,0 0-1,0 0 1,0 0-1,-1 0 1,1 1-1,2 1 0,0 2 100,0 1 0,-1-1-1,0 1 1,0 0-1,0-1 1,-1 1 0,0 0-1,0 1 1,1 7-1,2 12 862,1 30 0,-2 325 5015,-6-338-5637,-2 0-1,-3-1 1,0 0 0,-3 0-1,-1-1 1,-3 0-1,-1-1 1,-2-1 0,-31 55-1,41-82-294,0-1 0,0 0 0,-1 0 0,-1-1 0,1 0 0,-16 13 0,19-19-47,1-1-1,-1 0 1,0 0 0,0-1-1,0 0 1,0 1 0,0-2-1,-1 1 1,1-1 0,0 1 0,-1-1-1,1-1 1,-1 1 0,0-1-1,1 0 1,-1 0 0,-6-2-1,6 0-112,-1 1-1,1-2 1,-1 1 0,1-1-1,0 0 1,0 0-1,0-1 1,0 0-1,1 0 1,0 0-1,-1 0 1,2-1-1,-1 0 1,0 0-1,1-1 1,0 1-1,-5-10 1,-6-10-1718,1-1-1,-17-45 1,3-7-2714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7187,'0'0'12651,"4"38"-10996,0 10-1120,25 187 1659,-24-207-1854,13 64 464,-16-82-763,2 0 0,-1-1 1,1 1-1,0-1 0,1 0 0,11 16 0,-14-22-44,1-1-1,-1 1 0,0-1 0,1 0 0,-1 0 1,1 0-1,0 0 0,0 0 0,0 0 0,0-1 1,0 1-1,0-1 0,0 0 0,0 0 0,1 0 1,-1-1-1,0 1 0,1-1 0,-1 1 0,0-1 1,1 0-1,-1-1 0,1 1 0,-1 0 1,0-1-1,1 0 0,-1 0 0,4-1 0,1-2-75,0 1 0,1-1 0,-2 0 0,1-1-1,0 0 1,-1 0 0,0-1 0,0 0 0,8-10 0,-2 2-437,-1 0 1,0-1-1,-2-1 0,0 0 1,0 0-1,-1-1 1,-2 0-1,1-1 1,-2 1-1,0-1 0,5-32 1,-8 18-1384,-1 0 0,-4-65 0,1 83 1541,-1-1-1,-1 0 1,0 1 0,-1 0 0,0 0-1,-1 0 1,-1 0 0,-11-20-1,16 33 398,1 0-1,-1 0 0,1 1 0,-1-1 0,0 0 0,1 0 0,-1 1 0,0-1 0,1 0 1,-1 1-1,0-1 0,0 0 0,1 1 0,-1-1 0,0 1 0,0 0 0,0-1 0,0 1 1,0 0-1,0-1 0,0 1 0,0 0 0,0 0 0,0 0 0,0 0 0,0 0 0,0 0 1,-1 0-1,-1 0-791,-4 0-2793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4018,'0'0'10615,"8"-3"-9417,-7 2-1146,0 1 0,0-1 0,1 0-1,-1 1 1,0-1 0,0 1 0,1 0-1,-1-1 1,0 1 0,1 0 0,-1 0-1,0 0 1,1 0 0,-1 0 0,0 0-1,1 0 1,-1 1 0,0-1 0,1 0-1,-1 1 1,0-1 0,3 2 0,-3 0 34,1 1 0,-1-1 0,1 1 0,-1-1 0,0 1 0,0 0 0,0 0 0,0 0 0,0-1 1,-1 1-1,1 0 0,-1 0 0,0 5 0,7 221 3606,-7-166-2971,-20 176 1143,8-137-1349,9-86-486,3-14-67,1-4-29,4-15-131,31-80-690,13-44-1690,-22 46 742,13-44-50,-37 131 1887,0 0-1,1 0 0,0 0 0,7-12 1,-10 19 37,0 0 1,-1 0 0,1 0 0,0 0-1,0 1 1,0-1 0,0 0-1,0 0 1,0 0 0,0 1 0,0-1-1,0 1 1,0-1 0,0 1-1,1-1 1,-1 1 0,2-1 0,-1 1 33,-1 0 0,0 1 1,0-1-1,1 1 0,-1-1 0,0 1 1,0-1-1,0 1 0,0-1 1,0 1-1,0 0 0,0 0 1,0 0-1,0-1 0,0 1 0,0 0 1,0 0-1,0 0 0,-1 0 1,1 1-1,0-1 0,0 1 0,5 11 246,0-1 0,-1 1-1,0 0 1,-1 0 0,3 16-1,11 76 953,-15-85-1121,6 68 564,-3 119 1,-6-201-698,0 1-65,1 23 154,-1-30-149,0 1-1,0 0 1,0 0 0,0-1-1,0 1 1,0 0 0,0-1 0,0 1-1,1 0 1,-1-1 0,0 1 0,0 0-1,1-1 1,-1 1 0,0-1 0,1 1-1,-1-1 1,1 1 0,-1-1 0,1 1-1,-1-1 1,1 1 0,-1-1-1,1 1 1,0-1 0,-1 0 0,1 1-1,-1-1 1,1 0 0,0 0 0,0 1-1,-1-1-16,1 0 0,-1 0-1,0 0 1,0 0 0,1 0 0,-1 0-1,0-1 1,1 1 0,-1 0 0,0 0-1,0 0 1,1 0 0,-1 0-1,0 0 1,0 0 0,0-1 0,1 1-1,-1 0 1,0 0 0,0 0-1,0-1 1,1 1 0,-1 0 0,0 0-1,0-1 1,0 1 0,0 0-1,0 0 1,1-1 0,-1 1 0,0 0-1,0-1 1,3-10-1587,0 0 0,1-19 0,0 8-1094,5-31-6361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85 11557,'0'0'5541,"-7"-11"-5108,-20-37-57,25 46-291,1 0 0,-1 0 0,0 0-1,1 0 1,-1 1 0,0-1 0,0 1 0,0-1 0,0 1 0,0 0 0,-1-1 0,1 1 0,0 0-1,-1 1 1,1-1 0,0 0 0,-1 1 0,1-1 0,-1 1 0,1 0 0,-1-1 0,1 1 0,-1 1 0,1-1-1,-1 0 1,1 1 0,0-1 0,-1 1 0,1-1 0,-1 1 0,1 0 0,0 0 0,-3 2 0,0 0 30,0 0 0,0 0 0,0 0 0,0 1 0,0-1 0,1 1 0,0 0 0,-6 7 0,-30 45 674,38-53-749,-40 65 552,3 1 0,3 3 0,3 1-1,-32 106 1,45-105-417,19-67-170,0 0 0,0 0 0,0 0-1,1 0 1,0 0 0,0 0 0,3 10-1,-3-16-7,0 0 0,0 0-1,1 0 1,-1 0 0,0 0-1,1 0 1,-1 0-1,1-1 1,-1 1 0,1 0-1,0 0 1,-1 0 0,1-1-1,0 1 1,-1 0-1,1-1 1,0 1 0,0 0-1,0-1 1,-1 1 0,1-1-1,0 0 1,0 1-1,0-1 1,0 0 0,0 1-1,0-1 1,0 0 0,1 0-1,6 1-53,-1-1 0,0 0 0,0-1-1,0 1 1,0-1 0,0-1 0,0 1 0,0-1 0,0-1-1,-1 1 1,1-1 0,-1 0 0,0-1 0,1 1-1,-1-1 1,7-7 0,14-11-555,-1-1 0,25-28 0,-48 48 509,33-37-2217,-1-1 0,33-52 0,-50 63-27,0 0 0,-2-1-1,-1-1 1,14-43 0,-19 21 795,-7 36 12876,-13 135-5230,-3 57-2959,13-148-2927,-1 1 79,4 50-1,-3-75-289,1-1-1,-1 1 1,0 0-1,1 0 1,0-1-1,-1 1 1,1-1-1,0 1 0,0 0 1,0-1-1,0 1 1,0-1-1,0 0 1,0 1-1,1-1 1,-1 0-1,0 0 1,1 0-1,-1 0 1,1 0-1,-1 0 0,1 0 1,-1 0-1,1-1 1,0 1-1,3 0 1,-2 0-45,0-1-1,0 1 1,1-1 0,-1 0 0,0 0-1,0-1 1,1 1 0,-1 0 0,0-1-1,0 0 1,0 0 0,1 0 0,-1 0-1,3-3 1,-1 1-65,0-1-1,0 1 1,0-2-1,-1 1 1,0 0-1,0-1 1,4-5-1,25-39-1357,-30 44 1265,11-19-1625,-1 1 0,-1-2 1,10-27-1,-1-16-6928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 10613,'0'0'8969,"-3"-1"-8574,2 0-390,1 1-1,0 0 1,0 0 0,-1-1-1,1 1 1,0 0 0,0 0-1,-1 0 1,1 0 0,0-1-1,0 1 1,-1 0 0,1 0-1,0 0 1,-1 0 0,1 0-1,0 0 1,-1 0-1,1 0 1,0 0 0,-1 0-1,1 0 1,0 0 0,0 0-1,-1 0 1,1 0 0,0 0-1,-1 0 1,1 0 0,0 0-1,-1 0 1,1 1 0,0-1-1,0 0 1,-1 0 0,1 0-1,0 0 1,0 1 0,-1-1-1,1 0 1,0 0-1,0 1 1,0-1 0,-1 0-1,1 0 1,0 1 0,0-1-1,0 0 1,0 1 0,0-1-1,0 0 1,0 1 0,-1 0-1,8 24 419,3 6-88,-2 32 220,-2-1 0,-5 125 0,-2-84-209,-6 37 203,-35 200 1,3-49 61,33-147-411,6-143-203,0 1 0,0-1 0,0 1 0,0-1 0,0 1 0,0-1 0,1 1 0,-1-1 0,0 1 0,1-1 0,-1 1 0,1-1 0,0 1 0,-1-1 0,1 0 0,0 1 0,0-1-1,0 0 1,0 0 0,0 0 0,0 0 0,0 1 0,2 0 0,-1-2-7,-1 1 1,1-1-1,0 0 0,0 1 0,0-1 0,0 0 0,0 0 0,0 0 1,0-1-1,0 1 0,0 0 0,-1-1 0,1 1 0,0-1 0,0 0 1,0 1-1,-1-1 0,1 0 0,0 0 0,1-2 0,4-1-72,-1-1-1,-1 0 1,1 0-1,-1 0 0,0-1 1,7-8-1,27-44-845,-35 52 796,34-57-2854,-3-2-1,-2-1 1,-4-1-1,32-107 1,-53 138 2674,-2 10 4276,-6 35 1556,-3 20-4296,-2 1 0,-14 51 0,-2 7 280,13-30-658,3-1 0,3 75 0,2-109-751,0-15-78,0 0 0,0-1 0,1 1 0,0 0 0,1-1 0,-1 1 0,1-1 0,5 11-1,-5-14-14,0 0 0,1-1-1,-1 0 1,1 1-1,0-1 1,-1 0-1,1 0 1,1-1-1,-1 1 1,0-1 0,1 1-1,-1-1 1,1 0-1,0 0 1,-1-1-1,9 3 1,-3-1-99,-1-1 0,1 0 1,0-1-1,0 0 0,0 0 1,-1-1-1,1 0 0,0 0 1,0-1-1,16-4 0,-17 3-368,0-1 1,-1 1-1,0-2 1,1 1-1,-1-1 0,0 0 1,7-6-1,29-26-6325,-5-6-6856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94 3874,'0'0'9818,"-5"-7"-8322,-1-1-1262,0 1-1,-1 0 1,1 0-1,-1 0 0,0 1 1,-1 0-1,0 1 1,0-1-1,0 2 1,0-1-1,-1 1 1,0 0-1,-10-3 0,14 6-111,0 0 0,-1 0 0,1 1 0,0-1 0,-9 1-1,12 0-67,0 1 0,0-1 0,0 1-1,0-1 1,1 1 0,-1-1 0,0 1-1,0 0 1,1 0 0,-1 0 0,1 0-1,-1 0 1,1 0 0,-1 0 0,1 1-1,0-1 1,-1 1 0,1-1-1,0 1 1,-1 1 0,-9 18 339,1 0 0,1 0 1,-9 34-1,-13 73 1033,28-115-1277,-8 48 581,3 0 0,-1 120 0,9-179-729,0-1-1,0 1 0,0-1 0,0 1 0,0 0 1,0-1-1,1 1 0,-1-1 0,0 1 0,1-1 1,-1 0-1,1 1 0,0-1 0,-1 1 0,1-1 1,0 0-1,0 1 0,0-1 0,0 0 0,0 0 1,0 0-1,0 0 0,0 0 0,0 0 0,0 0 1,1 0-1,-1 0 0,0-1 0,1 1 0,-1 0 1,1-1-1,-1 1 0,1-1 0,-1 0 0,1 1 1,-1-1-1,1 0 0,-1 0 0,1 0 0,-1 0 1,1 0-1,-1 0 0,1-1 0,2 0 0,3 0-51,-1-1-1,0 0 0,1 0 0,-1 0 1,0-1-1,0 0 0,-1-1 0,1 1 1,-1-1-1,6-5 0,8-9-501,-1-1-1,-1-1 1,-1 0-1,-1-1 0,-1-1 1,12-24-1,-9 11-1511,-1-1 0,-2 0-1,13-53 1,-17 37-2389,-4 1 6482,-5 34 2968,-8 67-550,-7 59-1853,-8 93-39,21-201-2541,-1 55 618,6 91 0,-3-141-615,0 0 0,0 1 0,1-1 0,0 0 1,0 0-1,0 0 0,1 0 0,-1 0 0,2-1 0,-1 1 0,1-1 0,-1 1 0,1-1 0,1-1 0,-1 1 1,7 4-1,-7-6-37,0 0 1,1 0 0,0 0 0,-1-1 0,1 0-1,0 0 1,0 0 0,0-1 0,1 0-1,-1 0 1,0 0 0,0-1 0,1 1 0,-1-1-1,0 0 1,1-1 0,-1 1 0,0-1 0,9-3-1,-8 2-127,0 0-1,1-1 1,-1 0-1,-1 0 0,1-1 1,0 0-1,-1 0 1,0 0-1,0 0 0,0-1 1,0 0-1,-1 0 1,5-7-1,1-2-800,0-2 0,-2 1-1,13-30 1,-15 29-822,0 0 1,5-30-1,-2-40-7046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14311,'0'0'5261,"-5"42"-1644,4-36-3489,-48 303 3949,37-238-3179,3 0 0,2 94 0,6-164-903,1 0-1,0 0 0,0-1 1,0 1-1,0 0 0,0 0 0,0 0 1,0-1-1,0 1 0,0 0 1,0 0-1,0-1 0,1 1 0,-1 0 1,0 0-1,0-1 0,1 1 0,-1 0 1,0 0-1,1-1 0,-1 1 1,1-1-1,-1 1 0,1 0 0,-1-1 1,1 1-1,0-1 0,-1 1 1,1-1-1,0 1 0,-1-1 0,1 0 1,0 1-1,-1-1 0,1 0 1,0 0-1,0 1 0,-1-1 0,1 0 1,0 0-1,0 0 0,0 0 0,-1 0 1,1 0-1,0 0 0,0 0 1,-1 0-1,1 0 0,0-1 0,0 1 1,-1 0-1,3-1 0,2-1-90,0-1-1,0 0 1,-1 1-1,1-2 1,-1 1-1,1 0 1,4-6-1,10-12-384,0-1 0,-2 0-1,23-40 1,36-79-1821,-74 136 2207,69-150-6710,-30 63-1119,-38 86 7533,-2 0 312,1 1-1,1 1 0,-1-1 1,1 0-1,0 1 0,0-1 1,0 1-1,0 0 0,8-7 1,-11 11 247,0 0 0,1 0 1,-1-1-1,0 1 0,1 0 0,-1 0 1,1-1-1,-1 1 0,1 0 1,-1 0-1,0 0 0,1 0 0,-1 0 1,1 0-1,-1 0 0,1 0 1,-1 0-1,1 0 0,-1 0 1,1 0-1,-1 0 0,0 0 0,1 0 1,-1 0-1,1 1 0,0-1 1,0 1 57,-1-1 0,1 1 0,0 0 0,-1 0 0,1 0 0,-1 0 0,1-1 0,-1 1 0,1 0 0,-1 0 0,1 0 0,-1 0 1,0 0-1,0 0 0,1 1 0,3 36 1753,0-1 0,-4 63 0,-1-48-1247,1-31-501,-12 284 1582,8-285-2093,4-20 241,0 0 0,0 0 1,0 0-1,0 0 1,0 0-1,0 0 1,0 0-1,0-1 1,0 1-1,0 0 1,0 0-1,0 0 1,0 0-1,0 0 1,0 0-1,-1 0 1,1 0-1,0 0 1,0 0-1,0 0 1,0 0-1,0 0 1,0 0-1,0 0 1,0 0-1,0 0 1,0 0-1,0 0 1,0 0-1,0 0 1,0 0-1,0 0 0,0 0 1,-1 0-1,1 0 1,0 0-1,0 0 1,0 0-1,0 0 1,0 0-1,0 0 1,0 0-1,0 0 1,0 0-1,-2-33-3758,2-23-2339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3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69 8436,'0'0'11378,"-11"-8"-10636,-2-2-549,8 6-128,0 0 1,0 0-1,-1 0 0,0 1 1,1 0-1,-1 0 0,0 0 0,-1 1 1,1 0-1,0 0 0,-8 0 1,-15-4 188,1 2 0,-1 1 1,0 2-1,0 1 0,-40 4 1,61-3-231,0 1 0,1 0 0,-1 1 0,1-1 0,0 1 0,0 1 0,0-1 0,0 1 0,0 1 0,-11 8 0,9-4-8,0 0-1,1 1 0,0-1 0,0 2 0,1-1 1,-7 13-1,0 6 36,1 0 1,2 1 0,1 0 0,-10 50-1,7-4 286,4 1 0,3 0-1,3 0 1,10 107 0,-3-146-154,1 1 0,2 0 0,22 69 0,-20-83-123,1 1-1,2-1 1,0-1 0,2 0-1,1-1 1,22 28-1,-27-41-40,-1 0-1,1 0 1,1-1-1,0 0 0,0 0 1,1-1-1,0-1 0,0 0 1,1-1-1,0 0 1,19 5-1,-15-6-28,0-2 1,1 1-1,0-2 0,-1 0 1,1-1-1,0-1 0,0-1 1,25-4-1,-36 4-50,0-1 1,-1 1-1,1-1 1,0 0-1,-1-1 1,0 0-1,1 0 1,-1 0-1,0-1 1,-1 0-1,1 0 1,-1 0-1,1-1 1,-1 0-1,-1 0 1,1 0-1,-1 0 1,7-12-1,-5 6-433,-1 1 0,0-1-1,-1-1 1,-1 1 0,0-1-1,0 1 1,-1-1-1,-1 0 1,0 0 0,0-13-1,-1-12-4263,0 6-3220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64 4418,'0'0'11811,"-3"-9"-10709,-7-26-9,10 35-1060,0-1-1,1 0 0,-1 0 1,0 1-1,0-1 0,0 0 1,0 0-1,1 1 0,-1-1 1,0 0-1,1 1 0,-1-1 1,0 1-1,1-1 0,-1 0 0,1 1 1,-1-1-1,1 1 0,-1-1 1,1 1-1,0-1 0,-1 1 1,1 0-1,0-1 0,-1 1 1,1 0-1,0-1 0,-1 1 1,1 0-1,0 0 0,0 0 0,-1-1 1,1 1-1,0 0 0,-1 0 1,1 0-1,0 0 0,0 0 1,-1 1-1,3-1 0,1 0 87,7-2 67,0 1 1,1 0-1,18 2 1,-26-1-160,-1 1-1,0-1 1,0 1 0,1 0 0,-1 0-1,0 0 1,0 1 0,0-1 0,0 1-1,0 0 1,0 0 0,-1 0-1,1 0 1,-1 0 0,1 0 0,3 5-1,0 2 29,-1 0 0,0 1 0,-1-1-1,0 1 1,0 0 0,-1-1 0,0 2-1,-1-1 1,0 0 0,-1 0 0,0 1-1,-1-1 1,0 1 0,0-1 0,-1 1-1,-1-1 1,1 0 0,-2 0 0,1 1-1,-6 10 1,-1-3 26,-1-1-1,0 0 0,-1-1 1,-1 0-1,-17 17 1,-78 71 110,84-82-166,-19 16-8,17-16-8,0 1 0,1 2 1,-24 32-1,47-55-13,-1 0 0,1 0 1,0 0-1,0 0 1,0 0-1,0 0 1,0 0-1,1 0 1,-1 1-1,0-1 0,1 3 1,0-4-1,0 0 0,0 0-1,0-1 1,0 1 0,1 0 0,-1 0 0,0 0 0,1-1-1,-1 1 1,1 0 0,-1 0 0,0-1 0,1 1 0,0 0 0,-1-1-1,1 1 1,-1 0 0,1-1 0,0 1 0,-1-1 0,1 1-1,0-1 1,0 0 0,-1 1 0,1-1 0,0 0 0,0 1-1,0-1 1,0 0 0,-1 0 0,1 0 0,0 1 0,1-1-1,41 4 77,0-1 0,59-5 0,-28 1 35,29-1-120,-56 1-1493,-2 1-3706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299 407 9588,'0'0'7961,"2"-8"-7705,2 0-62,-1-1 0,-1 0 0,3-18 0,-5 24-176,1 1 1,-1-1-1,0 1 1,0-1-1,0 1 1,0 0-1,-1-1 1,1 1-1,-1-1 1,1 1-1,-1-1 1,0 1-1,0 0 1,0 0-1,0-1 1,0 1-1,-1 0 1,1 0-1,-1 0 1,1 0-1,-1 1 1,-3-4-1,0 2-31,0 0 0,1 0 0,-1 1 0,0 0 0,0 0 0,-1 0 0,1 1 0,0 0 0,-8-1 0,-49 1-117,61 1 129,-3 0-1,0 1 0,0-1 0,0 1 0,0 0 0,0 0 0,1 1 0,-1-1 1,0 1-1,1-1 0,-1 1 0,1 1 0,-6 3 0,3-1 14,1 0 0,0 1-1,0-1 1,0 1 0,0 0 0,-4 9-1,-1 4 116,1 1-1,0 0 0,-10 40 1,9-16 444,2 0 0,1 0 1,3 1-1,1 46 1,3-85-500,0 0-1,0 0 1,0 0 0,1 0-1,0-1 1,0 1 0,1 0-1,-1 0 1,1 0 0,0-1-1,4 6 1,-4-8-56,0 0 1,1-1-1,-1 1 0,1-1 1,0 1-1,0-1 1,0 0-1,0-1 0,0 1 1,0 0-1,0-1 0,1 0 1,-1 1-1,0-1 0,1-1 1,-1 1-1,1 0 0,-1-1 1,7 0-1,-3 1 1,1-1 0,0 0-1,-1-1 1,1 0 0,-1 0 0,1 0-1,-1-1 1,1 0 0,-1-1 0,0 0-1,12-6 1,-9 3-46,1-1-1,-1 0 1,-1-1-1,1 0 1,-1-1 0,13-16-1,-5 2-457,-1-1-1,-1-1 1,-1 0-1,-1-1 1,15-43 0,-18 37-809,-1-1 0,-1 0 0,-2 0 1,2-46-1,-6 20-2691,-9-97 1,-12 37-583,18 116 4448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5827,'0'0'10447,"6"-1"-9609,-4 0-776,-1 1 1,1 0-1,0 0 1,-1 0 0,1 0-1,0 0 1,-1 0-1,1 0 1,0 0-1,-1 1 1,1-1-1,-1 1 1,1-1-1,-1 1 1,1-1-1,2 3 1,-2-1 17,0 0-1,0 0 1,0 1 0,0-1 0,-1 0-1,1 1 1,-1 0 0,1-1-1,-1 1 1,0 0 0,1 5-1,16 56 671,-2 2-1,-4-1 0,7 100 1,-10 199 110,-9 99-385,1-450-467,-1 13 27,5 38 0,-4-57-27,1 0 0,0 1 0,0-1 0,0-1 0,1 1 0,0 0 0,0-1 0,1 1-1,7 9 1,-10-14-10,0-1 0,0 0 0,0 0 0,0 0 0,0 0-1,0 0 1,0 0 0,0 0 0,1 0 0,-1 0-1,0-1 1,1 1 0,2 0 0,-4-1-3,1 0 0,0 0 0,-1 0 0,1 0 0,0 0-1,-1-1 1,1 1 0,-1 0 0,1 0 0,0-1 0,-1 1 0,1 0 0,-1-1 0,1 1 0,-1-1 0,1 1 0,-1-1 0,1 1 0,-1-1-1,1 1 1,-1-1 0,0 1 0,1-1 0,-1 0 0,0 1 0,0-1 0,1 1 0,-1-1 0,0 0 0,0 1 0,0-1 0,0 0 0,0 1-1,0-2 1,5-31-1555,-2 0 0,-1 0-1,-3-48 1,0 20-2681,1-8-2735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1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373 145 1761,'0'0'8662,"-8"-15"-9483,-25-45 815,31 58 103,1-1 0,-1 0-1,0 0 1,0 1 0,0-1 0,0 1-1,0 0 1,-1 0 0,1 0-1,-1 0 1,1 0 0,-1 0-1,0 1 1,0-1 0,0 1 0,0-1-1,0 1 1,-4-1 0,-5-2 637,11 4-691,-8-5 379,0 1 0,-1 1 1,1-1-1,-1 1 0,0 1 0,0 0 1,0 0-1,0 1 0,0 1 0,-14 0 1,21 0-386,0 1-1,0 0 1,0 0 0,1 1 0,-1-1 0,0 1 0,0-1 0,1 1 0,-1 0 0,1 0 0,-1 0-1,1 0 1,0 0 0,0 1 0,0-1 0,0 1 0,0-1 0,0 1 0,1 0 0,-2 3-1,-5 11 222,0 0-1,-6 22 0,12-32-144,-15 51 755,2 1 1,3 1-1,3 0 0,2 1 0,3-1 0,7 115 1,-3-172-858,0 0 1,0 1 0,1-1 0,0 0 0,0 0 0,0 1 0,0-1 0,0 0-1,0 0 1,1 0 0,0-1 0,-1 1 0,1 0 0,0 0 0,0-1 0,1 1 0,-1-1-1,0 0 1,1 0 0,-1 0 0,1 0 0,0 0 0,0 0 0,0-1 0,0 0-1,0 1 1,0-1 0,0 0 0,6 1 0,-2-1-16,0 0-1,0-1 1,0 0 0,0 0-1,0-1 1,0 0 0,0 0 0,0 0-1,0-1 1,0 0 0,-1 0-1,1-1 1,9-5 0,-1-1-121,-1-2 1,0 1-1,0-1 1,-1-1-1,20-24 0,-15 15-478,-2-1-1,0-1 1,14-29-1,-20 32-163,-1-2-1,-1 1 0,-1-2 1,-1 1-1,-1 0 0,3-30 1,-1-136-3982,-7 172 4656,1 5 120,-1 10 88,0-1 0,1 0 0,-1 0 0,0 0 0,0 0 0,0 1 0,0-1 0,-1 0 0,1 0 0,0 0 0,-1 1 0,1-1 0,-1 0 0,0 0 0,1 1 0,-1-1 0,0 0 0,-2-2 0,3 4-53,0 0 0,-1 0 1,1 0-1,0 0 1,0-1-1,-1 1 1,1 0-1,0 0 1,0 0-1,-1 0 0,1 0 1,0 0-1,-1 0 1,1 0-1,0 0 1,-1 0-1,1 0 0,0 0 1,0 0-1,-1 0 1,1 0-1,0 0 1,0 0-1,-1 0 0,1 1 1,0-1-1,-1 0 1,1 0-1,0 0 1,0 0-1,0 1 1,-1-1-1,1 0 0,0 0 1,0 0-1,0 1 1,-1-1-1,1 0 1,0 0-1,0 1 0,0-1 1,0 0-1,0 0 1,-1 1-1,1-1 1,0 0-1,0 1 0,-4 19 1589,-1 45 478,5 76-1,1-61-1348,-1-62-638,-1 11 152,2-1 1,5 34-1,-4-53-266,0-1-1,0 0 1,0 1 0,1-1 0,1 0-1,-1-1 1,1 1 0,0 0 0,1-1-1,0 0 1,9 10 0,-11-14-98,0 0-1,0-1 1,0 1-1,1-1 1,-1 0 0,1 1-1,0-1 1,-1-1-1,1 1 1,0-1 0,0 1-1,0-1 1,0 0 0,0-1-1,0 1 1,1-1-1,-1 0 1,0 0 0,0 0-1,0 0 1,0-1-1,1 1 1,-1-1 0,0 0-1,4-2 1,2-1-648,-2 1 1,1-2 0,0 1-1,-1-1 1,0 0-1,0-1 1,-1 0 0,1 0-1,9-12 1,28-39-7554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80 16600,'-2'35'3137,"2"-32"-3060,-8 280 4835,7-223-4060,-1-35-522,1 0-1,2 0 1,1-1 0,0 1 0,10 37 0,-11-58-320,0-1 1,1 0-1,-1 1 1,1-1-1,0 0 1,-1 0-1,1 0 1,4 4-1,-5-6-16,0 0 1,-1-1-1,1 1 0,0-1 0,0 1 0,-1-1 0,1 1 0,0-1 0,0 0 1,0 1-1,-1-1 0,1 0 0,0 0 0,0 0 0,0 1 0,0-1 0,0 0 1,0 0-1,-1 0 0,1 0 0,0 0 0,0-1 0,0 1 0,0 0 0,0 0 1,-1 0-1,1-1 0,0 1 0,0-1 0,0 1 0,-1 0 0,1-1 0,0 0 1,0 1-1,-1-1 0,1 1 0,-1-1 0,1 0 0,0 1 0,-1-1 0,1-1 1,4-4-50,-1-1 0,0 1 0,-1-1 0,1 0 0,-1 0 1,2-8-1,15-54-466,-19 64 468,16-78-1900,-4-1-1,3-85 1,-12 109-823,-3 46 1971,0 0-1,1 0 1,0 0 0,1 1-1,0-1 1,9-21 0,-11 33 817,0 0 0,0 0 0,0 1 0,0-1 0,0 0 0,1 0 0,-1 1 0,0-1 0,1 0 0,-1 1 0,1-1 1,0 1-1,-1 0 0,1 0 0,0 0 0,0 0 0,0 0 0,0 0 0,0 0 0,0 0 0,0 1 0,0-1 0,0 1 1,0-1-1,0 1 0,1 0 0,-1 0 0,0 0 0,0 0 0,0 0 0,0 1 0,3 0 0,0 0 213,-1 1 0,0 0-1,0 0 1,0 0 0,0 1 0,-1-1-1,1 1 1,0 0 0,-1 0 0,0 0-1,0 1 1,0-1 0,0 1 0,3 6-1,9 18 698,-2 0 0,-1 1 0,-1 0 0,-1 1 0,10 59 0,11 161 1655,-30-237-2439,12 125 1052,-8-115-1009,-5-23-205,1 1-1,-1-1 1,0 1 0,0-1-1,0 1 1,1-1-1,-1 1 1,0-1 0,0 1-1,1-1 1,-1 0-1,0 1 1,1-1 0,-1 0-1,1 1 1,-1-1 0,0 0-1,1 0 1,-1 1-1,1-1 1,0 0 0,-1 0-26,1 0 0,-1 0 1,1 0-1,-1 0 1,1 0-1,-1 0 1,1-1-1,-1 1 0,1 0 1,-1 0-1,0-1 1,1 1-1,-1 0 1,0-1-1,1 1 0,-1 0 1,0-1-1,1 1 1,-1 0-1,0-1 1,1 1-1,-1-1 0,10-21-1578,7-27-2524,5-12-3899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32 5635,'0'0'11330,"-1"-2"-9900,1 0-1337,-1 1 1,0-1-1,0 1 0,1 0 1,-1-1-1,0 1 1,0 0-1,-1-1 0,1 1 1,0 0-1,0 0 0,-1 0 1,1 0-1,0 0 0,-1 0 1,1 0-1,-1 1 0,1-1 1,-1 1-1,1-1 0,-1 1 1,0-1-1,1 1 0,-4-1 1,-47-2 189,45 3-211,-15 0 104,14-1-119,0 1-1,0 0 1,0 0 0,0 1 0,-1 0 0,1 0 0,0 1 0,1 0 0,-1 0 0,0 1 0,1 0-1,-11 6 1,4 1 39,1 0-1,0 1 1,0 0-1,1 1 0,1 1 1,0 0-1,1 0 1,0 1-1,-10 19 0,2 3 233,0 0 0,-22 72-1,28-65 72,1 0-1,-8 86 0,12 91 750,6-186-969,3 0 0,0 0 0,3 0 0,15 63 0,-16-85-154,0 0 0,1 0 1,0-1-1,0 1 0,2-1 0,-1 0 0,1-1 0,1 0 1,0 0-1,0 0 0,1-1 0,0-1 0,1 1 0,-1-1 1,2-1-1,14 9 0,-13-11-72,1 1 0,0-2 0,0 0 0,0-1-1,0 0 1,0-1 0,1 0 0,-1-1 0,1-1 0,0 0 0,-1-1 0,1 0 0,-1-1 0,0 0 0,1-1-1,-1-1 1,0 0 0,-1-1 0,1-1 0,-1 1 0,0-2 0,19-13 0,-12 5-371,0-1 0,-1 0 1,-1-2-1,-1 0 0,16-22 0,-23 27-554,-1-1 0,-1 0 0,11-23 0,-15 27-244,0 0-1,0 0 1,-1 0-1,0-1 0,-1 1 1,1-13-1,-2 4-3860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0 286 13654,'0'0'4554,"8"-27"-4748,24-92-385,-3 36-25,-11 35 455,-15 40 558,-1 8 291,1 19 206,3 519 3605,-6-394-3967,1-102-933,14 78-1,-15-115-904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10325,'0'0'8964,"30"-21"-17176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0 497 15239,'0'0'5138,"7"-6"-9748,-7-30-3826</inkml:trace>
  <inkml:trace contextRef="#ctx0" brushRef="#br0" timeOffset="1">34 67 17672,'0'0'6659,"23"-24"-8276,-10 3-1728,-9-1-5955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1 399 12230,'0'0'9036,"28"-7"-8287,-7 2-667,-8 3-60,1-1 0,0 0 0,-1-1 0,0-1 0,0 0 1,0-1-1,-1 0 0,0-1 0,0 0 0,0-1 0,-1 0 0,17-17 0,77-102-2095,-90 106 1552,-1 0 0,-1-1 1,-1-1-1,12-33 0,-18 28-708,-11 50 777,-6 81 1778,3 179 1,8-225-928,0 1024 3952,1-1132-5208,-3-106-6284,-7 70-238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65 8900,'0'0'6027,"-2"-1"-5024,-2 0-855,0-1 0,0 1 0,0 0 0,1 1 0,-1-1 0,0 1 1,0 0-1,0 0 0,0 0 0,0 0 0,0 1 0,0-1 0,0 1 0,0 0 0,0 0 0,1 1 0,-1-1 0,0 1 1,1-1-1,-1 1 0,1 1 0,0-1 0,0 0 0,0 1 0,0-1 0,-5 6 0,-2 4-40,0-1 1,0 1-1,1 1 0,1 0 0,-13 27 0,11-18 23,1 1 0,2 1 0,0-1 0,2 1-1,-5 40 1,2 130 764,8-169-750,-1 41 139,6 212 984,-2-242-1131,1-1 1,3 1-1,0-1 1,3 0 0,22 54-1,-26-75-74,0-1-1,2 1 0,12 17 0,-17-27-53,1 0 1,-1 0-1,1 0 1,0 0-1,0-1 0,1 1 1,-1-1-1,1-1 1,-1 1-1,1 0 0,0-1 1,6 2-1,-3-2 5,0 0 1,0-1-1,0 0 0,0 0 0,0-1 1,1 0-1,-1 0 0,0-1 0,0 0 0,0 0 1,0-1-1,0 0 0,0-1 0,12-5 1,-9 1-6,-1 0 1,1-1-1,-1-1 1,-1 0-1,1 0 1,12-17-1,47-72-102,-28 34-498,-4-2 0,-2-2 0,47-129 0,-72 164 139,-1-1 1,-2 0-1,-1 0 0,-1 0 0,-2-1 1,-2 1-1,-1-1 0,-7-59 0,2 72 361,0 0 0,-1 1 0,-1 0 0,-1 0 0,-1 0-1,-1 1 1,-17-25 0,17 29 191,-1 1 0,0 0 0,-1 1 0,-1 1-1,0-1 1,-1 2 0,-1 0 0,0 1 0,-19-12 0,23 18 47,-1 0 0,0 0 0,0 1 0,0 1 0,0 0 0,-1 0 0,1 2 0,-1-1 1,0 1-1,1 1 0,-1 1 0,0-1 0,1 2 0,-14 3 0,11-2-71,1 1 1,1 0-1,-1 1 0,1 1 0,-1 0 1,2 0-1,-1 2 0,1 0 0,0 0 1,1 1-1,-21 19 0,30-25-164,-1 0 0,1 0 0,0 0 0,0 0-1,0 0 1,0 0 0,0 1 0,0-1 0,1 1 0,0 0-1,-1 3 1,1 26-5694,4-18-856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0 573 2465,'0'0'14292,"8"-25"-13550,52-170-580,-42 124-865,15-109-1,-19 93-335,-12 72 2616,-3 39-761,14 492 3677,-5-299-3145,9 122 94,-9-278-1346,-8-61-96,6 23 4,-5-22-6,-1 0-1,0-1 1,1 1 0,-1-1 0,1 1 0,-1-1 0,1 1 0,-1-1 0,1 1 0,-1-1-1,1 1 1,-1-1 0,1 0 0,0 1 0,-1-1 0,1 0 0,0 1 0,-1-1 0,1 0-1,0 0 1,-1 0 0,2 0 0,-1 1-5,-1-1 0,0 0 0,1 0-1,-1 0 1,1 0 0,-1 0 0,0 0 0,1 0-1,-1-1 1,1 1 0,-1 0 0,0 0 0,1 0-1,-1 0 1,1 0 0,-1-1 0,0 1 0,1 0-1,-1 0 1,0-1 0,1 1 0,-1 0 0,0 0-1,0-1 1,1 1 0,-1 0 0,0-1 0,0 1-1,1 0 1,-1-1 0,0 1 0,0-1 0,4-7-170,-1 0 1,0 0 0,0-1-1,-1 1 1,0-1 0,0 0-1,0-10 1,0-68-2619,-2 63 1593,0-59-4974,0 4-5088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1 801 18168,'0'0'3426,"16"-28"-3565,57-94-795,-60 97 483,-1 0 0,-1-1 0,-1 0 0,-1-1 0,-1 0 0,7-50 0,-10 15-570,-3-99-1,-2 87 980,0-44 1080,0 116-219,0 9-283,19 306 1915,1-56-1263,-28 569 1283,7-733-4572,1-69-2674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54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2817,'0'0'4995,"-3"0"-3395,0 0-1888,-7 3-224,3 6-753,-3 3-1568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0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8612,'0'0'4834,"191"6"-5042,-164-6-3105,-14 0-6004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2.4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359 32 6275,'0'0'7622,"0"-5"-6731,0-15-120,0 15 1078,-3 5-1361,-3-1-460,0 1 0,0 0-1,0 0 1,0 1-1,0 0 1,0 0 0,0 1-1,0-1 1,0 1 0,1 0-1,-1 1 1,1-1 0,-1 1-1,1 0 1,0 1 0,0-1-1,1 1 1,-6 5 0,-14 14 23,1 1 1,1 0-1,2 2 1,1 1-1,0 0 1,2 1-1,2 1 1,0 1-1,2 0 1,1 0-1,2 2 0,0-1 1,3 1-1,0 0 1,2 1-1,-1 59 1,6-87-25,0 32 403,1 1 0,11 71 1,-10-98-373,1 0 0,0 0 0,1 0 0,0 0 1,1-1-1,0 0 0,1 0 0,0 0 0,0-1 0,1 0 1,0 0-1,1 0 0,-1-1 0,11 8 0,-12-12-40,-1 0-1,1-1 1,0 1-1,0-1 1,0-1-1,1 1 1,-1-1-1,1 0 1,-1 0-1,9 0 0,0 0-3,0-1 0,0-1 0,21-1 0,-27-1-5,-1 0-1,1 0 1,0 0-1,-1-1 0,0-1 1,0 1-1,0-1 1,0 0-1,0-1 1,-1 0-1,0 0 0,0-1 1,0 0-1,-1 0 1,1-1-1,8-12 0,4-7-86,-2 0 0,-1 0-1,19-44 1,-22 39-20,-2 0 0,0 0 0,-3-1 0,0-1 0,-2 1 0,-2-1 0,0 0 0,-3 0 0,-4-58 0,0 69 67,-1-1-1,-1 1 1,-2 0-1,0 1 1,-15-32-1,2 4-147,4-1-113,12 34 154,-1 0 1,-14-27 0,16 39-714,3 12-423,0-7 1251,0 69-5043,0-30-478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3.1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43 4514,'0'0'6897,"4"-7"-5814,0-1-797,-2 5-116,0 0 0,-1 0 1,1 0-1,0 0 0,1 0 1,-1 0-1,5-4 0,-7 14 5278,2 15-5196,0-8-23,-1 153 92,-2-89-210,-23 221 470,1-31-477,23-285-788,0 5-324,0-1 1,0 0-1,1 1 1,1-1-1,0 1 1,4-13-1,7-8-4327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3.9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67 112 3506,'0'0'5063,"4"-11"-4420,2-3-370,-3 7-59,0 0 0,0 0 1,-1 0-1,0 0 0,1-8 0,-2-21 7593,-1 39-7741,0 32 120,-1 1 0,-8 44 0,-49 455 1094,36-262-925,18-228-336,4-45 24,0-9-1479,0-24-2292,0 12-2706,0 9-2562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5.4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1 121 3105,'0'0'8282,"0"-20"-7285,3-59-343,-1 58 1098,-2 21-1721,0 0 1,0 0 0,1 0 0,-1 0-1,0 0 1,0 0 0,0 0-1,0 0 1,0 0 0,0 0 0,0 0-1,0 0 1,0 1 0,0-1 0,0 0-1,0 0 1,0 0 0,0 0-1,0 0 1,0 0 0,0 0 0,0 0-1,0 0 1,0 0 0,0 0 0,0 0-1,1 0 1,-1 0 0,0 0 0,0 0-1,0 0 1,0 0 0,0 0-1,0 0 1,0 0 0,0 0 0,0 0-1,0 0 1,0 0 0,0 0 0,1 0-1,-1 0 1,0 0 0,0 0-1,0 0 1,0 0 0,0 0 0,0 0-1,0 0 1,0 0 0,0 0 0,0 0-1,0 0 1,0 0 0,0 0-1,0 0 1,1 0 0,-1-1 0,4 21 1359,-4-19-1596,12 65 1417,5 121-1,-15 72-206,-3-149-700,1 163-140,0-272-269,0-13-6702,0 6 1927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6.8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67 6227,'0'0'5984,"-1"-6"-5507,0-18-132,1 23-312,0 1 1,0-1-1,0 1 1,1 0-1,-1-1 1,0 1-1,1-1 1,-1 1-1,0 0 0,1-1 1,-1 1-1,1 0 1,-1 0-1,0-1 1,1 1-1,-1 0 1,1 0-1,-1 0 1,1-1-1,-1 1 1,0 0-1,1 0 1,-1 0-1,1 0 1,-1 0-1,1 0 1,-1 0-1,1 0 1,0 0-1,19 0 733,-16 1-394,35 1 430,1 3 0,-1 1 1,75 23-1,-6-3-420,-79-18-136,56 22 1,-63-21-137,-1-1-1,1-1 0,1 0 1,43 5-1,175-9 91,-129-5-194,52-11 48,-59 2-15,210 1 158,-156 8-92,24-11 160,8-1 54,503 12 22,-358 4-357,-244-6 4,125-22-1,37-3-7,57 25-220,-226 4-945,-83-1 876,-1 1-1,1 0 1,-1-1-1,0 1 0,1-1 1,-1 0-1,0 1 0,0-1 1,1 0-1,-1 0 1,0 0-1,0 0 0,0 0 1,0 0-1,0 0 0,0 0 1,0 0-1,0-2 1,3-1-1119,22-29-6994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7.3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 7700,'0'0'8526,"-6"0"-7403,-16 0 229,17 0-5,20 0-930,3 1-323,-1 1 0,0 0 0,30 10 0,19 3-64,133-3 236,-139-11-6303,-59-1 5656,-21 0-3797,-2 0-3290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27.7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1 10661,'0'0'6323,"24"225"-5491,-21-128-272,-3 14-512,0 3-48,-7 1-864,-16-7-1857,-1-21-3298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1.6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8324,'0'0'8900,"0"3"-8692,3 39 800,11 21-95,-4 25-257,0 20 64,-7 12-639,-3-3-17,0-17-64,0-25-1633,0-27-1633,0-21-6722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0.7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291 65 5314,'0'0'14044,"-18"5"-13857,4 5-173,0 1 1,0 0-1,1 1 1,0 0-1,1 1 0,-14 19 1,-18 19-20,32-37 62,0 1 0,1 0 0,0 1 0,1 0 0,1 1 1,1 0-1,0 0 0,1 1 0,1 0 0,1 0 0,-5 32 0,2 12 298,3 0 0,4 75 0,1-81-77,1-26-116,0 1 1,2-1 0,1 1-1,9 32 1,-9-48-95,1 0 0,0-1-1,1 1 1,1-1 0,1 0 0,-1-1 0,2 0-1,0 0 1,20 21 0,-23-28-39,1 0-1,0-1 1,-1 0 0,1 0-1,1 0 1,-1-1 0,1 0-1,0-1 1,0 1 0,9 1-1,-1-1 19,-1-1-1,1-1 0,0-1 1,22 0-1,-29-2-53,1 0-1,0-1 1,-1 0 0,1 0-1,-1-1 1,1-1 0,-1 0-1,0 0 1,-1 0 0,1-1-1,-1-1 1,0 1 0,0-1-1,-1-1 1,10-9 0,8-10-247,-1-2 1,36-53-1,-26 26-425,-2-1-1,33-83 1,-57 118 619,0 0 0,-2-1 0,0 0 0,4-42 0,-3-94 693,-8 142-593,-1 1 0,0 0 0,-1-1 0,0 1 0,-1 0 0,-1 1-1,-9-22 1,-4 0-42,-37-57 0,47 80 7,-1 1 0,-1 0 0,1 0 0,-2 1 0,1 0 0,-14-9 0,15 14 54,0 0 0,0 1 1,0 0-1,0 1 0,-1 0 0,0 0 0,0 1 1,0 0-1,-18-2 0,3 2 22,0 1 1,0 2-1,-34 2 1,54-1-101,0 0 0,0 0 0,0 0 0,0 1 0,0 0 0,1 0 0,-1 0 0,1 0 0,-1 1 0,-6 4 0,-2 4-80,-22 22-1,28-25-413,0-1 1,0 0-1,-1 0 0,0-1 1,0 0-1,0 0 0,-18 8 1,10-11-4328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2.8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 1905,'0'0'8401,"0"-2"-7427,0 56 5959,0 150-6127,0 273 88,0-273-4928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4.0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 4930,'0'0'9349,"0"-15"-8309,3 39-432,17 27 81,0 18-1,-3 21-176,-4 15-80,-6 1-384,-7-4-48,0-12-640,0-21-3458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7.4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81 6531,'0'0'7649,"-3"-16"-6731,-8-48 63,9 124 2265,-1 8-2951,1-2-561,-2 177 1099,2-81-7993,2-115-3770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6.5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141 10 8180,'0'0'7083,"-2"4"-3807,-6 14-3044,-1-1 0,-15 24 0,-14 26-213,27-40-20,1 1-1,2 0 1,0 0-1,2 1 1,-3 31 0,1 147 676,8-190-571,2 1-1,-1 0 1,2 0 0,0-1-1,1 0 1,1 0-1,10 23 1,-10-29-49,0 0 0,1 0 0,0-1 0,1 0 0,0 0 0,1-1 0,0 1 0,0-2 0,1 1 0,0-1 0,18 11 0,-18-14-24,1-1 0,-1 0 0,1-1 0,0 0 0,0 0 0,0-1 0,1 0 0,-1-1 0,0 0 0,1-1 0,14-1 0,-22 1-6,4-1-21,-1 0-1,1 0 0,-1 0 0,0-1 0,0 0 0,0 0 1,0-1-1,0 0 0,0 0 0,-1 0 0,1 0 1,-1-1-1,0 0 0,0 0 0,0-1 0,-1 1 1,0-1-1,1 0 0,2-6 0,10-13-161,-1-1 0,22-48 0,-34 66 120,12-28-524,-2-1 0,-1-1 0,-2 0-1,10-59 1,-12 32 36,1-123 0,-10 179 614,0 1 1,0-1-1,-1 1 0,0-1 0,-1 1 1,0-1-1,0 1 0,0 0 0,-1 0 1,0 0-1,-1 0 0,1 0 0,-1 1 1,0-1-1,-1 1 0,0 0 0,0 0 1,0 1-1,-1 0 0,1 0 0,-1 0 1,0 0-1,-1 1 0,-12-6 0,9 5 83,0 1-1,0 1 0,0-1 0,-1 2 1,1-1-1,-1 2 0,-20-2 1,1 3-29,-46 4-1,68-2-129,0-1 0,0 1 0,0 1 0,-12 5 0,14-5-339,0 0-1,0-1 1,0 0-1,0 0 1,0-1-1,-13 2 0,18-3 222,1 0 0,0 0 1,0 0-1,-1 0 0,1 0 0,0 0 0,0 0 0,0 0 0,-1 0 0,1 0 0,0 0 0,0 0 0,-1 0 0,1 0 0,0 0 0,0-1 0,-1 1 0,1 0 0,0 0 0,0 0 0,0 0 0,-1 0 0,1-1 0,0 1 0,0 0 0,0 0 0,0 0 0,-1 0 0,1-1 0,0 1 0,0 0 1,-1-15-6032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8.7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172 15 464,'0'0'15159,"0"-3"-14358,0 3-719,0 0 0,0-1 1,0 1-1,0 0 1,0-1-1,0 1 0,1-1 1,-1 1-1,0 0 1,0-1-1,0 1 0,0 0 1,0-1-1,0 1 1,-1 0-1,1-1 0,0 1 1,0 0-1,0-1 1,0 1-1,0 0 0,0-1 1,-1 1-1,1 0 1,0-1-1,0 1 0,0 0 1,-1-1-1,1 1 1,0 0-1,-1 0 0,1 0 1,0-1-1,0 1 1,-1 0-1,1 0 0,-1-1 1,-10 13 686,-12 32-1009,21-41 424,-20 46-120,3 1 0,1 1 0,3 0-1,-17 104 1,20-47 406,0 155 0,12-237-387,-1-2 60,1-1 0,2 0 0,7 44 0,-7-61-126,-1 0 0,1 0 1,0 0-1,1-1 0,-1 1 0,1-1 1,0 0-1,0 0 0,1 0 1,0 0-1,0-1 0,0 1 1,0-1-1,1 0 0,-1 0 0,1 0 1,0-1-1,0 0 0,11 5 1,-7-4-14,0-1 1,0 0 0,1 0 0,-1-1 0,1-1-1,0 0 1,15 1 0,-20-2-4,0-1 0,1 1 0,-1-1 0,0 0 0,0 0 0,0 0 0,0-1 0,0 1-1,0-1 1,-1-1 0,1 1 0,0-1 0,-1 1 0,0-1 0,7-7 0,0-1-63,-2-1 0,0 0 0,0-1 0,-1 0 0,-1-1 0,7-14 0,0-8-448,13-47 0,-16 41 241,-2-1-1,5-83 1,-10-89 452,-5 145-36,1 53-133,0 0 0,-2 0-1,0 0 1,-1 0-1,-1 0 1,0 0-1,-1 1 1,-1 0-1,-1 0 1,0 1-1,-1-1 1,0 2-1,-13-17 1,18 28-61,-1-1-1,0 0 1,0 1 0,-1 0 0,1 0 0,-1 0 0,1 1-1,-1-1 1,0 1 0,0 0 0,0 0 0,0 1-1,0 0 1,-1 0 0,1 0 0,0 0 0,-6 1-1,4 0-581,-1 0-1,1 0 0,-1 1 0,1 0 1,0 0-1,0 1 0,0 0 0,0 0 1,0 1-1,0 0 0,-11 6 0,-19 17-8104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39.7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 1 7363,'0'0'10245,"4"0"-9317,-4 33-575,0 36-49,0 45 384,0 43-192,0 44-464,-10 34-32,-7 2-16,3-35-2929,11-52-5219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45.3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1072,'0'0'1601,"-10"0"-3105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45.7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1 144,'-10'0'2705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0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8116,'0'0'8777,"-2"-1"-7930,2 5 1604,9 13-2311,1-2 1,20 26-1,-2-3-17,301 490 1227,-159-247-870,-170-281-479,9 15 20,0 0 0,1-1-1,0 0 1,1-1 0,24 23-1,-16-26-28,-17-9-50,-2-3-278,0 1 286,0-9-989,0 0 0,0 0 0,-1 0 0,0 0 0,-1 0-1,0 0 1,0 1 0,-8-18 0,-6-6-5124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1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1451 14 5747,'0'0'8908,"-3"-2"-7919,1 0-906,0 1 0,0 0-1,0 0 1,-1 0 0,1 0-1,0 0 1,0 0 0,-1 1-1,1-1 1,0 1 0,-1-1-1,1 1 1,-1 0 0,1 0-1,-1 0 1,1 0 0,0 1-1,-1-1 1,1 0 0,-1 1-1,1 0 1,0 0 0,0 0-1,-4 1 1,-2 3-33,1 0-1,0 0 1,0 0 0,0 1 0,1 0-1,-8 9 1,-149 176 231,60-68-207,77-92-82,-398 456-2059,-24-22-3499,281-311-3990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3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30 100 3666,'0'0'7331,"-5"-4"-6336,-15-14-112,15 13 3079,16 5-3757,33 2 337,80 15 0,-74-8-482,57 2 0,400-11 113,137-55-152,-604 50-21,48-1 43,96 5 0,46-2 50,-102-16 149,7 0-6,172 15-128,-194 5-62,-94-1-16,-1 1 0,1 0-1,-1 2 1,35 8 0,-44-8 32,1 0 0,-2 1 1,1 0-1,0 1 1,-1 0-1,0 0 0,0 1 1,0 0-1,-1 0 0,0 0 1,7 9-1,5 6-249,-112-12-7062,24-3-2149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35 2689,'0'0'4701,"0"-5"-4031,1-15 56,-1 11 1325,-1 17 2706,-4 33-4533,-17 63 0,13-70-311,2 1 1,1 0-1,-1 48 0,7-106-11702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4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5410,'0'0'6820,"34"24"-5988,-34 39-96,0 21-175,-17 9-113,-6-2-352,3-7-96,3-18-1201,4-21-5666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5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8852,'0'0'11157,"47"0"-11301,-30-12-192,-7 0-512,3-3-801,-3-3-1249,0-9-2080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6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9396,'0'0'7460,"-33"0"-8485,53 9 417,0 12-913,-7 12-576,-6 21-2129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6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12662,'0'0'1905,"0"-18"-13911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6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5122,'0'0'3194,"3"-27"-2927,14-137 826,-10 64 3758,-4 210-1706,-3-45-2902,4 287 1268,26-6 166,-17-283-1103,-12-57-541,1-1 0,0 0 1,0 0-1,1 0 0,0 0 1,0 0-1,0 0 0,0-1 1,4 5-1,-6-8-44,-1 0 1,1-1-1,0 1 0,-1 0 1,1-1-1,0 1 0,0-1 1,-1 1-1,1-1 0,0 1 1,0-1-1,0 1 0,-1-1 1,1 0-1,0 1 0,0-1 1,0 0-1,0 0 0,0 0 0,1 0 1,-1 0-18,-1 0-1,1-1 1,0 1 0,-1 0 0,1-1 0,-1 1-1,1 0 1,-1-1 0,1 1 0,-1-1 0,1 1-1,-1-1 1,1 0 0,-1 1 0,0-1 0,1 1-1,-1-1 1,0 0 0,1 1 0,-1-2 0,2-4-333,-1 0 0,0 0 0,0 0 1,0-9-1,-1 15 340,0-74-7732,0 38-758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80 5827,'0'0'3249,"-21"-6"3370,19 5-6541,1 1-1,-1 0 1,1 1 0,-1-1-1,0 0 1,1 0-1,-1 1 1,1-1 0,-1 1-1,0-1 1,1 1-1,-1 0 1,1-1-1,0 1 1,-1 0 0,-1 2-1,0 0-3,0 1 1,1-1-1,0 1 0,0-1 0,0 1 0,-2 5 0,-5 11 153,-38 96 478,40-95-572,1 0-1,1 0 1,-4 42-1,5 217 1332,5-231-1156,0-9 19,1 0 0,3 1 0,15 66 0,-15-90-226,0 0-1,1-1 0,0 1 0,2-1 0,-1-1 0,2 1 1,0-1-1,1-1 0,1 0 0,0 0 0,14 13 0,-19-22-73,0-1-1,0 1 1,1-1-1,-1-1 1,1 1-1,-1-1 1,1 0-1,0 0 1,1-1-1,-1 0 1,0 0-1,1-1 1,-1 0-1,1 0 1,-1-1-1,1 0 1,9-1-1,-7 0-19,0-1 1,0 0-1,0-1 1,-1 0-1,1 0 1,-1-1-1,0 0 1,0-1-1,0 0 1,0 0-1,-1-1 0,8-7 1,5-6-136,-2-1 0,0-1 1,-2 0-1,0-2 0,-1 0 0,-2-1 1,0 0-1,-1-1 0,11-32 1,-12 20-210,-1 0 0,-2 0 0,-1-1 0,-2 0 0,-2 0 0,0-47 0,-11-63-49,4 127 395,-1 0 0,0 0 1,-2 0-1,-14-34 1,2 16 239,-28-46 0,37 70-111,0 1 0,-1 1 0,-1 0 0,0 0 0,-1 1 0,-15-12 0,21 20-89,-1 0-1,1 0 0,-1 1 1,0 0-1,0 0 0,0 0 0,0 1 1,0 0-1,-1 1 0,-8-2 1,-10 1-119,-41 2 1,29 1-577,37-1 478,0 0 1,1 0-1,-1 0 0,0 0 1,0 0-1,0 0 0,1 0 1,-1 0-1,0 0 0,0 0 1,1 1-1,-1-1 0,0 0 0,1 0 1,-1 1-1,0-1 0,0 0 1,1 1-1,-1-1 0,1 1 1,-1-1-1,0 1 0,1-1 1,-1 1-1,1-1 0,-1 1 1,1 0-1,0-1 0,-1 1 1,1 0-1,-1-1 0,1 1 1,0 0-1,0-1 0,-1 1 1,1 0-1,0 0 0,0-1 0,0 1 1,0 0-1,0 0 0,0 0 1,0-1-1,0 1 0,0 0 1,1 0-1,-1 16-5867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8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11 5170,'0'0'10683,"0"-3"-9731,-3-5 544,3 27-196,0-6-1511,-13 376 1708,9 296 805,4-678-2275,1 11 31,-1-18-61,1 1 0,-1-1 0,0 0 0,0 1-1,0-1 1,1 1 0,-1-1 0,0 0 0,1 1 0,-1-1 0,0 1 0,1-1 0,-1 0 0,0 0 0,1 1 0,-1-1-1,1 0 1,-1 0 0,1 1 0,-1-1 0,1 0 0,-1 0 0,1 0 0,-1 0 0,1 0 0,-1 1 0,0-1-1,1 0 1,0-1 0,0 1-39,0 0 0,0-1-1,0 1 1,0-1 0,0 0-1,-1 1 1,1-1 0,0 0-1,0 1 1,-1-1 0,1 0 0,0 0-1,-1 0 1,1 0 0,-1 0-1,1 1 1,-1-1 0,0 0-1,1 0 1,-1 0 0,0 0-1,0 0 1,0 0 0,1 0 0,-1-2-1,4-36-1079,-2 27 498,4-101-7391,-6 53 193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9:5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6403,'0'0'8895,"4"12"-7866,6 32-27,-2 0 0,5 86 0,-11 104 957,-2-151-1422,0 303 925,0-372-1458,-1-7-48,1 0-1,0 0 1,0 0-1,1 0 1,-1 0-1,2-1 0,-1 1 1,1 0-1,0 0 1,5 10-1,-6-16-166,-1 1 0,1-1 0,0 0-1,0 0 1,0 0 0,0 0 0,0 0 0,0 0-1,0 0 1,1-1 0,-1 1 0,0 0 0,0-1-1,1 1 1,-1 0 0,0-1 0,1 0 0,-1 1-1,0-1 1,1 0 0,-1 0 0,1 0 0,-1 0 0,2 0-1,5 0-6524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0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3458,'0'0'1008,"97"-36"-4065,-80 30 2528,3 0-335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1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7139,'0'0'8735,"1"10"-8159,-1-7-556,1 0-1,-1 1 1,1-1 0,0 0-1,0 0 1,0 0 0,0 0-1,0 0 1,1 0-1,-1 0 1,1 0 0,0 0-1,0-1 1,0 1 0,0-1-1,1 0 1,-1 1 0,0-1-1,1 0 1,0 0-1,-1-1 1,1 1 0,0 0-1,0-1 1,0 0 0,0 0-1,4 2 1,56 17 211,1-3 1,80 12 0,46 12-87,-178-38-476,48 12 877,-21-11-5187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2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26 4866,'0'0'7964,"1"-5"-7217,2-15-224,-3 20-504,0 1 1,0-1-1,0 0 1,0 0-1,0 0 1,0 0-1,0 0 1,0 0-1,0 0 1,0 0-1,0 0 1,1 0-1,-1 0 1,0 0-1,0 0 1,0 0-1,0 0 1,0 0-1,0 0 1,0 0-1,0 0 1,0 0-1,0 0 1,1 0-1,-1 0 1,0 0-1,0 0 1,0 0-1,0 0 1,0 0-1,0 0 1,0 0-1,0 0 1,0 0-1,1 0 1,-1 0-1,0 0 1,0 0-1,0 0 0,0 0 1,0 0-1,0 0 1,0 0-1,0-1 1,0 1-1,0 0 1,0 0-1,0 0 1,0 0-1,3 11 111,-1 234 1298,-4-163-1004,-19 220 1099,-1 42 190,22-346-3143,0-1 822,0 0 0,1 0-1,-1 0 1,1 1 0,-1-1 0,3-5 0,1-5-1188,4-21-3506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2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6 8468,'0'0'6411,"-5"-1"-5838,1 0-480,2 0-39,0 0-1,0 1 1,0-1-1,0 1 1,0 0-1,0 0 1,0-1-1,0 1 1,0 1-1,0-1 1,0 0-1,0 0 1,0 1-1,0-1 1,1 1-1,-1 0 1,0-1-1,0 1 0,0 0 1,1 0-1,-1 0 1,0 0-1,1 0 1,-3 3-1,-8 11 115,0 0 0,2 0-1,0 1 1,0 0-1,2 1 1,0 0 0,1 0-1,1 1 1,0 0-1,-3 21 1,-3 28 524,-5 97-1,17-157-639,-9 328 1805,9-322-1777,0 29 149,1 0 0,8 43 0,-7-73-195,0 0 0,1 0 0,1-1 0,0 1 0,1-1 0,0 0 0,0 0-1,1 0 1,1-1 0,0 0 0,11 13 0,-12-17-29,0-1 0,1 0 0,0 0 0,-1 0 0,1-1 0,1 0 0,-1-1 0,0 0 0,1 0 0,0 0 0,0-1 0,0 0 0,0-1 0,0 0 0,0 0 0,0 0 0,0-1 0,0-1 0,1 1 0,-1-1 0,0-1 0,0 1 0,0-1 0,10-4 0,-8 0-10,0 1-1,0-2 0,-1 1 1,0-1-1,0-1 1,-1 1-1,10-11 0,5-10-235,23-32-1,-25 30-271,-2-1 0,-1-1 0,-1-1 0,-2 0 1,-2-1-1,0-1 0,-3 0 0,0 0 0,-3-1 0,-1-1 0,2-57 0,-7 59 248,-1-1 0,-8-48 0,6 68 256,-2 1 1,0-1-1,-1 1 0,0 0 1,-1 1-1,-1-1 1,-12-20-1,10 21 174,-1 1 0,0 0 0,-1 0 0,0 1 0,-1 0 0,-1 1 1,-18-14-1,20 19 42,0-1 1,0 1-1,0 1 1,-1 0 0,0 1-1,0 0 1,0 1-1,-1 0 1,1 1 0,-18-1-1,-139 1 1218,95 3-2084,90-1-7846,14 0 776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9 7395,'0'0'8682,"-7"-2"-8101,2 1-485,2 0-44,1 0 0,-1 0 0,0 1-1,0-1 1,1 1 0,-1-1 0,0 1 0,0 0 0,1 0 0,-1 0 0,0 0-1,0 1 1,0-1 0,1 1 0,-1 0 0,0 0 0,1 0 0,-1 0 0,1 0 0,-1 0-1,1 1 1,-1-1 0,1 1 0,-3 2 0,-4 8 135,-1 0 1,2 1-1,0 0 0,0 1 1,1-1-1,-9 27 1,4 0 319,-12 58 0,10-1 452,4 1 0,3 127-1,7-201-807,3 67 267,-2-81-389,0 0 0,1 0 0,0 0 0,1 0 0,0 0-1,6 12 1,-6-17-22,-1-1 1,1 1-1,1-1 0,-1 0 0,0 0 0,1 0 0,0 0 0,0-1 0,0 1 0,0-1 0,1 0 0,-1 0 1,1-1-1,0 0 0,0 1 0,0-1 0,0-1 0,0 1 0,0-1 0,0 0 0,0 0 0,1 0 1,-1-1-1,8 0 0,-2-1-5,-1 0 0,0 0 0,-1-1 0,1 0 1,0 0-1,0-1 0,-1-1 0,0 0 0,0 0 0,0 0 0,0-1 1,10-8-1,-1-2-79,0-1-1,-1-1 1,-1-1 0,0 0 0,17-29 0,-14 18-316,-1-2 1,-2 0-1,14-38 1,-20 41 53,-2-1 1,0 0-1,-2-1 1,-1 0-1,-1 0 1,-2 0-1,-1 0 1,-6-56-1,3 72 270,0 1-1,-2 0 1,0 1-1,0-1 1,-1 1 0,0 0-1,-1 0 1,-1 0-1,0 1 1,0 0-1,-15-17 1,15 20 155,-1 0 0,1 1 0,-1 0 0,-1 1 0,1-1 0,-1 1-1,0 1 1,-1 0 0,1 0 0,-1 1 0,0 0 0,0 1 0,-1 0 0,1 0 0,-12-1 0,11 3 99,0 1 0,0-1 0,0 2 1,0-1-1,-1 2 0,1-1 1,-20 7-1,27-6-169,-1 0-1,1-1 1,0 2 0,0-1 0,0 0 0,0 1-1,0 0 1,0 0 0,1 0 0,0 0 0,-1 0 0,1 1-1,0 0 1,1 0 0,-1-1 0,1 1 0,-1 1-1,1-1 1,0 0 0,-2 9 0,4-13-89,-2 15-521,2-14 426,-1-1 0,1 0 1,0 1-1,0-1 1,0 0-1,1 1 0,-1-1 1,0 1-1,0-1 1,0 0-1,0 1 0,0-1 1,0 0-1,0 1 1,1-1-1,-1 0 1,0 1-1,0-1 0,0 0 1,1 0-1,-1 1 1,0-1-1,1 0 0,-1 0 1,0 1-1,0-1 1,1 0-1,-1 0 0,0 0 1,1 1-1,-1-1 1,0 0-1,1 0 1,-1 0-1,1 0 0,-1 0 1,0 0-1,1 0 1,25 0-5508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3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 11717,'0'0'6614,"-4"-1"-6096,2 1-494,2-1-18,-1 1 0,1 0 0,-1 0-1,1 0 1,0-1 0,-1 1-1,1 0 1,-1 0 0,1 0 0,-1 0-1,1 0 1,-1 0 0,1 0-1,-1 0 1,1 0 0,-1 0 0,1 0-1,-1 0 1,1 1 0,-1-1 0,1 0-1,0 0 1,-2 1 0,2 0 17,0 1 0,-1-1 0,1 1 0,0 0 1,0-1-1,0 1 0,0 0 0,0-1 0,1 1 0,-1-1 1,1 4-1,9 78 970,-4 0 0,-5 85 1,-1-105-525,0 349 977,-1-399-1430,2 27 30,-1-38-45,0 0 1,0-1-1,1 1 0,-1 0 0,1 0 1,-1-1-1,1 1 0,-1 0 0,1-1 1,0 1-1,0-1 0,0 1 0,0-1 0,0 1 1,0-1-1,2 3 0,-2-4-26,-1 1 0,0-1-1,1 0 1,-1 0 0,1 1 0,-1-1-1,1 0 1,-1 0 0,1 0-1,-1 1 1,1-1 0,-1 0 0,1 0-1,-1 0 1,1 0 0,-1 0 0,1 0-1,-1 0 1,1 0 0,-1 0 0,1 0-1,0-1 1,-1 1 0,0 0-1,1 0 1,-1 0 0,1-1 0,-1 1-1,1 0 1,-1 0 0,1-1 0,-1 1-1,0 0 1,1-1 0,-1 1 0,1-1-1,-1 1 1,0 0 0,0-1-1,1 1 1,-1-1 0,0 1 0,0-1-1,1 1 1,-1-1 0,0 0 0,6-26-1764,-6 25 1588,8-75-8072,-5 38-814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3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8388,'0'0'8169,"14"3"-7558,188 36 955,-141-34-2346,65-1-1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4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9060,'0'0'3922,"208"9"-2946,-148-9-976,-7-6-128,-16 0-832,-14 6-3362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5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28 4274,'0'0'10861,"0"0"-10698,1-1-1,-1 1 1,0 0 0,0-1-1,0 1 1,0 0 0,0-1-1,0 1 1,0 0 0,0 0-1,0-1 1,0 1 0,0 0-1,-1-1 1,1 1 0,0 0-1,0-1 1,0 1-1,0 0 1,0 0 0,-1-1-1,1 1 1,0 0 0,0 0-1,0-1 1,-1 1 0,1 0-1,0 0 1,0 0 0,-1-1-1,1 1 1,-1 0 0,-2 0-146,-1 1 0,0 0 0,1 0 0,-1 0 0,0 1 0,1-1 1,0 1-1,-1-1 0,1 1 0,0 0 0,0 1 0,0-1 0,0 1 0,0-1 1,0 1-1,1 0 0,0 0 0,-1 0 0,1 0 0,-3 6 0,-4 6 5,1 1 1,1 0-1,-8 21 0,4-1 155,2 0 1,1 0 0,-6 72-1,9 113 1070,5-178-955,0-19-151,1 1 1,1-1-1,1 0 1,1 0-1,9 28 1,-11-43-120,2 0 0,-1-1 0,1 1 1,0-1-1,1 1 0,0-1 1,1-1-1,-1 1 0,1-1 0,1 0 1,-1 0-1,1-1 0,1 0 0,-1 0 1,1 0-1,11 5 0,-9-6-7,0-1 0,0-1 0,1 1 0,-1-2-1,1 1 1,0-1 0,-1-1 0,1 0 0,0-1 0,0 0 0,0 0-1,11-3 1,-8 1-16,-1-1-1,-1 0 0,1-1 1,0 0-1,-1-1 0,0-1 0,0 0 1,0 0-1,14-12 0,-4 1-190,-1-1-1,0-1 0,-2-1 0,-1-1 1,0 0-1,21-35 0,-28 38-33,-1 0 0,-1-1-1,-1 0 1,-1 0 0,0-1-1,-1 0 1,-2 0 0,0 0-1,2-29 1,-4 17 2,-2-1 1,-4-36-1,3 57 189,-2-1 1,1 0-1,-2 1 1,0-1-1,0 1 1,-1 0-1,0 0 1,-9-12-1,1 4 178,-2 0-1,0 1 0,-1 0 1,-1 1-1,-1 1 1,0 1-1,-34-22 0,36 27-28,-1 1 0,0 0 0,-1 2 0,0 0 0,-1 1 0,0 1 0,0 0 0,0 2 0,-36-5 0,22 7-1176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5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1 6227,'0'0'7198,"-21"0"-4325,17 0-2749,0 0 1,-1 1-1,1-1 0,0 1 0,-1 1 1,1-1-1,0 0 0,0 1 1,0 0-1,0 0 0,-7 5 0,4-2 29,0 0-1,1 1 1,0 0 0,0 0-1,-8 12 1,-2 5 80,2 1 1,-20 44 0,20-34 4,1 0 0,2 1 0,-14 71 0,17-50 247,0 106-1,7-126-320,0-12-41,1-1 1,1 1-1,1-1 0,6 28 1,-7-45-104,1 0 0,0-1 1,0 1-1,0 0 1,0-1-1,1 0 1,0 0-1,0 0 0,1 0 1,-1 0-1,1 0 1,0-1-1,0 0 1,1 0-1,-1 0 0,1 0 1,0-1-1,0 0 1,0 0-1,1 0 1,9 3-1,-4-2-7,1-1 0,0 0 0,0-1 0,0 0 0,1-1 0,-1-1 1,17-1-1,-20 1-46,1-1 1,-1-1 0,0 0-1,0 0 1,0-1 0,0 0-1,0-1 1,-1 1 0,17-11-1,-9 2-289,0-1-1,-1-1 0,0 0 1,-1-1-1,-1 0 0,0-1 1,-1-1-1,-1 0 0,0 0 0,-2-1 1,0-1-1,12-36 0,-9 16 57,-3-1 0,-1 0 0,-2-1 0,-2 0-1,-1-58 1,-2 77 340,-1 2 96,0-1 1,-5-29 0,3 43-89,1 0 0,-1 0 0,0 1 0,-1-1 0,0 1 1,0-1-1,0 1 0,-1 0 0,0 0 0,0 0 0,-5-5 1,0 2 47,0 0-1,-1 1 1,0 0 0,0 1 0,-1 0 0,0 0 0,0 1 0,-1 1 0,0 0 0,1 1 0,-2 0 0,-22-5 0,-5 3-446,-1 2 0,-66 2 0,104 2-66,3 0 235,-1-1 0,1 1 0,0 0 0,-1 0 0,1 0 0,-1 0 0,1 0 0,-1 0 0,1 0 0,-1 0 0,1 0 0,0 1 0,-1-1 0,1 0 0,-1 0 0,1 0 0,-1 0 0,1 1 0,0-1 0,-1 0 0,1 0 0,0 1 0,-1-1 0,1 0 0,0 0 0,-1 1 0,0 5-4661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6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6243,'0'0'9281,"0"-5"-8835,0-15-238,0 15 243,0 8-315,3 896 5765,-3-893-5879,0 0 0,0 0 0,0 0 0,1 0 0,0-1-1,0 1 1,1 0 0,0-1 0,0 1 0,5 10-1,-7-16-26,0 0 1,0 1-1,0-1 0,0 0 0,1 0 0,-1 1 0,0-1 0,0 0 0,0 1 0,0-1 0,1 0 0,-1 0 0,0 0 0,0 1 0,1-1 0,-1 0 0,0 0 0,0 0 0,1 1 0,-1-1 0,0 0 0,0 0 0,1 0 0,-1 0 0,0 0 0,1 0 0,-1 1 0,0-1 0,1 0 0,-1 0 0,0 0 0,1 0 0,5-9-458,0-15-1169,-5-56-4745,-1 47 1858,0-3-1630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7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92 8884,'0'0'7025,"-4"-1"-6244,1 0-678,1 0-1,0 0 1,-1 0-1,1 1 1,0-1-1,-1 0 1,1 1-1,-1 0 1,1 0-1,-1 0 0,0 0 1,1 0-1,-1 0 1,1 1-1,0-1 1,-1 1-1,1 0 1,-1-1-1,1 1 1,0 0-1,-1 1 1,1-1-1,0 0 1,0 1-1,0-1 0,-2 2 1,-3 6 27,1-1-1,0 1 1,1 0-1,0 0 1,0 0 0,1 1-1,0 0 1,1-1 0,-3 14-1,-15 97 784,10 2 310,7 153 0,4-174-825,0-74-266,1-1 0,1 1 1,1-1-1,8 32 0,-9-52-120,0 1 0,0 0 0,0 0 0,1-1-1,0 1 1,1-1 0,-1 0 0,1 0 0,0 0 0,1 0-1,-1-1 1,1 0 0,0 0 0,0 0 0,1 0 0,0-1-1,0 0 1,0 0 0,0-1 0,9 4 0,-6-4-12,0 0 0,1-1 0,-1 0 1,1-1-1,0 0 0,-1-1 1,1 0-1,0 0 0,-1-1 0,1-1 1,-1 1-1,1-1 0,-1-1 1,0 0-1,0 0 0,0-1 0,0 0 1,0 0-1,-1-1 0,10-8 0,6-5-175,-1-1-1,-1 0 0,0-2 1,-2-1-1,21-29 0,-27 33-48,-1 0 0,-1-1 0,-1 0 0,-1-1 0,-1 0 0,0 0-1,-1-1 1,-2 0 0,0-1 0,-1 0 0,-1 1 0,1-27 0,-3 2-383,-6-82 0,1 101 516,-1 1 1,-2 0 0,0 0 0,-15-37 0,5 24 228,-37-66 0,44 91 71,0 1 0,0-1 0,-2 2 0,1-1 0,-1 2 0,-1-1 0,-22-15 0,27 23-120,0 0 0,0 0 0,-1 1 0,1 0 0,-1 1 0,1-1 0,-1 1 0,0 1 0,-9-1 0,2 1 22,0 0 0,1 1 0,-30 4 0,39-3-156,1 0 0,-1 0 0,1 0 1,0 1-1,0-1 0,-1 1 1,1 0-1,0 0 0,1 1 1,-1-1-1,0 1 0,1 0 1,-1 0-1,1 0 0,0 0 0,-4 6 1,4-4-378,0-1 1,1 1-1,-1-1 0,1 1 1,0 0-1,1 0 1,-1 0-1,-1 9 0,-1 20-4492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07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16856,'0'0'2865,"-30"6"-8868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50 7251,'0'0'9226,"-16"-8"-8781,-51-22-252,61 27-155,0 1 0,0 1 0,0-1 0,0 1 0,0 0 0,0 0 0,0 1 0,0-1 1,-8 2-1,-3 0 13,9-1-13,0 0 1,0 1-1,1 0 0,-1 1 1,0-1-1,1 1 1,0 1-1,-1 0 0,1 0 1,0 0-1,0 1 1,-12 8-1,10-4 25,0 0 0,0 0 0,1 1 1,0 0-1,1 1 0,0-1 0,-11 20 0,7-5 25,0 0 0,2 1 1,0 0-1,2 0 0,1 1 0,1 0 1,-2 30-1,2 10 373,3 0 0,3-1 0,2 1 0,24 120 0,-18-148-141,1-1-1,3 0 0,30 64 0,-30-76-160,2-1 0,0-1-1,1 0 1,1-1-1,2-1 1,21 20 0,-29-32-110,0 0 0,1 0 0,0-1 0,1-1 0,0 0 0,0 0 0,1-1 0,-1-1 0,28 7 0,-30-10-50,0 0 1,1-1 0,-1 0-1,1 0 1,0-1 0,-1-1-1,1 0 1,-1 0 0,0-1-1,1-1 1,-1 0 0,21-9-1,-18 5-44,-1-1-1,-1-1 1,1 0 0,-2 0-1,1-1 1,-1-1 0,-1 0-1,11-14 1,2-5-675,-2-1-1,21-40 1,-30 47-1042,0 0 0,-2 0 0,-1-2 1,11-43-1,-11-2-7821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11733,'0'0'8972,"9"-4"-8577,12-4-245,0 1 0,1 1 0,-1 1 0,1 1 0,0 1 0,1 1 0,-1 1 0,0 1 0,38 4 0,-57-3-128,1-1 0,0 1 0,-1 0 0,1 1 1,-1-1-1,1 1 0,-1-1 0,0 1 0,0 0 0,0 0 1,0 1-1,0-1 0,0 0 0,-1 1 0,1 0 0,-1 0 1,1 0-1,-1 0 0,0 0 0,0 0 0,-1 0 0,3 6 1,-1 2 41,0 0 0,-1 0 0,0 1 0,-1-1 0,0 0-1,-1 15 1,-1-13-29,0 0 0,0 1 0,-1-1-1,-1 0 1,0 0 0,-1 0-1,-11 23 1,-2-2 70,-32 46 1,28-48-48,-18 28-15,-24 40-35,60-95-26,0 0-1,0 1 1,1-1-1,0 1 1,0-1-1,0 1 1,1-1 0,-1 1-1,2 0 1,-2 11-1,2-17 6,0 1 0,0 0 0,1 0 0,-1-1 0,0 1 0,0 0 0,0-1 1,1 1-1,-1 0 0,0-1 0,1 1 0,-1 0 0,1-1 0,-1 1 0,0-1 0,1 1 0,0 0 0,-1-1 0,1 1 0,-1-1 0,1 0 0,-1 1 0,1-1 0,0 1 0,-1-1 0,1 0 0,0 0 0,0 1 0,-1-1 0,1 0 0,0 0 0,1 0 0,29 1-362,-21-1 293,-7 0 69,12 0-25,0 0 1,-1 0-1,1-2 1,0 1 0,-1-2-1,0 0 1,16-6-1,-20 5-246,-1 1 0,1 0 0,0 0 0,0 1 0,10-1 0,-16 3-121,8 1-1806,-12 0 1835,1 0 0,-1 0 0,1 0 1,-1 0-1,0 0 0,0 0 1,1 0-1,-1 0 0,0 0 0,0 0 1,0 0-1,0 0 0,0 0 1,0 2-1,0 39-9477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2:58:4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0 491 8580,'0'0'13206,"288"36"-12758,-141-108-368,13-10-32,-6-2-48,-10 9-464,-24 9-512,-27 9-1698,-19 9-911,-11 5-3523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1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27 545 7283,'0'0'9058,"-5"5"-8365,-15 15 172,20-20-844,0 0-1,0 1 1,0-1 0,0 0-1,0 0 1,-1 0 0,1 0-1,0 1 1,0-1 0,0 0 0,0 0-1,0 0 1,0 1 0,0-1-1,0 0 1,0 0 0,0 0-1,0 1 1,0-1 0,0 0 0,0 0-1,0 0 1,0 1 0,0-1-1,0 0 1,0 0 0,0 0-1,0 1 1,0-1 0,0 0 0,0 0-1,1 0 1,-1 1 0,0-1-1,0 0 1,0 0 0,0 0-1,0 0 1,1 0 0,-1 1 0,0-1-1,0 0 1,0 0 0,0 0-1,1 0 1,-1 0 0,0 0-1,0 0 1,1 0 0,9 3 308,-9-3-162,14 4 92,0-1 1,1 0-1,-1-1 0,0-1 0,1 0 0,-1-1 0,1-1 0,-1 0 1,1-1-1,25-7 0,4-5-215,-1-2 0,55-28 0,151-76 107,402-180-43,-651 300-109,44-20-54,0 2 1,1 3-1,81-18 1,-102 31-77,-24 3 108,-1-1 0,1 0 0,-1 1 0,0-1 0,1 1 0,-1-1-1,0 0 1,0 1 0,1-1 0,-1 1 0,0-1 0,0 1 0,0-1 0,1 1-1,-1-1 1,0 1 0,0 0 0,0-1 0,0 1 0,0-1 0,0 1 0,0-1 0,0 1-1,0-1 1,-1 1 0,1-1 0,0 1 0,0-1 0,0 1 0,0-1 0,-1 1-1,1 0-28,-2 4-32,0-1 1,0 0 0,0 1-1,0-1 1,0 0-1,-1 0 1,0-1 0,0 1-1,0 0 1,0-1-1,-1 0 1,1 0 0,-8 5-1,7-5-551,1-1-1,-1 0 1,0 0-1,0 0 0,0-1 1,0 1-1,0-1 1,0 0-1,-7 1 0,-7-2-8488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1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124 391 4818,'0'0'6515,"-10"5"-5562,-2 3-637,7-5-136,1 0 0,-1 0 0,0-1 0,-1 1 0,1-1 0,-7 2 0,1-2 1567,-21 8-209,31-9-1372,0-1 0,0 0-1,1 1 1,-1-1 0,0 1 0,0 0-1,0-1 1,0 1 0,0 0-1,0-1 1,1 1 0,-1 0-1,0 0 1,1 0 0,-1 0 0,1-1-1,-1 1 1,1 0 0,-1 0-1,1 0 1,-1 0 0,1 0-1,0 0 1,-1 2 0,3-2-116,-1 0-1,0 0 1,0 0 0,0 0 0,1 0 0,-1 0 0,0 0 0,1-1-1,-1 1 1,1-1 0,-1 1 0,1-1 0,-1 1 0,1-1 0,-1 0 0,1 0-1,2 0 1,-2 1 3,31 3 93,1-2 0,42-2 0,-61 0-91,23-1 114,64-9 1,-6-12 22,135-48 1,-170 50-127,280-92-15,186-61-73,-503 165 40,35-13-38,-54 19 26,0 0 1,0-1-1,0 1 0,0-1 0,-1 0 0,0-1 0,0 1 0,5-6 0,-4 3 48,-5 5-204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1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735 101 7732,'0'0'10212,"0"-7"-9409,1 1-737,-1-26 1336,0 31-1327,-1-1-1,1 1 1,0-1 0,0 1 0,-1 0 0,1-1 0,-1 1-1,1 0 1,-1-1 0,0 1 0,0 0 0,1 0-1,-1-1 1,0 1 0,0 0 0,0 0 0,0 0-1,0 0 1,0 0 0,-1 0 0,-1 0 0,-10-5-15,0 2 1,0-1 0,-1 2 0,0 0-1,-22-2 1,-71 3 233,63 2-259,29 1-31,0 1 0,1 0-1,-1 1 1,0 0-1,1 1 1,-1 1 0,1 0-1,0 1 1,1 1 0,0 0-1,0 1 1,0 0-1,1 1 1,0 0 0,-11 13-1,2-2 4,1 2 0,1 0-1,1 1 1,1 1-1,1 1 1,-24 50-1,25-39-8,1 0 1,2 1-1,2 1 0,-11 76 0,14-38 257,4 121 1,4-171-159,2 1 0,1-1 0,1 0 0,1 0-1,1 0 1,2-1 0,0 0 0,1 0 0,26 42 0,-26-51-65,0-1 1,1 0-1,0-1 1,1-1-1,1 0 1,0 0-1,1-1 1,0-1-1,1 0 1,0-1-1,1-1 1,0 0-1,0-1 1,1-1-1,24 7 1,-5-7 10,0-2 0,0-1 0,1-2 0,63-5 1,-89 2-34,1 0 0,0-1 1,-1-1-1,1 1 0,-1-2 1,0 0-1,0 0 0,0-1 1,12-7-1,-6 1-572,-1 0 1,0-2-1,0 0 0,22-24 0,-33 32-490,-1 0 0,0-1 0,0 1-1,0-1 1,-1 0 0,3-7-1,5-16-6585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19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1 322 14727,'0'0'4975,"11"-25"-4334,-7 14-665,79-164-1473,-76 164 1138,-1 0 0,-1 0 0,0 0 1,0-1-1,-1 0 0,0 0 0,2-18 0,-5 593 2715,11-402-3014,8-55-3740,-9-52-1570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0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15527,'0'0'4706,"217"0"-4706,-167 0-96,-13 0 48,-10 3-416,-10 0-240,-7-3-1,-10 3-623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0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11333,'0'0'5203,"173"0"-3875,-112 0-784,-5 0-335,-9 0-209,-10 0-32,-10 9-385,-7 0-1504,-17 0-2224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9.8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132 52 5939,'0'0'5114,"7"-6"-4482,17-20 75,-18 19 2884,-19 9-3420,10 0-146,0 0 0,-1 1 0,1-1 0,0 1 0,0 0 0,1 0 0,-1 0-1,1 1 1,-1-1 0,1 1 0,-2 4 0,-5 5 10,-5 10 49,1 0 0,1 1 1,1 0-1,1 1 1,1 0-1,1 0 0,1 1 1,-5 43-1,3 16 442,4 113 0,5-161-268,-2-10 38,2 1 0,2 0 0,0-1-1,11 51 1,-11-71-240,0-1 1,0 0-1,0 0 0,1 0 1,0 0-1,0-1 0,1 1 1,-1-1-1,1 0 0,0 0 1,1 0-1,-1 0 0,1-1 0,0 1 1,0-1-1,0 0 0,1-1 1,-1 0-1,1 0 0,0 0 1,0 0-1,0-1 0,0 0 1,0 0-1,1-1 0,8 2 1,-3-2-32,-1-1 0,0 0 1,0-1-1,0 0 0,1 0 1,-1-2-1,-1 1 0,1-1 1,0-1-1,-1 0 0,1 0 1,-1-1-1,0 0 0,-1-1 1,15-11-1,9-9 2,-2-1-1,51-58 1,-62 63-141,-2-1 0,28-43 0,-39 54 37,0-1 0,-1 0 0,0 0 0,-1-1 0,-1 1 0,0-1 0,3-24 0,-4 8-84,-1 0-1,-2-1 0,-5-45 0,2 56 108,0 1 0,-2-1-1,0 1 1,-2 0 0,0 0-1,-11-21 1,6 18-26,0 1-1,-1 1 0,-1 0 1,-24-26-1,32 39 23,0 1-1,-1 0 1,1 1 0,-1 0-1,0 0 1,-1 0 0,1 0-1,-1 1 1,0 1 0,0-1-1,0 1 1,-1 1 0,1 0-1,-1 0 1,-15-1 0,11 2 52,-1 1 1,1 0 0,-15 3-1,22-1 9,0-1 0,0 1-1,1 0 1,-1 0 0,0 1-1,1-1 1,-1 1 0,-9 8-1,9-7-40,-1 2 0,1-1-1,0 1 1,0 0 0,1 0 0,-1 0-1,2 1 1,-1 0 0,1 0-1,0 0 1,0 0 0,0 1 0,1 0-1,-2 9 1,3-9-765,1 1 0,0-1 0,0 1 0,1 16 0,3-2-4111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1.6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51 5106,'0'0'7553,"0"-8"-6891,0-35 3292,0 44-3845,0 702 3108,0-701-3230,2 24 281,-2-25-266,-1-1 0,1 0 0,0 1 0,0-1 0,0 1 0,0-1 0,1 0 0,-1 1 0,0-1 0,0 0 0,0 1 0,0-1 0,0 0 0,0 1 0,1-1 0,-1 0 0,0 1 0,0-1 0,0 0 0,1 1 0,-1-1 0,0 0 0,0 0 0,1 1 0,-1-1 0,0 0 0,1 0 0,-1 0 0,0 1 0,1-1 0,-1 0 0,0 0 0,1 0 0,-1 0 0,0 0 0,1 0 0,-1 0 0,0 0 0,1 0 0,-1 0 0,0 0 0,1 0 0,-1 0 0,1 0 0,-1 0 0,0 0 0,1 0 0,-1 0 0,0 0 0,1-1 0,-1 1 0,0 0 0,1 0 0,-1 0 0,0-1 0,0 1 0,1 0 0,-1 0 0,0-1 0,1 1 0,1-3-223,0-1 1,1 1 0,-1 0 0,-1-1 0,1 1 0,-1-1 0,1 1 0,1-8-1,6-14-1596,10-7-1652,1-1-2766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2.3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101 16 2545,'0'0'9234,"-2"-4"-8517,-5-7-71,7 11-622,0 0 1,0 0-1,0 0 1,0 0-1,0 0 0,-1 0 1,1 0-1,0 0 1,0 0-1,0 0 1,0 0-1,0 0 0,0 0 1,0 0-1,-1 0 1,1 0-1,0 0 1,0 0-1,0 0 1,0 0-1,0 0 0,0 0 1,0 0-1,-1 0 1,1 0-1,0 1 1,0-1-1,0 0 0,0 0 1,0 0-1,0 0 1,0 0-1,0 0 1,0 0-1,0 0 1,0 1-1,0-1 0,-1 0 1,1 0-1,0 0 1,0 0-1,0 0 1,0 0-1,0 0 0,0 1 1,0-1-1,0 0 1,-3 31 1768,2-14-2102,-73 663 3842,69-629-2741,0 60 0,5-110-746,20-101-6652,-16 84 4602,6-28-5514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2.9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191 75 5298,'0'0'7225,"-1"-4"-6235,-6-12-182,6 15-716,1 0 0,-1 1 1,0-1-1,1 1 0,-1 0 0,0-1 0,0 1 0,0-1 0,1 1 0,-1 0 0,0 0 1,0 0-1,0-1 0,1 1 0,-1 0 0,0 0 0,0 0 0,0 0 0,0 0 0,0 0 0,1 1 1,-1-1-1,-1 0 0,0 1 128,-14-2 42,10 1-159,0 0 0,1 0 0,-1 0-1,-9 3 1,13-3-76,0 1 0,0 0 0,0 0 0,0-1-1,0 2 1,1-1 0,-1 0 0,0 0 0,0 1 0,1-1-1,-1 0 1,1 1 0,-1 0 0,1-1 0,-2 4 0,-8 14 147,1 0 0,1 1 1,0 0-1,2 0 1,0 1-1,2 0 1,0 0-1,-3 40 1,3 13 616,7 89 0,-1-111-497,1-12 74,1 0-1,10 49 0,-9-70-262,1 0 0,1-1 0,0 0 1,1 0-1,2-1 0,18 31 1,-23-42-77,0 0 0,1-1 1,-1 1-1,2-1 0,-1 0 1,0 0-1,1 0 0,0-1 1,0 0-1,0 0 0,1-1 1,8 4-1,-4-3-15,0-1 0,-1-1-1,1 0 1,0 0 0,0-1-1,0 0 1,16-2 0,-16 0-3,0-1 0,0 0 0,-1-1 0,1 0 0,-1 0 1,0-1-1,0-1 0,0 0 0,0 0 0,-1 0 0,0-2 1,0 1-1,0-1 0,-1 0 0,0-1 0,8-9 0,3-6-197,-2 0 0,0 0 0,-1-2-1,24-52 1,-26 47-218,-2-1 0,-1 0 0,-1-1 0,-2 0 0,-1 0-1,-1-1 1,-2 0 0,-2 0 0,-1 0 0,-4-46 0,1 62 464,-2 0 0,0 1-1,-1 0 1,-1 0 0,0 0-1,-1 1 1,-1 0 0,-1 0 0,0 1-1,0 0 1,-2 0 0,1 1-1,-2 1 1,0-1 0,0 2-1,-1 0 1,0 1 0,-1 0 0,0 1-1,-1 0 1,0 1 0,0 1-1,-1 0 1,0 1 0,0 1-1,0 1 1,-1 0 0,-28-3 0,-107 7 348,148 1-640,-1-1-1,0 0 1,0 1 0,1 0 0,-1 0 0,1 1-1,-1-1 1,1 1 0,-1 0 0,1 0 0,0 0-1,0 1 1,0-1 0,0 1 0,0 0 0,1 0-1,-1 1 1,1-1 0,0 1 0,0-1 0,0 1-1,0 0 1,1 0 0,0 0 0,-1 1 0,1-1-1,-2 9 1,-9 20-6990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4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6 115 5410,'0'0'7681,"0"0"-7459,-1 0-1,1-1 1,0 1 0,-1 0-1,1-1 1,0 1-1,-1 0 1,1-1-1,0 1 1,-1 0-1,1-1 1,0 1-1,0 0 1,-1-1 0,1 1-1,0-1 1,0 1-1,0-1 1,0 1-1,0 0 1,0-1-1,-1 0 1,272-5 1683,149-6-2153,-416 12 241,64 1-88,1-3 1,112-19-1,-75 3-264,1 5-1,176 0 1,480 10 316,-593-6 61,0 0-12,407 9-8,-567 0-7,-1 0 0,1 1 0,-1 0 0,1 1 0,-1 0 0,0 1 0,11 4 0,-4 0-15,-1 1 1,0 1 0,16 11-1,-28-18 33,0 0-1,1 0 1,-1-1-1,1 0 1,-1 1-1,1-1 1,0-1-1,-1 1 1,8 0-1,39-1 86,-22-1-97,42 1 60,-61 0-2731,-21 0-199,1 0-2898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4.4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12 7187,'0'0'7393,"-6"0"-6382,-11 0-239,23 0 447,40 0 136,183 20-624,-2-1-723,-196-19-16,-29 0-46,-10-2-855,-47-34-5476,34 23 676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4.8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0 9236,'0'0'7572,"0"250"-6772,0-127-272,-14 13-448,-6 5-80,-3-6-1248,10-14-4883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39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21 5330,'0'0'9952,"0"-3"-8928,0-7-524,0 2 3295,-7 172-2898,4 528 498,3-784-3976,0 31-3207,0 20-1325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1.5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83 7091,'0'0'4312,"-23"1"-2245,17 2-1943,1 0 0,-1 0 0,1 1 0,0-1 0,0 1 0,0 0 0,0 1 0,1-1 0,-1 1 0,-4 7 0,-11 11 156,3-5-125,0 0 0,2 2 0,0 0 0,1 0 1,1 1-1,1 1 0,1 0 0,1 1 1,1 0-1,-11 44 0,17-47-6,1 0 0,0 0-1,4 39 1,-1-14 283,0-24-249,0-1 0,2 1-1,0-1 1,2 0 0,0 0 0,8 20 0,-1-11 36,1 0 1,1-1 0,23 34-1,-32-55-210,0-1-1,0 1 0,0-1 0,1 0 0,0 0 0,1 0 0,-1-1 0,1 0 0,0 0 0,0-1 0,0 0 0,1 0 0,10 3 0,-6-3 21,0-1-1,0-1 1,1 0 0,-1-1-1,0 0 1,0-1 0,1-1 0,16-2-1,-18 1 1,-1 0 0,0-1 0,0 0-1,-1 0 1,1-1 0,-1-1 0,0 0-1,12-8 1,4-4 76,35-33 1,-41 33-193,-1-1-1,-1-1 1,0-1-1,13-22 1,-21 29 24,-1-1 0,-1 0 0,0-1 0,-1 0-1,-1 0 1,0 0 0,4-26 0,-4-1-85,-2 1-1,-5-77 1,1 107 118,-1 0 1,0 0-1,-1 1 1,0-1-1,-1 0 1,0 1-1,-8-15 1,-46-66-328,41 66 309,-1-2 45,-2 1 0,0 0 0,-33-30 0,46 49 20,-1-1 1,-1 2 0,0-1-1,1 1 1,-2 0 0,1 1-1,-1 0 1,0 1 0,0 0-1,0 0 1,0 1 0,-1 0-1,-20-2 1,26 5-58,-7-1 58,0 1 1,-1 0-1,-21 3 1,30-2-221,0 0 0,0 0-1,0 1 1,1-1 0,-1 1 0,0 0-1,1 0 1,-1 0 0,1 0 0,0 1 0,0-1-1,0 1 1,0 0 0,0 0 0,-3 4 0,-11 17-3950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2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5170,'0'0'4466,"13"15"-3537,1 24 463,-1 21-191,1 24-497,-4 25 113,-7 8-513,0 6-256,4-11-48,3-19-1345,-3-21-4081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4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430 23 4722,'0'0'5499,"0"-3"-4435,0 2-997,1 1 0,-1-1 0,0 0 0,0 1 0,0-1 0,0 1 0,-1-1 0,1 0 0,0 1 0,0-1 0,0 0 0,0 1 0,-1-1 0,1 1 0,0-1 0,-1 1 0,1-1 0,0 1 1,-1-1-1,1 1 0,-1-1 0,1 1 0,-1-1 0,1 1 0,-1-1 0,1 1 0,-2-1 0,-21-1 1626,17 2-1733,-26-1 346,11 1-120,0 0 0,-25 4-1,39-3-114,0 0 0,0 1 0,1 0 0,-1 0 0,1 1 0,-1 0 0,1 0 0,0 0-1,0 1 1,-9 7 0,2-1-49,0 1-1,0 0 0,1 1 1,1 0-1,0 1 0,0 1 1,2-1-1,0 2 0,-9 17 1,4 0 39,2 2 0,1-1 0,2 1 0,1 1 0,2-1 0,1 1 0,0 49 0,4-42 256,0-24-201,0 1 0,1-1 0,2 0 0,0 0 1,0 0-1,2 0 0,6 20 0,-5-25-60,0-1 1,1-1-1,1 1 0,0-1 1,0 0-1,1 0 1,0-1-1,1 0 0,0-1 1,13 11-1,-13-13-33,0-1-1,0 0 1,1-1 0,0 0-1,0-1 1,0 1 0,0-2-1,0 0 1,1 0 0,0-1 0,0 0-1,20 1 1,-15-3 18,80-1 280,-84 0-279,1-1-1,-1 0 1,0 0-1,0-2 0,20-7 1,-10 0-103,0-1 0,-1 0 0,-1-2-1,0 0 1,-1-1 0,0-1 0,30-35 0,-37 37-65,0-1 0,-2 0 1,1-1-1,-2 0 0,0 0 0,-1-1 0,-1 0 0,0-1 1,-1 1-1,6-36 0,-6-10 92,-4-100 1,-3 94 65,1 63-8,0 0-1,0-1 0,-1 1 0,1 0 1,-2 0-1,1 0 0,-1 0 0,0 0 1,0 0-1,0 1 0,-1-1 0,-6-9 1,4 9 41,0 0 1,-1 0-1,0 1 1,0-1-1,-1 1 1,1 1-1,-1-1 1,0 1-1,-8-3 1,-20-10 15,-51-18 0,69 29-120,0 1 1,-1 1-1,1 1 1,-1 1-1,-23-1 1,-36 3-4308,43 0-1929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3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0 410 6323,'0'0'9791,"10"4"-8977,-5-2-687,-3-1-80,0 0 0,0 0-1,0 0 1,0-1-1,0 1 1,0 0-1,0-1 1,0 1 0,0-1-1,0 0 1,1 0-1,-1 0 1,0 0-1,0 0 1,0 0 0,1 0-1,-1-1 1,0 1-1,0-1 1,0 0-1,0 1 1,0-1 0,0 0-1,0 0 1,0-1-1,0 1 1,0 0-1,-1 0 1,1-1 0,2-2-1,10-14-31,-2 0 0,0-1 0,-2 0 0,0-1 0,-1 0 0,10-29 0,-8 11-672,-2 0-1,8-66 1,-17 79 445,-1 21 226,1 1-1,0-1 1,0 0 0,0 1 0,0-1 0,0 0-1,3-6 1,-3 10-15,0 0 0,0 0 0,0 0 0,0-1 0,0 1 0,0 0 0,0 0-1,0 0 1,0 0 0,0 0 0,0 0 0,1 0 0,-1 0 0,0 0 0,0 0 0,0-1 0,0 1-1,0 0 1,0 0 0,0 0 0,1 0 0,-1 0 0,0 0 0,0 0 0,0 0 0,0 0 0,0 0-1,0 0 1,1 0 0,-1 0 0,0 0 0,0 0 0,0 0 0,0 0 0,0 0 0,0 0 0,0 0-1,1 0 1,-1 0 0,0 1 0,0-1 0,0 0 0,0 0 0,0 0 0,0 0 0,0 0 0,0 0-1,1 0 1,-1 0 0,0 0 0,0 0 0,0 1 0,0-1 0,0 0 0,0 0 0,0 0 0,0 0-1,0 0 1,0 0 0,0 1 0,4 11-100,-3 187 479,-2-98 29,1 609 3376,0-706-3755,0-1 1,0 1 0,0 0 0,0 0 0,1 0-1,0 0 1,-1 0 0,2 0 0,1 6 0,-2-9-34,0 0 1,1 0-1,-1 0 1,0 1-1,0-1 0,1 0 1,-1-1-1,0 1 1,1 0-1,-1 0 1,1-1-1,-1 1 1,1 0-1,-1-1 1,1 0-1,0 1 1,-1-1-1,1 0 1,-1 0-1,1 0 1,0 0-1,2 0 1,-3 0-27,0 0-1,0 0 1,0 0 0,0-1 0,0 1 0,-1 0 0,1 0-1,0-1 1,0 1 0,0 0 0,0-1 0,0 1 0,-1-1-1,1 1 1,0-1 0,0 0 0,-1 1 0,1-1 0,0 0 0,-1 1-1,1-1 1,-1 0 0,1-1 0,8-21-566,-8 16 312,6-19-3120,6-53 1,-11 27-3877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4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167 91 7187,'0'0'7697,"0"0"-7652,0 0 1,0-1-1,0 1 0,0 0 1,0 0-1,0 0 0,0-1 1,0 1-1,0 0 0,-1 0 1,1 0-1,0 0 0,0-1 0,0 1 1,0 0-1,0 0 0,0 0 1,0 0-1,-1-1 0,1 1 1,0 0-1,0 0 0,0 0 0,0 0 1,0 0-1,-1 0 0,1 0 1,0-1-1,0 1 0,0 0 1,-1 0-1,1 0 0,0 0 1,0 0-1,0 0 0,-1 0 0,1 0 1,0 0-1,0 0 0,0 0 1,-1 0-1,1 0 0,0 0 1,0 0-1,0 0 0,-1 1 0,1-1 1,0 0-1,0 0 0,0 0 1,0 0-1,-1 0 0,1 0 1,0 1-1,-7 6 35,0 1 0,0 1 0,1 0 0,0-1-1,0 2 1,1-1 0,-7 19 0,-2-1-31,-1 6 156,2 0-1,0 1 0,3 0 1,1 0-1,1 1 0,-4 53 1,3 215 1627,10-284-1696,0 0 0,1 0-1,1 0 1,1-1 0,0 1 0,2-1-1,0 0 1,15 31 0,-17-41-108,0 0 0,1-1 0,0 0 0,1 1 0,0-2 0,0 1 0,0-1 1,1 0-1,-1 0 0,1 0 0,1-1 0,-1 0 0,1-1 0,0 0 0,0 0 0,0 0 0,1-1 0,-1-1 0,1 1 1,15 1-1,-10-2-21,1-1 0,0 0 0,-1-1 0,1-1 0,17-3 0,-24 2-12,1 0 1,-1-1-1,0 0 1,1 0-1,-1-1 1,-1 0-1,1 0 1,-1-1-1,13-10 1,-1-2-181,1-2 0,-2 0 0,-1-1 0,0-1 0,-2-1 0,0 0 0,-1-1 0,-1 0 0,15-43 0,-16 34-85,-2 0 0,-2-1 0,-1 0 0,-1 0 0,-2-1 0,-1 0 0,-3-42 0,-1 55 189,-2 0 0,0 0 0,-2 0 0,0 1 0,-1 0 1,-16-35-1,5 19 196,-3 0 0,-36-50 0,44 70 5,1 2 1,-2-1 0,0 1 0,0 1-1,-2 1 1,-23-17 0,28 22-78,-1 1 1,-1 0-1,1 0 1,-1 2-1,0-1 1,0 1-1,-1 1 1,1 1-1,-1-1 0,-19 0 1,6 2-52,15-1-35,-1 2 0,1-1 0,-1 1 0,1 1 0,0 0 0,-1 1 0,-11 2 0,22-3-100,-1 0 0,1 0 0,0 0 0,-1-1 0,1 1 0,0 1 0,0-1 0,-1 0 0,1 0 0,0 0 0,0 1 0,0-1 0,1 0 0,-1 1 0,0-1 0,0 3 0,-4 14-4552,4-5-1700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5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5202,'0'0'8201,"5"-11"-7328,18-36-30,-14 33 1429,-9 11-1599,0 3-302,0 2 21,20 852 2399,-18-814-2657,-2-18-55,1-1 0,1 1 0,0-1 1,2 0-1,1 0 0,9 25 0,-14-44-79,1 0 1,-1-1-1,1 1 0,0 0 1,-1 0-1,1-1 0,0 1 0,0-1 1,0 1-1,0-1 0,1 1 1,-1-1-1,0 0 0,1 1 0,-1-1 1,1 0-1,-1 0 0,1 0 0,-1 0 1,1 0-1,0-1 0,-1 1 1,1 0-1,0-1 0,0 1 0,0-1 1,-1 0-1,3 1 0,-3-2-18,0 1 0,0-1 0,1 1 0,-1-1 0,0 1 0,-1-1 1,1 1-1,0-1 0,0 0 0,0 0 0,0 1 0,0-1 0,-1 0 0,1 0 0,0 0 0,-1 0 0,1 0 0,0 0 0,-1 0 0,0 0 0,1 0 0,-1 0 0,1 0 0,-1-1 0,0 1 0,0 0 0,0 0 0,0 0 1,0 0-1,0-2 0,1-3-165,18-125-6752,-18 115 5293,3-28-4633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25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6195,'0'-1'8233,"0"6"-7486,6 898 5314,-6-858-6022,2 54-67,-2-96-116,0-1-1,0 1 1,1 0-1,-1-1 1,1 1-1,-1-1 0,1 1 1,0-1-1,0 0 1,0 1-1,0-1 1,0 0-1,1 1 1,-1-1-1,1 0 1,0 0-1,1 2 1,8-2-4111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5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2097,'0'0'10373,"67"153"-9653,-44-54-240,-6 7 65,-7-1-529,-7-6-32,-3-18-769,0-11-4065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7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270 86 5074,'0'0'6553,"0"-4"-5916,0 4-573,0-1 1,0 0-1,0 0 0,0 1 0,0-1 0,0 0 1,0 0-1,-1 1 0,1-1 0,0 0 0,0 0 0,-1 1 1,1-1-1,0 0 0,-1 1 0,1-1 0,-1 0 0,1 1 1,-1-1-1,1 1 0,-1-1 0,1 1 0,-1-1 0,0 1 1,1-1-1,-1 1 0,0-1 0,1 1 0,-1 0 1,0-1-1,1 1 0,-1 0 0,0 0 0,0 0 0,1 0 1,-1-1-1,0 1 0,0 0 0,0 0 0,1 0 0,-1 1 1,0-1-1,0 0 0,1 0 0,-1 0 0,0 0 0,0 1 1,1-1-1,-1 0 0,0 1 0,1-1 0,-1 1 1,0-1-1,0 1 0,-3 2-42,1 0 0,0 1 0,0-1 1,0 0-1,0 1 0,1-1 0,-5 8 0,-5 8 28,-21 27-29,2 2 0,-44 92 1,63-112 80,2 0 0,0 1 0,2 0 0,2 0 1,0 1-1,2 0 0,1 0 0,2 0 0,4 57 0,-2-75-1,1 1 0,1 0-1,0 0 1,1-1-1,0 0 1,1 1 0,0-2-1,1 1 1,0-1-1,1 1 1,0-2 0,1 1-1,0-1 1,19 17-1,-17-17-50,0-1-1,1-1 0,0 1 1,1-2-1,0 0 0,0 0 1,0-1-1,1 0 0,0-1 1,0-1-1,0 0 1,1-1-1,-1 0 0,15 0 1,-16-2-18,4 0 31,0-1 0,28-2 0,-39 1-45,0 0 0,1 0 0,-1-1 0,0 1 0,0-1 0,0 0 0,0-1 0,-1 1 1,1-1-1,-1 0 0,1 0 0,4-5 0,3-5-86,0 0 0,-1-1 0,-1-1 1,0 0-1,-1 0 0,0-1 0,-2 0 0,0 0 1,0-1-1,-2 0 0,0 0 0,3-20 0,2-24-1105,-4 0-1,0-71 1,-5 83 328,1-69-62,-3 102 932,-1 0 1,0-1-1,-1 1 1,-9-30-1,3 24 450,0-1 1,-1 1-1,-1 1 0,-1 0 1,-20-27-1,28 44-370,-1 0-1,1 0 1,-1 0-1,0 0 1,0 1-1,0 0 1,0 0-1,-1 1 1,1 0 0,-1-1-1,1 2 1,-1-1-1,0 1 1,-12-2-1,10 2-135,0 1-1,0 0 0,0 0 0,0 0 1,0 1-1,0 0 0,0 1 0,0 0 1,0 0-1,-12 6 0,6 0-758,1 0 0,-18 15 1,12-9-868,-18 14-3737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48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8980,'0'0'5635,"0"234"-5315,0-114 160,10 28-432,0 5-48,0-5-1024,-3-28-3554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55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623 58 7940,'0'0'4716,"0"-7"-4334,0-21 178,0 21 988,-14 7-463,-46-8-896,37 5-199,15 1 0,0 1 0,0 0 0,0 1 1,0 0-1,0 0 0,-1 0 0,1 1 0,0 1 0,0-1 0,0 1 0,1 1 0,-1-1 0,-12 7 0,-41 29-109,35-23 105,1 1 0,0 1-1,-35 32 1,45-35 20,4-4-25,1 1 0,0 0-1,0 0 1,1 1 0,-13 22 0,10-10 15,-44 93-38,50-99 37,0-1 0,1 1 1,1 0-1,1 0 0,-2 20 0,-3 59 11,-4 82-1,12-175-6,0 12-4,0 0-1,1 0 1,0 0 0,1 0 0,1-1 0,8 25 0,15 30 32,-11-26 44,3-1-1,27 49 1,-39-81-58,1 1-1,1-1 1,0-1 0,1 1 0,0-2 0,0 1-1,1-1 1,0 0 0,1-1 0,-1-1 0,2 1-1,15 6 1,-11-7 41,1-1 1,-1-2-1,1 1 0,0-2 0,0 0 1,1-1-1,-1-1 0,24-1 0,-21 0-17,36-2-84,-52 1 51,-1 1 1,1-1 0,0 0 0,-1-1-1,1 1 1,-1 0 0,1-1-1,-1 0 1,0 0 0,0 0 0,0 0-1,3-4 1,17-19 19,-2-1 1,-1-1-1,-1 0 0,28-55 1,-38 66-24,-1-1-36,0 0 1,-1-1 0,0-1-1,4-22 1,11-80-215,-19 96 224,6-59-646,-6-154 0,-5 128 829,3 92-210,-2 0 1,0 0 0,-1 0-1,-1 0 1,-1 0 0,-1 1-1,0-1 1,-1 1-1,-1 0 1,0 1 0,-16-26-1,-11-7 106,21 23 258,-20-54 0,32 77-293,0 0 0,0 0-1,0 0 1,0 0 0,-1 1 0,1-1 0,-1 1 0,-3-5-1,4 6-36,0 0 0,0 1 0,0-1 1,0 1-1,1-1 0,-1 1 0,0-1 0,0 1 0,0 0 0,0-1 0,0 1 0,0 0 0,-1 0 0,1 0 0,0 0 0,0 0 0,0 0 0,0 0 0,0 0 0,0 0 0,0 0 0,0 1 0,0-1 0,0 0 0,0 1 0,0-1 0,0 1 0,0-1 0,0 1 0,0-1 0,-1 2 1,-3 3-267,-1 0 1,1 1-1,0-1 1,0 1 0,1 0-1,0 0 1,0 1-1,-3 6 1,-2 1-723,-26 47-4060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57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49 1681,'0'0'6915,"0"-8"-6301,0-24 189,0 24 3017,-6 390-1680,6-188-1948,0-190-181,0 1 1,0-1 0,0 1 0,1-1-1,0 1 1,0-1 0,0 0-1,0 1 1,1-1 0,0 0 0,0 0-1,0 0 1,0 0 0,1 0-1,-1-1 1,1 1 0,0-1 0,0 1-1,0-1 1,1 0 0,-1-1-1,8 6 1,22 13 101,-9-5-18,46 23-1,-55-33-92,0-1 1,1 0 0,0-1 0,0 0 0,24 1-1,83-1 5,-94-4-6,-5-2 22,-1 0 0,26-6 0,19-3 25,232 0-64,-110 2-104,-119 8 10,-30-1 119,1 3 0,43 5 0,-73-3-21,1 0 0,-1 1 0,0 1-1,0 0 1,17 9 0,-15-6 31,1-1 0,26 8 0,-29-13 0,0 0-1,0-2 0,0 1 0,23-3 1,-1 1 44,243 1 1087,-276-28-1497,-2 24 270,1 1 0,-1 0 1,1-1-1,-1 1 0,0-1 0,0 1 1,-1 0-1,1-1 0,-1 1 0,1 0 0,-1 0 1,-4-5-1,-33-33-536,20 22 581,10 10-100,0 0 1,-1 1 0,1 0 0,-2 1 0,-17-11 0,55 49 696,-7-14-274,2-2-1,43 25 0,19 13-232,-82-51-69,0-1 1,0 1-1,0 0 1,0 0 0,0 0-1,0 1 1,0-1 0,-1 0-1,1 1 1,-1-1-1,0 1 1,0-1 0,0 1-1,0-1 1,0 1-1,0 0 1,-1 0 0,1-1-1,-1 1 1,0 0 0,0 0-1,0 0 1,0 0-1,0-1 1,-1 1 0,1 0-1,-1 0 1,-1 3 0,-1 1-7,1-1 1,-1 0 0,0 0-1,-1-1 1,0 1 0,0-1 0,0 1-1,0-1 1,-1-1 0,-7 8-1,-2 0-68,-30 22 409,40-32-456,1 0 1,-1 0 0,1 0 0,-1 0-1,0-1 1,0 1 0,1-1-1,-1 0 1,0 0 0,-7 0 0,10-5-2855,1-13-2987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0:58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0 226 6003,'0'0'9516,"7"-21"-9439,24-68 36,-2 22-414,-16 41-105,-3 4 163,-10 21 283,0 8 82,0 57 437,-3 240 1705,-11-100-6962,8-160-2249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2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1 136 6243,'0'0'7598,"9"0"-6696,914-3 1726,-908 3-2611,69-3-56,-75 2 74,-1 0-1,0-1 0,1 0 1,-1-1-1,0 1 0,-1-1 1,13-7-1,-19 9-69,0 1-1,-1 0 1,1-1-1,-1 0 1,1 1-1,-1-1 1,1 1-1,-1-1 1,1 1-1,-1-1 1,1 0 0,-1 1-1,0-1 1,1 0-1,-1 0 1,0 1-1,0-1 1,0 0-1,1 0 1,-1 1-1,0-1 1,0 0-1,0 0 1,0 1 0,0-1-1,0 0 1,-1 0-1,1 1 1,0-1-1,0 0 1,0 0-1,-1 1 1,1-1-1,0 0 1,-1 1-1,1-1 1,-1 0 0,0 0-1,-19-24-3367,-3 3-791,-3-9-1681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2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11125,'0'0'3602,"29"11"-2338,-13-4-1101,30 11 111,-2 2 0,60 36 0,-66-33-228,-21-15-32,-2 2 1,1 0 0,-1 1-1,-1 0 1,14 14-1,-25-22-19,-1-1 1,1 1-1,-1 1 0,0-1 1,0 0-1,0 0 0,0 1 1,-1-1-1,1 1 0,-1-1 1,0 1-1,0 0 0,0 0 1,0-1-1,-1 1 0,1 0 0,-1 0 1,0 0-1,0 0 0,-1-1 1,1 1-1,-1 0 0,0 0 1,-2 4-1,0 0 20,0 0-1,-1-1 1,0 0 0,-1 1-1,0-2 1,0 1 0,0 0-1,-1-1 1,-11 9 0,-34 26 52,-66 39 1,8-6-220,107-72 42,-26 21-363,27-22 144,-1 0 1,1 1-1,-1-1 1,1 1-1,0-1 1,0 1-1,0-1 1,0 1-1,0 0 1,0 0-1,1-1 1,-1 1-1,0 0 1,1 0-1,-1 2 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3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39 944,'0'0'9431,"-5"-3"-5491,5 3-3752,0 0 0,0-1-1,0 1 1,0 0-1,0 0 1,0 0 0,0-1-1,-1 1 1,1 0-1,0 0 1,0-1 0,0 1-1,10-5 331,24 2-134,-1 1-1,36 4 1,31-1-137,-73-3-232,18 1-53,0-3 0,67-14 0,-127 28-10655,-1-3 5840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4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4786,'0'0'5635,"-3"174"-3778,3-92-657,0 17-431,0-6-609,3-6-160,4-11-1201,-1-31-5666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5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4674,'0'0'5547,"15"1"-4934,7 1-353,44 10 0,-56-10-196,1 1 0,-1 1 0,1 0 0,-1 0 0,0 1 0,-1 0 1,17 12-1,-16-8 63,0 1 0,0 0 0,-1 0 0,0 1 0,-1 0 0,0 0 0,10 21 1,-9-12 45,-1 0 1,0 0 0,-2 0 0,5 28 0,-2 15 243,-3-1 0,-4 88 0,-2-122-321,1 32-14,-3-1 0,-3 1-1,-2-1 1,-21 82-1,-112 227-1138,140-368 1053,-14 41-2408,9-18-1795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8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35 3778,'0'0'7782,"0"-1"-7774,0 1 0,-1 0 1,1-1-1,0 1 0,0 0 0,0-1 0,0 1 1,-1 0-1,1 0 0,0-1 0,0 1 0,-1 0 1,1 0-1,0-1 0,0 1 0,-1 0 0,1 0 1,0 0-1,-1-1 0,1 1 0,0 0 0,-1 0 1,1 0-1,0 0 0,-1 0 0,0 0 0,-3 0 47,0 1-1,0 0 1,0 0-1,1 0 1,-1 0-1,0 1 1,0-1-1,1 1 1,-1 0-1,1 1 1,-1-1-1,1 0 1,0 1-1,0 0 0,0-1 1,-3 5-1,-7 8 474,-22 32 0,30-40-509,-6 13 149,1 0 0,1 0-1,1 0 1,1 1-1,1 1 1,-6 32 0,1-6 104,1-4 67,2 2 1,-2 53-1,5 94 452,6-178-664,0 1-1,1-1 1,1 1-1,0-1 1,1 0 0,1 0-1,10 23 1,-5-17 57,0-1 0,2 0 1,1-1-1,23 28 0,-30-41-163,0 1-1,0-1 1,1 0 0,0-1-1,0 1 1,1-1-1,0-1 1,-1 0-1,18 7 1,-12-7-13,0 0 1,0-1-1,0-1 0,1 0 1,-1-1-1,15-1 0,-18 0-6,18 1 44,46-7-1,-64 5-69,0-2-1,0 1 1,0-1 0,-1 0 0,0-1 0,0 0-1,0-1 1,12-7 0,-5 0-46,-1-1 0,0 0 0,-1 0 0,0-2 0,-1 0 0,0 0 0,12-23 0,-8 9 26,-1 0 0,-2-1 0,17-49 0,-22 48 19,-1-1 0,-1-1 0,4-60 0,-9 29 31,-6-65 0,2 111-22,-1 0 1,0 1-1,-2 0 1,0 0 0,-1 0-1,0 1 1,-12-20-1,7 16 4,0 1-1,-1 0 0,-2 1 0,1 1 0,-24-23 1,29 33 13,-1 0-1,-1 0 1,1 0 0,-1 1 0,-1 1 0,1 0 0,-1 0 0,1 1 0,-1 0 0,0 1 0,-18-3 0,1 3 1,1 0 0,-1 2-1,-43 4 1,63-2-27,0 0-1,0 1 1,0 0 0,0 0-1,1 1 1,-1 0-1,1 0 1,0 1-1,0 0 1,0 0 0,0 0-1,1 1 1,-1 0-1,1 1 1,0-1-1,1 1 1,0 1-1,0-1 1,0 0 0,1 1-1,-1 0 1,2 0-1,-1 1 1,1-1-1,0 1 1,1-1 0,-1 1-1,2 0 1,-3 14-1,3-10-1026,0 0 0,1 0 0,0 0 0,1 0 0,3 13 0,-3-20-534,2 1 0,-1-1 1,0 0-1,6 8 0,-8-13 1495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09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97 3826,'0'0'9172,"-2"2"-8775,0 1-289,-20 23 903,-29 46 0,45-63-880,1 1-1,0 1 0,0-1 1,1 1-1,0 0 0,1-1 1,1 1-1,-3 23 0,4 267 1445,2-282-1461,0 2-3,2-1 0,0 1-1,1-1 1,2 0 0,0 0 0,0-1 0,2 0 0,1 0-1,0 0 1,1-1 0,1-1 0,1 0 0,0 0-1,17 16 1,-22-27-75,0 0 0,1-1 0,0 0 0,0 0 0,0-1 0,1 0 0,-1 0-1,1-1 1,0 0 0,16 3 0,-9-3-9,1-1-1,-1-1 1,1 0 0,-1-1-1,21-3 1,-32 2-28,-1 0 0,1 0 1,-1-1-1,0 0 0,1 0 0,-1 0 0,0 0 0,0-1 0,0 1 0,-1-1 1,1 0-1,0 0 0,2-4 0,8-8-75,20-28 0,-26 30 29,21-25-170,45-84-1,-65 105 203,-1-1-1,-1 0 1,-1 0 0,0-1 0,-2 0-1,0 0 1,3-35 0,-7-141-41,-1 178 53,0 0 0,-1 0 0,-1 0-1,-1 0 1,0 1 0,-2 0 0,1 0 0,-2 0 0,-13-23 0,13 26 1,-1 1 0,0 0 0,-1 0 0,0 1 1,-1 0-1,0 0 0,-1 1 0,0 1 0,-1 0 0,0 0 0,-19-10 0,21 15 1,0 0 0,-1 1-1,1 0 1,0 0 0,-1 1-1,-13-1 1,-65 1-8,57 3 11,16-1-5,0 2 0,0 0 0,0 1 0,0 0-1,1 2 1,-1 0 0,1 0 0,0 1 0,1 1-1,-1 1 1,1 0 0,1 1 0,0 0 0,0 1-1,1 0 1,0 1 0,0 0 0,1 1 0,-12 18-1,20-25-49,-1 1 0,1 0 0,0 0 0,1 0 0,0 0 0,-1 0 0,2 0 0,-3 13 0,2 28-4203,2-34-588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10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0 335 6931,'0'0'8185,"19"-25"-8107,60-77-78,-72 93-75,0 0 0,0-1 0,-1 0 0,0 0 0,-1-1 0,0 1 0,-1-1 0,5-18 0,-6 19-37,-1-2 18,0 1 1,0-1 0,-1 0-1,-1-19 1,0 21 1029,-2 26-768,0-9-98,-30 213 1720,-5 304 0,33-281-267,6-274-3665,1 1-1,10-41 0,-10 56 269,3-9-2886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1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49 4978,'0'0'6801,"-3"-2"-5649,1 0-932,0 1-1,-1-1 1,1 1-1,-1 0 1,1 0-1,-1-1 1,1 2-1,-1-1 1,0 0-1,1 0 1,-1 1 0,0 0-1,0-1 1,0 1-1,1 0 1,-1 1-1,0-1 1,0 0-1,1 1 1,-1-1-1,0 1 1,-3 1-1,1 0-197,-1 1 0,0-1-1,1 1 1,-1 0 0,1 0 0,0 1-1,0 0 1,0 0 0,-7 8 0,-6 9 103,2 2 0,1 0 1,1 1-1,0 1 1,2 0-1,1 0 0,2 1 1,0 1-1,1-1 1,-6 44-1,10-28 269,3 77 0,2-60-40,-1-33-196,2 1 1,0-1-1,2 0 0,1 0 1,9 31-1,-9-44-84,0 0 0,0 0 0,1 0 0,1-1 0,0 0 0,0 0 0,2-1 0,-1 0 0,1 0 0,1-1 0,16 14 0,-18-18-60,0-2 0,0 1-1,0-1 1,1 0 0,0-1 0,-1 0 0,1 0-1,0-1 1,1 0 0,-1-1 0,11 1 0,-9-1 16,0-1 0,-1 0 1,1-1-1,-1 0 1,1-1-1,-1 0 0,1 0 1,-1-1-1,16-8 1,-11 3-13,-2 0 0,1-1 0,-2-1 0,1-1 0,15-15 1,55-69-266,-67 76 136,8-10-259,-2-1-1,36-61 0,-49 72 162,0 1 0,-2-1 0,0 0 1,-1 0-1,0-1 0,4-40 0,-7 27-40,-2 0 0,-2-36 0,0 55 233,-1 0-1,-1 1 1,0-1 0,0 1-1,-1 0 1,-1 0 0,-10-21-1,3 14 120,1 0 0,-2 1-1,-1 0 1,0 0 0,-2 2-1,0 0 1,-23-19 0,32 32-13,0-1-1,0 1 1,-1 1 0,0 0 0,1 0-1,-1 0 1,0 1 0,0 0 0,-1 1 0,-10-1-1,7 1-80,1 0 1,-1 2-1,0-1 0,0 1 0,0 1 0,-20 5 0,17 0-38,-1-1 0,1 2 0,0 0 0,0 1 0,1 0 0,-18 16-1,4-1-858,-48 53 0,17 0-4730,5 6-7967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1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1262 12902,'0'0'6782,"42"-20"-6508,59-31-66,-2-4-1,97-73 0,24-42 95,-166 128-278,658-495-32,-499 401-243,-178 116-89,2 0-1,0 3 1,2 0 0,-1 3 0,69-16 0,-100 29 190,-1-1 0,1 1-1,0 1 1,0-1 0,0 1 0,0 1 0,0-1 0,6 2 0,-11-1-7,0 0 1,1 0 0,-1 0 0,0 0-1,0 0 1,0 0 0,-1 1 0,1-1 0,0 1-1,0-1 1,-1 1 0,1 0 0,-1 0-1,0 0 1,1 0 0,-1 0 0,0 0 0,0 0-1,0 0 1,0 0 0,0 0 0,-1 0-1,1 1 1,-1-1 0,1 4 0,1 14-3559,0 37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358 196 2417,'0'0'4239,"-29"-18"-3430,-88-55 60,106 65-471,-1 1-1,-21-9 0,15 7 802,-77-46 5636,92 53-6523,-1 1 0,1 0 0,-1-1 0,0 1-1,0 1 1,1-1 0,-1 0 0,0 1 0,-5 0 0,19 7 1208,27 28-1433,1-3 0,1-1-1,2-1 1,68 36-1,-74-48-63,1-2 0,0-1 0,1-2-1,1-1 1,0-3 0,59 9 0,155-10 10,-192-8-37,-28-1-140,0 0-1,0-3 1,0 0 0,-1-2-1,0-1 1,0-2-1,53-22 1,92-56-448,-152 80 650,-21 7-42,-1 0-1,1-1 0,0 0 0,-1 1 0,1-1 0,-1 0 0,1 0 0,-1-1 0,1 1 0,2-3 0,-4 3-6,-1-1 0,1 0 0,-1 1 0,0-1 0,0 0 0,1 1 1,-1-1-1,0 0 0,-1 0 0,1 1 0,0-1 0,-1-1 0,1-4-341,0-38-9443,0 30 3764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8772,'0'0'7966,"20"16"-7774,67 54-106,-69-56-63,31 16 0,-42-27-24,0 1-1,0 0 0,-1 1 0,1-1 0,-1 1 0,0 1 1,10 10-1,-15-13 6,1 0 1,-1 0-1,0 0 0,0 1 1,0-1-1,0 0 0,-1 0 1,1 1-1,-1-1 0,0 0 1,0 1-1,0-1 1,-1 0-1,1 1 0,-1-1 1,1 0-1,-1 1 0,0-1 1,0 0-1,-1 0 0,-1 3 1,-11 18 350,-1 0-1,-1-2 1,-36 39 0,22-27 205,-58 79 638,99-147-7016,22-22-3979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78 7828,'0'0'8612,"-16"-12"-7948,-56-35 13,68 44-616,0 1 0,0 0-1,1 0 1,-2 0-1,1 1 1,0-1 0,0 1-1,0 0 1,-1 0-1,1 1 1,0-1 0,-1 1-1,1 0 1,-8 1-1,-5-1 101,0 0-56,-2 0-24,-1 0-1,-23 5 1,36-4-67,0 1 0,-1 0 0,1 0 1,0 1-1,0 0 0,1 0 0,-1 1 0,0-1 0,-5 6 1,1 0 18,2-1 1,-1 2-1,1-1 1,1 1-1,0 0 1,0 1-1,1 0 1,0 0 0,1 1-1,0 0 1,1 0-1,1 0 1,-6 23-1,2 1 173,3-1-1,1 2 0,0 62 1,5-64 70,7 59 0,-6-79-215,1 1-1,1-1 1,1 0-1,0-1 1,1 1 0,10 17-1,-7-17-10,1-1 0,0-1 0,1 0 0,0 0 0,1-1 0,0 0 0,1-1 0,1 0 0,-1-1 0,2-1 0,-1 0 0,1-1 0,1-1-1,-1 0 1,31 8 0,-33-11-72,0-1 0,0-1-1,-1 0 1,1-1-1,0 0 1,0-1 0,0-1-1,0 0 1,0-1 0,0 0-1,0 0 1,0-2-1,-1 0 1,0 0 0,0-1-1,0 0 1,0-1 0,-1-1-1,0 0 1,0 0-1,11-11 1,-12 9-709,-1 0 1,0-1-1,0 0 0,-1-1 1,0 0-1,0 0 0,-2 0 0,10-21 1,-2-18-6204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76 5218,'0'0'5304,"-20"-12"-3655,15 9-1109,-1 0 1,1-1 0,0 1-1,-6-6 1,7 5-401,0 1 0,0 0 1,0 0-1,-1 0 1,1 0-1,-1 1 0,-6-3 1,2 2-50,1 0 51,-1 1 1,0 0 0,0 0-1,0 0 1,-15 1 0,21 0-129,0 1 1,0 0-1,1 0 1,-1 0 0,0 1-1,1-1 1,-1 0-1,0 1 1,1 0-1,-1 0 1,0 0 0,1 0-1,-1 0 1,1 0-1,0 0 1,-1 1-1,1 0 1,0-1 0,0 1-1,0 0 1,0 0-1,0 0 1,0 0-1,1 0 1,-3 5 0,-5 7 170,1 0 0,1 1 0,0 0 0,1 1 0,1 0 0,1-1 0,0 2 0,-3 28 0,2 12 996,3 67 0,3-77-625,-2-44-523,1-1-1,0 1 1,0 0 0,0-1-1,1 1 1,-1 0 0,1-1-1,-1 1 1,1 0 0,0-1-1,0 1 1,0-1 0,0 1 0,1-1-1,-1 0 1,1 1 0,-1-1-1,3 2 1,-1-2-16,0 0 1,0-1 0,0 1-1,0-1 1,0 0-1,1 0 1,-1 0 0,0 0-1,1 0 1,-1-1-1,1 0 1,-1 0 0,7 0-1,-4 0-12,0-1-1,0 0 1,0 0 0,0 0-1,0-1 1,-1 0-1,1 0 1,0 0 0,-1 0-1,0-1 1,0 0-1,0-1 1,7-4 0,5-7-134,-1 0 1,19-24 0,-20 22-118,12-13-1637,46-66 0,-67 85 1373,1 0-1,-1 0 0,-1 0 0,0 0 0,-1-1 0,0 0 0,-1 0 0,0 0 1,-1-1-1,1-22 0,-3 25 82,0-10-167,-1 20 615,1-1 1,0 1 0,0-1-1,0 1 1,-1-1-1,1 1 1,0 0 0,-1-1-1,1 1 1,0-1 0,-1 1-1,1 0 1,0-1 0,-1 1-1,1 0 1,-1-1 0,1 1-1,-1 0 1,1 0 0,-1 0-1,1-1 1,-1 1-1,1 0 1,-1 0 0,1 0-1,-1 0 1,1 0 0,-1 0-1,1 0 1,-1 0 0,0 0 75,0 0 1,0 0-1,0 0 0,1 0 1,-1 1-1,0-1 1,0 0-1,0 1 1,1-1-1,-1 0 0,0 1 1,1-1-1,-1 1 1,0-1-1,1 1 0,-1-1 1,1 1-1,-1-1 1,0 1-1,1 0 1,-1 1-1,-8 21 1403,4 31 544,5-47-1721,-1 19 353,-1 20 420,6 78 0,-1-110-1147,0 1-1,0-1 0,1 0 0,1 0 1,1-1-1,9 18 0,-15-31-140,0 1 0,0-1 0,0 0 0,1 0 0,-1 1 0,0-1 0,0 0 0,1 0 0,-1 1 0,0-1 0,1 0 0,-1 0 0,0 0 0,0 0 0,1 1 0,-1-1 0,0 0 0,1 0 0,-1 0 0,0 0 0,1 0 0,-1 0 0,1 0 0,-1 0 0,0 0 0,1 0 0,-1 0 0,2 0-851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9604,'0'0'2908,"0"32"-288,-1 15-1668,3 156 2784,1-128-2421,3 130 1417,-5-184-2398,1-19-143,-2-16-118,-1-102-1102,3-153-5797,-2 265 6793,0 0-1,0 0 0,1 0 0,0 0 0,-1 0 1,1 0-1,1 0 0,-1 1 0,1-1 1,-1 0-1,1 1 0,0-1 0,4-4 1,-3 5 66,-1 1 1,1 0-1,-1-1 1,1 2-1,0-1 1,0 0-1,0 0 1,0 1 0,0-1-1,0 1 1,1 0-1,-1 0 1,0 1-1,1-1 1,5 0-1,124-1 2560,-71 3-1926,-60-1-1504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8404,'0'0'8740,"0"32"-6873,1 208 1450,-1-218-2993,0-3-80,0-1 1,1 0-1,1 1 1,1-1-1,0 0 1,7 19-1,2-20-159,-12-17-83,0 0 0,0 1 0,1-1 0,-1 0 0,0 0 0,1 0 0,-1 1 0,0-1 0,0 0 0,1 0 0,-1 0 0,1 0 0,-1 1 0,0-1 0,1 0 0,-1 0 0,0 0 0,1 0 0,-1 0 0,0 0 0,1 0 0,-1 0 0,1 0 0,-1 0 0,0 0 0,1 0 0,-1-1 0,0 1 0,1 0 0,-1 0 0,0 0 0,1 0 0,-1-1 0,0 1 0,1 0 0,-1 0 0,0 0 0,0-1 0,1 1 0,-1 0 0,0-1 0,0 1 0,0 0 0,1-1 0,-1 1 0,0 0 0,0-1 0,0 1 0,0 0 0,1-1 0,3-12-77,0 0 1,-1 0-1,2-19 0,-1 11-176,5-42-2882,2-120-1,-11 181 3023,0-2-28,0 0-1,0 0 1,0 0-1,1 1 1,-1-1-1,1 0 1,2-6-1,-3 9 154,1 0 1,0 0-1,0 0 0,0 0 0,-1 0 1,1 0-1,0 0 0,0 1 1,1-1-1,-1 0 0,0 0 0,0 1 1,0-1-1,0 1 0,1-1 0,-1 1 1,0-1-1,0 1 0,1 0 0,-1 0 1,0-1-1,1 1 0,-1 0 1,0 0-1,3 1 0,6 0 377,1 0-1,-1 1 1,0 0 0,1 0-1,-1 1 1,9 5 0,37 8 764,-51-15-1222,-2 0-65,0 0-1,-1 0 1,1-1 0,0 1 0,0-1 0,1 0 0,-1 1 0,0-2 0,0 1-1,0 0 1,0-1 0,0 1 0,0-1 0,3-1 0,2-13-4532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12342,'0'0'2796,"0"37"-315,-1-2-1808,0-7-166,1 1 0,1-1 0,1 0 0,2 0 1,0 0-1,14 43 0,-17-69-484,37 104 879,-32-92-849,1 0 0,0-1 0,1 0 0,0-1 0,13 16 0,-18-25-50,1 1 0,-1-1 0,1 0 0,-1 0 0,1 0 0,0-1 0,0 1 0,1-1 0,-1 0-1,0 0 1,1-1 0,8 3 0,-10-3-14,0-1-1,1 0 0,-1 0 1,0 0-1,0 0 1,0 0-1,0 0 1,0-1-1,0 0 0,0 0 1,0 0-1,0 0 1,-1 0-1,1 0 0,0-1 1,-1 1-1,1-1 1,-1 0-1,1 1 0,3-5 1,4-5-411,-2 0 1,1-1-1,-1 0 0,-1 0 1,0 0-1,-1-1 0,0 0 1,-1 0-1,5-21 0,-3 3-1721,-1 0 0,-1 0-1,1-40 1,-5 7-984,-1 39 10656,1 41-5232,49 149 1675,-20-74-2982,79 306 1386,-88-296-2037,-5 0-1,4 108 0,-18-184-330,0 223 24,-3-216-26,-2 0-1,-2 0 1,-1 0 0,-1-1 0,-17 46 0,19-64-10,-1 1 0,-1-1 0,0-1 1,-1 1-1,0-1 0,-1-1 0,0 1 0,-1-1 0,-14 12 1,19-19-21,0 0 0,0 0 0,-1-1 0,0 1 0,1-1 1,-1 0-1,0-1 0,-1 0 0,1 0 0,0 0 0,-1-1 0,1 1 1,-1-2-1,1 1 0,-1-1 0,1 0 0,-1 0 0,1-1 0,-1 1 1,1-2-1,-1 1 0,-6-3 0,7 1-29,-1 1 1,1-2-1,0 1 1,1-1-1,-1 0 1,1 0-1,0 0 1,-1-1-1,2 1 0,-1-1 1,1-1-1,-1 1 1,2-1-1,-1 1 1,0-1-1,1 0 1,0-1-1,-2-7 0,-2-6-126,1 0 0,1-1 0,0 0 0,-2-36 0,5 29 55,2 0 1,0 0 0,2 0-1,6-39 1,-4 49 83,1 1 0,0-1 0,1 1 0,1 0 0,0 1 0,1-1 0,19-27 0,-9 20 52,1 1-1,1 1 0,1 0 1,1 2-1,32-24 0,-38 33-431,1 0 0,0 2 0,30-14-1,-35 19-595,0 0 0,0 1 0,0 0-1,0 1 1,1 0 0,17 0 0,-3 2-9592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88 6995,'0'0'6299,"2"-14"-5202,12-59 3699,-14 73-4736,-1 0 0,1 0 0,0 0 0,-1 0 0,1 0 0,-1 0 0,1 0 0,-1 0 0,1 0 0,-1 0-1,1 0 1,-1 0 0,1 1 0,0-1 0,-1 0 0,1 0 0,-1 1 0,1-1 0,0 0 0,-1 0-1,0 1 1,0 4-45,-1-1 0,0 1 0,1-1 0,0 1 0,0 0 0,0 0 0,1-1 0,0 1 0,0 0 0,0 5 0,0 4 10,-1 8-3,0 3 121,1 0 0,0-1 1,9 49-1,-3-53-31,0 0 0,2 0 1,0-1-1,1 0 1,1 0-1,0-1 0,2 0 1,23 28-1,-23-32-42,1-1 0,0 0 0,1-1-1,0 0 1,1-1 0,1 0 0,-1-2 0,2 0 0,-1 0-1,27 8 1,-20-10-15,-1-2 1,1 0-1,0-2 0,1 0 0,-1-2 0,1 0 1,-1-2-1,0 0 0,1-2 0,-1 0 0,0-2 1,30-10-1,-31 6-50,-1-2 0,0 0 0,0-2 1,-1 0-1,20-18 0,-3 0-354,49-57 0,-72 73-118,-2 0 1,0-1-1,-1 0 0,16-31 1,-22 36-582,0-1 0,6-24 1,-9 24-593,0-1 0,0 1 1,-1-16-1,-1 13-2551,0 0 579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3986,'0'0'11613,"32"15"-10866,107 51-384,-87-44-191,-39-17-127,-1 1 0,1 0 1,19 13-1,-29-17-40,0 1-1,0 0 0,0 0 0,0 0 0,-1 0 0,1 0 0,-1 1 0,0-1 0,0 1 0,0-1 0,-1 1 0,1 0 1,-1-1-1,0 1 0,1 5 0,0 1 50,-1 0 0,0 0 0,0 1 0,-1-1 0,0 0 0,-1 0 0,0 0 0,-1 1 0,0-1 0,-1-1 0,0 1 0,0 0 0,-7 11 0,-5 7 374,-1 0 1,-38 47 0,-6 11-139,55-78-633,-4 7 713,7-5-5469,2-20-1557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69 7668,'0'0'6541,"-15"-11"-5890,-46-33 45,58 42-643,1 0 0,-1 1-1,1 0 1,-1-1-1,1 1 1,-1 0-1,0 0 1,1 1 0,-1-1-1,0 1 1,0-1-1,0 1 1,1 0-1,-1 0 1,0 0-1,-4 1 1,-5 0 134,8-1-152,0 0 1,0 0-1,1 1 1,-1-1-1,0 1 0,1 0 1,-1 0-1,0 1 1,1-1-1,-1 1 0,1 0 1,0-1-1,0 2 1,0-1-1,0 0 0,-3 3 1,1 0 41,1 0 1,-1 1-1,1-1 0,1 1 1,-1 0-1,1 0 1,0 0-1,-3 9 1,0 4 192,1 0 0,1 1 0,1-1 0,0 1 0,1 25 0,1-26 9,2 1 1,0 0 0,1 0-1,1 0 1,1-1 0,10 33-1,-9-40-202,0-1 0,1 1 0,0-1-1,1 0 1,0-1 0,1 0 0,0 0-1,0-1 1,1 0 0,0 0 0,16 11-1,-15-14-62,-1 0-1,1-1 1,0 0 0,0 0-1,0-1 1,1-1-1,-1 0 1,1 0-1,0-1 1,0-1-1,19 1 1,-17-2-16,0 0-1,0-1 1,0 0-1,-1-2 1,1 1 0,0-1-1,-1-1 1,0 0-1,20-11 1,-11 3-476,0-1 1,-2-1-1,0-1 1,23-23-1,-22 18-2761,27-37 1,-11 2-4867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94 6227,'0'0'10586,"-5"-5"-9207,-14 0-967,-36-6-1,34 8-375,-16-2-29,-67 1 0,102 4-5,0 0 0,0 0 1,-1 0-1,1 1 1,0-1-1,0 1 0,0-1 1,0 1-1,0 0 0,0 0 1,0 0-1,0 0 0,0 0 1,0 1-1,1-1 0,-1 1 1,0-1-1,1 1 1,-1-1-1,1 1 0,0 0 1,-1 0-1,0 2 0,-3 5 49,1 0 0,1 0 0,0 1 0,-3 11 0,3-8 49,-5 23 514,1 1 1,2-1 0,2 1-1,2 43 1,0-78-592,1 0 1,0 0-1,0 0 0,0 0 1,0 0-1,1 0 0,-1-1 1,0 1-1,1 0 1,-1 0-1,1 0 0,0 0 1,-1-1-1,1 1 0,0 0 1,0-1-1,0 1 0,1-1 1,-1 1-1,0-1 0,0 0 1,1 1-1,-1-1 1,3 2-1,1-1-5,0-1 0,0 1-1,0-1 1,0 0 0,0-1 0,1 1 0,-1-1 0,8-1-1,-5 1-1,1-1-1,0 0 0,0-1 0,0 0 1,-1 0-1,1-1 0,-1 0 0,0-1 1,0 0-1,0 0 0,0-1 1,-1 1-1,13-12 0,0-2-260,0-1-1,-2-1 1,22-30-1,-25 30-281,-1 0-1,-1-1 1,13-28-1,-21 37 93,0-1-1,-1 1 0,-1-1 1,0 1-1,0-1 1,-1 0-1,0-22 0,-2 23-5,-1-11-212,1 23 678,0-1 0,0 1 1,-1-1-1,1 0 0,0 1 1,-1-1-1,1 1 0,0-1 1,-1 1-1,1 0 0,-1-1 1,1 1-1,-1-1 0,1 1 1,-1 0-1,1-1 0,-1 1 1,1 0-1,-1-1 0,1 1 1,-1 0-1,1 0 0,-1 0 1,0 0-1,1-1 0,-1 1 1,1 0-1,-1 0 0,0 0 1,0 0-1,0 0 27,0 1-1,0-1 1,0 0 0,0 0 0,0 0-1,0 1 1,0-1 0,1 0-1,-1 1 1,0-1 0,0 1 0,0-1-1,1 1 1,-1-1 0,0 1 0,0 0-1,1-1 1,-1 1 0,1 0-1,-1 0 1,0-1 0,1 1 0,0 0-1,-1 0 1,1 0 0,-1 0-1,1 0 1,0-1 0,0 1 0,-1 0-1,1 1 1,-3 37 835,3-27-518,-1 18 272,0 9 548,6 80 1,-3-108-1102,0 0 0,0 0 0,1 0 0,0 0 0,1 0 0,0-1 0,1 0 0,0 0 0,0 0 0,1 0 0,14 16 0,-16-22-91,0 0 0,0 0 0,0-1 0,1 1 0,-1-1 0,1 0 0,0 0 0,0-1 0,0 0 0,0 1 0,0-2 0,1 1 0,-1-1 0,1 1 0,-1-1 0,1-1 0,-1 1 0,1-1 0,0 0 0,-1 0 0,1-1 0,-1 0 0,1 0 0,9-3 0,-6 0-196,-2-1-1,1 1 1,-1-1-1,1-1 0,-1 0 1,-1 0-1,1 0 0,9-12 1,-1-2-1056,0-1 1,11-22 0,-16 24-878,13-35 0,0-18-4295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4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7155,'0'0'5304,"0"35"-2343,-2 15-1988,1 19 995,6 76 0,0-108-1031,0 0 0,3-1 0,1 1 0,17 45 0,-21-73-761,-3-10-36,-1-18-15,-1 11-139,-3-431-6634,3 435 6622,-1 0 1,1 1-1,1-1 1,-1 0-1,1 0 1,-1 1-1,1-1 1,0 1-1,0-1 0,1 0 1,-1 1-1,2-4 1,-1 6 36,0-1-1,0 0 1,-1 1 0,1-1 0,0 1-1,0 0 1,0-1 0,1 1-1,-1 0 1,0 1 0,0-1 0,1 0-1,-1 0 1,0 1 0,1 0-1,-1-1 1,0 1 0,4 0 0,10-2 237,1 1 0,-1 1 1,1 1-1,-1 0 1,0 1-1,1 0 0,-1 2 1,19 6-1,-23-5-326,1-1-1,0 0 1,-1-1-1,1 0 1,1-1-1,25 1 1,-39-3-33,0 0 1,0 0 0,1 0-1,-1 0 1,0 0 0,0 1-1,1-1 1,-1-1 0,0 1-1,0 0 1,1 0 0,-1 0-1,0 0 1,0 0 0,1 0-1,-1 0 1,0 0 0,0 0-1,1 0 1,-1 0 0,0-1 0,0 1-1,0 0 1,1 0 0,-1 0-1,0 0 1,0-1 0,0 1-1,0 0 1,0 0 0,1 0-1,-1-1 1,0 1 0,1-18-6934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5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11557,'0'0'2828,"11"28"62,-4-9-2339,62 191 3457,-60-174-3349,0 4 222,2 0 0,33 75 1,-35-104-826,-9-11-53,0 0 0,1 0 0,-1 0 0,0 0 0,0 0 0,0 0 1,0 0-1,1 1 0,-1-1 0,0 0 0,0 0 0,0 0 0,1 0 0,-1 0 0,0 0 0,0 0 0,0 0 0,0 0 0,1 0 1,-1 0-1,0 0 0,0 0 0,0 0 0,1 0 0,-1 0 0,0 0 0,0-1 0,0 1 0,1 0 0,-1 0 0,0 0 0,0 0 1,0 0-1,0 0 0,0 0 0,1-1 0,-1 1 0,0 0 0,0 0 0,0 0 0,0 0 0,0-1 0,0 1 0,0 0 0,1 0 0,-1 0 1,0 0-1,0-1 0,0 1 0,0 0 0,0-1 0,3-28-44,-1-44 1,1-13-543,0 58 80,1 0 0,15-49 0,-16 68 381,0-1 0,0 1 0,2 0 0,-1 0 0,1 1 0,0-1 0,0 1 0,1 0 0,1 0 0,-1 1 1,11-10-1,-14 15 121,1 0 1,-1 0 0,0 0 0,1 0-1,-1 1 1,1-1 0,0 1 0,-1 0-1,1 0 1,0 0 0,6 0 0,1 1-143,0 0 0,18 3 1,9 0-5270,-29-6 890,-1-9-1131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5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8516,'0'0'6304,"1"34"-3596,9 114-499,-7-126-1746,0 0 0,1-1 0,1 0 0,1 0 0,11 27 0,-16-46-426,2 4 46,-1 0 0,1 0 1,0 0-1,0 0 1,1-1-1,-1 0 0,1 1 1,1-1-1,5 5 1,-7-8-79,-1 0 1,1 0 0,0 0 0,0-1 0,-1 1 0,1-1 0,0 0 0,1 0 0,-1 0 0,0 0-1,0 0 1,0-1 0,0 1 0,1-1 0,-1 0 0,0 0 0,0 0 0,1-1 0,-1 1 0,4-2-1,-3 1-8,0 0-1,-1-1 0,1 1 0,0-1 0,-1 0 0,1 0 0,-1-1 1,1 1-1,-1-1 0,0 1 0,0-1 0,0 0 0,-1 0 0,5-6 1,2-5-204,0-1 1,8-20 0,-7 15-217,0-2-375,-2 0 0,0-1 0,-2 0 0,0 0 0,-2 0 0,0-1 0,-1 0 0,-2-40 0,1 146 2772,3 0-1,4-1 1,37 155 0,36 38-353,2 11-475,-64-207-1041,14 133 0,-32-160-137,-2-50 25,1 0 0,-1 1 0,0-1 0,0 0 0,0 1 0,-1-1 0,1 0 0,0 1 0,0-1 0,-1 0 0,1 1-1,-1-1 1,1 0 0,-1 0 0,0 1 0,1-1 0,-2 1 0,0-1-12,0 0 0,0 0 0,1 0-1,-1-1 1,0 1 0,0-1 0,0 1-1,0-1 1,0 0 0,0 0 0,-3 0-1,-5 1-80,0-1 0,0-1-1,1 0 1,-1 0-1,0-1 1,0 0 0,1-1-1,0 0 1,-1 0-1,-9-6 1,5 1-112,0 0 0,1 0-1,1-1 1,0-1 0,0 0 0,-11-12 0,7 4-137,1-1 0,1 0 1,0-1-1,1-1 0,2 0 0,0 0 1,1-1-1,-10-33 0,13 29 133,2-1-1,1 0 0,1 0 0,1-1 0,1 1 0,4-33 0,-2 46 137,2-1 1,0 1-1,0 0 0,1 0 0,1 0 0,0 0 0,1 1 0,1 0 0,0 0 0,1 1 0,0 0 0,15-17 0,1 3-944,1 2 1,1 1-1,1 1 1,30-19-1,-11 7-8466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4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1 283 7924,'0'0'5818,"3"-19"-5642,24-127 518,-23 109 258,-1-44 1,51 1145 3089,-47-1002-3807,2-1-1,18 60 1,-24-109-182,0-1 1,2 1-1,-1-1 0,1 0 1,1 0-1,13 18 1,-18-27-55,-1-1 1,1 0 0,0 1 0,0-1 0,0 0-1,1 0 1,-1 0 0,0 0 0,0 0 0,1 0-1,-1 0 1,0 0 0,1 0 0,-1-1-1,1 1 1,1 0 0,-2-1-36,-1 0-1,1 0 1,-1 0 0,1-1-1,0 1 1,-1 0-1,1 0 1,-1-1 0,1 1-1,-1 0 1,1-1 0,-1 1-1,0 0 1,1-1-1,-1 1 1,1-1 0,-1 1-1,0-1 1,1 1 0,-1-1-1,0 1 1,1-1-1,-1 1 1,0-1 0,0 1-1,0-1 1,0 0 0,1 0-1,0-8-570,1 0 1,-1 0-1,-1 0 0,0-9 0,0 14 367,0-50-3746,0-2-2369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4.4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0 133 1921,'0'0'8500,"32"-22"-7033,103-67-344,-130 86-1078,1 0 0,0 0 0,0 1 0,0 0 0,0 0 0,0 0 0,0 1 0,1-1-1,-1 2 1,0-1 0,13 1 0,-11 0 31,0 1 0,0 0 0,-1 0 0,1 1 1,0 0-1,0 0 0,-1 1 0,1 0 0,-1 0 0,13 8 0,-11-5 41,-1 1 1,1 0-1,-1 1 1,0 0-1,-1 0 1,0 0 0,10 16-1,-11-14 60,0 0 1,-1 0-1,0 1 0,-1 0 1,0 0-1,-1 1 1,4 22-1,-4 0 397,0 51 0,-3-75-496,0 1 1,0-1 0,-2 0-1,1 0 1,-1 0 0,-1 0-1,1 0 1,-2 0 0,0 0 0,0-1-1,0 0 1,-1 0 0,-12 16-1,0 0 25,-2-2 0,-1 0-1,-37 33 1,49-48-366,-1-1-1,0 0 1,0-1-1,-1 0 1,1-1-1,-1 0 1,0 0-1,-1-1 1,1 0-1,-1-1 1,0 0-1,-22 2 1,30-4-198,1-1 0,-1 0 0,1 0 0,-1 0 0,1 0 0,-1-1 0,0 1 0,1-1 0,-3-1 0,3 1-616,0 0 1,0-1 0,0 0-1,0 1 1,0-1 0,0 0 0,-2-4-1,4 6 1038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4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1 545 10645,'0'0'2700,"31"-30"-2145,101-101-513,-121 120-111,-1 0 0,-1-1 0,0 0 0,7-13 0,-13 18-83,0 0 1,0 0-1,-1-1 1,0 1-1,1-10 1,-2 14 69,2-16-798,-1 0 0,-1 0 0,0 0 0,-1 0 0,-3-21 0,1 34 883,1 0 1,-1 1-1,0-1 0,0 1 1,-1-1-1,1 1 0,-1 0 1,-1 0-1,1 0 0,-1 0 1,1 1-1,-1-1 0,0 1 1,-1 0-1,-5-4 0,4 3 297,0 1 0,0 0 0,0 1 0,0-1-1,0 1 1,-1 1 0,1-1 0,-1 1 0,0 0 0,1 0-1,-1 1 1,-12-1 0,16 2-157,0 0-1,0 0 1,0 0 0,1 0-1,-1 0 1,0 1 0,0-1-1,0 1 1,0 0 0,1 0-1,-1 0 1,0 0 0,-2 2-1,4-1-71,-1 0 0,0 0 0,1 0 0,-1 0 0,1 0 0,0 1-1,0-1 1,0 0 0,0 1 0,0-1 0,0 1 0,1-1 0,-1 1-1,0 4 1,-3 37 1159,1 0 0,6 87 0,-2-101-747,1 4 111,2 0 1,1-1 0,17 59-1,-16-73-405,0 0-1,2-1 1,0 0 0,1 0-1,1-1 1,1 0-1,25 30 1,-31-42-201,1 1 1,0-1-1,0 0 0,0-1 1,1 0-1,0 0 0,0 0 0,0-1 1,0 0-1,0 0 0,1-1 1,-1 1-1,1-2 0,0 1 1,0-1-1,-1-1 0,1 1 1,0-1-1,0 0 0,0-1 1,0 0-1,-1 0 0,1-1 1,0 0-1,-1 0 0,0-1 0,1 0 1,11-7-1,-11 4-262,0-1 1,-1 0-1,1 0 0,-2-1 0,1 0 1,-1 0-1,0-1 0,8-15 0,-6 9-928,-1-1 0,-1 1-1,-1-1 1,7-29-1,-5-25-5192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5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12198,'0'0'2662,"2"27"-207,19 192 1797,3 17-1805,3 25-1337,-26-252-1088,7 19 25,-7-37-87,-1-68-1823,18-124 0,-12 163 983,2 1 1,2-1 0,1 2 0,2 0 0,25-51-1,-28 69 698,0 0 1,1 0-1,1 1 0,0 1 0,18-18 0,-26 30 253,0 0-1,0 0 1,0 1 0,0-1 0,1 1 0,0 0 0,0 0 0,0 0 0,0 1 0,0 0-1,0 0 1,1 0 0,-1 1 0,1 0 0,-1 0 0,1 0 0,-1 0 0,1 1-1,0 0 1,-1 0 0,1 1 0,-1 0 0,1-1 0,6 3 0,-10-2 19,1 0 0,-1 1 0,1-1 0,-1 0 0,1 1 0,-1-1 1,0 1-1,0 0 0,0 0 0,0 0 0,0 0 0,0 0 0,0 0 0,-1 1 0,3 3 1,0 2 212,-1 0 1,0 0 0,4 17 0,0 15 453,-1 0-1,-3 1 1,-1 0 0,-4 45 0,1-12 165,1 102-300,0-175-1209,0-7-2705,0 0 2576,1 0 0,0 0 0,0 1 1,0-1-1,1 0 0,0 0 1,0 1-1,0-1 0,1 1 0,5-8 1,26-34-7372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5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282 177 10981,'0'0'4437,"-19"-19"-4181,-92-92 686,110 110-910,-37-31 1431,35 30-1368,1 0-1,0 1 1,-1-1-1,1 1 1,-1 0-1,0 0 0,1 0 1,-1 0-1,0 1 1,0-1-1,0 1 1,1-1-1,-1 1 0,0 0 1,-5 1-1,7-1-72,0 0-1,0 0 1,0 1 0,1-1-1,-1 0 1,0 1-1,0-1 1,1 0-1,-1 1 1,0-1 0,1 1-1,-1-1 1,0 1-1,1 0 1,-1-1-1,1 1 1,-1 0 0,1-1-1,-1 1 1,1 0-1,-1-1 1,1 1-1,0 1 1,-6 15 178,2 0 1,0 1-1,-3 33 0,3-21 7,-11 128 1505,7 173-1,8-327-1692,-1 15 53,1-1 1,1 1 0,1-1-1,1 1 1,5 21 0,-7-36-75,1 0 1,-1 0 0,1 0 0,0 0 0,0-1 0,0 1-1,1-1 1,-1 1 0,1-1 0,0 0 0,0 0 0,0 0-1,0 0 1,1 0 0,-1-1 0,1 0 0,-1 1 0,1-1-1,0-1 1,0 1 0,0-1 0,0 1 0,0-1-1,0 0 1,0 0 0,1-1 0,7 1 0,-6-1-25,1 0 1,0 0-1,-1-1 1,1 0 0,-1 0-1,1-1 1,-1 0-1,1 0 1,-1 0-1,11-7 1,-7 4-90,-1-1 0,0-1 1,0 0-1,-1 0 0,0 0 1,8-11-1,-4 4-345,-1-1 1,-1 1-1,-1-2 1,0 0-1,-1 0 1,-1 0-1,0-1 1,4-18-1,-7 16-1102,-1 0 0,-1-1-1,0 1 1,-3-40 0,-5-4-5519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174 0 9380,'-25'95'2743,"19"-67"92,6-21-2356,1 2 110,-1 16 212,1 0 0,0 0 0,2 0 0,7 30 0,22 54 295,14 56 323,-33-95-800,7 117 0,-15 70-162,-5-253-458,0 20 15,0 6 0,-1 1 0,-6 45 0,6-69-18,-1 0-1,1 0 1,-1 0 0,0-1-1,-1 1 1,1-1 0,-1 1-1,-1-1 1,1 0-1,-1 0 1,0 0 0,-1-1-1,1 0 1,-1 1 0,0-1-1,-8 6 1,10-9-24,1-1 1,-1 1-1,0 0 0,0-1 1,0 1-1,0-1 1,0 0-1,0 0 0,-1 0 1,1-1-1,0 1 1,0-1-1,0 1 0,-1-1 1,1 0-1,0 0 1,-1-1-1,1 1 0,0-1 1,0 0-1,0 1 1,-1-1-1,1-1 0,0 1 1,0 0-1,-4-4 1,1 1-178,0-1 0,1 0 1,-1 0-1,1-1 0,0 0 1,1 0-1,-1 0 1,1 0-1,1-1 0,-6-10 1,-1-7-1171,1-2 0,1 1 0,2-1 0,-7-48 0,2-27-6365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6.2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9412,'0'0'9357,"2"26"-7839,29 309 2355,-27-301-3586,2 23 270,2 0 1,25 88-1,-31-138-541,0-1 1,1 1 0,0-1 0,0 0 0,0 0 0,1 0 0,6 9-1,-8-13-17,0 0-1,1 0 0,-1 0 1,0-1-1,0 1 0,1-1 1,-1 1-1,1-1 0,0 0 1,-1 0-1,1 0 0,0 0 1,0-1-1,0 1 0,-1-1 1,1 1-1,0-1 0,0 0 1,5-1-1,-3 0-10,-1 1 0,0-1 1,-1-1-1,1 1 0,0-1 0,0 1 0,-1-1 0,1 0 1,-1-1-1,1 1 0,-1 0 0,0-1 0,0 0 0,0 0 1,0 0-1,0 0 0,-1 0 0,0-1 0,4-6 0,4-8-218,-1 0-1,12-36 1,-16 38 0,7-20-677,-2 0 0,-1-1-1,5-55 1,-4-114-7243,-11 171 6897,0 34 1284,1 1 0,0-1 0,0 0 0,-1 0 0,1 0 0,-1 1 1,1-1-1,-1 0 0,1 0 0,-1 1 0,1-1 0,-1 1 0,0-1 1,1 0-1,-1 1 0,0-1 0,0 1 0,1 0 0,-1-1 0,0 1 1,0-1-1,0 1 0,1 0 0,-1 0 0,0-1 0,0 1 0,0 0 1,0 0-1,0 0 0,1 0 0,-1 0 0,0 0 0,0 0 0,0 1 1,0-1-1,0 0 0,1 0 0,-1 1 0,0-1 0,0 0 0,0 1 1,1-1-1,-1 1 0,0-1 0,1 1 0,-1-1 0,0 1 0,0 1 1,-4 28 171,3-10-2690,1-10-3070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6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13974,'0'0'7342,"3"40"-5968,17 269 889,-15-231-1547,-2-18-35,20 110 0,-22-166-650,-1-3-29,0 0 1,0 0 0,0-1 0,0 1 0,0 0-1,0 0 1,0-1 0,1 1 0,-1 0 0,0 0 0,0-1-1,1 1 1,-1 0 0,1 0 0,-1-1 0,1 1-1,-1 0 1,1-1 0,-1 1 0,1-1 0,-1 1-1,1-1 1,-1 1 0,1-1 0,0 1 0,0-1-1,-1 0 1,2 1 0,2-6 16,1-15-170,-1 0-1,-1 0 1,0 0 0,-1-24 0,1-12-579,2-6 13,-3 21-432,2 0 0,13-58-1,-14 88 1025,0 1-1,1-1 1,0 0-1,0 1 0,1 0 1,1 0-1,0 0 1,0 1-1,0 0 0,1 0 1,1 1-1,0 0 1,15-13-1,-16 16 276,-1 1 0,1 1-1,0-1 1,1 1 0,-1 0-1,0 1 1,1-1 0,0 2 0,14-3-1,5 2 377,43 3 0,-28 0-546,41-1-1435,-29 0-2474,-7 0-2644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7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82 10773,'0'0'6771,"-2"-4"-6053,-1-1-518,1 1 0,-1-1 1,0 1-1,0 0 0,-1 0 0,1 0 1,-1 1-1,0-1 0,0 1 1,0 0-1,0 0 0,-1 0 0,1 1 1,-1-1-1,0 1 0,-5-2 1,-2 0-179,0 1 1,1 0 0,-1 0 0,0 1-1,-1 1 1,-13-1 0,24 3-8,0-1 0,1 0 0,-1 0 0,0 1 0,1-1 0,-1 1 0,1 0-1,-1-1 1,1 1 0,-1 0 0,1 0 0,-1 0 0,1 0 0,0 0 0,-1 0 0,1 0 0,0 0 0,0 1 0,0-1 0,0 1 0,-1 1-1,-15 34 229,16-34-227,-12 35 292,1 0 0,3 1-1,1 0 1,-4 54 0,5 157 1366,7-243-1632,0 9 48,-1-5-25,1 0-1,1 0 1,0 0 0,3 15 0,-4-24-60,1 1 1,0-1-1,0 1 1,0-1-1,0 0 1,0 0-1,0 0 1,0 0-1,1 1 1,-1-2 0,1 1-1,0 0 1,-1 0-1,1 0 1,0-1-1,0 1 1,0-1-1,0 0 1,1 1-1,-1-1 1,0 0-1,0 0 1,1 0-1,2 0 1,1 0-19,-1 0 1,0-1-1,1 1 1,-1-1-1,1 0 1,-1-1-1,0 1 1,1-1-1,-1 0 0,0-1 1,0 1-1,1-1 1,-1 0-1,-1 0 1,1-1-1,0 1 1,0-1-1,-1 0 1,0 0-1,1-1 0,5-6 1,4-5-131,-1 0-1,0-1 1,-1-1 0,13-25 0,-13 21-459,-1-1 1,0-1 0,-2 0 0,-1 0-1,-1 0 1,-1-1 0,-1 0 0,-1-1-1,-1 1 1,0-34 0,-3-51-1157,-4 275 9134,2 91-6327,2-249-1039,0 0-1,1-1 1,0 1 0,0 0 0,1-1-1,0 1 1,0-1 0,1 0 0,6 13-1,-7-18-70,-1 1-1,1-1 1,0 1-1,0-1 1,0 0-1,1 0 1,-1 0-1,1 0 1,-1 0-1,1-1 1,-1 1-1,1-1 1,0 0-1,0 1 1,0-1-1,-1 0 1,1-1-1,0 1 1,0 0-1,1-1 1,-1 0-1,0 0 1,0 0-1,0 0 1,0 0-1,5-1 1,-5 0-260,1 0 0,-1 0 0,1-1 1,-1 1-1,0 0 0,1-1 0,-1 0 0,0 0 1,0 0-1,0 0 0,0-1 0,0 1 1,-1-1-1,1 0 0,-1 1 0,0-1 1,0 0-1,0-1 0,0 1 0,0 0 1,1-4-1,24-50-7392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7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16536,'0'0'2502,"0"33"-152,0 6-1611,5 183 2033,34 169-16,-33-329-2716,-2-49-302,-2-42-311,-1-100-1337,-3 66-1155,3-1-1,19-123 1,-18 173 2938,2 1 0,0-1 1,0 0-1,1 1 0,1 0 1,0 1-1,0-1 0,2 1 0,0 0 1,0 1-1,15-17 0,-19 25 319,-1 1 0,0-1 0,1 1 0,0 0 0,-1 0 0,1 0 0,0 0 0,0 1 0,0 0-1,6-2 1,-7 3-57,-1 0 0,0-1 0,1 1-1,-1 0 1,0 0 0,1 0 0,-1 1-1,0-1 1,1 0 0,-1 1 0,0 0-1,0-1 1,0 1 0,1 0 0,-1 0-1,0 0 1,0 1 0,0-1 0,0 0-1,3 4 1,-1 0 116,0 1 0,0 0 0,0 1 0,-1-1 0,1 0 0,2 12 0,15 48 1020,-9-11-324,-3 1 0,5 109-1,-5-39-117,-7-118-2853,0-19-2749,-1 0 3014,7-30-5023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7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331 79 13910,'0'0'6670,"-15"-11"-6422,-48-34 270,58 41-338,-1 1 1,1-1 0,-1 1 0,-9-3-1,-10 4 562,13 2-421,8 0-265,1 1 0,-1-1 0,0 1 1,1 0-1,-1 0 0,0 1 0,1-1 0,-1 1 0,1 0 1,0 0-1,0 0 0,0 0 0,0 0 0,0 1 0,0-1 0,0 1 1,1 0-1,-1 0 0,1 0 0,0 0 0,0 0 0,0 0 1,-2 5-1,-5 11 43,1 1 1,1 0-1,-6 22 1,10-30-48,-11 44 210,2 1 0,3 0 0,2 1 0,1 76 0,6-130-263,0 0 1,0 0-1,0 0 0,0 0 1,1 0-1,-1 0 0,1 0 1,0 0-1,1 0 0,-1 0 1,3 3-1,-3-5-5,0-1-1,0 0 1,1 0 0,-1 0-1,1 0 1,-1 0 0,1 0-1,-1 0 1,1-1-1,0 1 1,-1 0 0,1-1-1,0 1 1,-1-1 0,1 0-1,0 0 1,0 1 0,0-1-1,-1 0 1,1 0-1,0-1 1,0 1 0,-1 0-1,1-1 1,3 0 0,1-1-41,-1 1 1,1-1-1,0-1 0,0 1 1,-1-1-1,1 0 1,-1 0-1,0-1 1,0 1-1,0-1 1,6-7-1,5-6-407,23-33 1,-20 25-72,107-146-5328,-121 165 5518,0 0 0,0 0 0,0 1-1,0-1 1,8-4 0,-12 9 335,0 0 0,0 1-1,0-1 1,0 1 0,0-1-1,0 1 1,1-1 0,-1 1 0,0 0-1,0-1 1,0 1 0,1 0 0,-1 0-1,0 0 1,0 0 0,0 0-1,2 1 1,-1-1 84,-1 1-1,0-1 1,0 1 0,0 0-1,1 0 1,-1 0-1,0 0 1,0 0-1,0 0 1,0 0 0,-1 0-1,1 0 1,0 0-1,0 0 1,-1 1 0,1-1-1,0 0 1,-1 0-1,1 3 1,8 24 916,-1 0 0,-1 1-1,4 49 1,2 100 707,-11-138-1293,2 507 2451,-5-526-2847,-1 0 0,-1 0-1,-1 0 1,-1-1-1,-9 26 1,12-40-42,-1 0 0,1 0 0,-1-1 1,0 1-1,0-1 0,0 0 0,-1 0 0,0 0 0,0-1 1,0 1-1,0-1 0,-1 0 0,0 0 0,0-1 0,0 1 1,0-1-1,0 0 0,-1 0 0,0-1 0,1 0 0,-13 3 1,9-3-110,0-1 0,0 0 0,0-1 0,0 0 0,0 0 0,-1-1 0,1 0 0,0-1 0,0 0 0,0 0 0,1-1 0,-16-6 0,11 2-253,1-1 1,0 0-1,0-1 1,0 0-1,1-1 1,0 0-1,-11-14 1,10 10-307,1-1 0,1 0 1,0 0-1,0-1 1,2 0-1,0 0 0,1-1 1,1 0-1,0-1 1,1 1-1,1-1 0,-2-21 1,3-48-4143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8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163 220 2897,'0'0'11784,"8"0"-10364,23-2-73,-30 2-1296,-1 0 0,1-1 1,0 1-1,-1 0 0,1-1 0,-1 1 1,1-1-1,-1 1 0,0-1 0,1 1 1,-1-1-1,1 1 0,-1-1 0,0 1 0,1-1 1,-1 0-1,0 1 0,0-1 0,1 1 1,-1-1-1,0 0 0,0 1 0,0-1 0,0 0 1,0-1-1,-1-19 216,1 14-263,-1-8 26,-1 0-1,-1 0 0,0 0 1,-1 0-1,0 1 0,-2-1 1,1 1-1,-2 1 1,-14-24-1,21 36 16,-1 0-1,0 1 1,1-1 0,-1 1 0,0-1-1,1 1 1,-1 0 0,0-1-1,0 1 1,1-1 0,-1 1 0,0 0-1,0 0 1,0 0 0,1-1 0,-1 1-1,0 0 1,0 0 0,0 0 0,0 0-1,0 0 1,1 1 0,-1-1-1,0 0 1,0 0 0,0 0 0,0 1-1,1-1 1,-1 0 0,0 1 0,0-1-1,1 1 1,-1-1 0,0 1 0,1-1-1,-1 1 1,1-1 0,-1 1-1,0 0 1,1-1 0,-1 1 0,1 1-1,-9 9 22,2 0-1,0 1 0,0 1 1,1-1-1,0 1 0,-3 14 0,-22 86 599,17-49-4,3-1 1,3 2-1,3-1 0,3 1 0,5 66 1,-3-128-647,0-1-1,1 0 1,-1 1 0,0-1 0,1 0 0,-1 0-1,1 0 1,-1 1 0,1-1 0,0 0-1,0 0 1,0 0 0,0 0 0,1 0 0,-1 0-1,0 0 1,1-1 0,-1 1 0,1 0 0,0-1-1,0 1 1,-1-1 0,1 0 0,0 0 0,0 1-1,0-1 1,0 0 0,0-1 0,1 1 0,-1 0-1,0-1 1,0 1 0,0-1 0,1 0 0,2 1-1,0-2-22,1 1 0,-1-1-1,0 0 1,0 0-1,1-1 1,-1 0-1,0 0 1,-1 0-1,1 0 1,0-1-1,0 1 1,-1-1-1,0-1 1,8-6 0,10-13-573,0-1 1,-2 0 0,-1-2-1,-1 0 1,-1-2 0,-2 1-1,0-2 1,-2 0 0,12-40-1,-18 38-1811,-2-1-1,-2 1 1,0-1-1,-4-52 1,0 33 3187,1 104 8395,-2 6-4600,3 207-2178,-1-248-2352,2 0 0,0 0 0,1 0 0,0 0 0,2-1 0,0 0 0,1 0 0,13 27 0,-18-42-75,0-1-1,0 1 1,0-1 0,0 1 0,0-1-1,0 1 1,0-1 0,0 0 0,0 1-1,1-1 1,-1 0 0,1 0 0,-1 0-1,1 0 1,-1 0 0,1 0 0,-1 0-1,1-1 1,0 1 0,0-1 0,-1 1-1,1-1 1,0 1 0,0-1 0,-1 0-1,1 0 1,0 0 0,0 0 0,0 0 0,-1 0-1,1-1 1,0 1 0,0-1 0,2 0-1,0-1-145,1-1-1,-1 1 1,0-1-1,0 0 1,0 0-1,-1 0 1,1-1-1,-1 1 1,0-1-1,0 0 1,4-6-1,5-10-1463,-1-1 0,-1 0-1,0-1 1,9-34 0,0-32-6191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1:58.9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3650,'0'0'12822,"1"34"-7212,27 412 913,-25-372-5794,-2-29-325,2 1 1,2-1 0,14 59 0,-18-102-407,-1 0 0,0 0 1,1 0-1,0 0 0,-1 0 1,1 0-1,0 0 0,0 0 1,0 0-1,0 0 0,1-1 0,-1 1 1,0 0-1,1-1 0,-1 1 1,1-1-1,-1 1 0,1-1 1,0 0-1,0 0 0,0 0 1,3 2-1,-2-3-21,-1 0 1,0 0-1,0-1 0,1 1 1,-1-1-1,0 1 1,0-1-1,0 0 0,0 0 1,0 0-1,0 0 1,0 0-1,0 0 0,0-1 1,0 1-1,0-1 1,-1 1-1,1-1 0,-1 1 1,1-1-1,-1 0 0,0 0 1,2-2-1,13-23-366,-1-1 0,-1 0 0,-1-1 0,10-34 1,-22 62 377,109-335-5216,-107 329 4973,4-12-1296,0 2 0,14-27 0,-19 41 1365,1-1 0,-1 1 0,0-1 0,1 1 1,0 0-1,0-1 0,0 2 0,0-1 0,1 0 1,-1 1-1,1-1 0,-1 1 0,1 0 0,0 0 1,0 0-1,7-2 0,-10 4 215,0 0 1,0 0 0,0-1-1,0 1 1,0 0-1,0 0 1,0 0-1,1 0 1,-1 0-1,0 1 1,0-1 0,0 0-1,0 0 1,0 1-1,0-1 1,0 0-1,0 1 1,0-1-1,0 1 1,0-1 0,-1 1-1,1 0 1,0-1-1,0 1 1,0 0-1,-1 0 1,1 0-1,0-1 1,0 2 0,1 3 197,0-1 0,0 1 0,-1-1 1,1 1-1,0 7 0,-1-9-118,7 50 1266,-3 1 0,-2 0 0,-4 65 0,0-39-744,1 24-381,3-95-838,3-15-1054,10-25-3220,6-23-3668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1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16 172 3554,'0'0'6643,"0"-18"-5603,0-84 443,-10 51-63,10 50-1031,-1 3-392,0-1 0,1 0-1,-1 0 1,1 1-1,-1-1 1,1 0 0,0 1-1,-1-1 1,1 1-1,0-1 1,0 0 0,0 1-1,0-1 1,0 0-1,0 1 1,1 1 0,-1 2 10,0 23 47,0 36 671,11 97 0,42 175 2594,-52-326-3191,0-1 13,1-1 1,-1 1 0,1-1 0,1 1 0,0-1-1,0 0 1,7 13 0,-10-21-138,0 0-1,0 0 1,0 0 0,0 0-1,0 1 1,0-1 0,0 0-1,0 0 1,0 0 0,0 0 0,0 1-1,0-1 1,0 0 0,0 0-1,0 0 1,0 0 0,0 0-1,1 0 1,-1 1 0,0-1-1,0 0 1,0 0 0,0 0-1,0 0 1,0 0 0,0 0-1,1 0 1,-1 0 0,0 1-1,0-1 1,0 0 0,0 0-1,0 0 1,1 0 0,-1 0-1,0 0 1,0 0 0,0 0-1,0 0 1,1 0 0,-1 0-1,0 0 1,0 0 0,0 0-1,0 0 1,0 0 0,1 0 0,-1 0-1,0 0 1,0-1 0,0 1-1,0 0 1,0 0 0,1 0-1,-1 0 1,2-13 52,0-271-3232,-1 6 874,-1 275 2331,0 0 1,0 1-1,0-1 0,1 0 0,-1 1 0,1-1 0,0 1 0,-1-1 1,1 1-1,0-1 0,1 1 0,-1-1 0,0 1 0,1 0 0,-1 0 1,1 0-1,0 0 0,-1 0 0,1 0 0,0 0 0,0 0 0,0 1 1,1-1-1,-1 1 0,0 0 0,1-1 0,-1 1 0,0 0 0,1 0 1,0 1-1,-1-1 0,1 0 0,-1 1 0,1 0 0,0 0 0,-1-1 1,1 1-1,4 1 0,-6 0-4,1-1 1,0 1 0,-1-1-1,1 1 1,-1 0-1,1 0 1,-1 0 0,1 0-1,-1 0 1,1 0-1,-1 0 1,0 1-1,0-1 1,0 0 0,0 1-1,0-1 1,0 1-1,0-1 1,0 1 0,0 0-1,-1-1 1,1 1-1,0 3 1,4 5 123,39 95 1367,-5 2 0,26 112 0,-25-77-544,-35-126-845,-4-10-70,1 0 0,0-1 1,0 1-1,0 0 0,1-1 1,4 9-1,-7-14-56,1 0 0,-1 1 0,0-1 0,0 0 1,0 1-1,1-1 0,-1 0 0,0 1 0,0-1 0,1 0 0,-1 0 0,0 1 0,1-1 0,-1 0 1,0 0-1,1 0 0,-1 0 0,0 1 0,1-1 0,-1 0 0,0 0 0,1 0 0,-1 0 0,0 0 1,1 0-1,-1 0 0,1 0 0,-1 0 0,0 0 0,1 0 0,-1 0 0,0 0 0,1 0 0,-1 0 1,0 0-1,1-1 0,-1 1 0,0 0 0,1 0 0,-1 0 0,0 0 0,1-1 0,-1 1 0,0 0 1,1 0-1,-1-1 0,0 1 0,0 0 0,0-1 0,1 1 0,-1 0 0,0-1 0,0 1 0,9-25-25,16-171-1647,-2 7-2108,-17 154 2634,2 1 0,1 0 1,20-45-1,-27 72 1017,1 1 1,0 0-1,0 0 1,1 0-1,7-9 1,-9 13 125,-1 1 1,1-1 0,0 1-1,0-1 1,0 1 0,0 0 0,0 0-1,0 0 1,0 0 0,0 0-1,0 0 1,0 1 0,0-1 0,1 1-1,-1-1 1,0 1 0,0 0 0,1 0-1,-1 0 1,4 1 0,-4-1 59,0 0 1,-1 0 0,1 1-1,0-1 1,0 1 0,-1 0 0,1-1-1,0 1 1,-1 0 0,1 0-1,-1 0 1,1 0 0,-1 0-1,0 0 1,1 1 0,-1-1-1,0 0 1,2 3 0,0 2 173,0-1 0,0 1 0,-1-1 1,2 8-1,0-2 122,7 23 863,-1 1 0,8 58 0,-1 75 865,9 52-27,-24-208-1995,0 0 0,2-1-1,-1 1 1,6 11 0,-8-21-62,0 1 0,1-1 0,-1 0 0,0 0 1,1 0-1,-1 0 0,1 0 0,0 0 0,-1 0 0,1-1 0,0 1 0,0 0 0,0-1 0,1 0 0,-1 1 0,0-1 0,0 0 0,1 0 0,-1 0 0,0-1 0,1 1 0,-1-1 1,1 1-1,4-1 0,-2 0-55,-1 0 1,1-1-1,-1 1 1,0-1-1,1-1 1,-1 1-1,0 0 1,1-1-1,-1 0 1,0 0-1,0 0 1,-1-1-1,1 1 1,0-1-1,-1 0 1,1 0-1,2-4 1,6-7-278,-1 0 0,-1 0 0,10-19 0,1-1-267,17-22-553,-6 9 272,42-78 0,-68 111 852,-1 0 0,0-1 1,-1 1-1,-1-1 1,0 0-1,-1 0 0,0 0 1,-2 0-1,0-1 1,-2-19-1,1 28 42,-1 0-1,0 1 1,0-1 0,0 1 0,-1-1-1,0 1 1,0 0 0,-1 0-1,0 1 1,0-1 0,0 1-1,-1-1 1,1 1 0,-1 1-1,0-1 1,-1 1 0,-6-4 0,4 1 44,-1 2 1,0-1 0,0 1 0,-1 1-1,0 0 1,1 0 0,-1 1 0,-1 0 0,1 0-1,-16-1 1,22 4-18,1-1 0,-1 1 0,0 0 0,1 0 0,-1 1 0,0-1 0,1 1 0,-1 0 0,-6 2 0,9-2-10,-1 1 0,0-1 0,0 1 0,0-1 0,1 1-1,-1 0 1,1-1 0,0 1 0,-1 0 0,1 0 0,0 0-1,0 0 1,0 1 0,0-1 0,1 0 0,-2 4 0,-3 17 267,1 1 1,1-1-1,1 1 1,1 0-1,3 35 1,-1-3 143,-1-22-119,2-1-1,1 0 0,9 42 0,-10-64-284,1 0-1,0 0 0,1-1 0,0 1 1,1-1-1,0 0 0,0-1 0,1 1 0,0-1 1,1 0-1,0 0 0,1-1 0,12 12 0,-13-16-68,-1-1-1,1 1 1,0-1 0,0 0-1,1-1 1,-1 1-1,0-1 1,1-1-1,-1 0 1,1 0-1,0 0 1,-1-1-1,1 0 1,0 0-1,-1-1 1,1 0-1,-1-1 1,1 1-1,-1-1 1,0-1 0,8-3-1,-5 0-262,-1 0-1,1-1 1,-1 0 0,-1-1 0,1 0-1,-1 0 1,-1-1 0,10-13-1,50-85-4999,-62 99 4708,37-70-5436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1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 12662,'0'0'6976,"-7"30"-5626,-20 101-365,24-105-690,0-1 1,1 0 0,3 32-1,0-17-58,2 253 1401,-4-375-1923,-1 5-2655,12-107 0,-8 162 2289,2 1 0,0-1 0,1 1 0,2 1 0,0-1 0,1 1 0,0 0 0,2 1 0,22-34 0,-28 48 703,0 1-1,0-1 1,1 1-1,-1-1 1,1 2 0,0-1-1,0 0 1,0 1 0,1 0-1,-1 0 1,1 1-1,7-3 1,-10 4 87,1 0 0,-1 0 0,0 0 1,1 1-1,-1 0 0,0 0 0,1 0 0,-1 0 0,1 0 0,-1 1 0,0-1 0,1 1 1,-1 0-1,0 0 0,0 0 0,0 1 0,1-1 0,-1 1 0,0-1 0,-1 1 0,1 0 1,0 0-1,4 5 0,2 5 218,-1 0 0,0 0 0,-1 1-1,-1 0 1,0 0 0,0 1 0,-1 0 0,3 17 0,2 8 483,-2 0 1,5 63-1,-7 79 1167,-4-95-1418,-2-71-561,0-11-42,0 1 0,0-1 0,0 0-1,1 0 1,0 0 0,0 1 0,2 7 0,1-10-818,-1-11-951,0-29-2363,-3-14-2609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2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65 9732,'0'0'7484,"-5"-11"-6412,2 2-775,-2 0 0,1 1 0,-8-10 0,11 17-266,1 0 1,-1 0-1,0 0 1,0 1-1,0-1 1,1 0 0,-1 1-1,0-1 1,0 1-1,0-1 1,0 1-1,0 0 1,0-1 0,0 1-1,0 0 1,0-1-1,0 1 1,0 0 0,0 0-1,0 0 1,0 0-1,0 0 1,0 0-1,0 0 1,0 1 0,0-1-1,0 0 1,0 0-1,0 1 1,0-1-1,0 1 1,0-1 0,0 1-1,0-1 1,-1 2-1,-3 2 60,1 0 0,-1 0 0,1 1-1,-7 7 1,10-10-57,-18 23 379,1 1 0,2 1-1,-26 57 1,20-29 280,-19 69-1,34-99-597,1 1 0,2-1 0,0 1 0,0 33 0,4-59-100,0 0 1,0 0-1,0 0 0,0 0 0,0 1 0,0-1 0,0 0 0,0 0 0,0 0 1,0 0-1,0 0 0,0 1 0,0-1 0,0 0 0,0 0 0,0 0 0,0 0 1,0 0-1,0 0 0,0 1 0,0-1 0,0 0 0,0 0 0,1 0 0,-1 0 1,0 0-1,0 0 0,0 0 0,0 0 0,0 1 0,0-1 0,0 0 1,0 0-1,1 0 0,-1 0 0,0 0 0,0 0 0,0 0 0,0 0 0,0 0 1,0 0-1,1 0 0,-1 0 0,0 0 0,0 0 0,0 0 0,0 0 0,0 0 1,1 0-1,-1 0 0,0 0 0,0 0 0,0 0 0,0 0 0,0 0 0,0 0 1,1 0-1,-1-1 0,0 1 0,0 0 0,0 0 0,0 0 0,0 0 1,0 0-1,0 0 0,0 0 0,0 0 0,1-1 0,3 0-114,1-1-1,-1 0 0,1-1 1,-1 1-1,0-1 1,0 0-1,0 0 1,0 0-1,-1-1 1,1 1-1,4-7 0,36-52-1445,-27 36 729,8-14-369,-10 16-117,0 1-1,27-30 1,-37 47 1192,-1 2-1,1-1 1,0 0 0,1 1 0,-1 0 0,1 0 0,0 1 0,0-1 0,0 1-1,0 1 1,0-1 0,1 1 0,0 0 0,-1 1 0,8-2 0,-10 3 220,0 0 0,0 0 0,0 1 1,0-1-1,0 1 0,0 0 0,-1 0 0,1 0 1,0 0-1,-1 1 0,1-1 0,-1 1 1,1 0-1,-1 0 0,0 1 0,0-1 0,0 1 1,0-1-1,0 1 0,-1 0 0,1 0 1,-1 0-1,4 6 0,3 8 571,0-1 0,-1 1 0,10 32 1,-12-31-353,9 28 534,-3 1 0,-1 0 0,7 91-1,-11 145 1150,-7-253-1819,-2 0 0,-1 0 1,-12 54-1,13-75-168,-1 0-1,0 1 1,-1-1 0,0 0 0,0-1-1,-1 1 1,0-1 0,0 0-1,-1 0 1,0 0 0,0-1-1,-1 0 1,0 0 0,-1-1-1,-12 10 1,11-12-97,0 0-1,0 0 1,-1-1-1,1 0 0,-1-1 1,0 0-1,0 0 1,0-1-1,1 0 1,-1-1-1,-17-1 1,14 0-227,1-1 1,0 0 0,0-1 0,1 0 0,-1 0-1,0-2 1,1 1 0,0-1 0,-11-7 0,10 3-636,0 0 1,1-1-1,0 0 1,0-1-1,1 0 1,1 0-1,0-1 1,1 0-1,-11-21 1,-15-49-8207,34 82 9137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2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272 0 2577,'0'0'15482,"-22"8"-14249,16-6-1138,-3 0 36,0 1 0,0 0 0,0 1 0,1 0 0,-1 0 0,1 1 0,0 0 0,0 1 0,1-1 0,0 1 0,0 1 0,0 0 1,0 0-1,1 0 0,0 0 0,1 1 0,-9 16 0,-8 23 918,-26 87 0,39-105-744,3 0 0,0 1 0,2 0 0,-1 45 0,5-75-309,0 1 1,0-1-1,0 1 1,0-1-1,0 0 1,0 1-1,0-1 1,0 1-1,0-1 1,0 1-1,0-1 0,0 1 1,0-1-1,0 1 1,0-1-1,1 1 1,-1-1-1,0 1 1,0-1-1,1 0 1,-1 1-1,0-1 1,0 1-1,1-1 0,-1 0 1,0 1-1,1-1 1,-1 0-1,1 0 1,-1 1-1,1-1 1,-1 0-1,0 0 1,1 1-1,-1-1 1,2 0-1,16-5-121,-9 0 46,0 0 0,-1 0 0,0 0 0,0-1 0,0 0 0,-1-1 0,7-7 0,46-58-938,-42 49 494,-1 2 16,-3 2-502,1 1 0,22-21-1,-33 35 723,1 0 0,-1 0 0,1 1 0,0 0 0,0 0 0,1 0 0,-1 0 0,1 1 0,-1 0 0,1 0 0,0 0 0,-1 1 0,13-2 0,-16 3 288,1 0-1,-1 0 1,1 1-1,-1-1 1,0 0-1,1 1 1,-1 0-1,0-1 1,1 1-1,-1 0 0,0 0 1,0 0-1,0 1 1,1-1-1,-1 0 1,-1 1-1,1 0 1,0-1-1,0 1 1,-1 0-1,1 0 1,-1 0-1,1 0 1,-1 0-1,0 0 0,2 4 1,2 5 261,-1 1 1,-1-1-1,0 1 1,2 16-1,-3-20-69,9 71 1818,2 88-1,-10 83 89,-3-187-1754,0-50-255,0 21 190,-1 1 0,-8 46 0,8-73-258,0 0 0,-1 0-1,0-1 1,-1 1 0,0-1 0,0 1 0,0-1 0,-1 0 0,0 0 0,-1 0 0,1-1 0,-1 1 0,-1-1-1,1 0 1,-12 9 0,12-12-57,0 0 0,0-1-1,-1 0 1,1 0 0,0 0 0,-1 0-1,0-1 1,1 0 0,-1 0-1,-8 0 1,0 0-361,0-2 0,0 0 1,-16-3-1,22 2-111,0 0 1,0 0-1,0-1 1,1 0-1,0-1 0,0 0 1,0 0-1,0 0 1,0-1-1,1 0 1,0-1-1,0 1 1,0-1-1,-5-7 1,-40-51-8157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2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9108,'0'0'8423,"0"5"-7442,-4 55 722,2 0 0,8 75 0,-4-111-1461,1 1-1,1-1 0,1 0 1,1 0-1,1 0 0,2-1 1,0 0-1,17 30 0,-24-49-237,1 0 0,0 0-1,0-1 1,0 1 0,0-1 0,0 0-1,1 0 1,0 0 0,-1 0 0,1-1-1,0 1 1,0-1 0,0 0 0,1 0-1,-1-1 1,0 1 0,7 1 0,-7-3-18,0 0 1,0 0 0,0 0-1,0 0 1,0 0-1,0-1 1,-1 1 0,1-1-1,0 0 1,0 0 0,-1-1-1,1 1 1,0-1-1,-1 0 1,0 0 0,1 0-1,-1 0 1,0 0 0,0-1-1,0 0 1,4-4-1,4-8-338,1 0 0,-2-1 0,0 0 0,-1-1 0,-1 0 0,-1 0 0,0-1 0,6-24 0,-5 9-1579,-2 1 1,-1-1-1,2-66 1,-7 90 1165,0 1 0,-1-1 0,1 0 0,-2 0 0,-2-9 0,4 16 710,-1 1 1,1-1-1,-1 0 1,0 1-1,0-1 1,0 0-1,0 1 1,0-1-1,0 1 1,0 0 0,0-1-1,0 1 1,-1 0-1,1 0 1,-1 0-1,1 0 1,-1 0-1,1 0 1,-1 0-1,0 0 1,1 1 0,-1-1-1,0 0 1,1 1-1,-1 0 1,0-1-1,0 1 1,0 0-1,-2 0 1,3 0 67,1 0 1,-1 0-1,1 0 1,0 0-1,-1 0 1,1 0-1,-1 0 1,1 0-1,-1 0 1,1 1-1,0-1 1,-1 0-1,1 0 1,-1 0-1,1 1 1,0-1-1,-1 0 1,1 0-1,0 1 1,-1-1-1,1 0 1,0 1-1,-1-1 1,1 0-1,0 1 1,0-1-1,-1 1 1,1-1-1,0 0 1,0 1-1,0 0 1,-1 16-158,2-9-208,-1 10-1985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3.2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11909,'0'0'8983,"2"29"-7611,22 213 1021,-10-144-1389,19 103 582,-33-200-1581,1 0 0,-1 0-1,0 1 1,1-1 0,-1 0-1,1 0 1,-1 1 0,1-1 0,-1 0-1,1 0 1,0 0 0,0 0-1,0 0 1,0 0 0,0 0 0,-1 0-1,2 0 1,0 0 0,-1-1-10,0 0 0,-1 0 1,1 0-1,0 0 0,0 0 1,0 0-1,0-1 0,0 1 1,0 0-1,-1-1 0,1 1 1,0-1-1,0 1 0,-1-1 1,1 1-1,0-1 0,0 1 1,-1-1-1,1 1 0,-1-1 1,1 0-1,-1 0 0,1 1 0,-1-1 1,1 0-1,-1 0 0,1 0 1,-1 1-1,1-3 0,17-36-912,-1-2-1,14-53 1,-18 55-15,-10 28 744,14-44-4770,50-105 1,-65 155 4869,1 0-1,1 0 1,-1 0 0,1 1 0,0-1-1,0 1 1,0 0 0,5-4 0,-7 6 186,-1 1-1,1 0 1,0 0 0,0 0 0,-1 0 0,1 1 0,0-1 0,0 0-1,0 1 1,0-1 0,0 1 0,0 0 0,0-1 0,0 1 0,0 0-1,0 0 1,0 1 0,0-1 0,0 0 0,0 1 0,0-1 0,0 1-1,0-1 1,0 1 0,3 2 0,-2-1 142,1 1 1,-1-1-1,0 1 0,0 0 1,0 0-1,-1 0 0,1 0 1,-1 1-1,1-1 0,1 6 1,19 42 1575,-18-39-1412,18 56 938,-3 1 1,15 89 0,-30-134-1172,-3-7-90,-1-13-75,-1 0-1,1 0 0,-1 0 0,1 0 0,0 0 1,0 0-1,1-1 0,-1 1 0,1 0 0,0-1 1,0 1-1,3 3 0,-5-7-22,0 0 1,1 1-1,-1-1 0,1 0 0,-1 0 0,0 1 1,1-1-1,-1 0 0,1 0 0,-1 0 0,1 0 1,-1 1-1,1-1 0,-1 0 0,0 0 1,1 0-1,-1 0 0,1 0 0,-1 0 0,1 0 1,-1 0-1,1 0 0,-1-1 0,1 1 0,-1 0 1,1 0-1,-1 0 0,0 0 0,1-1 0,0 1 1,0-1-119,0 0 1,1-1 0,-1 1-1,0 0 1,0 0 0,0-1-1,0 1 1,0 0 0,0-1-1,0-1 1,7-18-2094,-1 0-1,-1-1 1,2-22-1,3-19-8637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3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278 77 2945,'0'0'13441,"0"-22"-11082,0 19-2260,0 0 0,0 0 0,0 0 0,-1 1 0,1-1 0,0 0 0,-1 0 0,0 0 0,0 0 0,0 0 0,0 1 0,-2-4 0,2 5-60,-1 0-1,1-1 0,-1 1 0,1 0 0,-1 0 0,1 0 0,-1 0 1,0 0-1,0 0 0,1 1 0,-1-1 0,0 1 0,0-1 1,0 1-1,0-1 0,0 1 0,0 0 0,0 0 0,0 0 0,-2 1 1,1-2-5,0 1 1,0 0 0,0 0-1,-1 0 1,1 0 0,0 1-1,0-1 1,0 1 0,0 0-1,0 0 1,0 0 0,0 0-1,0 1 1,1-1 0,-1 1-1,0-1 1,1 1 0,-1 0 0,1 0-1,-1 0 1,1 1 0,0-1-1,0 0 1,0 1 0,-2 4-1,-14 20 342,2 0 0,0 2-1,2-1 1,-18 56 0,14-27 571,-16 96 0,30-123-387,-1 54 0,5-80-535,3 13 52,-3-16-78,1-1 0,0 1 0,0-1 0,-1 0 0,1 1 0,0-1 0,0 0 0,-1 0 0,1 0 0,0 1 0,0-1 1,0 0-1,-1 0 0,1 0 0,0 0 0,0 0 0,0-1 0,-1 1 0,1 0 0,0 0 0,0 0 0,0-1 0,5-1-21,0 1 1,-1-1-1,0-1 0,1 1 0,-1-1 1,0 0-1,0 0 0,0-1 0,-1 1 0,1-1 1,-1 0-1,7-8 0,4-7-339,23-36 0,-28 39 94,9-12-926,-2-1 0,-1 0 0,-1-1 0,-1-1 0,12-41 0,-25 160 4581,-2-34-2113,-1-31-928,2 1 1,0 0-1,2-1 1,6 35-1,-7-55-341,-1 0-1,1 0 1,0 0 0,0-1-1,1 1 1,-1 0 0,1-1 0,-1 1-1,1 0 1,0-1 0,0 0-1,0 1 1,0-1 0,0 0 0,1 0-1,-1 0 1,0-1 0,1 1-1,0-1 1,-1 1 0,1-1-1,6 2 1,-7-2-24,1-1 0,0 0 1,0 0-1,0 0 0,0 0 0,0 0 0,0-1 0,-1 1 0,1-1 0,0 0 1,0 0-1,0 0 0,-1 0 0,1 0 0,-1 0 0,1-1 0,-1 1 0,1-1 1,-1 0-1,0 0 0,0 0 0,0 0 0,0 0 0,0 0 0,1-3 0,10-13-645,0-1-1,16-36 0,13-48-4860,-18 33-1797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4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15335,'0'0'6993,"-1"-5"-6447,1-6-449,3 10-13,7 20 55,14 48 80,-13-14 96,-2 1-1,2 68 0,-8 113 269,-3-174-457,-3 648 101,3-709-253,0 0 0,1 1 1,-1-1-1,0 0 1,1 0-1,-1 0 0,0 0 1,1 0-1,-1 0 0,0 0 1,1 0-1,-1 0 1,0 0-1,1 0 0,-1 0 1,0 0-1,1 0 1,-1 0-1,0 0 0,1 0 1,-1 0-1,0 0 0,1-1 1,-1 1-1,0 0 1,1 0-1,-1 0 0,0 0 1,0-1-1,1 1 1,-1 0-1,0 0 0,0-1 1,1 1-1,-1 0 1,0-1-1,0 1 0,0 0 1,1-1-1,10-15-581,0-1-1,-1-1 1,12-29 0,-1 4-440,75-115-3245,4-8 4342,-97 160 406,0 0 1,-1 0-1,0-1 1,0 1-1,0 0 1,-1-1-1,0 0 1,0 1-1,0-12 1,-2 17-419,1 1 0,-1-1 0,0 1 0,1-1-1,-1 1 1,0 0 0,1-1 0,-1 1 0,0 0 0,1-1 0,-1 1 0,0 0 0,1 0 0,-1 0 0,0 0 0,0 0 0,1 0 0,-1 0 0,0 0 0,0 0 0,1 0 0,-1 0 0,-1 0 0,-2 1 80,2-1-93,-1 0-1,0 1 0,0-1 1,0 1-1,1 0 0,-1 0 1,0 0-1,1 0 0,-1 1 1,1-1-1,-1 1 0,1-1 0,0 1 1,0 0-1,0 0 0,0 0 1,0 0-1,0 0 0,-3 5 1,-2 4 86,0 1 1,-11 23-1,17-31-72,-11 26 197,1 0 0,1 1 1,2 0-1,-8 60 0,5 128 976,10-201-1152,1 20 2,0-36-63,0-1 1,0 1-1,1 0 1,-1 0-1,0-1 1,1 1 0,-1 0-1,1-1 1,0 1-1,0 0 1,0-1-1,-1 1 1,1-1-1,1 1 1,0 1-1,0-2-18,0 0-1,0 0 0,0 0 1,0 0-1,0 0 0,0 0 1,0-1-1,0 1 0,0-1 1,0 1-1,1-1 0,-1 0 1,0 0-1,0 0 0,0 0 1,0 0-1,0-1 0,1 1 1,-1-1-1,2 0 0,0 0-108,1-1-1,-1 0 0,0 0 1,0 0-1,0 0 0,-1 0 1,1-1-1,0 0 1,4-4-1,7-11-1955,-1 0 0,16-30 0,-25 42 1271,25-42-6377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4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321 84 11669,'0'0'5904,"1"-5"-5010,-1 1-830,1 2 117,-1 0 0,1 0 0,-1-1-1,0 1 1,0 0 0,0-1-1,0 1 1,0 0 0,0 0 0,-1-1-1,1 1 1,-1 0 0,0 0-1,0 0 1,1 0 0,-1-1-1,-1 1 1,1 1 0,0-1 0,0 0-1,-1 0 1,-2-3 0,1 3-172,-1-1 0,1 1 1,-1 0-1,0 0 0,0 0 0,0 0 1,0 1-1,0-1 0,0 1 0,-1 0 1,1 0-1,0 1 0,0-1 0,-1 1 1,1 0-1,0 0 0,-7 1 0,-5-1 41,12 1-28,-1-1 1,0 1-1,0-1 0,1 1 1,-1 1-1,0-1 0,1 0 1,0 1-1,-1 0 1,1 0-1,-8 6 0,5-3 28,0 1 0,0 0-1,0 1 1,1-1 0,-10 15-1,4-3 62,1 1-1,1 0 0,0 1 0,-10 32 1,9-12 191,2 1 0,2 0 1,2 0-1,1 0 0,3 60 1,1-99-298,-1-1-1,1 0 1,1 1 0,-1-1 0,0 0 0,0 1 0,0-1-1,1 0 1,-1 0 0,1 1 0,-1-1 0,1 0 0,-1 0-1,1 1 1,0-1 0,0 0 0,-1 0 0,1 0-1,0 0 1,0 0 0,0 0 0,0 0 0,2 1 0,0-1 3,-1 0 0,1-1 0,-1 1 0,0 0 0,1-1 0,-1 1 1,1-1-1,-1 0 0,1 0 0,-1 0 0,1 0 0,3-1 0,2-1-7,0 1-1,0-2 0,-1 1 1,1-1-1,0 0 0,-1-1 1,13-7-1,-3-3-224,0 0 0,-1-1 0,20-24 0,39-58-1769,-55 70 404,26-49 0,-40 66 1323,-2 0 1,1 0-1,-1-1 1,-1 0-1,0 1 0,0-1 1,-1-1-1,1-17 1,-6 84 3515,-12 75-1,-2 12-1894,15 9-328,2-142-1009,0-3-6,0 0 0,0 0 0,0 0 1,1-1-1,1 7 0,-2-11-18,1 0 0,-1 0 1,0 0-1,1-1 0,-1 1 0,0 0 1,1 0-1,-1 0 0,1-1 0,-1 1 1,1 0-1,0-1 0,-1 1 0,1 0 1,0-1-1,-1 1 0,1-1 0,0 1 1,0-1-1,-1 1 0,1-1 0,0 0 1,0 1-1,0-1 0,0 0 0,-1 0 1,1 0-1,0 1 0,0-1 0,0 0 1,0 0-1,0 0 0,0 0 0,0-1 1,0 1-1,-1 0 0,1 0 0,1-1 1,1 0-31,-1 1 1,0-1 0,0 0 0,0 0-1,1-1 1,-1 1 0,0 0-1,-1-1 1,1 1 0,0-1-1,0 1 1,-1-1 0,1 0 0,2-3-1,15-31-699,-18 32 647,12-27-1270,-1 0 1,9-44-1,-15 45-1776,-1-1 0,2-52 0,-7 2-4355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5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0 1 11861</inkml:trace>
  <inkml:trace contextRef="#ctx0" brushRef="#br0" timeOffset="1">0 1 11861,'25'3'1301,"0"2"0,0 1-1,45 18 1,-68-23-1164,0 0 0,0 1 0,0-1-1,0 0 1,-1 1 0,1-1 0,0 1 0,-1-1 0,0 1 0,1 0 0,-1 0 0,0 0 0,0 0 0,0 0 0,2 3-1,-2 0 179,0 0 0,0 0 0,-1 0-1,0 0 1,0 6 0,0 146 4098,1 187-342,-1-335-3995,3 24 197,-2-32-271,-1-1 0,0 1 0,1 0 0,-1 0 0,0 0 0,1 0 0,-1-1 0,1 1 0,0 0 0,-1 0 0,1-1 0,0 1-1,-1 0 1,1-1 0,0 1 0,0-1 0,-1 1 0,1-1 0,0 1 0,0-1 0,0 0 0,0 1 0,0-1 0,-1 0 0,1 0 0,0 1 0,0-1-1,1 0 1,0 0-16,0 0 1,0 0-1,0-1 0,0 1 0,0 0 0,0-1 0,0 0 0,0 1 0,-1-1 0,1 0 0,0 0 0,0 0 0,-1 0 1,1 0-1,0 0 0,-1 0 0,1-1 0,-1 1 0,2-3 0,3-3-42,-1-1 0,0 1 0,5-10-1,-3 3-64,56-107-1039,-36 67-307,62-95-1,-83 140 907,1 1 0,0 0 0,0 0 0,14-12 0,-18 18 376,0 0 0,0 0 0,0 0 0,0 1 0,1-1 0,-1 1 0,0-1 0,1 1 0,-1 0 0,1 0 0,-1 1 0,1-1 0,0 1 0,-1 0 0,1 0 0,7 1 1,-10-1 175,1 0 0,0 0 0,-1 1 0,1-1 0,-1 1 1,1-1-1,-1 1 0,1 0 0,-1 0 0,0 0 1,1-1-1,-1 1 0,0 0 0,0 1 0,0-1 0,1 0 1,-1 0-1,0 0 0,0 1 0,1 2 0,0 1 53,0 0 0,0 0 0,-1 1 0,2 9 0,-2-7-4,6 47 592,-2 1-1,-5 93 1,-1-66-1289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6675,'0'0'5064,"0"30"-3933,-3 389 4207,3 222 574,1-604-5778,-1-37-134,0 1 1,0-1-1,0 1 0,0 0 1,0-1-1,0 1 0,1-1 1,-1 1-1,0-1 1,0 1-1,0-1 0,1 1 1,-1-1-1,0 1 1,1-1-1,-1 1 0,0-1 1,1 0-1,-1 1 1,1-1-1,-1 1 0,0-1 1,1 0-1,-1 0 0,1 1 1,-1-1-1,1 0 1,-1 0-1,1 1 0,-1-1 1,1 0-1,0 0 1,-1 0-1,1 0 0,1 0-6,-1 0-1,0 0 0,0-1 0,1 1 0,-1-1 1,0 1-1,0-1 0,0 1 0,0-1 1,1 1-1,-1-1 0,0 0 0,0 0 1,1-1-1,8-11-165,0-1 1,-1 0 0,-1 0 0,0-1-1,-1 0 1,5-17 0,-4 13-90,100-299-7122,-77 218 5095,-26 83 2046,-5 12 233,1 0 0,1 1-1,-1-1 1,1 0 0,-1 1-1,1-1 1,1 1 0,-1 0 0,0 0-1,1 0 1,0 0 0,0 0-1,0 0 1,5-3 0,-7 6 43,-1 1 0,1 0 0,0-1 1,-1 1-1,1 0 0,0-1 0,0 1 1,-1 0-1,1 0 0,0 0 0,0 0 1,-1 0-1,1 0 0,0 0 0,0 0 1,-1 0-1,1 0 0,0 0 0,0 0 1,-1 1-1,1-1 0,0 0 0,-1 0 0,1 1 1,0-1-1,-1 1 0,1-1 0,0 0 1,-1 1-1,1-1 0,-1 1 0,1 0 1,-1-1-1,1 1 0,0 0 0,1 3 170,1 0-1,-1 0 0,1 1 0,-1-1 0,1 6 1,7 22 763,-1 0 0,-2 1 1,-1 0-1,2 57 1,-9 141 1366,1-217-2239,-2 0 0,1-1 0,-2 1 0,0-1 0,0 1 0,-8 16 0,10-26-84,-1 1 0,-1-1-1,1 0 1,0 1-1,-1-1 1,0 0 0,0-1-1,0 1 1,-1 0 0,1-1-1,-1 0 1,0 0-1,0 0 1,0 0 0,0 0-1,0-1 1,-1 0-1,1 0 1,-1 0 0,-7 2-1,7-3-101,-1 0-1,1 0 0,0-1 1,0 1-1,-1-1 0,1-1 1,0 1-1,0-1 1,0 1-1,-1-1 0,1-1 1,0 1-1,0-1 0,1 0 1,-10-5-1,8 3-275,1 0-1,-1-1 1,1 0 0,0 0 0,0-1-1,0 1 1,1-1 0,0 0-1,0 0 1,-5-12 0,2 4-1069,1-1-1,-4-16 1,-6-34-4855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6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12294,'0'0'5026,"0"240"-2209,0-140-1088,7-4-689,3-24-175,0-24-769,0-24-16,4-21-80,-4-3-240,0-24-432,-4-30-737,-6-18-2289,0 0-1568,0-4-7396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6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0 175 16215,'0'0'5027,"40"-66"-15848</inkml:trace>
  <inkml:trace contextRef="#ctx0" brushRef="#br0" timeOffset="0.98">431 0 13750,'0'0'2401,"-10"172"-192,10-31 657,0 37-913,27 23-497,3 1-623,4-25-385,6-45-448,10-56-160,10-46 0,3-30-865,-9-27-319,-7-33-1506,-21-4-3264,-22 4-7829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7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7203,'0'0'7148,"0"-2"-6594,0-8-31,0 7-165,0 6 47,0 0-375,13 570 3833,-6-468-3250,13 155 809,-12-193-812,30 116 0,-36-175-530,1 4 22,1-1 0,0 0 0,6 12 0,-9-20-94,0-1 0,0 0 1,1 0-1,-1 0 1,1 0-1,-1 0 0,1 0 1,0 0-1,-1-1 1,1 1-1,0-1 0,0 1 1,0-1-1,1 0 1,-1 1-1,0-1 0,0 0 1,1-1-1,-1 1 1,4 1-1,-4-2-12,0-1 0,0 1 0,0 0 0,0 0 0,0-1-1,0 1 1,0-1 0,0 0 0,0 0 0,0 1 0,0-1 0,0-1 0,0 1 0,0 0 0,-1 0 0,1-1 0,0 1-1,-1-1 1,1 1 0,-1-1 0,0 1 0,0-1 0,1 0 0,0-3 0,4-6-191,0 0 1,7-22-1,-12 31 161,6-20-828,-1-1 0,0 0 1,3-36-1,-3-72-5452,-4 85 2813,0-3-1446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7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196 127 4882,'0'0'8527,"18"-21"-7495,53-63 25,-56 65-605,-15 19-446,0 0-1,0 0 1,0 0 0,0 0-1,0 0 1,0 0-1,0 0 1,0 0-1,0 0 1,-1 0-1,1 0 1,0 0 0,0 0-1,0 0 1,0 0-1,0 0 1,0 0-1,0 0 1,0 0 0,0 0-1,0 0 1,0 0-1,0 0 1,0 0-1,0 0 1,0 0 0,0 0-1,0-1 1,-1 1-1,1 0 1,0 0-1,0 0 1,0 0-1,0 0 1,0 0 0,0 0-1,0 0 1,0 0-1,0 0 1,0 0-1,0 0 1,0 0 0,0 0-1,0 0 1,0-1-1,0 1 1,0 0-1,0 0 1,0 0-1,0 0 1,0 0 0,0 0-1,1 0 1,-1 0-1,0 0 1,0 0-1,0 0 1,0 0 0,0 0-1,0 0 1,0 0-1,0-1 1,-10 2 97,-1 0 0,1 1 0,0-1 0,0 2 0,0 0 0,0 0 0,0 0 0,-17 11 0,-2 2-98,-39 31-1,60-42-18,0 2 0,1-1 0,-1 1 0,1 0-1,1 0 1,-1 1 0,1 0 0,1 0 0,-1 0 0,-4 12-1,7-11 23,0-1-1,0 1 0,1-1 0,1 1 0,-1 0 1,1 0-1,1 0 0,0 0 0,0 0 0,1 0 1,2 15-1,0-13 93,0-1 1,0 1-1,1-1 1,0 0-1,1 0 1,0 0 0,11 15-1,54 59 976,-65-78-1019,13 15 178,2-1 1,0 0-1,32 22 1,-45-37-237,0 0-1,1 0 1,0-1 0,-1 0-1,1-1 1,1 0-1,-1 0 1,0 0 0,1-1-1,-1-1 1,1 1 0,-1-1-1,1-1 1,0 0 0,12-1-1,-17 0-79,1 0-1,0 0 1,-1-1-1,0 0 1,1 0-1,-1 0 1,0 0-1,0 0 1,0-1 0,0 0-1,0 0 1,-1 0-1,1 0 1,-1-1-1,0 1 1,3-6-1,4-5-540,-1 0 0,-1-1 0,7-18-1,-6 11-293,-1 0-1,-1-1 1,-1 0-1,-1 0 0,3-32 1,-2-117-2725,-6 137 3297,0 31 675,-1-9 443,1 13-698,0 0 1,0 0 0,0 0-1,0-1 1,0 1-1,0 0 1,0 0-1,0 0 1,0 0 0,0-1-1,0 1 1,0 0-1,0 0 1,0 0 0,-1 0-1,1 0 1,0-1-1,0 1 1,0 0-1,0 0 1,0 0 0,0 0-1,-1 0 1,1 0-1,0 0 1,0 0 0,0-1-1,0 1 1,-1 0-1,1 0 1,0 0 0,0 0-1,0 0 1,0 0-1,-1 0 1,1 0-1,0 0 1,0 0 0,0 0-1,0 0 1,-1 0-1,1 0 1,0 0 0,0 0-1,0 1 1,0-1-1,-1 0 1,1 0 48,-1 1 0,1-1 0,-1 1 0,1-1 1,-1 1-1,1-1 0,-1 1 0,1-1 0,0 1 0,-1-1 0,1 1 1,0 0-1,-1-1 0,1 1 0,0-1 0,0 1 0,0 0 0,0-1 1,-1 1-1,1 1 0,-5 33 1214,1 1 0,2 0 0,3 39 0,-1-26-527,-1 18 29,4 100 767,-1-150-1483,0 0 0,1 0 0,1-1 0,0 1 0,1-1 0,1 0 0,11 21 1,-15-32-121,1 0 1,0-1-1,0 0 1,1 0 0,-1 0-1,1 0 1,-1 0 0,1-1-1,0 1 1,1-1-1,-1 0 1,1-1 0,-1 1-1,1-1 1,0 0 0,0 0-1,7 2 1,-7-3-12,-1-1 1,1 1-1,-1-1 1,1 0-1,-1 0 0,0 0 1,1-1-1,-1 0 1,1 0-1,-1 0 0,0 0 1,0-1-1,1 1 1,-1-1-1,0 0 1,0-1-1,-1 1 0,1-1 1,0 1-1,-1-1 1,4-4-1,10-12-446,0-2 0,-1 0 0,-1-1-1,-2-1 1,0 0 0,-1-1 0,13-38 0,-17 38-171,-1-1 0,-1-1 0,-1 1 0,-2-1 0,0 0 1,-2 0-1,-1 0 0,-4-37 0,2 52 498,0 0 0,0 0-1,-1 0 1,0 0 0,-1 0-1,0 1 1,-1 0 0,0 0 0,-1 0-1,0 1 1,0 0 0,-12-13-1,12 16 271,0 0 0,-1 0 0,1 1-1,-1 0 1,0 0 0,-1 1 0,1 0-1,-1 0 1,1 1 0,-1-1 0,0 2-1,-1-1 1,1 1 0,0 1 0,-1-1-1,1 1 1,-10 1 0,12-1 12,-1 1 1,0 0 0,1 1 0,-1-1-1,1 1 1,-1 0 0,1 1 0,0 0-1,0 0 1,-1 0 0,1 1 0,0-1-1,1 2 1,-1-1 0,-8 7 0,6-3-184,7-5-65,0-1 0,0 1 0,-1-1-1,1 1 1,-1-1 0,1 0 0,-1 0 0,1 0 0,-1 0 0,1 0 0,-1 0 0,0 0-1,0-1 1,0 1 0,-2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8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10293,'0'0'8558,"3"28"-7437,28 323 2718,-27-294-3328,19 151 1086,-23-203-1561,2 2-1,-1 0-1,1 0 1,4 14 0,-6-21-37,1 1 1,-1 0-1,0 0 1,1 0-1,-1-1 1,0 1-1,1 0 1,-1 0-1,1-1 1,-1 1-1,1 0 1,0-1-1,-1 1 1,1 0-1,0-1 1,-1 1-1,1-1 1,0 1-1,-1-1 1,1 0-1,0 1 1,0-1-1,0 0 1,0 1-1,-1-1 1,1 0-1,0 0 1,0 0-1,0 0 1,0 0-1,0 0 1,-1 0-1,1 0 1,0 0-1,0 0 1,0 0-1,0-1 1,-1 1-1,1 0 1,0-1-1,1 0 1,1-1-20,0 0 1,0 0 0,-1 0 0,1 0 0,-1-1-1,1 1 1,-1-1 0,0 0 0,0 0 0,0 1-1,-1-1 1,2-4 0,15-42-302,-15 41 245,9-38-917,-2-1 0,-1 0 0,2-60 1,-6-146-4147,-5 188 4250,0 25 1093,0 39-126,0 0-1,0 1 0,0-1 1,0 0-1,1 0 1,-1 1-1,0-1 1,0 0-1,0 0 1,1 1-1,-1-1 1,0 0-1,1 1 0,-1-1 1,0 0-1,1 1 1,-1-1-1,1 1 1,-1-1-1,2-1 1,-1 2-8,-1 0 0,1 0 0,-1 0 0,1 0 0,-1 0 0,1 0 0,0 0 0,-1 0 0,1 0 0,-1 0 0,1 0 0,-1 0 0,1 1 1,-1-1-1,1 0 0,-1 0 0,1 1 0,-1-1 0,1 0 0,-1 0 0,1 1 0,-1-1 0,1 1 0,0-1 0,4 6 215,0 0 1,-1 0-1,0 1 0,1 0 0,-2-1 0,1 1 0,-1 0 0,0 1 0,-1-1 1,2 8-1,3 5 211,15 47 964,18 98 0,-1 74 13,-26-151-913,-11-70-444,0-6-53,-1 0 1,1 0 0,1 0 0,0 0 0,1-1 0,6 14-1,-10-24-72,1 0-1,-1 0 0,1 0 0,0-1 0,-1 1 0,1 0 0,0 0 0,-1 0 0,1-1 0,0 1 0,0 0 1,0-1-1,0 1 0,0-1 0,0 1 0,0-1 0,-1 0 0,1 1 0,0-1 0,1 0 0,-1 1 0,0-1 0,0 0 1,0 0-1,0 0 0,0 0 0,0 0 0,0 0 0,0 0 0,0 0 0,0-1 0,0 1 0,0 0 0,0-1 1,0 1-1,0-1 0,0 1 0,0-1 0,0 1 0,-1-1 0,1 1 0,0-1 0,1-1 0,3-4-107,-1 1 0,0-1 0,0 0 0,-1-1 0,0 1 0,5-13 0,13-50-656,-8 3-1177,-2-1 0,2-80 1,11-71-6144,-21 204 7846,-3 10 313,0 1 1,0-1 0,1 0-1,-1 1 1,1-1-1,0 1 1,1-1-1,-1 1 1,0-1-1,1 1 1,0 0-1,0 0 1,0 0-1,0 0 1,0 0 0,0 0-1,4-2 1,-6 4-5,0 1 0,1 0 0,-1 0 0,1 0 0,-1-1 0,0 1 0,1 0 0,-1 0 0,1 0 1,-1 0-1,1 0 0,-1 0 0,0 0 0,1 0 0,-1 0 0,1 0 0,-1 0 0,1 0 0,-1 0 0,0 0 1,1 0-1,-1 1 0,1-1 0,-1 0 0,0 0 0,1 0 0,-1 1 0,0-1 0,1 0 0,-1 0 1,0 1-1,1-1 0,-1 0 0,0 1 0,1-1 0,-1 0 0,0 1 0,0-1 0,1 1 0,4 10 533,1-1 1,-2 1-1,1 0 0,-2 0 0,1 1 0,2 21 0,1-4 127,40 191 1852,28 105-1699,-72-315-973,0 3 169,1-1 0,9 22 0,-12-32-164,0 0 0,0 0 0,0 0 0,0 0 0,1-1 0,-1 1 0,0 0 0,1 0 0,0-1 0,-1 1 0,1-1 1,0 1-1,0-1 0,0 0 0,0 0 0,0 0 0,0 0 0,0 0 0,0 0 0,0 0 0,4 0 0,-5-1-136,0 0 0,0 0 0,0 0-1,0 0 1,0 0 0,0 0 0,1 0 0,-1 0-1,0 0 1,0-1 0,-1 1 0,1 0-1,0-1 1,0 1 0,0-1 0,1 0-1,18-21-6137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8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14711,'0'0'1846,"0"28"280,-1 7-1433,0 31 635,9 71-1,7-6-351,16 171 68,-22 412-202,-10-455-721,6-288-158,1 7-155,12-66-1661,-5 0 1,4-101 0,-16 105-1924,-3 0 0,-19-122 0,0 9 555,15 1 5665,6 170-1654,1 1-1,1-1 0,10-45 1,-9 58-366,1 1 1,1 0 0,0 0 0,0 1 0,1-1 0,0 1 0,1 0 0,1 1-1,11-14 1,-14 19-161,-1 1 0,1 0 0,0-1 0,0 2 0,0-1 0,1 1 0,-1 0 0,1 0 0,0 0 0,0 1 0,0 0-1,0 0 1,9-2 0,-11 4-139,0 0 0,-1-1 0,1 1 0,0 0 0,0 1 0,-1-1 0,1 1 0,0-1 0,0 1 0,-1 0 0,1 1 0,-1-1 0,1 1 0,-1-1 0,1 1-1,-1 0 1,0 0 0,0 1 0,0-1 0,0 1 0,0-1 0,-1 1 0,4 4 0,3 6 34,-2-1 0,1 2 0,-2-1 0,0 1 0,0 0 0,-1 0 0,-1 0-1,4 24 1,-2 0-53,-3 1 0,0 44 0,-3-71-139,0 0 0,-1 1 0,0-1 1,-1 0-1,-1 0 0,0 0 1,0 0-1,-8 15 0,9-21-159,-1-2 1,0 1-1,0 0 0,-1 0 0,1-1 0,-1 0 1,0 0-1,0 0 0,0 0 0,-1-1 0,0 1 1,1-1-1,-1-1 0,0 1 0,0 0 0,0-1 1,-1 0-1,1 0 0,-1-1 0,-6 2 1,-1-2-1498,0 1 0,-17-2 0,-27 0-6451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9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9316,'0'0'12721,"-2"20"-12454,3 379 1650,3-250-1244,-3-87-449,0 30 145,22 157 1,-22-241-372,0 0-1,1-1 1,0 1 0,1 0-1,0-1 1,0 1-1,6 9 1,-8-15-70,0-1 0,1 1 0,-1-1 0,0 0 0,0 1 0,1-1 0,-1 0 0,1 0 0,-1 0 0,1 0 0,-1 0 0,1 0 0,0 0 0,-1-1 0,1 1 0,0-1 0,0 1 0,-1-1 0,1 0 0,0 1 0,0-1 0,0 0 0,-1 0 0,1 0 0,0-1-1,0 1 1,0 0 0,-1-1 0,1 1 0,0-1 0,0 1 0,-1-1 0,1 0 0,0 0 0,-1 0 0,3-2 0,0 1-475,0-1 0,0-1 0,-1 1-1,1 0 1,-1-1 0,0 0 0,4-6-1,24-41-7234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09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18 459 12294,'0'0'9761,"33"-18"-9627,12-6-513,46-32 0,-86 52 228,-1 0 1,1 0-1,-1 0 0,1-1 1,-1 1-1,0-1 0,-1 0 1,1 0-1,-1-1 0,0 1 1,0-1-1,-1 1 0,0-1 1,0 0-1,0 0 0,-1 0 0,1 0 1,-1 0-1,-1 0 0,1 0 1,-2-10-1,2-1-528,0 4-196,0-1-1,-1 0 0,-1 1 0,0-1 1,-1 1-1,0-1 0,-6-17 0,6 26 693,0 0-1,-1 0 0,1 0 0,-1 0 0,0 0 1,0 0-1,-1 1 0,1-1 0,-1 1 0,0 0 0,0 0 1,0 0-1,-1 1 0,0 0 0,1 0 0,-1 0 1,0 0-1,0 1 0,-11-4 0,11 4 475,0 0-1,1 1 1,-1 0-1,0 0 1,0 1-1,0-1 1,1 1-1,-1 0 1,0 0-1,0 1 1,0-1-1,-8 3 1,10-2-68,0 1 1,0-1-1,0 1 0,0 0 1,0 0-1,0 0 1,0 1-1,1-1 1,-1 1-1,1-1 1,-1 1-1,1 0 1,0 0-1,0 0 1,1 0-1,-1 0 1,1 0-1,-2 5 0,-4 11 491,1 0 0,2 1 0,0-1-1,-3 39 1,5 84 1773,3-82-1622,-1-7-133,2 1-1,11 63 1,-10-100-632,1 1 0,1 0-1,0-1 1,1 0 0,1 0 0,1-1-1,0 1 1,1-2 0,1 1-1,14 16 1,-20-27-97,1 0 0,0-1 1,0 1-1,0-1 0,0 0 0,1 0 0,0-1 0,-1 0 0,1 0 1,1 0-1,-1-1 0,0 0 0,1 0 0,7 1 0,-9-2-91,0-1 0,0 0 0,0 0 0,0 0 0,0 0 0,0-1-1,-1 0 1,1 0 0,0 0 0,0-1 0,-1 1 0,1-1 0,-1 0-1,1-1 1,-1 1 0,0-1 0,0 0 0,0 0 0,6-6 0,1-3-1039,0-1 0,9-15 0,18-32-5161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0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9780,'0'0'7905,"4"34"-6130,35 232 847,-28-163-860,-4 188 1,-7-201-1249,15-273-5198,-4 78 1677,-5 2-1156,7-68-3690,-9 146 7522,0 1 0,2 0 0,0 0 0,16-37 1,-20 57 891,0 0 0,0 1 1,0-1-1,0 0 1,1 1-1,-1 0 1,1-1-1,0 1 1,0 0-1,0 0 1,1 1-1,5-5 1,-8 7-312,0-1 0,1 1 0,-1-1 0,0 1 0,0 0 0,1-1 0,-1 1 0,0 0 0,1 0 0,-1 0-1,0 0 1,1 0 0,-1 0 0,1 0 0,-1 0 0,0 1 0,2-1 0,-1 1-63,0 1 0,0-1 0,0 0 1,0 0-1,-1 1 0,1-1 0,0 1 0,-1-1 0,1 1 0,-1 0 0,0-1 0,1 1 0,1 4 0,5 11 491,0 1-1,-1 0 1,-1 0 0,7 36 0,7 81 1047,-20-133-1701,18 394 3644,-17-359-3510,5-24-144,-6-13-18,0 0 0,1 0 0,-1 0 0,0 0 0,1 0 0,-1 0 0,0 0 0,1 0 0,-1 0 0,0 0 0,1 0 0,-1 0 0,0 0 0,1 0 0,-1 0 0,0 0 0,1 0 0,-1 0 0,0 0 0,0-1 0,1 1 0,-1 0 0,0 0 0,1 0 0,-1 0 0,0-1-1,0 1 1,0 0 0,1 0 0,-1-1 0,0 1 0,0 0 0,0 0 0,1-1 0,-1 1 0,0 0 0,0-1 0,6-10-206,-1 0-1,-1-1 0,0 0 1,-1 1-1,3-14 1,-1 4-80,36-234-5558,-32 175 267,29-116 0,-34 180 5472,0 0 1,2 0-1,0 1 1,0-1-1,2 1 0,17-27 1,-23 40 404,0-1-1,0 1 1,0 0 0,0 0 0,0 0 0,1 1 0,-1-1 0,1 0 0,2 0-1,-4 1-122,0 1-1,0-1 0,0 1 0,0 0 0,1 0 0,-1 0 1,0-1-1,0 1 0,0 0 0,0 0 0,0 1 0,1-1 1,-1 0-1,0 0 0,0 0 0,0 1 0,1 0 0,1 0 49,-1 1-1,1 0 0,-1 0 0,0 0 0,0 0 0,0 0 0,0 1 0,0-1 0,-1 1 0,1-1 0,-1 1 0,0 0 0,1-1 1,-1 1-1,0 0 0,0 3 0,6 20 577,-1 0-1,-1 0 1,1 44 0,-5 85 676,-2-84-893,2-30-282,0-23-204,0 1 0,-2 0-1,0-1 1,-1 1 0,-1-1 0,-9 32 0,12-48-167,0-1 0,-1 0 0,1 0 1,-1 0-1,1 0 0,-1 0 1,0 1-1,1-1 0,-1 0 0,0 0 1,0-1-1,1 1 0,-1 0 1,0 0-1,0 0 0,0 0 0,0-1 1,-2 2-1,2-2-103,1 0 1,-1-1-1,0 1 1,1 0-1,-1-1 1,1 1-1,-1 0 1,1-1-1,0 1 1,-1 0-1,1-1 1,-1 1-1,1-1 1,0 1-1,-1-1 1,1 1-1,0-1 1,-1 1-1,1-1 1,0 1-1,0-1 1,0 1-1,-1-1 1,1 0-1,0 1 1,0-1-1,0 1 1,0-1-1,0 0 1,0 1-1,0-1 1,0 1-1,0-1 1,1 1-1,-1-1 1,0 0-1,0-32-7113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0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0 592 11205,'0'0'9034,"31"-8"-8013,-9 3-901,-1 0-68,-1 0-1,0-1 1,0-1 0,-1-1-1,0 0 1,0-2-1,0 0 1,28-21 0,-23 10-204,-1 0 1,-1-1-1,0-1 0,29-43 1,-40 51-328,-2 0-1,0-1 1,-1 0-1,-1-1 1,0 0-1,-1 0 1,-1 0 0,-1-1-1,4-24 1,-6 20-974,-1 1 0,-4-43-1,3 62 1468,-1 0 0,0 0 0,1 0 0,-1 0 0,0 0 0,0 0 0,0 0 0,0 1 0,0-1 0,-1 0 0,1 1 0,-1-1-1,1 1 1,-1-1 0,1 1 0,-1 0 0,0-1 0,0 1 0,1 0 0,-1 0 0,0 0 0,0 1 0,0-1 0,0 0 0,0 1-1,0-1 1,0 1 0,-1 0 0,1 0 0,-2 0 0,0-1 146,-1 1 0,1 0 0,0 0 0,0 1 0,-1-1 0,1 1 0,0 0 0,0 0 0,0 0 0,0 1-1,0-1 1,0 1 0,0 0 0,1 0 0,-5 3 0,2 2 127,0-1-1,0 1 1,1 0 0,0 0-1,0 1 1,-6 12-1,-21 57 1227,11-6-430,3 0 0,3 2 1,-7 93-1,13 47 291,9-210-1362,0 7 47,0 0 1,0 0-1,1 0 0,1 0 1,2 13-1,-3-21-54,0 0-1,0 1 1,0-1-1,0 0 0,0 0 1,1 0-1,-1 0 1,1 0-1,-1 0 1,1 0-1,0-1 1,0 1-1,-1-1 0,1 1 1,0-1-1,1 0 1,-1 1-1,0-1 1,0 0-1,0 0 0,1-1 1,-1 1-1,0 0 1,1-1-1,-1 1 1,3-1-1,0 1-89,0-1-1,0 0 1,0-1 0,0 1 0,0-1-1,0 0 1,0 0 0,-1 0 0,1-1-1,0 1 1,-1-1 0,1 0 0,-1-1-1,0 1 1,5-4 0,3-3-924,-1-1 0,0 0 0,17-21 0,23-33-5279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0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16968,'0'0'3121,"0"192"-304,0-74-575,0 2-866,0-3-287,0-20-369,0-28 48,0-30-768,20-36-64,10-3-208,10-60-496,10-30-49,-7-25-639,-9-11-1153,-4-3-3218,-3 14-5458</inkml:trace>
  <inkml:trace contextRef="#ctx0" brushRef="#br0" timeOffset="1">395 1 6867,'0'0'11509,"37"265"-8435,-34-145-1505,-3-12-513,0-12-240,0-23-383,0-28-209,0-27-224,0-24-2241,0-33-625,0-10-4689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1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24059,'0'0'4514,"37"31"-5298,-30-31-465,-31 0-17319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5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773 108 9973,'0'0'6176,"-15"-15"-5443,-45-44-114,56 55-520,1 1 1,-1 0-1,0 0 0,0 0 0,0 1 0,0-1 0,0 1 1,0 0-1,-1 0 0,1 1 0,0-1 0,-1 1 0,0 0 0,1 0 1,-1 1-1,0-1 0,0 1 0,1 0 0,-1 0 0,-6 2 1,-8-2 40,8 0-104,-11-1 41,0 1 0,0 1 0,-1 1 1,1 1-1,0 1 0,1 1 0,-29 9 0,26-4 10,0 1-1,1 1 1,0 1-1,0 1 0,2 1 1,0 1-1,1 1 1,-33 35-1,39-35-33,0 1-1,2 0 1,0 1 0,1 0 0,0 1-1,2 1 1,0-1 0,2 1 0,0 1 0,-7 41-1,7-15 159,3 1-1,1-1 0,2 1 0,3 0 0,2 0 1,1-1-1,20 77 0,-14-85-38,2-1 0,2 1 0,1-2 0,2-1 0,2 0 0,1-1 0,2-1 0,1-1 0,35 38 0,-41-53-69,0-1 1,2-1 0,40 28-1,-46-37-84,1 0-1,0 0 1,0-1 0,1-1-1,0-1 1,30 7-1,-23-8-19,-1-1 0,1-1 0,0-1-1,-1-1 1,1-1 0,0-1 0,-1-1 0,1-1 0,-1-1-1,0-1 1,0-1 0,-1 0 0,0-2 0,-1-1 0,32-19-1,-30 13-79,0 0-1,-1-2 1,-1-1-1,-1 0 1,20-26-1,-28 30-463,0 0 1,-1-1-1,9-21 0,-13 24-668,-1 0 0,-1-1-1,0 0 1,4-24 0,-5-18-8320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15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1 374 14231,'0'0'3001,"9"-28"-2118,-1 2-846,9-24-478,38-82-1,-48 117 211,0 4 9,-1 0 1,-1-1-1,0 0 0,-1 0 0,0 0 0,-1 0 0,0 0 0,1-16 1,1 463 3618,27-3-1589,-32-432-1808,2 19-135,0 0 0,1 0 1,1 0-1,1 0 1,1 0-1,11 26 1,-16-43-306,1 1 0,-1-1 1,1 1-1,-1-1 0,1 0 1,0 0-1,0 0 0,0 0 1,3 2-1,9-1-9842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4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7587,'0'0'8068,"137"159"-7476,-137-120-447,0 3-33,-37 0-112,-13-12-1105,7-18-4626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5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1 177 288,'0'0'13849,"0"-25"-13198,0-127 691,0 171-1129,9 552 4526,-5-461-3995,17 157 617,-20-256-1284,10 38 285,-11-48-347,0 0 0,1 1 0,-1-1 0,1 0 0,-1 0-1,1 1 1,0-1 0,-1 0 0,1 0 0,0 0 0,0 0 0,0 0 0,0 0 0,0 0-1,0 0 1,0 0 0,0 0 0,0-1 0,0 1 0,1 0 0,-1-1 0,0 1 0,0-1-1,1 1 1,-1-1 0,0 0 0,2 1 0,-2-1-10,0 0 0,-1 0 1,1 0-1,0 0 0,0 0 0,-1 0 1,1-1-1,0 1 0,0 0 0,-1 0 1,1-1-1,0 1 0,0 0 0,-1-1 1,1 1-1,0-1 0,-1 1 0,1-1 0,-1 1 1,1-1-1,-1 1 0,1-1 0,-1 0 1,1 1-1,0-2 0,7-16-18,0-1 0,-2 1 0,0-1 0,-1-1 1,4-23-1,1-22-1053,4-97-1,-11-69-2823,-2 54 175,-1 175 3669,0-12-314,0 0 0,1 0 0,1 1 0,6-23-1,-8 34 436,1-1 0,0 0 0,0 1 0,0-1-1,0 1 1,1 0 0,-1-1 0,1 1 0,-1 0-1,1 0 1,0 0 0,0 0 0,0 0 0,0 0-1,0 0 1,0 1 0,1-1 0,-1 1 0,0-1-1,1 1 1,-1 0 0,1 0 0,0 0 0,-1 1-1,1-1 1,0 0 0,-1 1 0,1 0 0,4 0-1,-4 0 90,1 1 0,0 0-1,0 0 1,0 0-1,-1 0 1,1 1 0,0 0-1,-1-1 1,1 1-1,-1 0 1,0 1 0,0-1-1,0 1 1,0-1-1,0 1 1,-1 0 0,1 0-1,-1 0 1,1 1-1,2 5 1,6 10 496,-1 1 0,11 30-1,-19-45-530,19 56 607,-3 0 0,-3 0 0,-3 2 0,-2-1 0,-3 2 0,-2 93 0,-5-139-681,-1-13-42,1 0 0,0 0-1,0 0 1,1 0 0,0 0 0,-1 0 0,3 6-1,-3-10-13,1-1-1,-1 1 1,0-1-1,0 0 1,0 1-1,1-1 1,-1 0-1,0 0 1,0 1 0,1-1-1,-1 0 1,0 1-1,1-1 1,-1 0-1,0 0 1,1 0-1,-1 1 1,0-1-1,1 0 1,-1 0-1,0 0 1,1 0-1,-1 0 1,1 0-1,-1 0 1,0 0-1,1 1 1,-1-2-1,0 1 1,1 0-1,-1 0 1,1 0-1,-1 0 1,0 0-1,1 0 1,-1 0-1,1 0 1,-1 0-1,0-1 1,1 1-1,-1 0 1,0 0-1,1-1 1,-1 1-1,0 0 1,0 0-1,1-1 1,-1 1-1,0 0 1,0-1-1,1 0 1,3-6-58,1 0 0,-1-1 0,-1 1 0,0-1 0,0 0 0,0 0 0,1-10-1,4-12-211,7-20-154,60-170-1904,-62 189 1766,1 0 0,2 1 1,1 0-1,37-48 0,-49 71 545,1 1 1,0 0-1,0 0 0,1 1 1,-1-1-1,1 1 0,1 1 1,-1-1-1,1 1 1,-1 1-1,1 0 0,0 0 1,12-3-1,-15 5 67,1 0 1,-1 0-1,0 1 1,1 0-1,-1 0 0,1 1 1,-1-1-1,0 1 0,1 0 1,-1 0-1,0 1 0,0 0 1,0 0-1,0 0 0,0 0 1,0 1-1,0 0 0,-1 0 1,0 0-1,1 0 0,-1 1 1,4 5-1,3 4 209,0 0 1,-2 1-1,1 1 0,-2-1 0,0 2 1,11 30-1,-5-6 583,13 71 0,-14-26-29,-4 1 0,-3 130 0,-3-202-833,-1-14-145,0-11-157,1-35-1772,-2-45 0,-2 42-529,1-32-3381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5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439 153 7812,'0'0'4802,"-11"-6"-3866,-5-2-221,0 0 0,1-2 0,-28-22 0,23 13 85,-25-22 156,41 38-809,0 0 0,-1-1 0,0 1 0,0 1 0,0-1 0,0 1 0,-10-3 0,5 3-71,0 1-1,0 1 1,0 0-1,-13 1 1,12 0-22,7 0-39,0 0-1,0 0 1,0 0-1,0 1 0,1-1 1,-1 1-1,0 0 1,1 0-1,-1 1 0,1-1 1,0 1-1,0-1 1,0 1-1,0 0 0,0 0 1,0 1-1,1-1 1,0 0-1,-1 1 1,-2 6-1,-4 8 201,1 1 0,-12 38-1,9-17 282,2 0 0,2 0-1,-2 46 1,3 121 1435,6-203-1883,0 20 131,-1-10-45,1 1 1,1-1-1,0 0 0,4 18 0,-5-29-121,1 0 1,0 0-1,0-1 1,0 1-1,1 0 0,-1 0 1,0 0-1,1-1 1,0 1-1,0-1 0,0 1 1,0-1-1,0 0 1,0 0-1,1 0 0,-1 0 1,0 0-1,1 0 0,0-1 1,-1 1-1,1-1 1,0 0-1,0 0 0,5 1 1,0 0-10,-1-2 1,1 1-1,0-1 0,0 0 1,0 0-1,-1-1 1,1 0-1,0-1 0,-1 0 1,1 0-1,-1 0 0,0-1 1,0 0-1,0-1 1,0 1-1,0-1 0,-1-1 1,1 1-1,10-11 1,4-5-185,-1-1 0,-1 0 0,33-49 0,-35 45-333,-1-1 0,-1-1 0,18-45 1,-26 53-164,-1 0 1,-1-1-1,0 0 1,-2 0-1,0 0 1,0-27-1,-3 29-266,1 15 813,-1-1 1,1 1-1,-1-1 1,0 1-1,0-1 1,-1 0-1,1 1 1,-1-1 0,1 1-1,-3-7 1,2 10 136,1 0 1,0 0-1,0-1 1,-1 1-1,1 0 0,0 0 1,-1-1-1,1 1 1,0 0-1,-1 0 1,1 0-1,0 0 1,-1 0-1,1-1 0,0 1 1,-1 0-1,1 0 1,0 0-1,-1 0 1,1 0-1,-1 0 1,1 0-1,0 0 0,-1 0 1,1 0-1,0 0 1,-1 1-1,1-1 1,-1 0-1,1 0 1,0 0-1,-1 0 1,1 1-1,0-1 0,-1 0 1,1 0-1,0 1 1,0-1-1,-1 0 1,1 0-1,0 1 1,0-1-1,-1 0 0,1 1 1,0-1-1,0 1 1,-2 1 106,0 1 0,1 0 0,0-1 0,0 1 0,-1 0 0,2 0 1,-2 5-1,-5 39 1423,3 1 1,3 85 0,1-69-673,-1 5-64,2 63 238,0-110-840,1 1 1,2-1 0,8 35-1,-9-48-157,0 1-1,1-1 1,0 0-1,0-1 1,12 17-1,-14-22-43,0 0-1,1 0 0,-1 0 0,1-1 1,0 1-1,0-1 0,0 0 0,0 1 1,1-1-1,-1-1 0,0 1 1,1 0-1,-1-1 0,1 0 0,0 1 1,-1-2-1,5 2 0,-6-2-9,0 0-1,-1 0 1,1 0 0,-1 0-1,1 0 1,-1 0 0,1 0-1,-1-1 1,0 1 0,1-1-1,-1 1 1,1-1 0,-1 1-1,0-1 1,1 0 0,-1 0-1,0 1 1,1-1 0,-1 0-1,2-2 1,-1 0-42,0 0 0,-1 1 1,1-1-1,-1 0 0,1 0 0,-1 0 1,0 0-1,0 0 0,1-5 0,0-9-536,0 1 0,-1-1 0,-1-20-1,-1 20-422,0-51-3897,-5-3-4020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6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14887,'0'0'3826,"2"39"-1791,-2-37-2010,28 323 2946,-20-257-2426,4 34 523,29 119 0,-37-208-998,-1 0 0,2 0 0,0 0-1,12 22 1,-15-32-66,0 0 0,0 0-1,0-1 1,0 1 0,0-1 0,0 1-1,1-1 1,-1 0 0,1 0 0,0 0 0,0 0-1,0-1 1,0 1 0,0-1 0,0 0-1,0 1 1,0-1 0,0-1 0,1 1-1,-1 0 1,0-1 0,0 0 0,1 0 0,3 0-1,-2-1-4,0 0-1,0 0 0,-1 0 1,1 0-1,0-1 0,-1 0 1,1 0-1,-1 0 0,0-1 1,0 0-1,0 1 0,0-1 1,0-1-1,-1 1 0,1 0 1,-1-1-1,5-7 0,4-6-117,0-2-1,15-34 1,-16 31-48,14-29-659,26-78 0,-41 99 320,-2-1-1,-1 1 1,-2-1 0,2-39 0,-6-49-2607,-1 116 3040,0 0 1,0-1 0,-1 1-1,1 0 1,-1 0 0,0-1-1,-2-4 1,3 7 132,-1 0-1,1 1 1,-1-1 0,0 0-1,0 0 1,1 0 0,-1 1-1,0-1 1,0 0-1,0 1 1,0-1 0,0 1-1,0-1 1,0 1 0,0 0-1,0-1 1,0 1 0,0 0-1,0-1 1,0 1 0,0 0-1,0 0 1,0 0-1,-2 0 1,-1 6 238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6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9 150 3362,'0'0'13507,"-1"-5"-12699,-4-7 355,4 39-564,1-19-690,-1 310 2320,10 607 1088,-5-852-3051,21 128-1,-23-193-244,11 40 121,-12-45-136,0-1 1,0 0-1,0 0 0,1 1 1,-1-1-1,0 0 0,1 0 1,-1 0-1,1-1 0,0 1 1,0 0-1,0-1 0,0 1 0,0-1 1,3 3-1,-4-4-5,0 0 1,0 1-1,0-1 1,0 0-1,0 0 0,0 1 1,0-1-1,0 0 1,0 0-1,0 0 0,0 0 1,0 0-1,0 0 1,0-1-1,0 1 0,-1 0 1,1 0-1,0-1 1,0 1-1,0 0 0,0-1 1,0 1-1,0-1 1,-1 1-1,1-1 0,0 0 1,0 1-1,-1-1 1,1 0-1,0 0 0,-1 1 1,2-2-1,1-4-11,0 1 0,0-1 0,0 0-1,2-7 1,-5 12 10,10-29-205,-1-1 0,-2-1 0,-1 1 0,3-44 0,-3-135-2073,-10 143 559,-3 0 1,-2 1-1,-21-73 1,-9-57-1781,26 91 1620,5 0 0,6-118 0,3 200 2049,1-1 0,1 1-1,1 0 1,1 0 0,1 0 0,1 0 0,19-39-1,-22 54 171,0-1-1,1 1 0,0 0 1,1 1-1,0-1 1,0 1-1,0 0 0,1 1 1,0 0-1,0 0 1,0 0-1,1 1 0,0 0 1,0 0-1,1 1 0,-1 0 1,1 0-1,0 1 1,0 0-1,0 1 0,0 0 1,13-1-1,-16 3-170,1 0 1,-1 0-1,1 0 1,-1 1-1,0 0 0,1 0 1,-1 1-1,0 0 1,0 0-1,0 1 0,0-1 1,10 7-1,-8-4 37,0 1-1,0 1 1,-1-1-1,0 1 1,0 0 0,-1 1-1,10 14 1,-6-5 93,0 0 0,-1 1 0,-2 0 1,1 1-1,-2 0 0,-1 0 0,7 38 0,-9-28-50,0 0 0,-2 0 0,-1 0 0,-7 56 0,5-75-269,0 0 1,0 0-1,-1 0 0,0 0 0,-1-1 1,0 1-1,-1-1 0,0 0 1,0 0-1,-1-1 0,0 1 1,0-1-1,-1 0 0,0-1 0,0 0 1,-17 12-1,17-15-208,-1 0 1,1 0-1,-1-1 1,0 0-1,0 0 1,0-1-1,-1 0 0,1-1 1,0 0-1,-13 0 1,16 0-220,-1-1 1,0-1-1,0 1 1,0-1-1,1 0 1,-1 0-1,0-1 1,1 1-1,-1-1 1,1 0-1,0-1 1,0 1-1,0-1 1,0 0-1,-8-7 1,6 2-1097,1 0 1,-1 0-1,-5-12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7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10181,'0'0'6133,"-2"27"-4228,-2 340 3340,6-319-4449,9 56 1,-7-82-549,1 0 0,1 1 0,1-2 0,15 34 0,-20-51-237,0 0 0,0 0 0,1 0-1,-1 0 1,1 0 0,0 0-1,0-1 1,0 1 0,1-1 0,-1 0-1,1 0 1,0-1 0,0 1-1,0-1 1,0 1 0,0-1 0,1-1-1,7 4 1,-8-5-11,0 1-1,0-1 1,0 0-1,0 0 1,0 0 0,0-1-1,0 1 1,0-1-1,0 0 1,0 0 0,0-1-1,0 1 1,-1-1 0,1 1-1,-1-1 1,1 0-1,-1-1 1,0 1 0,0-1-1,0 1 1,0-1 0,4-4-1,11-17-315,-1 0-1,-1-2 1,-1 1-1,-1-2 1,-2 0-1,0 0 1,8-33-1,-14 32-635,0 0-1,-2 0 1,-1-1 0,-1 1-1,-1-1 1,-5-39-1,3 61 556,0 0-1,0 0 0,0-1 1,-1 1-1,-1 0 0,1 0 1,-6-10-1,7 15 374,0 0 0,0 0 0,0 1-1,0-1 1,-1 0 0,1 1 0,0-1 0,-1 1 0,0-1 0,1 1-1,-1-1 1,0 1 0,1 0 0,-1 0 0,0 0 0,0 0-1,0 0 1,0 1 0,0-1 0,0 0 0,0 1 0,0 0 0,0-1-1,0 1 1,-1 0 0,1 0 0,0 0 0,0 0 0,-3 1-1,4-1 25,0 1-1,0-1 0,0 0 0,1 1 0,-1-1 0,0 1 1,0-1-1,0 1 0,1 0 0,-1-1 0,0 1 0,1 0 1,-1-1-1,1 1 0,-1 0 0,1 0 0,-1 0 0,1 0 1,-1-1-1,1 1 0,-1 2 0,-4 21-412,3-12-484,-4 4-2918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7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4322,'0'0'15466,"1"31"-13751,30 385 2463,-22-87-2038,-5-278-1980,-4-49-156,0-1 1,1 1-1,-1-1 0,0 1 1,1-1-1,0 1 0,-1-1 1,1 1-1,0-1 1,0 1-1,2 1 0,-3-2-5,1-1 0,-1 0 0,1 1 0,-1-1 0,1 0 0,-1 0 0,1 0 0,-1 0 0,1 1 0,-1-1 0,1 0 0,-1 0 0,1 0 0,0 0 0,-1 0 0,1 0 0,-1 0 0,1 0-1,-1-1 1,1 1 0,-1 0 0,1 0 0,-1 0 0,1 0 0,-1-1 0,1 1 0,-1 0 0,1-1 0,-1 1 0,1 0 0,-1-1 0,1 1 0,-1-1 0,1 0 0,6-7-85,-1-1 1,1 0-1,-2 0 1,1-1-1,-1 1 1,-1-1 0,0-1-1,3-10 1,1 0-155,67-207-3650,-23 62-3539,-47 151 6733,0 0 1,1 1 0,0 0 0,1 0 0,1 0-1,13-18 1,-20 31 763,0-1 0,0 1-1,0 0 1,0 0 0,0 0-1,0-1 1,0 1-1,1 0 1,-1 0 0,0 1-1,1-1 1,-1 0 0,0 0-1,1 1 1,-1-1 0,1 0-1,-1 1 1,1 0 0,-1-1-1,1 1 1,-1 0-1,1 0 1,0 0 0,-1 0-1,1 0 1,-1 0 0,1 0-1,-1 0 1,1 1 0,0-1-1,1 1 1,0 2 184,1 0 1,-1 0-1,0 0 0,0 0 1,0 0-1,0 0 1,0 1-1,-1-1 0,0 1 1,3 5-1,21 42 1487,-2 1-1,24 75 0,16 119 320,-60-227-1974,3 15 166,19 58 0,-24-87-259,0-1 1,1 0-1,-1 1 0,1-1 0,0 0 0,3 3 1,-6-6-62,1 0 0,-1-1 0,1 1 0,0 0 0,-1-1 0,1 1 0,-1-1-1,1 1 1,0-1 0,-1 1 0,1-1 0,0 1 0,0-1 0,-1 0 0,1 0 0,0 1 0,0-1 0,0 0 0,0 0 0,-1 0 0,1 0 0,0 0 0,0 0 0,0 0 0,0 0 0,-1 0 0,1 0 0,0 0 0,0 0 0,0-1 0,-1 1 0,1 0 0,0-1 0,0 1 0,-1 0 0,1-1 0,0 1 0,-1-1 0,1 1 0,0-1 0,-1 1 0,1-1 0,-1 0 0,1 0 0,18-37-4335,6-16-3350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7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385 89 9780,'0'0'7633,"-14"-14"-6883,-5-5-467,-23-18 0,38 34-229,1 1 1,0 0-1,-1 0 0,1 0 1,-1 1-1,0-1 1,1 1-1,-1 0 1,0 0-1,0 0 1,0 1-1,0-1 1,0 1-1,0 0 1,0 0-1,-6 1 1,-6 0 142,10-1-132,0 0 0,0 0 0,0 1 0,0 0 0,0 0 0,0 0 0,1 1 0,-1-1 0,0 2 0,-9 4 0,9-3-2,1 0-1,0 0 1,0 1 0,1-1 0,-1 1 0,1 0 0,0 1-1,0-1 1,1 1 0,-4 7 0,-8 17 217,2 1 1,1 1-1,1 0 1,2 0-1,1 1 1,-4 41-1,-4 206 1308,16-280-1586,-2 66 484,4-1 1,13 84 0,-11-127-366,1 0 0,1 0 0,2-1 0,10 23 0,-12-30-61,1-1-1,1-1 0,0 0 1,1 0-1,0 0 1,1-1-1,14 12 0,-16-17-57,1 0 1,-1 0-1,1-2 0,0 1 1,0-1-1,1 0 0,-1-1 0,1 0 1,0 0-1,0-1 0,-1 0 1,2-1-1,-1 0 0,0-1 0,0 0 1,0-1-1,0 0 0,0 0 1,0-1-1,19-6 0,-17 3-89,0-1 0,-1-1 0,1 1 1,-1-2-1,-1 0 0,1 0 0,-1-1 0,9-10 0,3-4-645,-1-2 1,22-34-1,-33 44-599,0-1 1,-2 0 0,0-1-1,0 0 1,8-31 0,-6-10-7555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8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1 11237,'0'0'11373,"29"3"-10177,-2-1-922,-9-2-107,0 2-1,0 0 0,0 1 1,-1 0-1,1 2 0,-1 0 0,0 1 1,32 16-1,-35-15-91,0 2-1,0 0 1,-1 1 0,-1 0 0,1 1-1,-2 0 1,1 1 0,9 13-1,-18-19-75,1-1-1,-1 0 1,0 1-1,0 0 1,0 0-1,-1 0 1,0 0-1,0 0 1,-1 0-1,0 0 1,0 1-1,0-1 1,-1 0-1,1 1 1,-2-1-1,1 0 1,-1 1-1,0-1 1,0 0-1,-1 1 1,1-1-1,-1 0 1,-1 0-1,-3 6 1,-2 2-14,0 0 0,-2-1 0,0 0 0,-14 15 0,-56 49 44,56-55-10,-44 41-4,-121 122-155,179-174 110,7-8 17,0-1 0,1 1 0,-1-1 0,1 1 0,-1 0 0,1 0 0,0 0 0,1 0 0,-1 0 0,0 1 0,1-1 0,0 0 0,-1 1 0,1-1 0,0 5 0,1-7 3,0-1 0,0 1 0,0 0 0,0 0 0,0-1-1,0 1 1,0 0 0,0-1 0,0 1 0,0 0 0,0 0-1,0-1 1,1 1 0,-1 0 0,0-1 0,1 1 0,-1-1-1,0 1 1,1 0 0,-1-1 0,1 1 0,-1-1 0,1 1-1,-1-1 1,1 1 0,0 0 0,24 4-57,19-2-91,0-2-1,1-3 1,-1-1 0,0-2 0,84-22-1,-71 15-2602,-11 5-3658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8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 11237,'0'0'5907,"151"204"-4290,-151-86 31,-7 5-815,-40-6-497,-3-20-304,3-31-32,14-33-752,16-33-1778,17-39-2224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9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413 8 8468,'0'0'6998,"0"-7"-5768,2 32-734,0 0 0,2 0 1,9 29-1,0 4-38,93 565 2717,-79-419-2265,0 316 0,-27-500-876,0 5 89,0 1 0,-2-1 0,-8 44 0,9-63-108,0-1 1,-1 1 0,0-1-1,0 0 1,0 1-1,0-1 1,-1 0 0,0 0-1,0-1 1,-1 1 0,1-1-1,-1 1 1,0-1-1,0 0 1,0-1 0,-1 1-1,0-1 1,1 1 0,-1-2-1,0 1 1,-11 4-1,7-4-47,0-1-1,0 0 0,0-1 1,-1 0-1,1 0 0,0-1 0,-1 0 1,1-1-1,0 0 0,-1-1 1,1 1-1,0-2 0,0 1 0,0-1 1,0-1-1,1 1 0,-1-2 1,1 1-1,-10-8 0,-8-7-244,1-1-1,0-1 1,2-1 0,-26-31 0,28 28-375,0-1 1,2 0 0,1-1 0,1-1 0,-18-40-1,27 47-313,0 0-1,1 0 0,2 0 1,0-1-1,1 0 1,1 0-1,1 0 0,2-41 1,8-18-8007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9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 11829,'0'0'3106,"-10"201"-833,10-74 560,0-4-912,0-21-1073,10-23-399,10-31-417,-3-21-32,0-18-96,-7-9-385,0-18-1423,-7-33-1330,-3-16-4353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29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572 13 15863,'0'0'1601</inkml:trace>
  <inkml:trace contextRef="#ctx0" brushRef="#br0" timeOffset="1">0 13 15943,'0'0'6243,"228"51"-5603,-135-51-640,-6-18-448,-10-6-2993,-20 3-4691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0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 9236,'0'0'6665,"0"2"-5830,2 165 2099,-6 222-274,-18-114-1303,-7 227 573,28-486-1882,3 29 51,-1-43-95,-1-1 1,0 1 0,1 0-1,-1-1 1,1 1-1,0-1 1,-1 1 0,1-1-1,0 1 1,0-1-1,0 1 1,0-1 0,0 0-1,0 1 1,1-1-1,-1 0 1,0 0 0,1 0-1,-1 0 1,0 0 0,3 1-1,1-1-5,1 1 1,0-1-1,0 0 0,0-1 1,0 1-1,0-1 0,0 0 0,-1-1 1,1 1-1,0-1 0,0 0 1,0-1-1,-1 0 0,8-2 1,-1-3-78,-1-1 1,0 0-1,0-1 1,-1 0-1,0 0 1,0-1-1,14-20 1,55-86-1617,-76 112 1606,28-47-2146,33-74 0,-52 98 1092,-2 0 0,-1 0 0,-1-2 0,8-50 0,-14 23 1289,-2 55-101,0 1-1,0 0 1,0 0-1,0 0 1,0-1-1,0 1 1,0 0-1,0 0 1,0 0-1,0-1 1,0 1-1,0 0 1,0 0-1,0 0 1,0-1-1,0 1 1,0 0-1,0 0 1,0 0-1,0 0 1,0-1-1,-1 1 1,1 0-1,0 0 1,0 0-1,0 0 1,0-1-1,0 1 1,0 0-1,-1 0 1,1 0-1,0 0 1,0 0-1,0 0 1,0 0-1,-1 0 1,1-1-1,0 1 1,0 0-1,0 0 1,-1 0-1,1 0 1,-8 5 785,2 0-574,1 0 0,1 1 1,-1 0-1,1 0 0,0 0 0,0 1 1,1-1-1,0 1 0,0 0 0,-3 12 0,5-15-165,-13 38 595,2 0 0,2 1 0,2 0 0,2 1-1,2 0 1,1 49 0,3-83-576,0 1 0,0-1 0,1 0 0,1 1 0,4 17 0,-5-25-98,1 0 0,-1 1 0,1-2 0,0 1 0,-1 0-1,1 0 1,0 0 0,1-1 0,-1 1 0,0-1 0,1 0 0,0 0-1,-1 0 1,1 0 0,0 0 0,0 0 0,0-1 0,0 0 0,0 1 0,6 0-1,1 1-96,0 0 1,1-1-1,-1-1 0,1 0 0,-1 0 0,15-2 0,-19 1-80,0-1 1,1 0 0,-1 0-1,0-1 1,0 0 0,-1 0-1,1 0 1,0 0 0,0-1-1,-1 0 1,9-7 0,20-19-3570,-1-1-1800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1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482 136 8500,'0'0'7281,"-1"-6"-6606,1 2-486,-1 0 0,0-1 1,0 1-1,0 0 1,-1 1-1,1-1 0,-1 0 1,0 0-1,0 1 1,-1-1-1,1 1 1,0-1-1,-1 1 0,0 0 1,-4-3-1,-3-2-84,0 1 0,-1 0-1,0 1 1,0 0 0,0 1-1,-1 0 1,0 1 0,-19-4 0,4 3 81,0 2 1,-52 0-1,76 3-165,0 0 0,-1 1 0,1-1 0,0 1 0,1 0 0,-1 0 0,0 0 0,0 0 0,0 1 0,0-1 0,1 1 0,-1-1-1,1 1 1,-1 0 0,1 0 0,0 0 0,0 0 0,0 1 0,-3 2 0,-3 7 113,1-1 1,0 1-1,-6 15 1,13-26-129,-21 49 489,3 0-1,2 2 0,2 0 0,2 1 1,3 0-1,2 0 0,0 90 0,7-136-445,0 0 1,0 0-1,1 0 0,0 0 0,0 0 1,3 9-1,-3-14-45,0 1 1,0-1 0,1 0-1,-1 0 1,0 0-1,1-1 1,0 1-1,-1 0 1,1 0 0,0-1-1,0 1 1,0-1-1,0 0 1,0 0 0,0 1-1,0-1 1,0-1-1,1 1 1,-1 0 0,0 0-1,3 0 1,9 1-4,-1-1 0,1 0-1,-1-1 1,1 0 0,-1-1 0,1 0 0,-1-1 0,1-1 0,-1 0 0,0-1 0,12-5-1,0-2-114,-2-2 0,0 0-1,0-1 1,-1-1 0,21-19-1,-13 7-713,-1-1 1,44-53-1,-60 63-148,0 0 0,-1-1 0,10-21 0,-17 30 203,-1 0 1,-1 0 0,1-1 0,-2 1 0,1-1 0,-1 1 0,-1-1 0,0-12 0,-1 22 1271,-2 7 336,-8 24 810,1 1 0,2 0 0,-6 58 1,9-31-440,5 76 0,0-109-976,2 0-1,1 0 0,0 0 0,2-1 0,10 26 1,-10-35-152,0 0 1,1-1-1,1 0 0,0 0 1,1 0-1,1-1 1,0-1-1,21 20 0,-24-26-87,0 0-1,0 0 1,1-1-1,0 0 1,0-1-1,1 0 1,-1 0-1,1-1 1,0 0-1,15 3 1,-17-4-134,0-1 1,0-1-1,1 1 0,-1-1 1,0 0-1,1-1 1,-1 0-1,0 0 0,0-1 1,0 1-1,0-2 0,0 1 1,0-1-1,7-4 1,-7 2-403,1 0 0,-1-1 0,0 0 0,0-1 0,-1 1 0,0-1 0,8-12 0,32-60-7683,-46 79 8173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3.2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433 109 10597,'0'0'8137,"5"-6"-7745,-3 4-395,1-1 94,0-1-1,0 0 1,0 0-1,-1 0 1,4-7-1,-5 10-62,-1 0 0,1-1-1,-1 1 1,0 0 0,1 0-1,-1-1 1,0 1-1,0 0 1,1-1 0,-1 1-1,0 0 1,0-1-1,-1 1 1,1 0 0,0-1-1,0 1 1,-1 0-1,1-1 1,-1 1 0,1 0-1,-1 0 1,1 0-1,-1-1 1,0 1 0,1 0-1,-1 0 1,0 0-1,0 0 1,0 0 0,0 0-1,0 1 1,-2-2-1,-4-3-8,0 1-1,-1 1 1,0 0-1,0 0 1,0 0-1,0 1 1,0 0-1,-14-1 0,6 1-1,0 1 0,-1 1-1,-26 3 1,33-1-14,1 0 0,0 1 1,0 0-1,0 1 0,0 0 1,0 0-1,1 1 1,0 0-1,0 0 0,0 1 1,0 0-1,1 1 0,0-1 1,1 1-1,-12 16 1,4-3 20,0 1 0,1 1 1,2 0-1,0 0 0,-9 28 1,9-13 130,1 1 1,1-1-1,2 2 0,-1 40 1,6 158 1025,3-204-998,2 0 1,1 0 0,2-1-1,1 0 1,1 0-1,2 0 1,16 34-1,-19-51-142,0-1 0,2 1 0,0-1 1,0-1-1,1 0 0,1 0 0,0-1 0,1 0 0,0-1 0,0 0 0,2-1 0,-1 0 0,1-1 0,0-1 0,1-1 0,19 8 0,-15-8-39,1-1 0,1-1 0,-1-1 1,0-1-1,1-1 0,0 0 0,0-2 0,-1 0 0,1-2 0,0 0 0,-1-1 0,1-1 0,-1-1 1,0-1-1,-1 0 0,23-12 0,-24 9-437,1-1 0,-2-1 0,1 0 0,-2-2 0,1 0 0,-2 0 0,0-2 0,-1 0 0,0 0 0,12-19 0,-13 13-2666,20-42-1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3.5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615 43 9268,'0'0'5734,"-3"-6"-4846,1 1-709,2 4-142,-1-1 1,1 0-1,-1 1 1,0-1-1,0 0 1,0 1-1,0-1 1,0 1-1,0-1 0,0 1 1,0 0-1,0-1 1,-1 1-1,1 0 1,0 0-1,-1 0 1,1 0-1,-1 0 0,1 0 1,-1 1-1,0-1 1,1 0-1,-1 1 1,-2-1-1,-3 0 27,0 0 0,0 1 1,0 0-1,1 0 0,-1 1 0,0 0 0,0 0 0,0 1 0,1 0 1,-1 0-1,1 0 0,-1 1 0,1 0 0,0 0 0,0 1 0,0-1 1,0 1-1,1 1 0,0-1 0,0 1 0,0 0 0,-8 10 0,-16 20 502,2 1 0,-31 55 0,-37 88 741,67-125-1006,-13 25 148,-7 11 119,-35 96 0,78-173-500,3-9-45,0 0-1,1 0 1,-1 1 0,1-1-1,0 0 1,0 1 0,0-1-1,0 0 1,1 1 0,0-1-1,0 1 1,1 6 0,-1-11-26,0 1 1,0-1 0,1 0-1,-1 0 1,0 1 0,0-1-1,1 0 1,-1 0 0,0 0-1,1 1 1,-1-1 0,0 0-1,1 0 1,-1 0 0,0 0-1,1 0 1,-1 0 0,0 0-1,1 1 1,-1-1 0,0 0-1,1 0 1,-1 0 0,1-1-1,-1 1 1,0 0 0,1 0-1,-1 0 1,0 0 0,1 0-1,-1 0 1,0 0 0,1-1-1,-1 1 1,0 0 0,1 0-1,-1 0 1,0-1 0,9-2-27,-1 0 0,1-1 1,-1 0-1,-1 0 0,1-1 0,0 0 1,-1 0-1,0-1 0,0 0 0,8-10 1,9-12-592,26-37 0,-41 52 319,41-60-5535,77-153 0,-82 132-516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3.9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 75 9236,'-61'-75'2247,"65"90"4110,13 68-4420,25 463 2353,-23-198-3241,-19-343-1044,2 15-1,0-1 0,1 0 0,10 35 0,-4-36-16,-2-15-145,-4-14-381,-1-8-781,-1-1 0,-1 1 0,0 0 0,-2-1-1,0 1 1,-9-36 0,1 31-2285,-18-34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4.2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21 7652,'0'0'13638,"193"66"-12102,-109-63-959,-1-3-577,-9 0-144,-11-18-945,-6-18-2961,-10 0-4001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4.6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30 10565,'0'0'6880,"0"25"-6485,1 38 47,-4 230 2875,-21-1-1093,-3 119-369,27-410-1853,-1-1-1,1 1 1,0 0-1,0 0 1,0 0-1,1-1 1,-1 1-1,0 0 1,0 0-1,0-1 1,0 1-1,1 0 1,-1 0-1,0-1 1,1 1-1,-1 0 1,1 0-1,0-1-1,-1 0-1,0 0 1,1 1 0,-1-1 0,0 0-1,0 0 1,1 0 0,-1 0 0,0 0-1,1 0 1,-1-1 0,0 1-1,1 0 1,-1 0 0,0 0 0,1 0-1,-1 0 1,0 0 0,1 0-1,-1-1 1,0 1 0,0 0 0,1 0-1,-1 0 1,0-1 0,0 1 0,1-1-1,17-24-44,-9 7-150,0 0 0,-2-1 0,0 0 0,-1-1 0,-1 0 0,-1 1 0,2-27 0,1-150-3782,-7 172 3322,-3-32-1332,-2-1 0,-19-88 1,16 95 383,2-1 0,2-82 1,4 125 1779,0 0 0,0 0 0,1 1 0,0-1 0,0 0 0,1 0 0,0 1 0,1-1 0,-1 1 0,1 0 0,1 0 0,0 0 0,0 0 0,0 0 0,0 1 0,1 0-1,0 0 1,1 0 0,-1 1 0,13-10 0,-10 9 199,0 0 0,0 1 0,1 0 0,0 1-1,0-1 1,0 2 0,1-1 0,11-2 0,-4 3 173,0 0 0,0 1 0,0 1 0,18 1 0,-26 2-357,1-1-1,-1 1 1,0 0-1,1 1 1,-1 0-1,0 0 1,-1 1-1,1 1 1,-1-1-1,1 1 1,-1 0-1,-1 1 1,1 0-1,-1 0 1,0 1-1,6 7 1,-4-3-22,0-1 1,-1 1-1,0 1 1,-1-1-1,0 1 1,0 1-1,-2-1 0,0 1 1,0 0-1,5 24 1,-8-24-88,0 0 1,-1 0-1,-1 0 0,0 1 1,0-1-1,-2 0 0,1 1 1,-2-1-1,0 0 1,0-1-1,-1 1 0,-1 0 1,0-1-1,-1 0 0,0 0 1,0-1-1,-2 0 1,1 0-1,-16 16 0,-6 7-46,-2-2 0,-1-1 0,-38 27 0,54-45-99,-1-1-1,0-1 1,-1-1 0,0-1-1,-1 0 1,0-1-1,0-1 1,-39 8 0,10-11-496,46-4 496,0 0-1,0 0 0,0 0 0,0-1 0,0 1 1,0-1-1,-1 1 0,1-1 0,0 0 1,0 0-1,0 1 0,1-2 0,-1 1 0,0 0 1,0 0-1,1 0 0,-1-1 0,-2-2 1,2 1-114,1 0 1,-1-1 0,1 1 0,0-1 0,-1 1-1,2-1 1,-1 0 0,0 0 0,1 1 0,-1-1 0,1 0-1,1-6 1,-1 7 73,0 1 0,0-1 0,1 0 0,-1 1 0,1-1 0,0 0 0,0 1 0,0-1 0,0 1 0,0 0 0,0-1-1,1 1 1,-1 0 0,1 0 0,-1-1 0,1 1 0,0 1 0,0-1 0,0 0 0,2-1 0,3 0 84,-1 0-1,1 0 1,0 1 0,0 0 0,0 1-1,0 0 1,0 0 0,0 0 0,0 1-1,0 0 1,11 1 0,-6 0 149,-1 1 1,1 0-1,-1 1 1,0 0-1,0 1 1,19 9 0,-11-2 149,-1 1 0,0 1 1,-1 0-1,16 17 1,62 68 787,-66-66-814,7 8 90,-24-24-226,1-1-1,1-1 1,0 0 0,1-1 0,0-1 0,19 12 0,-32-23-112,-1 0-1,1 0 1,-1-1-1,1 1 1,0 0-1,-1-1 1,1 1-1,0-1 1,-1 0-1,1 1 1,0-1-1,0 0 1,-1 0-1,4-1 1,-4 1-29,0 0 1,0-1-1,0 1 0,0-1 1,0 1-1,0-1 1,0 1-1,0-1 0,0 0 1,0 1-1,-1-1 1,1 0-1,0 0 0,0 0 1,-1 1-1,1-1 1,0-2-1,2-2-260,-1-1-1,0 0 1,0 0-1,-1 0 1,0 0 0,1-9-1,-1 5-306,7-47-3565,-2-8-2431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5.2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64 135 9716,'0'0'8252,"0"10"-7203,1 87 877,-8 371 2252,0-156-3228,7-311-950,0 0 0,0 0 0,0 0 0,0 0 0,0 0 0,0-1 0,0 1 0,0 0 0,0 0 1,0 0-1,1 0 0,-1 0 0,0-1 0,0 1 0,1 0 0,-1 0 0,1 1 0,0-3-2,0 1 0,0-1 0,0 0-1,-1 1 1,1-1 0,0 0 0,-1 1 0,1-1-1,-1 0 1,1 0 0,-1 0 0,1 1-1,-1-1 1,0 0 0,1 0 0,-1 0 0,0 0-1,1 0 1,-1-1 0,7-20-266,-1 0 0,-1 0 0,-1 0 0,1-33-1,-2-100-2641,-4 106 1574,-9-289-4957,10 324 6288,1-1 0,0 1 0,1-1 1,0 1-1,1 0 0,1 0 0,0 0 1,1 1-1,0-1 0,1 1 0,1 0 1,0 1-1,0-1 0,2 1 0,-1 1 0,2 0 1,-1 0-1,22-18 0,-22 22 254,0-1 0,1 1 0,1 0 0,-1 1 0,1 0-1,0 1 1,0 0 0,0 1 0,1 0 0,-1 1 0,1 0 0,0 1 0,0 0 0,0 1 0,0 0-1,13 2 1,-19-1-99,-1 1 0,1 0-1,0 0 1,-1 1 0,1 0-1,-1 0 1,0 0 0,1 0-1,-1 1 1,0 0 0,0 0-1,4 4 1,-1 0 57,-1-1-1,0 1 1,-1 1 0,1-1 0,-2 1-1,10 15 1,-7-7 94,0 0 0,-2 0 0,0 1 0,0 0 0,-2 0-1,0 0 1,3 34 0,-6-37-213,-1 0 0,0 0 0,0 0-1,-2-1 1,0 1 0,0 0 0,-2-1-1,1 1 1,-2-1 0,0 0 0,0 0-1,-1-1 1,-1 1 0,0-1 0,-1-1-1,0 1 1,-18 19 0,1-5-72,0-1 0,-2-2 0,-1 0 0,-1-2 0,-34 20 0,46-31-139,-1-1 1,0 0-1,-1-2 1,0 0-1,0-1 1,-1-1-1,1 0 1,-1-2 0,0 0-1,-30-1 1,48-2 53,0 0 0,-1 0 1,1 0-1,-1 0 1,1 0-1,0-1 1,-1 1-1,1-1 1,0 0-1,-1 0 1,1 0-1,0 0 0,0 0 1,0 0-1,0 0 1,0-1-1,0 1 1,0-1-1,1 1 1,-4-4-1,3 1-60,1 1 0,-1-1-1,1 0 1,0 0 0,0 1-1,0-1 1,0 0 0,1 0 0,0 0-1,0 0 1,0-5 0,0 8 103,0 0 1,0 0-1,0-1 0,0 1 1,1 0-1,-1 0 1,0 0-1,1 0 0,-1-1 1,1 1-1,-1 0 1,1 0-1,0 0 0,-1 0 1,1 0-1,0 0 0,0 0 1,0 0-1,0 0 1,0 1-1,0-1 0,0 0 1,0 0-1,0 1 1,0-1-1,0 1 0,0-1 1,0 1-1,0 0 1,1-1-1,-1 1 0,0 0 1,0 0-1,1-1 1,0 1-1,3 0 34,0 0-1,0 0 1,0 1-1,0-1 1,0 1-1,0 0 1,0 0 0,8 4-1,-4-1 55,0 1 1,-1 0-1,1 0 0,-1 1 1,0 0-1,9 10 0,44 49 711,28 43 206,59 64 195,-143-167-1133,-1-1 1,1 0-1,0 1 1,0-2 0,1 1-1,5 3 1,-10-7-48,0 1 0,0-1-1,0 0 1,0 1 0,0-1 0,0 0 0,0 0-1,0 0 1,0 0 0,0 0 0,0 0 0,0 0-1,0 0 1,0 0 0,0-1 0,0 1-1,2-1 1,-2 0-31,0 0-1,1 0 1,-1 0-1,0 0 0,0 0 1,0 0-1,0 0 1,0-1-1,0 1 0,0-1 1,0 1-1,-1 0 1,1-1-1,1-2 0,9-29-2687,-2-1 0,6-34 0,-10 45 458,8-43-6310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5.6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8868,'0'0'11427,"21"35"-10019,-6-11-1127,10 18 254,-1 0-1,-2 2 1,28 81 0,-41-99-233,33 95 760,-35-104-933,1 1 0,1-1 0,1-1 0,17 24 0,-21-34-133,-1-1 0,1 1 0,0-1 1,0 0-1,1 0 0,-1-1 0,1 0 0,0 0 0,0-1 1,0 0-1,1 0 0,-1 0 0,1-1 0,0 0 0,0-1 1,-1 0-1,1 0 0,0 0 0,0-1 0,0-1 0,0 1 1,0-1-1,0 0 0,-1-1 0,1 0 0,0 0 0,-1-1 1,1 0-1,-1 0 0,0-1 0,11-7 0,1-2-394,-2-1-1,0-1 0,30-34 0,38-59-2512,-77 97 2591,2-1-86,-1-1 0,0 1 0,-1-2-1,0 1 1,-1-1 0,-1 0 0,7-21 0,-11 20 491,-2 13 622,-4 11 547,-45 63-1262,10-23-3122,4-11-2043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36.0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54 0 12886,'0'0'3393,"-10"178"-943,10-52 543,-7 15-1376,-6 4-897,3-19-656,0-24-64,7-38-560,3-37-1649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58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9748,'0'0'5955,"67"189"-4402,-64-129-529,-3-9-816,0-14-192,0-22-32,0-51-9524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59.0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5859,'0'0'7926,"0"13"-7336,23 392 4282,-1-45-1925,-20 14-1253,-2-371-1648,0-8 55,11-366-3679,-7 87 201,-3 260 3195,2 0 1,1 0-1,1 1 1,0 0-1,2 0 1,1 0-1,1 1 1,15-30-1,-18 43 255,-1-1-1,1 1 1,1 0-1,0 0 1,0 0-1,0 1 1,1 0-1,1 1 0,-1 0 1,1 0-1,0 1 1,1 0-1,-1 1 1,1-1-1,1 2 1,-1 0-1,0 0 0,1 1 1,0 0-1,12-1 1,-19 3 13,1 0-1,0 0 1,0 1 0,0 0 0,0 0-1,0 0 1,-1 1 0,1 0 0,0 0-1,0 0 1,-1 0 0,1 1 0,0-1-1,-1 1 1,1 1 0,-1-1 0,0 0-1,0 1 1,0 0 0,5 5 0,-3 0 107,0 0 1,0 0 0,-1 1 0,-1 0 0,1 0 0,-1 1 0,3 10 0,17 77 1139,-13-15-86,-3 1 0,-5 117 1,-3-160-957,-1 33 528,-20 135 1,16-154-716,8-136-1729,2 0 0,5 0 0,34-140 1,-38 199 1302,1 0-1,1 0 1,1 1 0,1 0 0,1 1 0,1 0 0,22-28 0,-29 42 362,1 0 1,1 1-1,-1-1 0,1 1 1,0 1-1,0 0 0,1 0 0,0 0 1,0 1-1,8-4 0,-9 6 83,0 0 1,-1 1-1,1-1 0,0 1 0,0 1 0,0-1 1,0 1-1,0 0 0,0 1 0,0 0 0,0 0 1,-1 0-1,1 1 0,10 4 0,-11-3-33,0 0 1,0 0-1,0 1 1,-1 0-1,1 0 0,-1 0 1,0 1-1,0 0 0,-1 0 1,1 0-1,-1 1 0,0-1 1,-1 1-1,1 0 0,2 6 1,3 8 207,-1-1 0,-1 1 0,7 35 1,-5-11 226,-3 1 0,1 52 0,-7 94 805,-2-81-1077,2-81-639,0-27-892,-1-6-910,-1-22-1507,2-25-1769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2:59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344 202 7363,'0'0'6689,"-1"-19"-6124,-2-63 102,3 78-578,-1 0-1,1 0 1,-1 0-1,1 0 1,-2-1-1,1 1 0,0 0 1,-1 1-1,1-1 1,-1 0-1,0 0 1,0 1-1,-1-1 1,1 1-1,-1 0 0,0-1 1,0 1-1,0 0 1,0 1-1,0-1 1,0 1-1,-5-3 1,1 2 30,1 0 1,-1 0 0,0 1-1,0 0 1,-1 1 0,1-1-1,0 2 1,-1-1-1,-9 1 1,14 0-65,0 0-1,0 0 0,0 0 1,0 1-1,1-1 0,-1 1 1,0 0-1,0 0 1,0 0-1,1 0 0,-1 1 1,0-1-1,1 1 1,-1-1-1,1 1 0,0 0 1,0 0-1,0 0 0,-1 0 1,2 0-1,-1 1 1,0-1-1,0 0 0,1 1 1,-2 3-1,-11 17 341,2 0 0,0 1 0,2 0 0,-8 28 0,-24 107 1208,41-155-1563,-10 45 459,1 0 0,3 0-1,2 1 1,2 72 0,2-119-485,1-1-1,0 1 1,1 0-1,-1-1 0,0 1 1,1 0-1,0-1 1,-1 1-1,1 0 1,0-1-1,0 1 0,1-1 1,-1 1-1,0-1 1,1 0-1,-1 0 1,4 3-1,-2-3-5,0 0-1,1 0 1,-1-1 0,0 0-1,1 1 1,0-2 0,-1 1-1,1 0 1,0-1-1,-1 1 1,7-1 0,0 0-31,1-1 0,-1 0 1,0 0-1,1-1 0,-1-1 0,0 1 1,0-2-1,0 1 0,-1-1 0,1-1 1,-1 0-1,0 0 0,0-1 0,-1 0 1,1-1-1,12-13 0,-1 0-359,-1-1-1,-1-1 1,-1 0-1,-1-1 1,15-30 0,-21 34-166,-1-1 1,0 0-1,-2-1 1,0 0-1,-2 0 1,0-1-1,-1 1 1,-2-1-1,1-41 1,-2 35 204,-1 19 320,1-1 0,-1 1 0,-1-1-1,-2-12 1,3 22 52,0-1 1,0 1-1,0 0 0,0-1 1,0 1-1,0 0 0,0-1 1,-1 1-1,1 0 0,0-1 1,0 1-1,0 0 0,0 0 1,-1-1-1,1 1 0,0 0 1,0 0-1,-1-1 0,1 1 1,0 0-1,-1 0 0,1 0 1,0-1-1,-1 1 0,1 0 1,0 0-1,-1 0 0,1 0 1,0 0-1,-1 0 0,1 0 1,0 0-1,-1 0 0,1 0 1,0 0-1,-1 0 0,1 0 1,0 0-1,-1 0 0,1 0 1,0 0-1,-1 0 0,0 1 51,0 0 0,0-1 0,0 1 1,0 0-1,0 0 0,0-1 0,0 1 0,1 0 0,-1 0 0,0 0 0,1 0 0,-1 0 0,0 0 0,1 0 1,-1 2-1,-7 27 680,2 1 0,1 0 1,-2 53-1,3 301 1967,4-372-2683,1 0 0,0 0 0,1 0 1,0 0-1,1-1 0,7 21 1,-8-29-43,0 0 0,0 0 0,0 0 0,1-1 0,-1 1 0,1-1 0,0 0 0,0 0 0,0 0 0,0 0 0,1 0 0,-1 0 0,1-1 0,0 0 1,0 0-1,0 0 0,0 0 0,0 0 0,0-1 0,0 0 0,0 0 0,7 1 0,-5-1-21,0-1-1,0 0 1,-1 0 0,1 0-1,0 0 1,0-1 0,0 0-1,-1 0 1,1-1 0,0 0-1,9-4 1,-6 2-64,-1-1 1,-1 0-1,1-1 1,-1 1-1,0-1 0,13-14 1,-8 5-404,0-1 0,0 0 0,-2-1 0,0-1 0,-1 1 0,10-29 0,-13 28-770,-1 1 0,0-1 0,2-23 0,-3-56-7115,-4 96 8290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0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3 10645,'0'0'6424,"12"-1"-5826,33-1-110,-44 3-462,0-1 0,0 0 0,-1 1 0,1-1 0,0 0 0,0 1 0,0 0 0,0-1 0,0 1 0,-1-1 0,1 1 0,0 0 0,-1-1 0,1 1 0,0 0 0,-1 0 0,1 0 0,-1 0 0,1 0 0,-1-1 0,1 1 0,-1 0 0,0 0 0,0 0 0,1 0 0,-1 0 0,0 0 0,0 0 0,0 0 0,0 0 0,0 0 0,0 0 0,0 0 0,-1 2 0,1 2 83,6 133 1374,-7 0 1,-33 256-1,32-380-1427,-22 150 991,-4 203 0,28-329-965,-1-18-47,4 40 1,-3-58-40,0-1 0,0 0 0,1 0 1,-1 1-1,0-1 0,1 0 0,-1 0 1,1 1-1,-1-1 0,1 0 1,0 0-1,-1 0 0,1 0 0,0 0 1,0 0-1,0 0 0,0 0 0,0 0 1,0 0-1,0 0 0,0 0 1,0-1-1,0 1 0,0-1 0,1 1 1,-1-1-1,0 1 0,0-1 0,1 1 1,-1-1-1,0 0 0,1 0 0,-1 0 1,0 0-1,0 0 0,1 0 1,-1 0-1,2 0 0,1-1-22,-1 0-1,1 0 0,0 0 1,-1 0-1,0-1 1,1 1-1,-1-1 1,0 0-1,0 0 0,0 0 1,0-1-1,5-4 1,12-18-626,-2-1 0,-1-1 0,-1-1 0,20-46 0,-16 30-445,128-230-3006,-133 248 4320,16-39 1,-27 54-34,0 0 0,-1 0 0,0-1 0,-1 1 0,0-1 0,0-20 0,-2 32-162,0-1 0,0 1 0,0-1 0,0 1 0,0-1 0,0 1 0,0-1 0,0 0 0,0 1 0,0-1 0,-1 1 1,1-1-1,0 1 0,0-1 0,-1 1 0,1-1 0,0 1 0,-1-1 0,1 1 0,0 0 0,-1-1 0,1 1 0,-1-1 0,1 1 0,-1 0 0,1-1 0,-1 1 0,1 0 0,-1 0 0,1-1 0,-1 1 0,1 0 0,-1 0 0,1 0 0,-1 0 0,1 0 0,-1 0 0,0 0 0,1 0 0,-1 0 0,1 0 0,-1 0 0,0 0 0,-2 1-4,0-1 0,0 1 0,1 0 0,-1 0 0,1 0 0,-1 0 0,1 1 0,-5 2 0,0 2 47,0 1-1,1-1 0,0 1 0,1 0 1,0 0-1,-9 16 0,-24 58 642,18-26 1,3 1 0,2 1 1,2 0-1,4 1 0,1 0 1,2 108-1,5-149-504,1 1-31,0-1-1,1 0 0,6 31 0,-6-44-167,-1-1-1,2 1 1,-1 0 0,0-1 0,1 1-1,-1-1 1,1 0 0,0 0 0,0 1-1,0-1 1,1-1 0,-1 1-1,1 0 1,0 0 0,-1-1 0,1 0-1,0 1 1,1-1 0,-1 0 0,0-1-1,0 1 1,6 2 0,-3-3-40,1 1-1,-1-1 1,1 0-1,-1-1 1,1 1 0,-1-1-1,1-1 1,-1 1-1,1-1 1,-1 0-1,1 0 1,-1-1 0,0 0-1,0 0 1,0-1-1,0 1 1,0-1 0,0-1-1,-1 1 1,1-1-1,-1 0 1,6-6 0,3-3-676,-1-1 0,-1 0 0,0 0 0,-1-1 0,0-1 0,13-27 0,-17 28-1311,10-28 1,-2-17-4570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0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402 204 11541,'0'0'5688,"5"-14"-5592,17-45 35,-20 56-50,-1 0 1,0-1-1,0 1 0,0-1 0,-1 1 1,1-1-1,-1 0 0,0 1 0,0-1 1,0 1-1,-1-1 0,1 1 0,-1-1 1,1 1-1,-1-1 0,-1 1 0,1-1 1,0 1-1,-1 0 0,-2-4 0,0 2 13,0 0-1,-1 0 1,0 0-1,0 1 1,0 0-1,0 0 1,-1 0-1,-7-3 1,9 5-68,-1 0 1,1 0 0,-1 1-1,0 0 1,0 0-1,1 0 1,-1 0-1,0 1 1,0-1-1,0 1 1,1 1 0,-1-1-1,0 1 1,0 0-1,0 0 1,1 0-1,-1 0 1,1 1 0,-1 0-1,1 0 1,-1 0-1,-6 5 1,3 1 68,0 0 1,1 0-1,0 0 0,0 1 1,-5 9-1,-29 57 731,8-9 397,-48 139 0,68-161-784,1 1 0,3 0 1,1 0-1,-2 62 0,10-99-380,-1-2-12,1-1 0,0 1-1,1 0 1,-1-1 0,3 9-1,-3-13-38,1 1 1,-1-1-1,1 1 0,0-1 0,0 1 0,0-1 0,0 0 0,0 0 0,0 1 0,0-1 0,0 0 0,0 0 1,0 0-1,0 0 0,1 0 0,-1-1 0,1 1 0,-1 0 0,0 0 0,1-1 0,-1 1 0,1-1 0,1 1 0,3 0-4,-1 0 0,1 0 0,0-1 0,-1 0 0,1 0 0,0 0 0,-1 0 0,1-1 0,-1 0 0,1 0 0,-1-1 0,7-2 0,-2 0-58,0-1 1,0 0-1,-1-1 1,0 0-1,16-14 1,-3-1-377,0-2 1,-2 0-1,28-43 1,-30 41-739,-1-2-1,-1 0 1,-2-2 0,0 1-1,-2-1 1,-2-1 0,0 0-1,-2-1 1,-1 1 0,-2-2-1,3-59 1,-8 74 1242,0 11 1749,0 11 570,0 23-517,0 7-669,6 281 4826,-1-245-5408,3 0-1,24 99 0,-31-164-612,12 35 48,-12-39-64,0 0-1,0 0 1,0 0 0,1 0-1,-1 0 1,0 0-1,1 0 1,0 0 0,-1-1-1,1 1 1,0 0 0,0-1-1,4 3 1,-6-4-35,1 1 1,0-1-1,0 0 0,-1 0 1,1 1-1,0-1 1,0 0-1,0 0 1,-1 0-1,1 0 0,0 0 1,0 0-1,0 0 1,-1 0-1,1 0 1,0 0-1,0 0 0,0 0 1,-1-1-1,1 1 1,0 0-1,0-1 1,-1 1-1,1 0 0,0-1 1,-1 1-1,1-1 1,0 1-1,-1-1 1,1 1-1,-1-1 0,1 0 1,-1 1-1,1-1 1,-1 0-1,1 1 1,-1-1-1,0 0 0,1 0 1,-1 1-1,0-1 1,0 0-1,0 0 1,1-1-1,0-4-662,1-1 0,-1 1 0,-1 0-1,1-8 1,-1 13 452,1-46-6885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2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2 939 10101,'0'0'2788,"-1"27"-427,1-18-2173,0 7 189,0 0 0,0 0 0,2 0 0,3 18 0,-2-26-175,-1 1-1,1-1 0,0 0 0,1 0 1,0 0-1,0 0 0,1-1 0,0 0 1,0 0-1,0 0 0,1 0 1,11 9-1,2-1 63,2 0 0,-1-2 0,2 0 0,0-1 0,0-1 0,1-2 0,1 0-1,-1-1 1,1-1 0,0-2 0,29 4 0,-26-6-189,-1-1-1,1-1 0,-1-1 1,1-2-1,0 0 1,-1-2-1,0-1 0,0-1 1,0-1-1,34-15 1,-28 6-66,-1-1 1,0-1 0,-2-2 0,0-1 0,-1-1-1,44-47 1,-37 31-312,-2-1 1,-2-2-1,-2-2 0,26-49 0,-43 70-246,-1-2 0,-1 1 0,-2-2-1,0 1 1,-1-1 0,-2 0 0,0 0 0,-2-1 0,-1 1 0,-1-33 0,-2 38-62,0 1 1,-1 0 0,-1 0 0,0 0-1,-11-30 1,4 22-84,-1 1 0,-2 0 0,-17-26 1,-55-74-414,69 105 1522,-2 1 1,0 0-1,-32-26 1,47 44-214,1 1 0,0-1 1,0 0-1,-1 1 0,1-1 0,-1 1 1,1 0-1,-1 0 0,0 0 0,0 0 1,1 0-1,-1 0 0,0 1 0,0 0 1,-4-1-1,6 2-157,0-1 0,0 1 0,0 0 0,0-1 0,0 1 0,0 0 0,1 0-1,-1 0 1,0 0 0,0 0 0,1 0 0,-1 0 0,0 0 0,1 0 0,-1 0 0,1 0 0,-1 0 0,1 0 0,0 0 0,-1 0 0,1 1-1,0-1 1,0 0 0,0 0 0,0 2 0,-1 2 137,-10 57 1128,-6 123 1,15-145-977,-26 891 4494,22-643-3860,2 246 802,4-518-1686,0-15-82,0 0 0,0 1 0,0-1 0,0 0-1,0 1 1,0-1 0,1 1 0,-1-1 0,0 0-1,1 1 1,-1-1 0,1 0 0,-1 0-1,1 1 1,-1-1 0,1 0 0,1 2 0,-1-3-3,0 0 0,-1 0 1,1 1-1,0-1 1,0 0-1,0 0 1,0 0-1,0 0 0,-1 0 1,1 0-1,0 0 1,0 0-1,0-1 1,0 1-1,-1 0 0,1 0 1,0-1-1,0 1 1,0 0-1,-1-1 1,1 1-1,0-1 1,0 1-1,-1-1 0,2 0 1,3-3-1,-1 0-1,1 0 1,-1 0 0,0-1 0,0 1 0,0-1-1,-1 0 1,4-6 0,23-49-82,-16 30 32,148-331-1303,-50 107-671,-101 229 1688,1 0 1,1 1-1,31-42 1,-41 63 303,0 0-1,0-1 1,0 1 0,1 0 0,-1 1-1,1-1 1,0 1 0,0-1 0,0 1-1,5-1 1,-7 2 31,0 0-1,0 1 1,0-1-1,1 1 1,-1-1 0,0 1-1,0 0 1,0 0 0,0 0-1,1 0 1,-1 1-1,0-1 1,0 0 0,0 1-1,0 0 1,0-1-1,0 1 1,0 0 0,0 0-1,0 0 1,0 0 0,3 3-1,-1 1 51,1-1-1,-1 2 1,0-1-1,-1 0 1,1 1-1,-1 0 1,5 12-1,16 51 402,-13-25-17,-1 1-1,-2 0 1,2 59 0,-7 139 367,-4-150-1010,2-119-1316,1 0 0,1 0 0,2 0 0,0 0 0,11-27 0,16-35-6214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2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339 201 8244,'0'0'6736,"-8"-22"-6256,-24-68-50,19 61 220,5 23-85,2 2-278,-3-2-49,-1-1-1,0 1 1,0 1 0,0 0 0,-18-6-1,22 9-172,0 0-1,1 0 0,-1 1 1,0 0-1,0 0 0,0 1 1,0 0-1,0 0 0,0 0 0,0 0 1,0 1-1,-9 3 0,12-3-37,1 0 0,0 0 0,0 0 0,0 0 0,0 1 0,0-1-1,0 1 1,1-1 0,-1 1 0,0 0 0,1 0 0,-1 0 0,1 0-1,-2 3 1,-13 35 396,13-32-342,-11 39 475,2 1-1,2 1 0,-4 59 0,4 151 1416,10-239-1820,1 32 109,-1-49-254,0-1 1,1 1-1,-1-1 1,1 1-1,-1-1 1,1 0-1,0 1 1,0-1-1,0 0 1,0 0-1,1 1 1,-1-1-1,0 0 1,1 0-1,3 3 1,-2-3-9,0-1 1,1 1 0,-1-1 0,0 0 0,1 0 0,-1 0 0,1 0-1,0-1 1,-1 1 0,1-1 0,6 0 0,-4-1-8,0 1-1,0-1 1,0 0 0,-1 0-1,1 0 1,0-1 0,8-3 0,-5-1-33,1 0 0,0-1 0,-1 0 0,-1-1 0,1 0 0,7-10 0,46-60-1006,-44 54 245,-2-1 0,-1-1 0,13-30 0,-22 41 359,0 0 0,-1 0 0,-1 0 0,0-1 0,-1 0 0,-1 0 0,0-21 0,-5 19 253,3 17 196,0 1 0,0 0 0,0-1 0,-1 1 0,1 0 0,0-1 0,0 1 0,0 0 0,-1-1 0,1 1 0,0 0 0,-1 0 0,1-1 0,0 1 0,0 0 0,-1 0 0,1-1 0,0 1 0,-1 0 0,1 0 0,-1 0 0,1 0 0,0 0 0,-1 0 0,0-1 0,0 2 54,-1 0 0,1 0 0,0-1 0,-1 1 0,1 0 0,0 0 1,0 0-1,0 1 0,-1-1 0,1 0 0,0 0 0,0 1 0,1-1 0,-1 0 0,0 1 0,0-1 0,1 1 0,-1-1 0,1 1 0,-1-1 0,1 2 0,-6 13 455,2 0-1,0 0 1,1 0-1,-1 30 1,3 75 1227,2-63-978,-1-10-126,7 56 0,-5-89-550,1-1-1,0 1 0,1-1 1,1 1-1,0-1 0,1 0 1,0-1-1,9 13 1,-13-21-83,2-1 0,-1 0 0,0 0 0,1 0 0,0-1 0,0 1 0,0-1 0,0 0 0,0 0 1,1 0-1,-1-1 0,1 1 0,0-1 0,-1 0 0,1-1 0,0 1 0,0-1 0,1 0 0,-1 0 0,0-1 0,0 1 1,0-1-1,0 0 0,1 0 0,-1-1 0,0 0 0,0 0 0,0 0 0,0-1 0,0 1 0,8-5 0,-6 1-18,0 0 0,-1 0 0,1-1 0,-1 0 0,0-1 0,-1 1-1,8-12 1,1-4-239,16-33 0,-19 31-834,-1 0 0,-1-1-1,-1 0 1,8-49-1,-10-5-4352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3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237 0 64,'0'0'20023,"-31"34"-18223,-98 114-426,121-137-1254,0 1 0,0 0-1,1 0 1,0 0 0,1 1 0,1 0-1,0 1 1,0-1 0,2 1-1,0 0 1,0 0 0,1 0-1,0 17 1,2-30-118,-1 13 94,-2 42 158,3-53-253,0 1 1,0 0 0,1-1 0,0 1 0,-1-1 0,1 1 0,1-1 0,-1 0-1,0 1 1,1-1 0,-1 0 0,4 4 0,-1-3-18,1 0 1,-1 0-1,1-1 0,0 0 0,0 1 1,1-2-1,-1 1 0,1-1 1,-1 1-1,1-2 0,0 1 0,0 0 1,0-1-1,7 0 0,18 3-172,45-2 0,-67-2 117,27-1-171,-11 1-109,45 3 0,-67-2 322,0 0 0,0-1 0,0 1 0,0 0 0,0 1 0,0-1 0,0 1 0,0-1 1,-1 1-1,1 0 0,-1 0 0,1 0 0,-1 0 0,0 0 0,0 1 0,1-1 1,-2 1-1,1-1 0,0 1 0,0 0 0,-1-1 0,0 1 0,1 0 0,-1 0 1,0 0-1,-1 0 0,1 1 0,0-1 0,-1 3 0,1 6 15,0 1 0,-1-1 1,0 0-1,-1 0 0,0 0 0,-5 18 0,1-13 88,-1 1 0,-1-1 0,0 0-1,-1-1 1,-20 30 0,9-19 372,-1 0 1,-32 32 0,34-43 11,18-15-451,0-1 0,-1 0-1,1 0 1,0 0 0,0 0-1,0 0 1,-1 0 0,1 0-1,0 0 1,0 0-1,0 0 1,-1 0 0,1 0-1,0 0 1,0 0 0,-1 0-1,1 0 1,0 0 0,0 0-1,0 0 1,-1 0-1,1 0 1,0 0 0,0 0-1,0-1 1,-1 1 0,1 0-1,0 0 1,0 0 0,0 0-1,0 0 1,-1-1-1,1 1 1,0 0 0,0 0-1,0 0 1,0 0 0,0-1-1,0 1 1,0 0 0,-1 0-1,1 0 1,0-1-1,0 1 1,0 0 0,0 0-1,0-1 1,0 1 0,0 0-1,0 0 1,0 0 0,0-1-1,0 1 1,0 0-1,0-21 186,0 15-180,0-14-89,2 1 0,1 0-1,0 0 1,11-37 0,36-73-679,-42 109 644,12-28-589,1 0 1,3 1 0,48-72-1,-67 112 583,1 1-1,0-1 0,1 1 0,-1 0 1,1 0-1,9-5 0,-14 9 109,1 1 1,-1-1-1,0 1 0,1 0 1,-1 0-1,1 0 0,-1 0 0,1 0 1,0 0-1,-1 1 0,1 0 1,0-1-1,0 1 0,-1 0 0,1 0 1,0 0-1,0 1 0,-1-1 1,1 1-1,0-1 0,-1 1 0,1 0 1,3 2-1,-3-1 37,0 0-1,0 1 1,0 0-1,0-1 1,-1 1-1,1 0 1,-1 0-1,0 0 1,0 1-1,0-1 1,0 0-1,-1 1 1,2 4-1,13 54 577,-7-3 268,-3 1 1,-2 75-1,-1-24-116,1-91-678,0-14-133,1-12-303,-3-5-117,0 0 0,0 0 1,-1 0-1,-1 1 1,0-15-1,-1 11-379,1-59-4614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3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9300,'0'0'13574,"20"0"-18648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4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14375,'0'0'3537,"-3"175"-1568,3-58-464,3 42 128,10 46-561,1 26-48,-8-2-399,1-43-561,6-56 48,4-64-112,-4-39-176,4-27-432,-7-21-865,-3-36-752,-7-12-3154,0 2-6162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4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63 3602,'0'0'14662,"-4"-16"-14024,3 11-594,0 0 0,0 0 1,0 0-1,-1 1 0,1-1 0,-1 0 1,-5-7-1,6 14 11,1 0-1,-1 0 1,1 0 0,-1 1-1,1-1 1,0 0 0,-1 0-1,1 1 1,0-1 0,1 0-1,-1 0 1,1 3 0,16 154 1903,87 431 2606,-100-573-4489,-1 0-33,0 1-1,1-1 0,2 0 1,-1 0-1,11 19 0,-15-33-39,0-1-1,1 0 0,-1-1 0,1 1 1,-1 0-1,1 0 0,0-1 0,-1 1 1,4 1-1,-4-2-1,-1-1 0,1 1-1,0-1 1,0 0 0,-1 0 0,1 1 0,0-1 0,0 0 0,-1 0-1,1 0 1,0 0 0,0 0 0,0 0 0,0 0 0,-1 0-1,1 0 1,0 0 0,0-1 0,-1 1 0,1 0 0,0 0 0,0-1-1,-1 1 1,1-1 0,0 1 0,-1 0 0,1-1 0,0 1-1,0-2 1,4-2-4,-1-1-1,-1 0 1,1 0 0,-1 0-1,1 0 1,-1-1-1,2-6 1,18-47-90,-18 42 23,23-78-967,-5-2 1,13-114-1,-29 163 552,-6 39 398,21-111-1050,-17 99 978,1 1-1,1 0 1,15-31 0,-21 48 152,1 0 1,-1 1 0,1-1 0,0 1-1,0-1 1,0 1 0,0 0 0,1 0-1,-1 0 1,0 0 0,4-2-1,-5 3 18,1 1 0,-1-1-1,0 1 1,0-1 0,0 1 0,0 0-1,0 0 1,1-1 0,-1 1-1,0 0 1,0 0 0,0 0-1,1 0 1,-1 1 0,0-1-1,0 0 1,0 0 0,0 1-1,1-1 1,-1 1 0,0-1-1,0 1 1,0-1 0,0 1-1,0 0 1,0-1 0,0 1-1,0 0 1,-1 0 0,1 0-1,0 0 1,1 1 0,2 5 106,0-1 0,-1 0 0,1 1 0,-1 0 0,-1-1 0,5 15 0,8 53 745,2 174 1218,-8-68-914,-8-167-1103,1 1 1,0 0-1,1-1 1,0 0-1,7 18 0,-9-28-72,0-1 0,0 1 0,1-1 0,-1 0-1,1 1 1,-1-1 0,1 0 0,0 0 0,0 0-1,0 0 1,0 0 0,0-1 0,0 1 0,1 0-1,-1-1 1,0 0 0,1 1 0,-1-1-1,1 0 1,0-1 0,-1 1 0,1 0 0,0-1-1,-1 1 1,1-1 0,0 0 0,0 0 0,-1 0-1,1 0 1,0 0 0,5-2 0,-3 1-76,1-1 0,0 0 0,-1 0 0,1-1 0,-1 1 0,0-1-1,0 0 1,0-1 0,0 1 0,-1-1 0,1 0 0,-1 0 0,7-9 0,3-5-352,-1-1 0,13-26 0,-17 30 142,10-20-618,-2 0-1,-1-2 0,-1 0 1,-3-1-1,-1 0 1,-1-1-1,-3 0 0,-1 0 1,-2-1-1,-1-44 1,-3 103 2820,1 76 4023,2 6-3676,0-48-1412,19 96 0,-9-95-323,21 58 0,-28-95-437,1-1 0,1 0 1,0 0-1,1-1 0,0 0 1,1 0-1,19 19 0,-25-30-83,1 0-1,-1 0 0,1 0 0,0-1 1,0 1-1,0-1 0,1 0 0,-1-1 1,1 0-1,-1 1 0,1-2 0,0 1 1,0-1-1,0 0 0,0 0 0,0 0 1,0-1-1,0 0 0,0 0 0,0-1 1,0 1-1,0-1 0,0-1 0,0 1 1,-1-1-1,1 0 0,0 0 0,-1-1 1,0 0-1,1 0 0,5-4 0,1-4-75,0 0-1,-1-1 0,0 0 0,-1-1 1,0 0-1,-1 0 0,9-19 1,5-13-713,19-52 0,-28 59-739,-2-1 0,-1-1 1,-2 0-1,-2-1 1,4-79-1,-10 11-4657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5.2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1 11749,'0'31'3567,"0"400"3578,36 112-4386,0 61-1460,-36-587-1345,-1 0 1,0-1 0,-2 1-1,0-1 1,0 0-1,-7 17 1,8-28-36,-1 1-1,1-1 1,-1 0 0,0-1-1,0 1 1,0 0 0,-1-1 0,0 0-1,0 1 1,0-2 0,0 1-1,-1 0 1,1-1 0,-1 0 0,0 0-1,0 0 1,0-1 0,0 1-1,0-1 1,-11 2 0,8-2-47,0 0 0,0-1 0,0 0 0,-1 0 0,1-1 0,0 0 0,-1-1 0,1 0-1,0 0 1,0-1 0,0 0 0,0 0 0,-13-6 0,11 4 19,1-2-1,0 1 1,0-2-1,0 1 1,1-1-1,0 0 1,0-1-1,1 0 1,-10-13-1,3 1-19,2-1 0,0 0 0,1-1 0,2-1 0,0 1-1,1-1 1,1-1 0,-6-41 0,7 24-43,2-1 0,2 0 0,2 1 0,1-1 0,3 0 0,1 1-1,17-65 1,1 39-1904,41-80 0,-47 109 586,37-78-4940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5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422 127 12966,'0'0'4671,"-13"-21"-3558,0 0-706,-2 0 1,-18-21-1,30 40-336,1 0 1,0 0-1,0 0 0,-1 0 1,1 0-1,-1 1 1,0-1-1,1 1 0,-1 0 1,0 0-1,0 0 1,0 0-1,0 1 1,0-1-1,0 1 0,0-1 1,0 1-1,0 0 1,0 0-1,-3 1 0,1 0 62,-1 0 0,1 1 0,0-1 0,0 1-1,0 0 1,0 1 0,1-1 0,-8 6-1,2 0 65,1 0 0,0 1 0,1 0 0,0 0 0,0 0 0,-12 21 0,-33 74 866,32-54-753,2 0 1,2 1 0,3 1 0,2 0 0,2 1-1,3 0 1,-2 78 0,9-126-309,0-2 0,0 1 0,0-1-1,0 0 1,0 1 0,0-1 0,1 1 0,0-1 0,0 0-1,1 4 1,-1-6-4,0 0-1,0 0 0,0 0 0,0-1 1,0 1-1,0 0 0,0-1 0,0 1 1,0-1-1,1 1 0,-1-1 0,0 1 1,0-1-1,1 0 0,-1 0 1,0 1-1,1-1 0,-1 0 0,0 0 1,0 0-1,1-1 0,-1 1 0,0 0 1,1 0-1,0-1 0,5-1-22,0 0 0,0 0 0,0 0 0,-1 0 0,1-1 0,-1-1 0,0 1 0,0-1 0,0 0 0,0 0 0,-1 0 0,1-1 1,-1 0-1,5-7 0,9-10-233,-2-2 1,17-30 0,-22 35-35,72-132-1956,-70 122 1207,-2 0-1,-1-1 1,9-40 0,-18 86 165,0 23 1319,-2-33-372,9 270 2905,-5-237-2794,2-1-1,1 0 0,2 0 1,1-1-1,19 41 1,-25-68-187,0-1 0,1 1 1,1-1-1,-1-1 0,1 1 0,10 9 1,-15-16-113,1 0 0,-1-1 0,1 1 0,0-1 1,0 1-1,-1-1 0,1 0 0,0 0 0,0 0 0,0 0 1,1 0-1,-1 0 0,0 0 0,0-1 0,0 1 1,1-1-1,-1 1 0,0-1 0,1 0 0,-1 0 0,0 0 1,0 0-1,1-1 0,-1 1 0,0 0 0,1-1 0,-1 0 1,0 1-1,0-1 0,0 0 0,0 0 0,0 0 0,0-1 1,2-1-1,28-31-4496,6-10-2604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6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0 415 13910,'0'0'9653,"207"85"-9333,-153-76-288,-7 0 0,-4-9-32,-3 0-768,-10 0-1073,-10-21-2497,-16-7-2369</inkml:trace>
  <inkml:trace contextRef="#ctx0" brushRef="#br0" timeOffset="1">44 0 15047,'0'0'3682,"180"81"-1281,-110-56-1825,0-7-496,-9-9-80,-11-9-784,-17 0-1297,-23-12-2193,-10-24-3954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6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17432,'0'0'3089,"190"57"-1456,-59-45 160,6-12-1105,-14 0-688,-19-12-368,-40-15-2321,-38-3-5235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0.9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19529,'0'0'112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7.9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0 10517,'0'0'6491,"0"31"-5832,0 481 4172,-1-305-3665,3 244-43,-1-435-1135,-2-9-6,1 0 0,1 1 0,-1-1 0,1 0 0,0 0 0,1 0 0,-1 0 0,1 0 0,6 12 0,-8-18-20,1-1 0,-1 1 0,0-1 0,1 1 0,-1-1-1,1 0 1,-1 1 0,1-1 0,-1 0 0,1 1 0,-1-1 0,1 0 0,-1 0-1,1 0 1,-1 1 0,1-1 0,0 0 0,-1 0 0,1 0 0,-1 0 0,1 0-1,-1 0 1,1 0 0,0 0 0,-1 0 0,1 0 0,-1 0 0,1-1 0,-1 1-1,1 0 1,0 0 0,-1 0 0,1-1 0,-1 1 0,1 0 0,-1-1 0,0 1-1,1 0 1,-1-1 0,1 1 0,-1-1 0,0 1 0,1-1 0,-1 1 0,0-1-1,1 1 1,-1-2 0,5-11-851,-1-1 1,0 0-1,-1 0 0,0 0 0,-2 0 0,1-16 1,0-50-5011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8.3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0 105 8932,'0'0'1785,"34"-17"-747,114-54 680,-139 68-1576,1 0 0,0 0 0,0 1 0,0 0 0,0 0 1,0 1-1,0 1 0,0-1 0,0 2 0,1 0 0,-1 0 0,0 0 0,0 1 1,0 1-1,-1 0 0,1 0 0,-1 1 0,13 6 0,-10-2-32,1 0-1,-1 1 0,-1 1 1,0 0-1,0 0 0,-1 1 1,0 0-1,-1 1 0,0 0 1,8 15-1,-11-15 8,0 1 0,0 0 0,-2 0 0,0 1 0,0 0 0,-1-1 0,-1 1-1,0 0 1,-1 0 0,0 0 0,-2 16 0,1-15 10,-1 1 0,0-1 0,-1 1 0,0-1 0,-2 0 0,0 0 0,0 0 1,-1-1-1,-1 1 0,-1-1 0,0 0 0,-11 16 0,-7 7-21,-1-1-1,-3-1 1,0-2 0,-2-1 0,-69 55 0,91-80-124,0 0-1,-1-1 1,0 0 0,0 0 0,0-1 0,-1-1 0,0 0 0,-19 5 0,29-9-13,1 1-1,-1-1 1,0 0 0,0 0 0,0 1-1,0-1 1,0 0 0,0 0-1,0 0 1,0 0 0,0 0 0,0 0-1,0-1 1,0 1 0,0 0 0,1 0-1,-1-1 1,0 1 0,0 0-1,0-1 1,0 1 0,1-1 0,-1 1-1,0-1 1,-1-1 0,2 0-125,-1 0 0,0 0 1,1 0-1,-1 0 0,1 0 1,0 0-1,0 0 0,0 0 1,0-4-1,0 0-179,0 6 335,0-11-1022,0 0 0,1 0 0,3-11 0,0 5-2655,14-30-1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8.6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18 12182,'0'0'9113,"-14"39"-8377,6-18-610,-6 14 84,2 0 0,1 1 1,2 1-1,1-1 1,2 1-1,-2 47 0,7-36 78,0-11 89,1 0 1,6 50-1,-5-82-366,0 0 0,0 0 1,1 0-1,-1 0 0,1 0 0,0-1 1,1 1-1,-1-1 0,1 1 1,-1-1-1,1 0 0,1 0 0,-1 0 1,6 5-1,-6-7-13,0 0 1,0 0-1,0-1 0,0 1 1,0-1-1,1 0 1,-1 1-1,0-1 0,1-1 1,-1 1-1,0 0 0,1-1 1,-1 0-1,1 0 1,-1 0-1,1 0 0,-1 0 1,1-1-1,-1 0 0,1 1 1,4-3-1,-2 0-6,1 1 0,-1-2-1,0 1 1,0-1 0,0 0-1,0 0 1,-1 0-1,0-1 1,10-10 0,0-4-123,21-32 1,-15 18-671,-2-1-1,-1-1 1,18-48 0,-29 63 277,-1 0 0,0-1 0,-2 0 1,0 0-1,-1 0 0,-2 0 0,-1-39 1,-1 53 420,0 1 0,0-1 0,0 0 0,-1 1 0,-1-1 0,1 1-1,-1 0 1,0-1 0,0 1 0,-1 1 0,1-1 0,-1 0 0,-1 1 0,1 0 0,-1 0 0,0 0 0,0 1 0,0-1 0,-1 1 0,0 0 0,1 1 0,-12-5 0,2 1 204,1 2-1,-1 0 1,-1 1-1,1 0 1,0 1-1,-1 1 1,0 0-1,-27 2 1,38 0-8,1 0 1,0 1-1,0-1 0,-1 1 1,1 0-1,0 0 1,0 1-1,0-1 0,0 1 1,0 0-1,0 0 0,1 0 1,-1 0-1,0 1 1,1 0-1,0-1 0,0 1 1,0 1-1,0-1 1,0 0-1,1 1 0,-1-1 1,1 1-1,0 0 0,0-1 1,0 1-1,1 0 1,-1 0-1,1 1 0,0-1 1,-1 7-1,2-10-147,0-1 0,0 1 1,0 0-1,0-1 0,0 1 0,0 0 0,0-1 0,0 1 0,0-1 1,0 1-1,1 0 0,-1-1 0,0 1 0,0-1 0,1 1 1,-1 0-1,0-1 0,1 1 0,-1-1 0,0 1 0,1-1 1,-1 0-1,1 1 0,-1-1 0,1 1 0,-1-1 0,1 0 1,-1 1-1,1-1 0,-1 0 0,1 1 0,0-1 0,-1 0 1,1 0-1,0 0 0,-1 0 0,1 0 0,-1 1 0,1-1 0,0 0 1,-1 0-1,1-1 0,0 1 0,0 0 0,3 0-552,0-1-1,0 0 0,0 0 0,0 0 1,0 0-1,4-3 0,1-1-1502,-1 0-1,0 0 0,10-10 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9.0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248 1 10773,'0'0'9735,"-34"35"-8574,-105 125-78,130-149-1014,1 1-1,0 0 1,1 1 0,1-1 0,0 1 0,0 1 0,1-1-1,1 1 1,0 0 0,1 0 0,1 0 0,0 0 0,0 23 0,1-23-54,0 7 6,1-1 1,2 27 0,-1-39-25,0 0 0,1-1 0,-1 1 1,2-1-1,-1 1 0,1-1 0,0 0 1,1 0-1,4 8 0,0-5-20,1-1 0,0 0 1,0 0-1,1-1 0,0 0 0,0 0 0,1-1 0,0 0 0,0-1 0,1-1 0,14 6 0,14 3-115,0-2-1,45 8 0,-60-15 90,-12-3 26,0 1 0,-1 0 0,18 7 0,-29-10 18,0 1 0,1-1 0,-1 1 1,0 0-1,0 0 0,0 0 0,1-1 1,-1 1-1,0 0 0,0 1 0,0-1 0,0 0 1,-1 0-1,1 0 0,0 0 0,0 1 0,-1-1 1,1 0-1,-1 1 0,1-1 0,-1 1 1,1-1-1,-1 0 0,0 1 0,0-1 0,0 1 1,0-1-1,0 1 0,0-1 0,-1 3 0,1 0 1,-1-1 0,-1 1 0,1-1 0,0 1 0,-1-1 0,0 0 0,1 0 0,-1 0 0,-1 0 0,1 0-1,-5 5 1,-2-1 82,0 1 0,-1-2 0,1 1 0,-1-1 0,-1-1 0,1 0 0,-1 0 0,0-1 0,0-1-1,0 1 1,0-2 0,-1 0 0,1 0 0,-16 0 0,26-2-59,0 0 1,0 0 0,0 0-1,1 0 1,-1 0-1,0 0 1,0 0-1,0 0 1,1 0-1,-1 0 1,0-1-1,0 1 1,1 0 0,-1-1-1,0 1 1,1 0-1,-1-1 1,0 1-1,1-1 1,-1 1-1,0-1 1,1 1-1,-1-1 1,0 0 0,-1-20 51,2 10-73,2-6-57,0 0 1,1 0-1,0 1 1,2-1-1,0 1 1,0-1 0,2 2-1,0-1 1,1 1-1,14-22 1,7-5-131,1 2 1,49-51-1,-72 83 156,1 0 0,1 0 0,-1 1 0,1 0-1,0 1 1,1 0 0,15-7 0,-22 12 32,0-1-1,0 1 1,0 0-1,0 0 1,0 1-1,1-1 1,-1 1 0,0-1-1,1 1 1,-1 0-1,0 0 1,0 0-1,1 1 1,-1-1 0,0 1-1,0 0 1,1 0-1,-1 0 1,0 0-1,0 1 1,0-1-1,0 1 1,-1 0 0,1-1-1,0 1 1,-1 0-1,1 1 1,-1-1-1,0 0 1,3 4 0,2 5 38,0 1 0,0 0 0,-1 0 1,-1 0-1,0 0 0,-1 1 1,5 20-1,-1 7 373,4 53-1,-9 36 608,-1-5-406,-2-124-613,0 1 1,0-1 0,0 0 0,0 1-1,0-1 1,0 1 0,0-1 0,0 1-1,0-1 1,0 1 0,1-1 0,-1 1-1,0-1 1,0 1 0,0-1 0,1 1-1,-1-1 1,0 0 0,0 1 0,1-1-1,-1 1 1,0-1 0,1 1 0,6-8-115,4-21-517,-4-7-1706,-2 0 0,0-43 0,-4-15-7777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9.4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 20954,'0'0'2465,"117"-15"-23083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09.8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141 0 11333,'0'0'5283,"36"199"-2034,-9-73-1056,-7 37-848,-3 29 239,-10 25-655,-7 8-465,0-23 208,-4-40-672,-3-63 0,7-47 0,0-37-272,4-52-1553,6-32 81,-3-24-2178,-7-6-3522</inkml:trace>
  <inkml:trace contextRef="#ctx0" brushRef="#br0" timeOffset="1">0 698 10229,'0'0'10335,"39"16"-8716,132 48-741,-155-59-846,0-1-1,0 0 1,1-2-1,0 0 1,0 0 0,-1-2-1,21-1 1,1-1-47,-12 2-5,-6-1-139,-1 2 0,23 2 0,-37-2 49,0 0 0,0 0 0,1 1 1,-1-1-1,0 1 0,0 0 1,0 1-1,0-1 0,-1 1 0,1 0 1,-1 0-1,6 5 0,-4-1 26,0 0-1,-1 0 1,0 1-1,0 0 1,0 0 0,-1 0-1,0 0 1,-1 1-1,0-1 1,4 19-1,-1 2 115,-2 1-1,1 31 1,-5 142 1822,-2-70 941,3-148-3330,1 0 1,6-27-1,3-19-2285,-6-8-2559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0.2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12710,'0'0'5987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0.5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649 53 9364,'0'0'10333,"-29"-9"-9722,-92-29-104,117 37-479,-1-1 1,1 1-1,0 1 1,-1-1-1,1 0 1,-1 1-1,1 0 0,-1 0 1,1 1-1,0-1 1,-7 2-1,8-1 1,1 0-1,0 1 0,0-1 1,0 0-1,-1 1 0,1 0 1,1-1-1,-1 1 0,0 0 1,0 0-1,-2 3 0,-3 4 81,-7 8 9,1 1 1,1 0 0,1 0-1,0 1 1,2 1 0,0 0-1,-10 33 1,6-7 138,2 1 0,-7 66 0,9 14 336,9 173-1,5-204-308,24 120 0,34 91 393,-19-107-335,-41-183-312,1 12-134,-10-28-113,-5-1 62,1-2 0,0 0 0,0 0 0,0 0 0,1-1 0,-1-1 0,1 0 0,-1 0-1,1-1 1,0 0 0,-8-6 0,-18-15-1601,-42-38 0,-4-10-3523,0-6-3360</inkml:trace>
  <inkml:trace contextRef="#ctx0" brushRef="#br0" timeOffset="1">496 550 14999,'0'0'8564,"173"9"-8212,-136-9-352,-7 0-1857,-16 0-5986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1.8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4274,'0'0'15415,"10"0"-14519,24 6-31,23 3-273,13 0-96,10-9-496,4 0-128,-1 0 128,-16 0-1665,-17 0-1744,-16 0-4499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7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0 400,'0'0'0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8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4482,'53'-42'1601,"-43"24"10903,-10 21-12373,2 61 256,2 0 0,3 0 0,3-1 1,3 0-1,2 0 0,3-2 0,31 73 0,-40-114-240,0 1 0,1-1 0,25 34 0,-31-48-134,0-1-1,1 0 1,0 0 0,0 0-1,0-1 1,0 1 0,1-1-1,0-1 1,0 1 0,0-1-1,0 0 1,0 0 0,1-1-1,-1 0 1,1 0 0,12 2-1,-13-4-14,0 0 0,0 0 0,0 0 0,0 0 0,0-1 1,0 0-1,0 0 0,0-1 0,0 0 0,-1 0 0,1 0 0,-1-1 0,1 0 0,-1 0 0,0 0 0,0 0 0,0-1 0,-1 0 0,7-6 0,4-7-60,-1 0 0,0-2-1,21-37 1,-16 23-499,-2-1-1,-1-1 1,-1 0-1,-2-1 1,-2-1-1,-1 0 1,-2 0-1,-2-1 1,-1 1 0,0-42-1,-5 55-6,1 11 268,0-1 0,-3-20 0,1 32 294,1 0 1,0 0 0,-1-1 0,1 1 0,-1 0 0,1 0-1,-1 0 1,0 0 0,0 0 0,0 0 0,0 0 0,0 0-1,-1 0 1,1 1 0,-1-1 0,1 0 0,-1 1 0,1-1-1,-1 1 1,0 0 0,-2-2 0,4 3 35,-1-1 0,1 1 0,-1 0 0,1 0 0,-1 0 0,1 0 1,0 0-1,-1-1 0,1 1 0,-1 0 0,1 0 0,-1 0 0,1 0 0,-1 0 0,1 0 0,-1 0 0,1 1 0,-1-1 1,1 0-1,0 0 0,-1 0 0,1 0 0,-1 1 0,1-1 0,-1 0 0,1 0 0,0 1 0,-1-1 0,1 0 0,0 1 1,-1-1-1,1 0 0,0 1 0,-1-1 0,1 0 0,0 1 0,0-1 0,0 1 0,-1-1 0,1 0 0,0 1 0,0 0 1,-4 25 278,3-19-90,-13 529 3885,14-399-3886,0-98-183,-1-22-63,1 1-1,0-1 1,1 1 0,5 20-1,-6-36-23,1-1 0,0 1 0,-1 0 0,1 0-1,0 0 1,0 0 0,0-1 0,0 1 0,0 0 0,2 1-1,-3-2-34,1-1 0,-1 1-1,1-1 1,0 1 0,-1-1 0,1 0-1,-1 1 1,1-1 0,0 0-1,-1 0 1,1 1 0,0-1 0,0 0-1,-1 0 1,1 0 0,0 0-1,-1 0 1,1 0 0,0 0-1,1 0 1,-1 0-211,1-1 1,0 0-1,0 0 1,-1 0-1,1 0 0,0 0 1,-1-1-1,1 1 1,-1 0-1,0-1 0,1 1 1,-1-1-1,0 1 0,0-1 1,0 0-1,0 1 1,0-1-1,0 0 0,0 0 1,0-2-1,16-59-9173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8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755 1 12166,'0'0'6253,"-10"26"-5340,-118 291 370,-134 432 815,131-349-1518,-66 152-497,189-527-209,4-15-112,0 0 1,1 0 0,1 0 0,0 0-1,-1 14 1,5-40-1003,1-1 0,1 1 0,8-21 0,-1 4-785,13-61-5357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9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507 68 992,'0'0'16696,"0"-7"-15495,1-2-779,0 6-262,-1 0-1,0 0 1,0 0-1,0 0 1,0 0-1,0 1 0,0-1 1,-1 0-1,0-4 1,0 6-89,0 0 0,1 0 0,-1 1 1,0-1-1,0 0 0,0 0 1,0 0-1,1 0 0,-1 1 1,0-1-1,0 0 0,-1 1 1,1-1-1,0 1 0,0-1 0,0 1 1,0 0-1,0-1 0,0 1 1,-1 0-1,0 0 0,-32-4 214,30 4-148,-15-1-114,-1 1 1,1 0-1,-31 5 1,40-2-19,0-1 0,0 1 0,0 1 0,0 0 0,0 0 0,1 1 0,0 0 0,-11 8 0,1 2 6,0 0 0,2 2 1,0 1-1,0 0 1,2 1-1,0 0 1,2 1-1,0 1 1,1 0-1,1 1 1,1 0-1,1 1 1,-9 34-1,8-14 165,1 0 1,2 1-1,2 0 1,3 0-1,1 0 0,7 68 1,-4-93-51,1 0 1,0-1-1,2 1 0,0-1 1,1 0-1,1 0 0,1-1 1,0 0-1,19 28 0,-20-36-83,0 0 0,0 0-1,1-1 1,0 0-1,1 0 1,0-1 0,0 0-1,0 0 1,1-1-1,0-1 1,0 0 0,1 0-1,-1-1 1,1 0-1,0 0 1,0-2 0,15 3-1,-13-4-32,-1 0 1,1-1-1,-1-1 0,1 0 0,-1-1 0,1 0 1,-1-1-1,0 0 0,0-1 0,0 0 1,-1-1-1,1-1 0,-1 1 0,0-2 0,-1 1 1,1-2-1,9-8 0,-3 1-262,-1-1 0,0-1-1,-1 0 1,-1-1 0,-1-1 0,0 0-1,-1-1 1,13-32 0,-20 41-456,-1 0 0,0 0 0,4-22 0,-5-10-4272,-3 5-4875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19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1 204 16071,'0'0'4538,"3"-30"-4740,10-91-345,-5 79 56,-8 42 464,0-1 0,1 0 1,-1 1-1,1-1 0,-1 0 0,0 1 0,1-1 1,-1 1-1,1-1 0,-1 1 0,1-1 0,0 1 1,-1-1-1,1 1 0,-1-1 0,1 1 0,0 0 1,-1-1-1,1 1 0,0 0 0,1 0 0,-2-1 25,0 1 1,1 0-1,-1 0 0,1 0 0,-1 0 0,0 0 1,1 0-1,-1 0 0,0 0 0,1 1 0,-1-1 1,0 0-1,1 0 0,-1 0 0,0 0 0,1 0 1,-1 0-1,0 1 0,1-1 0,-1 0 0,0 0 1,0 1-1,1-1 0,-1 0 0,0 0 0,0 1 1,0-1-1,1 0 0,-1 1 0,0-1 1,0 0-1,0 0 0,0 1 0,1-1 0,-1 1 1,0-1-1,0 0 0,0 1 0,0-1 0,0 0 1,0 1-1,0 0 0,6 27 142,0 1 0,2 47 0,-5-51 32,17 635 3190,-20-623-3325,0-15-193,-1-5-212,2 0-1,-1 0 1,2 0-1,6 27 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0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12598,'0'0'8927,"34"-8"-8506,4-1-330,1 2-1,0 2 1,0 1 0,1 2 0,-1 1-1,56 7 1,154 33 70,66 10-102,0-23-319,-291-26 141,161-1-1480,-180 0 1396,0 1 0,0 0 0,-1-1 0,1 0 0,0 0 0,-1 0 0,1-1 0,-1 0 1,1 1-1,-1-2 0,0 1 0,6-4 0,-7 4-114,-1-1 1,0 0-1,0 1 1,-1-1-1,1 0 1,-1 0-1,1 0 1,-1 0-1,0 0 1,0 0-1,0 0 1,0 0-1,-1 0 1,1-1-1,-1 1 0,0 0 1,0 0-1,0-4 1,0-40-6685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0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1 6675,'0'0'10677,"17"186"-8548,20-110-288,3-1-1153,0-6-688,-10 0 128,-10 9-272,-20 4 96,0 8-736,-30 0 175,-27-9-655,1-18-161,2-17-528,17-25-1744,17-18-4595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1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474 169 8436,'0'0'11205,"0"-15"-10837,0-47-253,1 59-111,-1 0-1,0-1 1,-1 1 0,1-1 0,0 1-1,-1 0 1,0-1 0,0 1 0,0 0-1,0 0 1,-1 0 0,1-1 0,-1 1-1,0 1 1,0-1 0,0 0 0,0 0-1,0 1 1,0-1 0,-1 1 0,1 0-1,-1 0 1,0 0 0,0 0 0,0 0-1,0 0 1,0 1 0,-5-3 0,-4 1-42,-1 0-1,1 1 1,0 0 0,-1 1 0,-23 1 0,29 0 46,-4 0-10,1 1 0,0 0 0,0 0 0,0 1 0,-1 0 0,2 1 0,-1 0 0,0 1 0,1 0 0,-1 0 0,1 1 0,-15 11 0,13-7-8,0 0-1,1 1 1,0 0 0,0 1 0,1 0 0,1 1 0,0 0-1,-9 18 1,3 0 85,1 1-1,2 1 0,1 0 1,2 0-1,1 1 1,1 0-1,-1 42 0,5-31 290,1-1-1,2 1 1,3 0-1,1 0 0,2-1 1,21 72-1,-21-95-195,1-1 0,1 1 0,0-1-1,2-1 1,0 0 0,25 31 0,-26-38-105,1 0 1,0 0-1,1-1 0,0 0 1,1-1-1,0-1 0,0 0 1,1-1-1,0 0 0,19 6 1,-16-8-54,0 0 1,0-1-1,0-1 1,0-1-1,0 0 1,1-1 0,-1-1-1,0-1 1,1 0-1,-1-1 1,0-1-1,0-1 1,0 0-1,0-2 1,-1 1-1,0-2 1,0 0-1,-1-1 1,24-16-1,-15 7-224,0-2-1,-1 0 0,-1-2 1,29-34-1,-40 40-567,1-1-1,-2-1 1,10-17-1,-15 22-511,0 0 1,0 0-1,-1-1 0,-1 1 1,3-16-1,-3-25-10559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1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492 247 13446,'0'0'4805,"4"-20"-4557,12-63 96,-15 80-295,-1 0 0,1-1-1,-1 1 1,0 0-1,0-1 1,0 1 0,0 0-1,-1-5 1,0 7-33,1 0-1,0 0 1,-1 1 0,1-1 0,-1 0-1,1 0 1,-1 1 0,1-1 0,-1 0-1,0 1 1,1-1 0,-1 1 0,0-1-1,1 1 1,-1-1 0,-1 0 0,-5-3 76,-9-9 42,-1 0 0,0 2 0,-34-18-1,40 24-131,0 1 0,0 0 0,-1 0 0,1 1-1,-1 1 1,0-1 0,-24 0 0,28 3 12,-1 0 0,0 1 0,1 0 1,-1 0-1,-11 4 0,14-3 2,1 0 0,1 1 0,-1-1 0,0 1 0,0 0 0,1 0 0,0 1 0,0-1 0,-8 9 0,-1 4 168,-1 2 0,2 0 0,0 0 0,1 1-1,2 1 1,-1 0 0,-10 38 0,3 0 659,-13 90-1,24-100-175,0 78 0,6-119-625,0-3-16,0 1 1,0 0-1,0 0 1,1-1 0,-1 1-1,1-1 1,2 6-1,-2-9-22,-1 1 0,1-1 0,0 1 0,1-1 0,-1 0 0,0 1 0,0-1 0,0 0 0,1 0 1,-1 0-1,1 0 0,-1 0 0,1 0 0,-1 0 0,1 0 0,0 0 0,-1-1 0,1 1 0,0-1 0,-1 0 0,1 1 0,2-1 0,4 1 0,1 0 0,0-1 1,-1 0-1,1-1 0,-1 0 0,1 0 1,-1 0-1,0-1 0,0-1 1,1 1-1,-1-1 0,-1-1 0,1 0 1,9-5-1,6-6-55,-1-1 1,0-1-1,23-23 0,115-128-2394,-134 136 1220,-2-1 0,-1-1 0,30-60 0,-48 84 876,-1-1-1,0 0 1,2-13 0,-4 16 1272,-5 22-379,-7 33 464,-8 69 1174,5 1-1,4 166 1,9-269-2105,3 77 307,-2-81-353,1 0-1,-1-1 1,2 0-1,-1 1 1,1-1-1,8 16 1,-9-22-21,-1 0 0,1 0 0,0-1 0,-1 1 0,1 0 1,0-1-1,1 0 0,-1 1 0,0-1 0,1 0 0,-1 0 0,1 0 1,0-1-1,0 1 0,-1-1 0,1 1 0,0-1 0,0 0 1,1 0-1,-1 0 0,3 0 0,-2-1-7,-1 0 0,1 0 0,-1-1-1,1 1 1,-1-1 0,0 0 0,1 0 0,-1 0 0,0-1-1,1 1 1,-1-1 0,0 1 0,0-1 0,-1 0 0,1 0-1,0-1 1,0 1 0,-1 0 0,4-6 0,8-11-178,-1-1 1,-2 0 0,0-1 0,14-36-1,-18 39-92,9-18-1637,-2-2 1,15-64 0,-14 11-3801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1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16408,'0'28'3038,"0"-25"-2943,11 252 5130,32 61-2435,-34-249-2456,-3-35-254,-5-26-24,-1-14-192,-3-59-890,-20-106 1,-3-34-1371,25 177 1991,-1 5-107,1-1 1,3-31-1,-1 50 463,0 0 1,1 0-1,-1 0 0,1 1 0,0-1 0,1 0 0,0 1 0,0 0 1,0 0-1,1 0 0,0 0 0,8-10 0,-6 10 96,1 0 1,0 0-1,0 0 0,1 1 0,-1 0 0,1 0 0,0 1 1,1 0-1,-1 0 0,1 1 0,14-3 0,0 1 247,0 2 0,0 1 0,34 1 0,-48 1-273,1 0-1,0 1 0,-1 0 1,1 1-1,0 0 1,-1 1-1,0-1 0,0 2 1,0 0-1,11 5 0,-18-8-200,11 5 294,-2-5-3361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2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6531,'0'0'8332,"0"41"-4573,0-5-3022,7 248 3790,-5-257-4093,2 42 642,3 1-1,25 109 0,-23-158-927,-9-21-147,0 0 1,0 0-1,0-1 1,0 1-1,0 0 1,0-1-1,0 1 1,0 0 0,0 0-1,1-1 1,-1 1-1,0 0 1,0 0-1,0-1 1,0 1-1,1 0 1,-1 0-1,0 0 1,0-1-1,0 1 1,1 0 0,-1 0-1,0 0 1,0 0-1,1-1 1,-1 1-1,0 0 1,0 0-1,1 0 1,-1 0-1,0 0 1,1 0-1,-1 0 1,0 0 0,0 0-1,1 0 1,-1 0-1,0 0 1,1 0-1,-1 0 1,0 0-1,0 0 1,1 0-1,-1 0 1,0 0-1,0 0 1,1 1 0,-1-1-1,0 0 1,0 0-1,1 0 1,-1 0-1,0 1 1,0-1-1,0 0 1,1 0-1,-1 0 1,0 1-1,0-1 1,0 0 0,0 0-1,1 1 1,-1-1-1,0 0 1,0 1-1,0-1 1,7-27-99,-1-2 0,-1 1 0,1-37 0,0 6-444,-2 24 179,33-202-2354,-33 222 2493,0 0 0,1 0 0,1 0 0,0 1 1,13-23-1,-16 32 212,0 0 1,1 0-1,0 1 1,0-1-1,0 1 1,0 0-1,1 0 1,-1 0-1,1 0 1,0 1-1,0 0 1,0 0-1,1 0 1,-1 1-1,1 0 1,0 0-1,7-2 1,0 3 55,0 0 0,-1 0 1,1 1-1,0 1 0,0 0 1,-1 1-1,1 0 0,-1 1 1,1 0-1,-1 1 0,0 1 1,20 10-1,-30-14-116,1 0-188,-1 1 0,1-1-1,-1 0 1,1 0 0,-1-1 0,1 1 0,0 0 0,4 0-1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2.6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 13094,'0'0'6141,"-1"38"-3449,1 130-891,1-146-1515,1 0-1,1 0 0,2-1 1,0 0-1,0 0 0,2 0 1,13 26-1,-19-43-260,4 8 30,1-1 1,0 1-1,0-1 1,1 0-1,0 0 1,1-1-1,11 12 1,-16-19-57,0 0 0,0-1 0,1 1 0,-1-1 0,1 1 0,-1-1 0,1 0 0,0 0 0,0-1 0,0 1 0,0-1-1,0 0 1,0 0 0,0 0 0,0-1 0,0 1 0,1-1 0,-1 0 0,0 0 0,0-1 0,0 1 0,0-1 0,1 0 0,-1 0 0,0 0 0,5-3 0,-2 0-45,1 0 1,-2 0-1,1 0 0,0-1 1,-1-1-1,0 1 0,8-10 1,37-49-740,-28 32-245,-2-2 0,-1 0-1,27-65 1,-37 75-519,-2-2-1,-1 1 1,-1-1 0,-1 0-1,-2 0 1,1-44-1,-6 123 7028,-8 21-2323,0 16-1329,-9 754 4264,20-622-5327,13 463-61,-15-609-790,1-74 70,0 0 0,0 1 1,0-1-1,-1 0 0,1 0 0,0 0 0,-1 1 0,0-1 1,1 0-1,-1 0 0,0 0 0,0 0 0,0 0 1,0 0-1,-3 2 0,3-3-17,-1 0 1,0 0-1,1 0 1,-1-1-1,0 1 1,0-1-1,0 1 1,0-1-1,0 0 0,1 0 1,-1 1-1,0-2 1,0 1-1,0 0 1,0 0-1,-2-1 1,0 1-10,0-1 0,-1 0 0,1 0 0,0 0 0,0-1 0,0 1 0,0-1 1,1 0-1,-1 0 0,0 0 0,1-1 0,-1 1 0,1-1 0,-5-4 0,0-3-94,0 0-1,1 0 0,-12-21 0,8 11 2,1-1 1,1-1-1,1 0 1,1 0-1,1-1 1,-5-28-1,5 2-117,2 1 0,2-51 0,3 69 181,1 0 0,1 0 0,1 1 0,2-1 0,0 1 0,3 0 0,0 1 0,18-37 0,1 10-329,2 1 1,3 2-1,2 1 0,74-83 0,-44 66-1870,3 3 0,111-82 0,-65 66-6236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3.1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13382,'0'0'9882,"14"12"-9124,-5-4-682,1-1 0,0 1 1,1-2-1,0 1 0,0-1 1,0-1-1,0 0 0,1-1 1,0 0-1,0-1 0,0 0 1,17 2-1,32 0-72,0-1-1,0-4 0,0-2 1,0-3-1,-1-3 1,73-18-1,-81 10-272,-32 9-253,-1 1-1,1 1 1,1 1-1,39-3 1,-63 6-199,0 0 0,-1 0 0,1 0 0,0 0 0,0 0 0,0 0 0,-5-3 0,-2-2-2273,-20-8-7824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3.7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10037,'0'0'9572,"7"115"-8580,7 23 225,-4 30-113,-10 13-303,0-13-625,0-29 16,0-43-192,0-42-240,0-30-656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4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2417,'0'0'3570,"21"-39"-3346,-21 36 656,0 0-880,0 0-1969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5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572 925 5106,'-2'-74'1668,"1"70"-1289,1 0-1,0 0 1,0 0 0,1 1 0,-1-1 0,1 0 0,0 0 0,0 0-1,0 0 1,0 1 0,1-1 0,-1 0 0,4-4 0,5-13 749,-8 12-800,0-1 1,-1-1-1,0 1 0,0 0 0,-2-14 1,1 5-229,0 16-87,-1 0-1,0 0 1,1 0-1,-1 0 1,0 0-1,-1 0 1,1 0-1,0 1 1,-1-1-1,0 0 1,0 1-1,0-1 1,0 1-1,0-1 0,0 1 1,0 0-1,-1 0 1,1 0-1,-1 0 1,-4-2-1,-8-4 32,0-1 0,-24-8-1,29 14-38,-30-13 42,-68-18 1,91 29-37,-1 2 0,-1 0 1,1 1-1,0 1 0,0 1 0,-29 3 0,41-2 9,1 0 1,0 1-1,-1 0 0,1 0 0,0 0 1,0 0-1,0 1 0,1 0 0,-1 0 1,1 0-1,-1 0 0,1 1 0,0 0 1,0 0-1,1 0 0,-1 0 0,1 1 0,0-1 1,-5 10-1,-1 6 236,0 0-1,1 1 1,-8 37 0,1 16 904,3 1 1,4-1-1,1 122 1,7-187-1061,-1 9 101,2-1 0,-1 1 0,2-1 0,1 1 0,4 17 1,-6-31-164,1 0 0,0 1 0,0-1 0,0 0 0,0 0 0,0-1 0,1 1 0,0 0 1,-1-1-1,1 1 0,1-1 0,-1 0 0,0 0 0,1 0 0,0-1 0,-1 1 1,1-1-1,0 0 0,0 0 0,1 0 0,-1-1 0,0 1 0,0-1 0,7 1 0,0-1-11,0 0-1,1 0 1,-1-1-1,0-1 1,0 0-1,0 0 1,0-1-1,-1-1 1,1 0-1,0 0 0,-1-1 1,0 0-1,0-1 1,0 0-1,0 0 1,-1-1-1,16-14 1,-4 2-57,0-2 1,-1 0-1,-1-1 0,-1-1 1,28-46-1,-28 38-650,-2-1 0,-1-1 0,-2-1 0,-1 0 0,-2-1 0,-1 0 0,-1 0-1,3-43 1,-7 30-44,-2-1-1,-2 1 0,-3-1 1,-1 1-1,-17-74 0,-12-3 67,17 74 437,3-1 1,-10-80-1,22 81 1485,1 49-1195,1 1-1,-1-1 1,0 1-1,0 0 0,0-1 1,1 1-1,-1-1 1,0 1-1,1 0 0,-1-1 1,0 1-1,1 0 0,-1 0 1,0-1-1,1 1 1,-1 0-1,1 0 0,-1 0 1,0-1-1,1 1 1,-1 0-1,1 0 0,-1 0 1,1 0-1,-1 0 1,0 0-1,1 0 0,-1 0 1,1 0-1,-1 0 0,1 0 1,-1 0-1,1 0 1,-1 0-1,0 0 0,1 1 1,-1-1-1,1 0 1,-1 0-1,1 1 0,21 9 871,-17-5-755,0 1-1,0 0 0,-1 0 0,0 0 1,0 0-1,-1 1 0,1-1 0,-1 1 1,2 9-1,18 72 1058,-23-86-1217,16 85 1113,6 148 0,-19 90-18,-3-211-886,-10 315-394,10-428 144,0-1-1,-1 0 0,1 0 0,0 0 0,0 1 0,0-1 1,0 0-1,0 0 0,0 0 0,0 1 0,0-1 0,0 0 1,0 0-1,0 1 0,0-1 0,0 0 0,0 0 1,0 0-1,0 1 0,0-1 0,0 0 0,0 0 0,0 0 1,0 1-1,0-1 0,0 0 0,1 0 0,-1 0 0,0 1 1,0-1-1,0 0 0,0 0 0,0 0 0,0 0 0,1 0 1,-1 1-1,0-1 0,0 0 0,0 0 0,1 0 0,-1 0 1,0 0-1,0 0 0,0 0 0,1 0 0,-1 0 0,0 1 1,0-1-1,0 0 0,1 0 0,-1 0 0,0 0 0,0 0 1,1 0-1,-1-1 0,0 1 0,0 0 0,10-11-911,5-16-1393,-2-2 0,13-38 0,-25 65 2199,29-83-7734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5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237 145 12118,'0'0'6413,"-3"-24"-5770,1 1-424,0 0 0,-9-27-1,11 48-196,0 1-1,-1 0 1,1-1-1,-1 1 0,0 0 1,1 0-1,-1 0 1,0-1-1,0 1 0,0 0 1,1 0-1,-1 0 0,0 0 1,-1 0-1,1 1 1,0-1-1,0 0 0,0 0 1,0 1-1,-1-1 1,1 1-1,0-1 0,0 1 1,-1-1-1,1 1 1,0 0-1,-1 0 0,1 0 1,-1-1-1,1 1 0,0 1 1,-1-1-1,1 0 1,0 0-1,-3 1 0,-1 0 20,0 1-1,0 0 0,1 0 0,-1 0 0,1 1 0,-1-1 0,-5 6 1,1 0 68,0 1 0,0 0 1,1 1-1,1 0 1,-1 0-1,2 1 0,-1 0 1,-7 18-1,2-1 151,2 0-1,-12 46 1,18-57-209,1-1-1,0 1 1,0 0 0,2 0 0,0 0-1,1 0 1,3 21 0,-2-35-69,0-1 1,0 1 0,0 0 0,0 0-1,1-1 1,-1 1 0,1-1 0,0 1-1,-1-1 1,1 1 0,0-1-1,1 0 1,-1 0 0,0 0 0,1 0-1,-1-1 1,1 1 0,-1 0 0,1-1-1,0 0 1,-1 0 0,1 0 0,0 0-1,0 0 1,0 0 0,0-1 0,4 1-1,8 0-218,1 0 0,-1-1-1,31-4 1,-41 4 139,22-5-388,0 0 0,29-11 1,-32 9 61,0 0 1,1 2 0,27-3 0,-46 8 405,-1-1 1,0 1-1,1 1 0,-1-1 1,0 1-1,1 0 0,-1 0 1,0 0-1,0 1 1,0 0-1,0 0 0,0 0 1,0 1-1,0 0 1,-1-1-1,1 2 0,-1-1 1,0 0-1,0 1 1,0 0-1,-1 0 0,5 6 1,0 3 53,0 1 0,-1-1 0,-1 1 0,0 1 0,-1-1 0,6 28 0,-2-2 379,-3 1-1,-1 0 1,-1 0-1,-3 0 1,-1 0-1,-3 0 1,-8 52-1,-1-36 24,-1-1 0,-3-1-1,-3 0 1,-40 84-1,-28 21 481,72-137-820,0-1 0,-2-1 0,0 0 0,-32 28 0,44-44-82,-1-1 0,0 0 0,0 1 0,0-2 0,-8 5 0,11-7-14,0 0 0,0 0 0,0 0 0,0-1 0,0 1 0,0-1 0,0 1 0,0-1 0,0 0 0,0 0 1,0 0-1,-5-2 0,6 2-4,1 0 1,-1-1-1,1 1 1,0-1-1,-1 1 1,1-1-1,0 0 1,0 1-1,-1-1 1,1 0 0,0 0-1,0 0 1,0 0-1,0 0 1,0 0-1,0 0 1,0 0-1,0 0 1,0-1-1,1 1 1,-1 0-1,-1-3 1,-1-6-18,1 1 0,0-1 0,0 1-1,0-1 1,1-12 0,1-60-241,0 57 149,1-2-22,2 0-1,0 0 0,2 0 1,1 0-1,1 1 1,1 0-1,1 0 0,2 1 1,0 0-1,2 0 0,0 2 1,2 0-1,19-24 1,-8 16-318,1 1 0,1 1 0,1 1 1,2 2-1,1 1 0,0 1 1,2 2-1,54-26 0,31-9-5803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6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0 222 5298,'0'0'4925,"0"-26"-3054,0-85-639,2 59 51,-1 49-1064,-1 0-1,1 1 1,0-1-1,0 0 1,0 1 0,0 0-1,3-5 1,1 0 530,-5 25-371,16 416 2235,-2-81-26,-13-232-1856,9 174 312,-9-293-1038,-1 6 3,1 1 0,0-1 0,1 0 0,3 12 0,-4-19-19,-1 0 1,0 1-1,1-1 1,0 0-1,-1 0 1,1 0 0,0 0-1,-1 0 1,1 0-1,0 0 1,0 0 0,0 0-1,0 0 1,0-1-1,0 1 1,0 0 0,0-1-1,0 1 1,0 0-1,0-1 1,0 0-1,0 1 1,1-1 0,-1 1-1,0-1 1,0 0-1,1 0 1,-1 0 0,0 0-1,0 0 1,1 0-1,-1 0 1,0 0-1,3-1 1,-1 0-132,0-1 1,-1 1-1,1-1 1,0 1-1,0-1 0,-1 0 1,1 0-1,-1 0 0,1 0 1,-1-1-1,0 1 0,0-1 1,0 1-1,0-1 1,-1 0-1,1 0 0,-1 1 1,0-1-1,1 0 0,0-4 1,3-9-1411,-1 0 0,5-25 0,-9 37 1104,9-65-7529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6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87 12966,'0'0'6451,"220"-3"-5347,-116-3-639,3-6 47,3 0-512,-9 3-16,-18 0-80,-19 9-176,-21 0-561,-23 0-415,-13 0-225,-7-6-672,0-3-768,-10-12-1793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7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8180,'0'0'4815,"-1"32"-3065,-5 392 3117,6 509 407,0-933-5278,0 1 0,0-1-1,-1 1 1,1-1 0,0 1-1,0-1 1,0 1 0,0-1 0,0 1-1,0-1 1,0 1 0,0 0 0,0-1-1,0 1 1,1-1 0,-1 1 0,0-1-1,0 1 1,0-1 0,1 1 0,-1-1-1,0 1 1,1-1 0,-1 0 0,0 1-1,1-1 1,-1 1 0,0-1-1,1 0 1,-1 1 0,1-1 0,-1 0-1,1 1 1,-1-1 0,1 0 0,1 0-30,-1-1 1,0 0 0,1 1 0,-1-1 0,0 0 0,0 0-1,0 0 1,0 0 0,0 0 0,0 0 0,0 0 0,0 0-1,0-1 1,1-1 0,9-19-980,-1 0 1,-1 0-1,-1-1 0,-1 0 1,6-38-1,-6 29-907,13-55-5307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7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356 154 544,'0'0'13801,"-9"-17"-12526,-27-52-133,33 65-961,1 0 0,-1 0 0,0 0 0,0 1 0,-1-1 0,1 1 0,-1-1 0,1 1 0,-1 0 0,0 1-1,-6-4 1,-6-5 620,15 10-758,0 0-1,0 0 1,-1 0-1,1 0 1,-1 0-1,1 0 0,-1 0 1,1 0-1,-1 0 1,1 1-1,-1-1 0,0 1 1,0-1-1,1 1 1,-1 0-1,0 0 1,1-1-1,-1 1 0,0 0 1,0 1-1,1-1 1,-1 0-1,0 0 1,0 1-1,1-1 0,-1 1 1,0 0-1,1-1 1,-1 1-1,1 0 1,-1 0-1,1 0 0,-1 0 1,1 0-1,0 0 1,-1 0-1,1 1 1,0-1-1,0 0 0,-2 3 1,-8 18 144,1-1 1,1 2 0,-8 26-1,7-20 69,-91 333 2225,93-322-2177,1 0 0,-3 58 0,9-87-270,1-8-27,0-1 1,0 1 0,-1-1-1,2 1 1,-1-1-1,0 1 1,0-1 0,1 3-1,0-4-7,-1-1-1,1 1 1,-1 0 0,1-1-1,-1 1 1,1-1-1,-1 1 1,1-1-1,-1 1 1,1-1 0,0 0-1,-1 1 1,1-1-1,0 0 1,-1 1-1,1-1 1,0 0 0,-1 0-1,1 0 1,0 0-1,-1 0 1,1 0-1,0 0 1,0 0 0,-1 0-1,1 0 1,0 0-1,-1 0 1,1 0-1,0 0 1,0-1 0,0 1-1,7-3-40,0 0 1,0 0-1,0 0 0,-1-1 1,0 0-1,1-1 0,-2 1 0,1-1 1,0-1-1,-1 1 0,10-12 0,7-11-728,29-43-1,-43 58 400,16-25-1600,-1-2 1,24-52-1,-39 70 758,0-1 0,-1-1 0,-1 0-1,-1 0 1,5-45 0,-10-2 701,-1 62 7121,0 116-3357,2 192 1254,0-262-4272,1-1 0,1 0 0,3 0 0,10 35-1,-15-63-201,1 0 0,0 0-1,1 0 1,-1-1 0,1 1-1,1-1 1,0 0 0,5 7-1,-7-12-33,-1 1 0,1-1 0,0 0-1,0 1 1,0-1 0,0-1-1,0 1 1,1 0 0,-1-1-1,0 0 1,1 0 0,-1 0-1,1 0 1,-1 0 0,1-1 0,0 1-1,-1-1 1,1 0 0,0 0-1,3-1 1,-1 0-77,0-1-1,0 0 1,0 0-1,-1 0 1,1-1 0,-1 0-1,0 0 1,0 0-1,0-1 1,0 1-1,0-1 1,-1 0 0,0-1-1,0 1 1,0-1-1,0 0 1,-1 0-1,6-10 1,0-2-900,0 1 1,-2-1-1,0 0 1,-1-1-1,4-18 1,-1-28-5488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8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 0 9332,'0'0'12120,"-6"3"-10855,0 0-1150,0 1 0,0 0 0,0 0 0,1 1 0,-1 0 0,1 0 0,0 0 0,1 0 0,-1 1 0,1 0 0,0 0 0,-5 11 0,-5 5 111,-17 26 367,-44 95 1,63-115-516,1 0 1,2 0-1,1 1 0,1 0 0,-4 39 1,11-66-79,-1 6 0,0 0-1,1-1 1,0 1-1,2 13 1,-2-19-6,1 0 0,-1-1 0,1 1 1,-1 0-1,1 0 0,0 0 0,0-1 0,0 1 1,0 0-1,0-1 0,0 1 0,0-1 0,1 1 1,-1-1-1,0 0 0,1 1 0,-1-1 0,1 0 1,-1 0-1,1 0 0,0 0 0,0 0 0,-1-1 1,3 2-1,11 0-101,0 1 0,1-2 0,-1 0 0,0-1 0,1-1 0,-1 0 0,22-5-1,-12 0-164,0-2-1,36-16 1,27-8-496,-77 29 715,0 1 0,0-1-1,1 2 1,-1 0 0,1 0 0,14 2-1,-22-1 58,0 1 0,0 0 0,0 0 0,0 0 0,0 0 0,0 1 0,0 0 0,0-1 0,-1 1 0,1 1 0,0-1 0,-1 0 0,0 1 0,0 0 0,0 0 0,0 0 0,0 0 0,0 0 0,-1 0 0,1 1 0,-1 0 0,0-1 0,0 1 0,-1 0 0,1 0-1,-1 0 1,2 5 0,1 12 177,0-1 0,-1 1 0,-1 0 0,-1 26-1,0-40-117,-1 10 118,1 11 148,-1-1 0,-5 35 1,4-55-292,0 0 1,-1 0-1,0 0 1,0 0-1,-1 0 1,1-1-1,-1 1 1,-1-1-1,1 0 1,-1 0-1,0 0 1,-1 0-1,-8 8 1,12-13-38,0 1 0,-1-1 1,1 0-1,0 0 0,-1 0 1,1 0-1,-1 0 0,1 0 0,-1 0 1,0-1-1,1 1 0,-1-1 1,0 1-1,1-1 0,-1 1 1,0-1-1,0 0 0,1 0 1,-1 0-1,-2 0 0,2-1-4,1 0-1,-1 1 1,1-1-1,-1 0 0,1 0 1,0 0-1,-1-1 0,1 1 1,0 0-1,0 0 0,0-1 1,0 1-1,0 0 0,0-1 1,0 1-1,1-1 0,-1 1 1,0-1-1,1 1 0,-1-1 1,1 0-1,-1-2 1,-3-22-177,1-1 0,2 1 1,1-30-1,0 31-57,0-19-577,3 0-1,1 0 1,16-69-1,-14 90 494,1 0 0,1 0 0,1 1 0,1 0 1,0 1-1,2 0 0,1 1 0,18-24 0,-24 37 338,0-1 0,0 2 0,0-1 0,1 1 0,-1 0 0,2 0 0,-1 1 0,0 0 0,10-3 0,-15 6 50,0 1 0,0 0 0,0 0 0,0 0 0,0 1-1,0-1 1,0 1 0,0 0 0,0-1 0,0 1 0,0 1 0,0-1-1,0 0 1,0 1 0,0-1 0,0 1 0,0 0 0,0 0 0,0 0-1,0 1 1,0-1 0,-1 1 0,1-1 0,-1 1 0,1 0 0,-1 0 0,1 0-1,-1 0 1,0 0 0,0 1 0,0-1 0,2 4 0,3 7 249,-1 0 1,0 0 0,-1 1 0,-1-1-1,0 1 1,0 0 0,-1 0-1,0 16 1,4 119 1472,-7-18-2456,0-143-1083,-1 0 0,0 0 0,-1-1 0,-4-18-1,-18-27-9902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8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1 458 11989,'0'0'11478,"70"-67"-25421</inkml:trace>
  <inkml:trace contextRef="#ctx0" brushRef="#br0" timeOffset="1">492 1 15255,'0'0'2065,"10"222"1024,7-35-447,-1 47-1090,-9 37-255,-4-1-353,-3-32-656,7-63-240,6-73-48,1-60-912,9-39-369,-6-6-1408,-7-51-2497,-10-18-9141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9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582 1 10405,'0'0'5221,"-32"31"-4445,11-11-580,-9 8 199,1 2 0,1 1 0,2 1 0,1 1 1,-40 71-1,-216 492 3695,278-591-4066,-5 15 39,0-1-1,1 1 1,1 0 0,-5 32 0,10-51-62,1-1-1,0 1 1,0-1-1,0 1 0,0-1 1,0 1-1,-1-1 0,1 1 1,0-1-1,0 1 1,0 0-1,0-1 0,1 1 1,-1-1-1,0 1 0,0-1 1,0 1-1,0-1 1,0 1-1,1-1 0,-1 1 1,0-1-1,1 1 0,-1-1 1,0 1-1,1-1 1,-1 1-1,0-1 0,1 0 1,-1 1-1,1-1 1,-1 0-1,1 1 0,0-1 1,0 0-3,1 0 0,0 0-1,-1 0 1,1-1 0,-1 1 0,1-1 0,-1 1 0,0-1 0,1 0 0,-1 1 0,0-1 0,3-2 0,6-5-25,0 0 0,0-1 0,-1 0 0,12-15 0,34-50-548,-13 13-1634,38-78 0,-54 86-394,-2-1 0,17-58 0,-13 10-2658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9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204 119 7716,'-9'-11'620,"5"6"-282,-1 0 0,2 0 0,-1 0 0,1-1 0,-5-7 0,8 11-216,-1 1 0,1-1 0,-1 0-1,1 1 1,0-1 0,0 1 0,0-1 0,0 0 0,0 1-1,0-1 1,0 0 0,0 1 0,1-1 0,-1 1-1,0-1 1,1 1 0,0-1 0,-1 1 0,1-1 0,0 1-1,0-1 1,-1 1 0,1 0 0,0-1 0,2-1 0,0 0 211,1 0 1,-1 0-1,0 0 1,1 0-1,0 1 1,4-3 0,-7 4-279,0 1 1,0-1 0,0 1 0,0-1-1,1 1 1,-1-1 0,0 1 0,0 0-1,0 0 1,0 0 0,1 0 0,-1-1-1,0 2 1,0-1 0,1 0 0,-1 0-1,0 0 1,0 0 0,0 1 0,0-1-1,1 1 1,-1-1 0,0 1 0,0-1-1,0 1 1,0 0 0,0-1-1,0 1 1,0 0 0,0 1 0,6 8 154,0 1 0,-2 0 0,1 0 0,-1 1 0,-1-1 0,0 1 0,5 24 0,-2-6 172,88 410 3120,-31 7-1351,-60-415-2092,1 18-4,3 1-1,25 83 0,-31-129-84,-2-4 12,0 0 0,0 1 0,1-1 0,-1 0 0,1 1 0,-1-1 0,1 0 0,-1 0 0,1 0 0,0 0 0,-1 1 0,1-1 0,0 0 0,0 0 0,0 0 0,2 1 0,-3-7-799,1-6-85,-1 0 0,-1 0 0,0 0 0,0 0 0,-1 0 0,0 1 1,-1-1-1,0 1 0,-1 0 0,0 0 0,-1 0 0,-9-15 0,-34-47-11160</inkml:trace>
  <inkml:trace contextRef="#ctx0" brushRef="#br0" timeOffset="1">0 612 14679,'0'0'4850,"197"-66"-2705,-103 30-2129,3 0-16,-7 0-2001,-10 6-4210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29.7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9652,'0'0'5029,"1"29"-3036,0-18-1824,14 210 2384,2 310 1252,-18-446-3534,-8 215 552,3-163-448,5-34-82,1-102-294,0-1-1,0 0 1,0 1-1,0-1 1,0 0-1,0 1 1,0-1-1,0 0 1,0 1 0,0-1-1,0 0 1,0 1-1,0-1 1,0 0-1,0 0 1,0 1-1,1-1 1,-1 0-1,0 1 1,0-1-1,0 0 1,1 0-1,-1 0 1,0 1-1,0-1 1,1 0-1,-1 0 1,0 0-1,0 1 1,1-1-1,-1 0 1,0 0-1,1 0 1,-1 0-1,0 0 1,1 0-1,-1 0 1,0 0-1,1 0 1,-1 0-1,0 0 1,1 0-1,-1 0 1,0 0-1,0 0 1,1 0-1,-1 0 1,0 0-1,1 0 1,13-8-66,-4-3-97,-1 0 1,-1-1-1,0 0 0,0 0 0,11-27 1,-12 25-56,61-138-3348,9-18-4199,-38 100 2041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0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261 0 7075,'0'0'8495,"-29"11"-7356,-6 2-457,-53 29-1,82-38-563,0 0 0,0 0-1,1 1 1,-1-1 0,1 1-1,0 1 1,1-1 0,-1 1-1,1-1 1,0 1 0,-4 8-1,3-1 213,0 0-1,0 0 1,-4 25-1,7-30-196,-4 23 394,1 0 1,1 0-1,2 1 1,1-1-1,1 1 1,8 54-1,-6-79-515,0 1 1,1-1-1,0 0 0,0 0 0,0 0 0,1 0 0,0-1 0,0 1 1,0-1-1,1 0 0,0 0 0,0-1 0,1 0 0,0 1 0,0-2 0,0 1 1,0-1-1,1 0 0,-1 0 0,1-1 0,0 0 0,0 0 0,1 0 1,-1-1-1,0 0 0,1-1 0,0 0 0,-1 0 0,1 0 0,-1-1 1,1 0-1,0-1 0,-1 1 0,1-2 0,0 1 0,-1-1 0,0 0 1,1 0-1,9-6 0,-2 0-441,-2 0 0,1-1 0,-1-1 0,17-16 0,47-53-6051,-63 64 4380,40-43-8494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0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10149,'0'0'7782,"5"43"-6275,0-3-1138,24 286 2130,-23 342 967,-7-414-2602,1-86-90,0-138-686,0-30-88,0 0 1,0 0-1,0 1 0,0-1 1,0 0-1,0 0 0,0 0 1,1 1-1,-1-1 0,0 0 1,0 0-1,0 0 0,0 1 1,0-1-1,0 0 0,0 0 1,0 0-1,0 0 0,1 1 1,-1-1-1,0 0 0,0 0 1,0 0-1,0 0 0,0 0 1,1 1-1,-1-1 0,0 0 1,0 0-1,0 0 0,1 0 1,-1 0-1,0 0 0,0 0 1,0 0-1,1 0 0,-1 0 1,0 0-1,0 0 0,0 0 1,1 0-1,-1 0 0,0 0 1,0 0-1,0 0 0,1 0 1,-1 0-1,2 0-11,0 0 1,0-1-1,0 1 1,-1 0-1,1-1 1,0 1 0,0-1-1,0 0 1,-1 1-1,1-1 1,0 0-1,-1 0 1,1 0-1,-1 0 1,1-1-1,-1 1 1,2-2-1,22-33-166,6-24-971,-3-1-1,41-129 0,-43 108-1656,41-84-1,-57 145 2488,1 1 0,17-24 0,-25 39 306,1 0 0,0 0 0,1 0 0,-1 1 0,1-1 0,0 1 0,0 0 0,0 1 0,1-1 0,-1 1 0,1 0 0,9-4 0,-13 7 48,0-1 0,-1 1 0,1-1 0,0 1 0,0 0 0,0 0 0,0 0 0,0 0 0,0 0 0,0 0-1,0 0 1,-1 1 0,1-1 0,0 1 0,0-1 0,0 1 0,0 0 0,-1 0 0,1-1 0,0 1 0,-1 1 0,1-1 0,-1 0 0,1 0 0,-1 0 0,0 1 0,1-1-1,-1 1 1,0-1 0,0 1 0,0-1 0,0 1 0,0 0 0,0 0 0,0 2 0,6 13 455,0 0 1,-2 1-1,0 0 0,-1 0 1,3 25-1,2 99 1289,-8 234 1157,0-371-2955,-2 0 50,2 1 0,-1-1 0,1 1 0,2 9 1,-3-14-82,1 0 1,-1 0-1,0 0 1,1-1-1,-1 1 0,1 0 1,0 0-1,-1 0 1,1 0-1,0-1 1,-1 1-1,1 0 1,0 0-1,0-1 1,-1 1-1,1-1 1,0 1-1,0-1 1,0 1-1,0-1 1,0 1-1,0-1 1,0 0-1,0 0 1,0 1-1,0-1 1,0 0-1,0 0 1,1 0-1,-1 0-95,0 0-1,0 0 1,0 0-1,0-1 1,-1 1-1,1 0 1,0 0-1,0 0 1,0-1-1,-1 1 1,1 0-1,0-1 1,0 1-1,-1-1 1,1 1-1,0-1 1,-1 1-1,1-1 1,-1 0-1,1 1 1,0-1-1,-1 0 1,0 1-1,1-2 1,6-20-2586,-5 16 1592,5-42-7557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0.8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1 452 6787,'0'0'14903,"53"243"-13719,-43-125 97,-10 5-561,0-9-15,0-26-225,0-34-416,0-27-112,0-24 48,3-18-1969,11-30-2001,-4-19-3153</inkml:trace>
  <inkml:trace contextRef="#ctx0" brushRef="#br0" timeOffset="1">94 1 8836,'0'0'11653,"34"24"-24266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1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97 12742,'0'38'3751,"-3"280"1891,3-71-1933,4-227-3439,-4-19-263,0-1 1,0 1-1,0-1 1,1 1-1,-1-1 0,0 0 1,1 1-1,-1-1 1,0 0-1,1 1 0,-1-1 1,0 0-1,1 1 1,-1-1-1,1 0 0,-1 0 1,0 1-1,1-1 1,-1 0-1,1 0 0,-1 0 1,1 0-1,0 1 1,1-2-1,-1 0 0,1 1 0,0-1 0,-1 0 0,1 1 0,-1-1 1,1 0-1,-1 0 0,0 0 0,1-1 0,-1 1 0,0 0 0,0 0 0,1-1 1,-1 1-1,0-1 0,0 1 0,-1-1 0,1 1 0,1-3 0,11-24-127,-2-1-1,0-1 1,7-34-1,-16 54 51,33-142-1363,-22 85-364,35-104 1,-43 159 1681,0 0 0,0 0 0,2 0-1,-1 1 1,1 0 0,17-19 0,-20 25 198,1 0 0,-1 1 0,1 0 0,1 0-1,-1 1 1,0-1 0,1 1 0,0 0 0,0 0 0,0 1 0,0 0 0,0 0-1,0 0 1,0 1 0,12-1 0,-11 1 125,0 1 1,-1 0-1,1 0 0,0 1 0,0 0 0,0 0 0,6 2 1,-9-2-164,-1 1 1,1-1-1,-1 1 1,0 0-1,1 0 1,-1 1-1,0-1 1,0 1-1,0-1 1,-1 1-1,1 0 1,-1 0-1,3 4 1,1 1-56,0 1 1,-1 0-1,0 0 1,-1 0-1,0 0 1,0 1-1,2 12 1,-2 18-2829,-4-21-1911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1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6403,'0'0'15975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2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489 2 10869,'0'0'8844,"19"1"-7972,57 3-130,-57-3-14,-22-1 139,-132-4-275,-51 0-191,176 5-408,0 0 0,1 0 0,-1 1 0,1 0 0,0 0 0,0 1 0,0 0-1,0 1 1,0 0 0,0 0 0,-13 11 0,11-7-3,2 1 1,-1 0-1,1 0 0,1 1 0,0 0 0,0 0 0,1 1 0,-11 20 1,6-5 23,2 1 0,0 0 0,2 1 0,0-1 0,2 2 0,-4 52 0,7 181 328,5-205-181,3 1 1,2-1 0,3 0-1,2-1 1,3-1 0,2 0-1,2 0 1,3-2 0,36 64-1,-43-92-59,1 1-1,1-2 0,21 23 0,-28-37-74,0 0 1,0 0-1,1-1 0,0-1 1,0 0-1,1 0 1,0-1-1,17 7 0,-14-9-8,0 0 0,0-1-1,0-1 1,0 0-1,0-1 1,1 0-1,-1-1 1,1-1-1,-1-1 1,1 0-1,-1-1 1,0-1 0,1 0-1,-1-1 1,-1 0-1,1-1 1,-1-1-1,1-1 1,-2 0-1,24-16 1,-15 7-320,-1-2-1,-1 0 1,0-2-1,-2 0 1,0-1 0,18-28-1,-23 29-292,-1 0 0,-1-1-1,0 0 1,-2-1 0,-1 0-1,0-1 1,6-35-1,-7-19-6173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2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1 4482,'0'0'17840,"35"14"-17050,112 51-160,-141-62-593,0 0 0,-1 0 0,1 0 0,-1 1 1,0 0-1,0 0 0,0 0 0,-1 1 1,1-1-1,-1 1 0,0 0 0,-1 1 1,1-1-1,-1 1 0,0-1 0,0 1 1,-1 0-1,0 0 0,0 0 0,0 0 1,-1 1-1,0-1 0,1 10 0,0 3-19,0-1 0,-1 1 0,-1 0 0,-1-1 0,-1 1 0,-1 0 0,0-1 0,-1 0 0,-1 0 0,-1 0 0,0 0 0,-1-1 0,-1 0 0,-1-1 0,-12 18 0,-18 25 6,-66 75 0,-56 44-520,139-151 373,20-20-133,10-8 77,-2 0 92,26-7-106,0-2 0,35-15 0,21-7 214,-41 19-7,0 2 1,1 2-1,61-4 1,19 8-1932,-1 8-4676,-32 5-8227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3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21 6307,'0'0'11013,"-6"-5"-9258,-7-8-782,13 13-959,0 0 0,0 0-1,0 0 1,0 0 0,0 0 0,0 0 0,0 0 0,0 0-1,0 0 1,0 0 0,0 0 0,0 0 0,0-1-1,0 1 1,0 0 0,0 0 0,1 0 0,-1 0 0,0 0-1,0 0 1,0 0 0,0 0 0,0 0 0,0 0 0,0 0-1,0 0 1,0 0 0,0 0 0,0 0 0,0 0-1,0-1 1,0 1 0,0 0 0,0 0 0,0 0 0,0 0-1,0 0 1,0 0 0,0 0 0,0 0 0,0 0 0,0 0-1,0 0 1,0 0 0,-1 0 0,46 23 656,12 7-258,2-3 0,0-2 0,2-3 0,116 26 0,-81-31-349,1-3 0,154 1 0,-22-15-786,-217 0 403,0 0 0,0-1 0,-1 0 0,1-1 1,22-6-1,-31 7 70,0 0 1,-1-1 0,1 1-1,0-1 1,-1 1 0,0-1 0,1 0-1,-1 0 1,0 0 0,0 0-1,3-5 1,-3 4-318,0 0 0,-1 0 0,1 0 0,-1 0 0,0-1 0,0 1 0,0 0 0,0-1 0,-1 1 0,0-1 0,1-6 0,-1-30-7653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3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13830,'0'0'1729,"17"165"-464,19-75 816,5 0-977,-11-8-704,-7-1-176,-23-6-128,0-6-80,0-12-16,-27-24-352,-6-18-704,-1-15-977,1 0-2289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4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388 19 6067,'0'0'7147,"-33"-5"-5629,-108-9-61,134 14-1391,1 0-1,0 0 1,0 1 0,0 0 0,0 0 0,0 0-1,0 0 1,0 1 0,0 0 0,0 1 0,1-1-1,-1 1 1,-7 5 0,7-2 33,-1 0-1,1 0 1,0 1-1,1 0 1,-1 0 0,-5 11-1,1-1 141,1 1 0,1 0-1,0 0 1,2 0 0,0 1-1,1 0 1,-4 28 0,2 13 592,0 68 0,7-91-459,0 1-1,3-1 0,1 0 0,2 0 0,11 38 1,-12-58-275,0 0 1,2 0 0,0 0 0,1-1-1,1 0 1,0-1 0,1 0-1,1 0 1,0-1 0,1-1 0,1 0-1,22 19 1,-24-25-85,0 0 0,0 0 1,1-1-1,0 0 0,0-1 0,1-1 0,-1 0 1,1 0-1,0-2 0,0 1 0,0-2 0,1 1 1,-1-2-1,0 0 0,0 0 0,0-2 0,1 1 1,17-6-1,-18 2-238,0-1 1,0 0 0,0-1-1,-1-1 1,0 1-1,-1-2 1,0 0-1,0 0 1,16-20-1,-3 2-1311,-3 0 0,35-57-1,-28 34-3956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4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519 120 13814,'0'0'3498,"0"-15"-3114,0-46 382,0 60-716,0 0 1,0 0 0,1 0-1,-1-1 1,0 1 0,0 0 0,0 0-1,-1 0 1,1-1 0,0 1-1,0 0 1,-1 0 0,1 0-1,-1 0 1,1 0 0,-1 0-1,1 0 1,-1 0 0,1 0-1,-1 0 1,0 0 0,0 0-1,0 0 1,1 0 0,-1 0-1,0 1 1,0-1 0,0 0-1,0 1 1,0-1 0,0 1-1,0-1 1,-1 1 0,1-1-1,0 1 1,0 0 0,0 0-1,0-1 1,-1 1 0,1 0 0,-2 0-1,-3 0 127,-34-5-49,-1 2 1,0 1-1,-47 6 1,86-4-131,-5 0 2,1 1 0,0-1 0,0 2 0,0-1-1,0 1 1,0 0 0,1 0 0,-1 0 0,0 1 0,1 0 0,0 0-1,-7 5 1,5-2 27,0 0 0,1 1 0,-1 0 0,1 0 0,1 0 0,0 1 1,-7 10-1,-1 11 178,1 0 0,1 0 0,-12 53 0,21-74-159,-20 85 573,3 1 1,5 1-1,-4 171 1,18-255-574,-1-1-2,1 1 0,1-1 1,0 1-1,4 15 0,-5-23-38,1-1-1,0 1 1,0-1 0,0 1-1,1-1 1,-1 0-1,1 1 1,-1-1-1,1 0 1,0 0-1,0 0 1,0 0 0,0 0-1,0-1 1,0 1-1,0 0 1,0-1-1,1 0 1,-1 1-1,1-1 1,3 1 0,-1-1-2,0 0 1,0 0 0,0 0-1,0 0 1,0-1 0,0 0-1,0 0 1,0-1 0,0 1 0,0-1-1,0 0 1,0-1 0,0 1-1,6-3 1,1-2-6,-1 1-1,1-2 1,-1 0 0,19-15 0,3-6-164,-2-2 1,53-64 0,41-82-2347,-99 135 1215,-2-2 0,31-75 1,-45 92 681,-2-1 0,0 0 1,-2-1-1,-1 1 0,3-54 1,-7 54 416,-1 12 313,1 1 0,-2 0 0,-2-18 0,3 32-50,0-1 1,0 0 0,0 1-1,0-1 1,0 1 0,0-1-1,0 1 1,-1-1 0,1 0-1,0 1 1,0-1 0,-1 1 0,1-1-1,0 1 1,-1-1 0,1 1-1,0 0 1,-1-1 0,1 1-1,-1-1 1,1 1 0,-1 0 0,1-1-1,-1 1 1,1 0 0,-1 0-1,1-1 1,-1 1 0,0 0-1,1 0 1,-1 0 0,1 0 0,-1 0-1,1 0 1,-1 0 0,0 0-1,1 0 1,-1 0 0,1 0-1,-1 0 1,0 0 0,1 0 0,-1 0-1,1 1 1,-1-1 0,1 0-1,-1 0 1,1 1 0,-1-1-1,1 0 1,-1 1 0,1-1-1,-1 1 1,1-1 0,-1 1 0,-2 3 95,1-1 0,0 1 1,0 0-1,0 0 1,1 0-1,-1 0 1,1 0-1,0 1 1,-1 3-1,-4 46 538,4-40-485,-3 275 2455,6-253-2488,-1-9-27,2 0 0,7 39-1,-7-55-140,1-1 0,0 1-1,1-1 1,0 0 0,1 0-1,0 0 1,0 0 0,12 14-1,-14-21-55,-1 0-1,0-1 1,1 0 0,-1 1-1,1-1 1,0 0-1,-1-1 1,1 1-1,0 0 1,0-1 0,0 1-1,1-1 1,-1 0-1,0 0 1,0 0-1,1-1 1,-1 1 0,0-1-1,1 0 1,-1 0-1,1 0 1,2 0-1,0-1-258,0 0 0,-1-1-1,1 1 1,-1-1 0,0 0 0,0-1-1,1 1 1,-2-1 0,1 0-1,0 0 1,0 0 0,5-6-1,0-2-1407,1 0 0,13-20 0,17-35-6983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5.0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7 172 17320,'-1'45'2526,"-5"321"2287,6-314-4139,9 59-1,-6-90-513,1 1 0,1-1-1,1-1 1,0 1 0,14 27-1,-2-19-71,-17-28-89,-1 0 1,1 0-1,0 0 0,-1-1 1,1 1-1,0 0 0,0-1 1,-1 1-1,1-1 0,0 1 1,0-1-1,0 1 0,0-1 1,0 0-1,0 1 1,0-1-1,0 0 0,0 0 1,0 0-1,0 0 0,0 0 1,0 0-1,0 0 0,0 0 1,-1 0-1,1 0 0,2-1 1,-2 1-7,0-1 0,0 1 1,0-1-1,0 0 0,0 0 1,0 1-1,0-1 0,0 0 1,0 0-1,0 0 0,0 0 1,-1 0-1,1 0 0,0 0 1,-1 0-1,1 0 0,-1-1 1,1 1-1,0-2 0,6-24-112,-1-1 0,-1-1 0,-1 1-1,0-30 1,-4 57 115,8-509-7442,-9 329 5149,1 178 2321,0 1 1,0 0-1,0-1 1,0 1-1,0-1 1,1 1-1,-1 0 1,1 0-1,-1-1 0,1 1 1,0 0-1,0 0 1,0 0-1,0 0 1,1 0-1,-1 0 1,0 0-1,1 0 0,-1 0 1,3-1-1,-2 2 60,0-1 0,1 1-1,-1 1 1,0-1-1,1 0 1,-1 0 0,1 1-1,-1 0 1,1-1 0,-1 1-1,1 0 1,-1 0-1,1 0 1,-1 1 0,1-1-1,-1 1 1,0-1 0,4 2-1,-2-1 41,0 1 0,0-1-1,0 1 1,-1 0 0,1 0 0,0 0 0,-1 1-1,1-1 1,-1 1 0,0 0 0,0 0-1,3 4 1,3 5 67,-1 0 1,9 16-1,-11-17-397,0 0 1,1-1-1,10 12 1,-12-17-3440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5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12870,'0'0'2948,"0"35"-288,1 31-1020,4-1 0,20 107-1,-21-151-1403,133 494 3365,-131-497-3518,12 29 148,-16-44-222,0 0 0,-1 0 0,1 0-1,0 0 1,0 0 0,1 0 0,-1 0-1,1-1 1,-1 1 0,4 1 0,-5-3-10,0-1 1,0 1 0,0-1-1,0 1 1,0-1 0,0 1 0,0-1-1,0 0 1,-1 0 0,1 0-1,0 1 1,0-1 0,0 0 0,0 0-1,0 0 1,0 0 0,0-1-1,0 1 1,0 0 0,0 0 0,0 0-1,0-1 1,1 0 0,0 0-2,0 0 1,-1 0-1,1-1 1,0 1-1,-1-1 1,0 1-1,1-1 1,-1 1-1,0-1 1,0 0-1,0 0 0,2-3 1,4-14-69,0 0 1,-1-1-1,-1 1 0,3-28 1,4-89-1005,-11-7-473,1-9-1007,-1 138 2386,1 0-1,0 1 0,1-1 1,0 1-1,1 0 0,0 0 1,1 0-1,1 0 0,0 1 0,1 0 1,8-12-1,-11 19 242,0 0-1,0 0 1,1 0 0,0 0-1,0 1 1,0-1 0,0 1-1,1 1 1,-1-1 0,1 1-1,0 0 1,0 0 0,1 1-1,-1-1 1,0 1-1,1 1 1,-1-1 0,1 1-1,0 1 1,-1-1 0,1 1-1,0 0 1,-1 0 0,9 2-1,-11-1-21,0 0 0,-1 0 0,1 0 0,-1 0 0,0 1-1,1-1 1,-1 1 0,0 0 0,0 0 0,0 0 0,0 1-1,-1-1 1,1 0 0,0 1 0,2 3 0,2 5 26,0-1 1,0 1-1,4 12 1,15 22-2690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5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 15367,'0'0'2841,"-2"43"-597,-7 150-24,8-146-1507,1-1 1,9 63-1,-4-84-445,0-1-1,1 0 1,2 0 0,20 43 0,-24-58-265,1 0 1,0 0 0,0-1-1,1 0 1,0 0 0,0 0-1,1-1 1,0 0 0,0 0-1,13 9 1,-16-14-58,0 0 1,0 0-1,0 0 0,0 0 0,1-1 0,-1 1 1,1-1-1,-1 0 0,0 0 0,1-1 0,0 0 1,-1 1-1,1-1 0,-1-1 0,1 1 1,-1-1-1,1 0 0,-1 0 0,1 0 0,-1 0 1,0-1-1,0 0 0,0 0 0,1 0 0,3-3 1,2-2-204,-1-1 0,0 0 0,0 0 0,-1-1 0,0 0 1,-1 0-1,0-1 0,8-14 0,1-4-753,-2-1 0,12-32 1,-11 19-1523,-3 0 0,-1 0 0,8-67 0,-15 59 3767,-2 1 4107,-2 145-2048,3 266 2006,25 4-3751,-7-188-1102,-3 191 0,-18-326-479,-1 1 0,-3-1 0,-1 1 0,-15 55 1,16-83-13,-1 0 0,-1-1 0,0 0 0,-1 0 0,-1-1 1,0 1-1,-1-2 0,-1 1 0,0-1 0,0-1 1,-1 0-1,-1 0 0,0-1 0,-22 14 0,25-18 7,-1-2-1,-1 1 0,1-2 1,-1 1-1,0-1 0,0-1 1,0 0-1,-1-1 0,-16 2 1,20-3 2,1-1 1,-1 0 0,0 0-1,0-1 1,1 0 0,-1 0-1,0-1 1,1 0 0,-1 0-1,1-1 1,0 0 0,0 0 0,0-1-1,0 0 1,-7-5 0,7 2 14,-1 0 0,1-1 0,1 0 1,0 0-1,0 0 0,0-1 0,1 0 1,0 0-1,1 0 0,0-1 1,0 0-1,1 1 0,1-1 0,-3-14 1,0-12-40,1-1 0,3-68 0,2 76 42,1 1 1,2-1-1,0 1 0,2 0 0,2 0 0,0 0 0,2 1 0,20-41 0,6 1-42,2 2 0,4 1 0,2 3 0,57-62 0,-49 67-1895,3 3 0,61-47 0,-33 37-4791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6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365 822 6851,'0'0'8079,"-4"-27"-6223,-16-82-386,19 106-1365,1-1-1,-1 1 0,0 0 0,0 0 1,0 0-1,0 0 0,0 0 0,-1 0 0,1 0 1,-1 0-1,0 1 0,0-1 0,-4-4 1,4 6-49,0 0 1,1 1-1,-1-1 0,0 0 1,1 1-1,-1-1 1,0 1-1,0 0 1,0-1-1,1 1 0,-1 0 1,0 0-1,0 0 1,-2 1-1,-6-1 37,5 0-79,1 0 0,0 0 0,0 0 0,0 0 0,0 1 0,-1 0 0,1 0 0,0 0 1,0 0-1,0 1 0,1-1 0,-1 1 0,0 0 0,0 0 0,1 1 0,-1-1 0,-4 5 0,-1 3 14,1-1 1,0 1-1,1 0 0,0 1 0,-6 13 0,-1 6 183,-12 33-1,-2 27 339,4 1 0,4 1 0,-9 101 0,19 39 8,10-228-541,-1 0 1,1-1-1,0 1 0,1 0 1,-1 0-1,1 0 0,-1-1 0,1 1 1,0 0-1,3 6 0,-2-9-11,-1 0 0,1 0 0,-1 0 0,1 0 0,0 0 0,0 0 0,-1 0 0,1 0-1,0-1 1,0 1 0,0-1 0,0 1 0,0-1 0,0 0 0,0 0 0,0 1 0,-1-2 0,1 1 0,3 0 0,3-1 6,-1 0 1,0 0 0,0 0 0,0-1-1,0 0 1,0 0 0,-1-1 0,1 0-1,-1 0 1,1-1 0,-1 1-1,0-1 1,0-1 0,-1 1 0,1-1-1,-1 0 1,5-6 0,9-12-22,0-1 0,27-47 0,-39 59-6,59-99-1540,-6-2 0,-5-2 0,42-127 0,-80 187 851,-4 0 1,-1-1 0,-3 0-1,-3-1 1,-2 1 0,-3-1 0,-5-60-1,2 98 914,0-1 0,-2 1-1,0 0 1,-1 0 0,0 1-1,-2-1 1,0 1 0,-1 0 0,-1 1-1,-1 0 1,0 1 0,-25-31-1,31 44-105,1-1-1,-1 1 1,1-1-1,-1 1 1,0 0-1,-1 1 0,1-1 1,0 1-1,-1 0 1,1 0-1,-1 0 0,0 1 1,-5-2-1,7 2-44,0 1-1,-1 0 0,1 0 1,0 0-1,0 0 0,0 0 1,-1 0-1,1 1 1,0 0-1,0 0 0,0 0 1,0 0-1,0 0 0,0 0 1,0 1-1,1-1 1,-1 1-1,0 0 0,1 0 1,-1 0-1,1 0 0,-4 4 1,-1 4 149,0-1 1,1 1-1,-1 1 0,2-1 1,-7 18-1,1 2 346,-8 32 0,11-19-40,1-1 1,1 2-1,3-1 0,3 52 1,0-77-423,0 0 0,2 1 0,0-1 1,1 0-1,1 0 0,1-1 1,0 1-1,2-1 0,-1 0 0,2-1 1,0 1-1,2-2 0,17 26 1,-6-16-85,0-1 0,2-1 1,1-1-1,0-1 0,2-1 0,35 21 1,-14-15-163,0-1 0,101 35 0,-124-52 30,-8-3 11,-1 0 1,29 15 0,-40-18 71,0 1 0,-1-1 0,1 1 1,-1-1-1,1 1 0,-1 0 0,0 1 0,0-1 1,-1 0-1,1 1 0,-1 0 0,1-1 1,-1 1-1,0 0 0,2 6 0,-1 5 13,-1 0 0,0-1 1,-1 1-1,-1 0 0,-1 20 0,0-13 10,0-2 16,-2 0 0,0 0 0,-1 0 0,-1-1 0,0 1 0,-2-1 0,-14 29 0,0-9 6,-1 0-1,-37 47 1,42-65-75,17-21 63,0 1 0,0-1 0,0 0 0,0 0 0,0 0 0,0 0 1,-1 0-1,1 1 0,0-1 0,0 0 0,0 0 0,0 0 0,0 0 0,0 0 0,0 0 0,-1 0 0,1 0 0,0 0 0,0 1 0,0-1 0,0 0 1,-1 0-1,1 0 0,0 0 0,0 0 0,0 0 0,0 0 0,0 0 0,-1 0 0,1 0 0,0 0 0,0 0 0,0 0 0,0 0 0,-1 0 0,1 0 1,0 0-1,0 0 0,0-1 0,0 1 0,0 0 0,-1 0 0,1 0 0,0 0 0,0 0 0,0 0 0,0 0 0,0 0 0,0-1 0,-1 1 0,1 0 1,0 0-1,0 0 0,0 0 0,0 0 0,0-1 0,0 1 0,0 0 0,0 0 0,0 0 0,0 0 0,0-1 0,0 1 0,0 0 0,0 0 0,-1-32-2650,1-34-3139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7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6659,'0'0'12502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7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551 43 10069,'0'0'6021,"-30"-8"-5013,-100-22 94,121 28-931,0 1 0,0 0 1,0 0-1,1 1 0,-1 0 0,0 1 0,0 0 0,0 0 0,1 1 0,-1 0 0,1 1 0,-1 0 0,1 0 0,0 0 0,0 1 0,0 1 1,1-1-1,-14 12 0,6-3 82,1 2 1,0-1 0,2 2 0,0 0-1,0 1 1,-11 23 0,4-5 155,1 1 1,2 1-1,-20 70 1,29-77-205,0 0 0,2 0 0,2 0 0,0 0 0,3 48 0,0-76-200,0 1 0,0-1 0,0 1 1,0-1-1,1 1 0,-1-1 0,1 1 1,0-1-1,-1 0 0,1 1 0,0-1 1,0 0-1,0 0 0,1 0 0,-1 0 1,0 0-1,1 0 0,0 0 0,-1 0 1,1 0-1,2 1 0,0-2-9,0 1 0,0-1 0,1 0-1,-1 0 1,0-1 0,0 1 0,1-1 0,-1 0-1,0 0 1,7-1 0,0 0-12,0-1 0,-1 0 0,1-1 0,-1 0 0,1 0 0,-1-1 0,0 0 0,-1-1 0,1 0 0,-1-1 0,0 0 0,16-13 0,2-7-277,-1 0 0,32-43 0,-52 62 203,29-38-1073,-1-1 0,-3-1 0,-2-2 0,27-61-1,-55 108 1111,21-56-1458,-20 53 1409,-1 1 1,0-1-1,0 0 0,-1 0 0,1 1 1,-1-1-1,0 0 0,0 0 0,-1 0 0,-1-5 1,1 9 384,-4 7 167,-4 9-68,1 1 0,1 0-1,1 0 1,0 0-1,1 1 1,1 0 0,0 0-1,-1 19 1,-1 25 487,3 62 0,2-79-701,0-18-117,1 1 0,1-1-1,8 47 1,-8-68-71,1 0-1,0 0 1,0-1-1,0 1 1,0-1-1,1 1 1,0-1-1,0 0 1,0 0-1,0 0 1,0 0 0,1 0-1,7 5 1,-8-7-49,-1-1 0,1 1 0,0 0 0,0-1 0,0 0 0,0 0 0,0 0 0,0 0 0,0 0 0,1 0 0,-1-1 0,0 1 0,0-1 0,1 0 0,-1 0 0,0-1 0,0 1 0,1-1 0,-1 1 0,0-1 0,0 0 0,4-2 0,-1 0-210,0 0-1,0-1 0,0 0 1,-1 0-1,0-1 1,1 1-1,-2-1 0,7-7 1,33-49-3508,-39 53 3170,51-79-7432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7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9076,'0'0'11032,"4"15"-10226,11 53 348,75 383 2067,-44 309-1983,-43-652-1174,-2-74-59,0 19-6,14 95 0,-15-143-6,1-1 0,0 0-1,0 1 1,1-1 0,-1 0 0,1 0 0,2 4 0,-3-7 3,-1-1-1,0 0 1,0 1-1,1-1 1,-1 0 0,0 1-1,1-1 1,-1 0-1,0 0 1,1 1-1,-1-1 1,0 0-1,1 0 1,-1 0-1,1 1 1,-1-1-1,0 0 1,1 0-1,-1 0 1,1 0-1,-1 0 1,0 0-1,1 0 1,-1 0-1,1 0 1,-1 0-1,1 0 1,-1 0-1,0 0 1,1 0-1,-1-1 1,1 1-1,-1 0 1,0 0-1,1 0 1,-1 0-1,0-1 1,1 1-1,-1 0 1,0-1-1,1 1 1,-1 0-1,0 0 1,1-1-1,-1 1 1,0 0-1,0-1 1,0 1-1,1-1 1,-1 1-1,0-1 1,13-27-328,-3-12-185,-1-1 0,-2-1-1,1-49 1,-2-132-3190,-7 180 2969,4-91-3085,-2 112 2884,2 1-1,1-1 1,12-41-1,-14 56 882,1 0 1,0 1-1,0-1 0,1 0 0,0 1 0,0 0 0,0 0 0,1 0 0,0 1 0,0-1 0,0 1 0,13-9 0,-13 11 224,0 0-1,0 1 1,0-1 0,1 1-1,-1 0 1,1 0 0,0 1-1,-1 0 1,1 0-1,0 0 1,0 1 0,0 0-1,0 0 1,0 0-1,-1 1 1,12 2 0,-11-1 128,0 0 1,0 1 0,0-1 0,-1 2-1,1-1 1,-1 1 0,1-1-1,-1 1 1,-1 1 0,1-1 0,0 1-1,-1 0 1,0 0 0,0 0 0,-1 1-1,1-1 1,4 12 0,1 3 179,0 1 1,-2 0 0,0 0-1,4 23 1,-6-7-12,-1 1 1,-1 64-1,-3-84-375,-1 0 1,-1 0-1,-1 0 1,0 0-1,-1 0 1,-1-1-1,-11 28 1,10-33-121,0-1 1,0 0-1,-1 0 1,-1 0 0,1-1-1,-2 0 1,0 0-1,0-1 1,0 0 0,-1-1-1,-18 12 1,20-15-177,0-1-1,-1 0 1,1 0 0,-1-1 0,1 0 0,-1-1 0,0 0 0,-9 1 0,13-2-100,0 0 1,0-1-1,1 0 1,-1 0 0,0-1-1,1 1 1,-1-1-1,1 0 1,-1 0 0,0-1-1,1 1 1,0-1 0,-1 0-1,1 0 1,0-1-1,0 1 1,-7-6 0,4-1-1011,0 1 0,1-2 1,-1 1-1,-8-20 1,15 29 1272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8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523 163 14231,'0'0'5853,"-4"-20"-5482,-9-61-209,7 55 1025,6 26-1181,0-1 1,0 1-1,0 0 0,0 0 1,0 0-1,-1 0 0,1-1 0,0 1 1,0 0-1,0 0 0,0 0 0,0 0 1,0 0-1,0 0 0,0 0 1,-1-1-1,1 1 0,0 0 0,0 0 1,0 0-1,0 0 0,0 0 1,-1 0-1,1 0 0,0 0 0,0 0 1,0 0-1,0 0 0,0 0 0,-1 0 1,1 0-1,0 0 0,0 0 1,0 0-1,0 0 0,-1 0 0,1 0 1,0 0-1,0 0 0,0 0 0,0 0 1,-1 0-1,-4 1 106,-41-17 512,39 13-598,0 0 0,-1 0 0,0 1 0,0 0 0,1 0 0,-16 0 0,8 2-9,6-1-15,-1 1 0,1 1 0,-18 3 0,23-3 4,0 0 1,-1 1 0,1-1-1,1 1 1,-1 0-1,0 1 1,0-1 0,1 1-1,-1-1 1,1 1-1,-5 6 1,-7 8 119,2 0 1,0 1-1,1 0 0,-16 35 1,-30 87 634,-16 85 503,62-176-872,1 0 0,-6 84 1,16-122-331,1-8-49,-1 0 1,1 0-1,0 1 1,0-1 0,0 0-1,1 0 1,0 4-1,-1-6-7,1 0-1,-1-1 0,1 1 1,-1 0-1,1 0 0,-1-1 1,1 1-1,-1 0 1,1-1-1,0 1 0,-1-1 1,1 1-1,0 0 0,0-1 1,-1 0-1,1 1 0,0-1 1,0 1-1,0-1 0,0 0 1,0 0-1,-1 0 0,1 1 1,0-1-1,0 0 0,0 0 1,0 0-1,0 0 0,0 0 1,1-1-1,4 1 4,0-1 1,0 0-1,0 0 1,-1-1-1,1 0 0,0 0 1,-1 0-1,1-1 1,-1 0-1,10-6 1,0-2-29,0-2 0,20-19 1,10-15-574,-1-1 1,-2-3 0,-3-1-1,-2-2 1,45-88 0,-74 126 365,0-1 1,-2 1 0,0-1-1,-1 0 1,-1 0 0,0 0 0,-2-1-1,2-33 1,-4 69 1612,-6 34 0,0 6-885,4 391 2179,4-410-2526,8 43-1,-8-67-123,2-1-1,0 0 1,0 0 0,1-1 0,14 27 0,-17-36-39,1 1-1,0-1 1,0 0-1,1 1 1,-1-1 0,1-1-1,0 1 1,0-1-1,0 1 1,0-1 0,1 0-1,-1-1 1,1 1 0,0-1-1,0 0 1,0 0-1,0 0 1,0-1 0,0 1-1,0-1 1,0-1-1,1 1 1,-1-1 0,0 0-1,1 0 1,-1 0 0,0-1-1,0 0 1,1 0-1,-1 0 1,0-1 0,0 0-1,0 1 1,7-6-1,-3 1-70,0 0-1,-1-1 1,0 0-1,-1 0 0,13-16 1,33-50-694,-43 58 596,15-22-650,-3-1 0,0-1-1,29-80 1,-39 84-727,-2-1 0,-1 0 0,-2 0 0,5-75-1,-10 12-3558,-2 67 5561,0 24 4820,8 285 1573,-4 145-3856,0-401-3007,-1-19-421,1-12-834,-1-78-5332,-3 87 6495,0-58-7586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8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18440,'0'0'2674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9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1 214 13862,'145'-178'2193,"-117"142"-160,-27 39-515,1 12-1179,0 0-1,-1 0 0,-2 30 1,0-2 20,1 27 156,-15 474 2174,1-389-2190,-14 259 827,28-408-1306,0-3-13,0 0-1,0-1 1,0 1-1,0 0 1,0 0-1,1 0 0,-1-1 1,2 5-1,-1-7-6,-1 1 0,1-1 0,0 1 0,-1-1 0,1 1 0,-1-1 0,1 0-1,0 1 1,-1-1 0,1 0 0,0 0 0,0 1 0,-1-1 0,1 0 0,0 0 0,0 0-1,-1 0 1,1 0 0,0 0 0,0 0 0,-1 0 0,1 0 0,0 0 0,0 0 0,-1 0-1,1-1 1,0 1 0,0 0 0,-1-1 0,1 1 0,0 0 0,0-2 0,4 0-1,1 0 1,-2-1-1,1 0 1,0 0-1,0-1 1,-1 1-1,0-1 1,0 0-1,6-7 1,31-48-210,-36 50 145,150-265-3472,-18-12-6477,-128 265 9229,4-5-344,10-35 1,-21 52 2150,0 0 0,0 0 0,0 0 0,-3-17 4121,-4 32-4570,4-5-289,-15 20 342,0 0 1,2 2-1,1 0 0,-18 43 0,-33 110 728,50-128-796,-11 75 1,21-94-415,1-1 1,2 0 0,1 1 0,4 30 0,-4-57-152,0 0 0,1-1 0,-1 1 0,1 0 0,-1-1 0,1 1-1,0-1 1,0 1 0,-1-1 0,1 1 0,0-1 0,0 0 0,0 0 0,1 1 0,-1-1 0,0 0 0,0 0 0,1 0 0,-1 0 0,1 0 0,-1 0-1,1-1 1,-1 1 0,1 0 0,-1-1 0,1 1 0,0-1 0,-1 0 0,1 1 0,-1-1 0,4 0 0,2 0-52,0 0 0,-1 0 0,1-1 1,-1 0-1,1 0 0,-1-1 0,9-2 1,5-6-294,-1 0 0,0-1 0,-1-1 1,20-16-1,-17 12-360,48-37-3821,-7 4-3854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39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474 154 10117,'0'0'6992,"-11"-17"-6768,-38-55-136,45 67-50,1 1-1,-1 0 0,0 0 0,0 1 1,0-1-1,0 1 0,-1 0 1,1 0-1,-1 0 0,0 1 0,0 0 1,0-1-1,0 2 0,0-1 0,-9-1 1,4 0 56,-7-1 320,0 1-1,0 1 1,0 0-1,-19 1 1,33 1-366,1 0-1,-1 1 1,0-1-1,0 1 1,0 0 0,1 0-1,-1 0 1,0 0-1,1 0 1,-1 1 0,1-1-1,-1 1 1,1-1-1,0 1 1,-1 0 0,1 0-1,0 0 1,-2 3-1,-3 4 129,0 1 1,1 0-1,-6 11 0,11-18-147,-20 39 433,2 1 0,1 0 0,3 2 1,-16 75-1,19-55 79,3 1 1,0 109-1,8-150-465,0-14-40,1-1-1,0 1 0,1 0 1,3 20-1,-3-29-33,0 1 0,-1-1 0,1 0-1,0 0 1,0 0 0,0 0 0,1 0 0,-1 0 0,0 0-1,1 0 1,-1 0 0,1-1 0,0 1 0,-1 0 0,1-1-1,0 0 1,0 1 0,0-1 0,0 0 0,0 0-1,0 0 1,1 0 0,-1 0 0,0-1 0,0 1 0,1-1-1,2 1 1,0-1-13,0 0-1,1 0 1,-1 0-1,0-1 1,0 0-1,1 0 1,-1 0 0,0-1-1,0 1 1,0-1-1,-1-1 1,1 1-1,0-1 1,-1 1-1,1-1 1,-1 0-1,7-8 1,6-5-267,-1-2 0,25-34 1,-29 35 12,-5 9 193,38-53-2724,54-90-1,-89 131 2182,0 0 0,0 0-1,-2-1 1,-1 0-1,0 0 1,-2-1-1,0 0 1,-2 0-1,2-32 1,-5 50 2915,0 11 162,-13 249 2076,-1 6-3489,14-261-1167,0 0-1,0 1 1,0-1 0,0 0 0,0 0 0,0 0 0,0 0 0,0 1-1,0-1 1,1 0 0,-1 0 0,0 0 0,1 0 0,-1 0 0,1 0 0,-1 0-1,1 0 1,1 2 0,-1-3-24,0 0-1,-1-1 1,1 1 0,0 0-1,0 0 1,0 0 0,0-1-1,-1 1 1,1 0 0,0-1-1,0 1 1,-1-1-1,1 1 1,0-1 0,-1 1-1,1-1 1,0 0 0,-1 1-1,1-1 1,-1 0 0,1 1-1,-1-1 1,1-1-1,20-34-4384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40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16552,'-1'29'2721,"-1"5"-2111,-1 45 1219,6 84 0,34 70 526,17-4-1087,-51-216-1204,11 44 274,2-1 0,30 68 0,-45-122-327,4 10 50,1-1 1,0 0-1,8 11 0,-12-19-65,-1-1 1,1 0-1,0 0 0,0 0 0,0 0 0,0 0 0,0-1 0,0 1 1,1-1-1,-1 1 0,1-1 0,-1 0 0,1 0 0,-1 0 0,1 0 0,-1 0 1,1-1-1,0 1 0,4 0 0,-7-1-17,1 0 0,0 0 0,-1 0 0,1 0 1,-1 0-1,1-1 0,0 1 0,-1 0 0,1 0 0,-1 0 0,1-1 0,-1 1 1,1 0-1,-1 0 0,1-1 0,-1 1 0,1 0 0,-1-1 0,1 1 0,-1-1 1,0 1-1,1-1 0,-1 1 0,1-1 0,-1 1 0,0-1 0,1 0 0,2-18-239,-3 13 153,3-32-721,-3-39 1,0 65 608,-1 0 0,-1-1 1,0 1-1,-1 0 0,0 0 1,-1 0-1,-7-14 0,-20-32-1630,-7-12-4193,21 31-751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40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0 256 12806,'0'0'7038,"21"-23"-6691,0 0-323,1-3-30,0 2 0,2 1 0,1 0 0,35-23 0,-48 37-29,2 1-1,-1 0 1,1 1-1,0 1 1,1 0-1,-1 1 1,1 0-1,0 1 1,1 1-1,-1 0 1,0 1-1,25 0 1,-35 2 47,1 0 0,-1 1 1,0-1-1,1 1 0,-1 0 1,0 0-1,1 0 0,-1 1 1,0 0-1,9 4 0,-9-2 28,-1 0-1,1-1 0,-1 1 1,0 1-1,0-1 0,0 0 1,-1 1-1,0 0 0,0 0 1,3 7-1,4 8 150,-1 0 1,-2 1-1,0 0 1,-1 1-1,-1 0 1,-1 0-1,1 22 1,-1 162 1546,-5-126-1184,-12 199 833,18-349-7841,10 8-3189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3:41.0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18681,'0'0'4081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09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208 168 10613,'0'0'7107,"13"38"-5877,46 126-99,-49-137-787,0-1-1,2 0 1,25 41-1,-33-60-268,2 0 0,-1-1 0,0 1-1,1-1 1,1 0 0,-1-1 0,1 0 0,8 6 0,-13-10-71,0 0 1,0 0-1,0 0 1,0 0-1,0 0 1,0 0 0,0 0-1,0-1 1,1 1-1,-1-1 1,0 1-1,1-1 1,-1 0-1,0 0 1,0 0 0,1 0-1,-1-1 1,0 1-1,1-1 1,-1 1-1,0-1 1,0 0 0,0 0-1,0 1 1,0-2-1,0 1 1,0 0-1,0 0 1,0-1-1,0 1 1,0-1 0,-1 1-1,1-1 1,-1 0-1,2-2 1,4-6-154,-1-1 0,0-1-1,-1 1 1,0-1 0,0 0 0,-2 0 0,1-1 0,-2 1 0,2-13-1,-1 0-297,-2 1 0,0-1 0,-1 1 0,-4-26 0,1 37 371,0 1 1,0 0-1,-1-1 1,-1 1-1,0 0 1,0 1 0,-1-1-1,-1 1 1,-13-18-1,8 14 86,-2 0 1,1 1-1,-2 0 0,1 1 0,-29-19 0,32 25 25,1 1-1,-1 1 1,-1 0-1,1 0 1,-22-5 0,27 8-21,1 1 1,-1 0 0,0 0 0,0 1 0,0-1-1,-1 1 1,1 1 0,0-1 0,0 1 0,1 0-1,-1 0 1,0 1 0,0 0 0,-6 2 0,6 0 7,0 1 0,0-1 1,0 1-1,1 0 0,-1 0 1,1 0-1,0 1 0,1 0 0,-1 0 1,1 0-1,-5 11 0,-3 8 68,1 1-1,-8 27 1,2 4 184,3 1-1,3 1 1,-7 89 0,10 181 1053,8-316-1273,7 213 1008,-3-192-872,0-1 0,3 0 0,0-1 0,19 49-1,-20-65-93,2 0 0,0 0 0,0 0-1,2-1 1,16 21 0,-20-29-56,0 0 0,1-1 0,0 0 1,0 0-1,1 0 0,-1-1 0,1 0 0,0-1 0,1 0 1,-1 0-1,17 5 0,-11-6-39,-1 0 0,1-1 1,0 0-1,0-1 0,0-1 0,0 0 0,1-1 1,-1-1-1,-1 0 0,1 0 0,20-8 1,-15 4-45,-1-2 0,0 0 1,0-2-1,0 0 1,-1 0-1,-1-2 1,22-19-1,-5 0-481,-1-1 1,45-59-1,-58 65-624,-2 0 0,-1-1 1,0 0-1,17-48 0,-26 52-1942,9-42-1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0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9588,'0'0'12246,"13"0"-12742,-13 6-2962,0 12-496,0 12-3425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1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61 112,'0'0'19225,"3"-61"-21370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2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1 734 13846,'0'0'6785,"19"-36"-6596,61-124-589,-61 122-630,-3-2 0,-1 0 1,-2 0-1,15-85 0,-20 54 1389,-2-112 0,-7 219-70,3 1 0,1-1 0,2 0 0,8 36 1,12-18-8,-16-10-109,-2-1-1,-2 2 0,-2-1 0,-4 61 0,1-52 112,0 28 178,-3 291 1305,-20-5-800,9-151-839,14-205-71,0-24-107,0-1-106,0-99-3115,0 35-1918,0 3-3682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2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47 4178,'0'0'11827,"-1"-7"-11336,-2-21-139,2 27-333,1 0 1,-1 0-1,1 1 1,-1-1-1,1 0 1,-1 1-1,1-1 1,-1 1-1,1-1 1,-1 1-1,0-1 1,1 1-1,-1-1 1,0 1-1,0-1 1,1 1-1,-1 0 0,0 0 1,0-1-1,0 1 1,1 0-1,-1 0 1,0 0-1,0 0 1,-1 0-1,-24 0 364,18 1-296,4-1-71,1-1 0,0 1 1,-1 0-1,1 0 0,0 1 0,-1-1 0,1 1 0,0-1 0,0 1 0,-1 0 1,1 0-1,0 1 0,0-1 0,0 0 0,0 1 0,0 0 0,1 0 0,-1 0 1,0 0-1,1 0 0,-4 4 0,-6 9 36,0 0-1,1 0 1,1 1-1,0 1 1,1 0-1,1 0 1,0 1-1,-4 18 1,-3 17 307,-13 86 0,11 4 928,3 239 0,14-361-1177,0 43 500,10 90 1,-7-135-455,1 0 0,0-1 0,1 1 0,1-1 1,1 0-1,1 0 0,0-1 0,1 0 0,13 18 0,-17-28-96,1 0-1,0 0 0,1-1 1,0 0-1,0 0 0,0 0 1,0-1-1,1 0 1,0-1-1,0 1 0,0-2 1,1 1-1,-1-1 0,1 0 1,0-1-1,0 0 0,0-1 1,17 2-1,-12-3-38,0 0 0,0-1 1,0-1-1,-1 0 0,1-1 0,0-1 0,-1 0 1,0 0-1,0-1 0,0-1 0,21-13 0,-7 0-84,0-1 0,-1-1 0,0-2 0,-2-1-1,-1 0 1,-1-2 0,-2-1 0,20-31 0,-22 28-249,0-2 0,-2 0 0,-2-1 1,-1 0-1,-1-1 0,-2 0 0,10-59 1,-16 52 12,0 0 0,-3 0 1,-2 0-1,-5-44 0,2 56 248,-2 0 1,-1 0-1,-1 0 0,-1 1 0,-2 0 1,-16-32-1,10 29 82,0 1-1,-2 1 1,-37-44 0,48 64 56,-1 0 0,0 0 1,0 1-1,0 0 0,-1 1 0,0 0 1,-1 1-1,0-1 0,0 2 0,0 0 1,0 0-1,-1 1 0,-22-4 0,-5 4 153,0 1 1,-79 6-1,104-2-380,1 1 0,0 0 1,0 1-1,0 0 1,-14 6-1,26-9-24,0 1 1,0-1-1,0 1 0,0-1 0,0 1 1,0 0-1,0 0 0,0-1 0,0 1 1,0 0-1,0 0 0,1 0 0,-1 0 1,0 0-1,1 0 0,-1 0 1,0 0-1,1 0 0,0 1 0,-1 1 1,-1 25-5623,3-16 2402,-1 9-6213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3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21 9044,'0'0'7099,"-10"-3"-6626,-7-1-155,0-1 0,0 2 0,-1 0 0,-24 0 0,38 3-202,0 0 1,0 0 0,0 1 0,0-1-1,0 1 1,0 0 0,1 0 0,-1 0-1,0 1 1,0-1 0,1 1 0,-6 3-1,4-1-55,1 0 1,-1 1-1,1-1 0,1 0 0,-1 1 0,0 0 0,1 0 0,-3 6 0,-3 8 48,0 0-1,1 0 1,1 1-1,1 0 0,-4 26 1,-10 110 743,19-140-767,-29 641 3564,32-555-3190,-2-98-439,0 1 0,1-1 0,0 1 0,-1-1 0,2 1 0,-1-1 0,0 1 0,1-1 0,0 0 0,0 0 0,2 4 0,-1-6-10,-1 0 0,0 1 0,0-2 0,1 1 0,-1 0 0,1 0 1,0-1-1,-1 1 0,1-1 0,0 0 0,0 0 0,0 0 0,0 0 0,0-1 0,0 1 0,3-1 0,2 1-2,1-1 0,-1 0-1,0 0 1,0-1 0,0 0 0,0 0-1,0-1 1,0 0 0,0-1 0,0 0-1,-1 0 1,1 0 0,-1-1 0,0 0-1,0-1 1,11-9 0,4-5-50,-1 0-1,-1-2 1,26-34 0,-21 23-295,-2-1 1,-1-2-1,18-38 1,-28 48-50,-2 0 1,0-1 0,-2 0 0,-1-1-1,6-40 1,-9 33-98,-1 1 1,-2 0-1,-5-44 0,2 59 401,-1 1-1,0 0 0,-1 0 0,-2 0 0,1 0 1,-2 1-1,-15-29 0,4 16 88,-2 0 0,0 2 1,-36-37-1,43 51 131,0 1 1,-1 0-1,-1 0 0,0 2 1,0 0-1,-1 0 1,0 2-1,-19-8 0,27 13-23,0 1-1,-1 0 1,1 0 0,-1 0-1,1 1 1,-1 1-1,0 0 1,1 0-1,-10 1 1,12 0-54,0 0 1,1 0 0,-1 1-1,1 0 1,0 0-1,0 0 1,0 1 0,0-1-1,0 1 1,0 1 0,0-1-1,1 0 1,0 1-1,-5 5 1,3-2-54,0 1 0,0-1 0,1 1 0,0 0 0,0 1-1,1-1 1,0 1 0,0 0 0,-4 18 0,6-17-2265,1 0 0,-1 20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3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1 405 7187,'10'-28'-973,"6"-10"846,3-8 249,18-71 0,-29 84 924,5-47 1,-10 45 2706,-2 8 4301,5 162-6400,3 720 2171,-11-532-3112,2-298-707,-1-18-43,0 0 1,1-1-1,0 1 1,1 0 0,0 0-1,0 0 1,0 0-1,1 0 1,0 0-1,3 8 1,7-4-763,-12-11 732,1 0 1,-1 1-1,0-1 1,0 0-1,1 0 1,-1 0-1,0 0 1,1 1-1,-1-1 1,0 0-1,0 0 1,1 0-1,-1 0 1,0 0-1,1 0 1,-1 0-1,0 0 1,1 0-1,-1 0 1,0 0 0,1 0-1,-1 0 1,0 0-1,0 0 1,1 0-1,-1 0 1,0-1-1,1 1 1,-1 0-1,0 0 1,1 0-1,-1 0 1,0 0-1,0-1 1,0 1-1,1 0 1,-1 0-1,0-1 1,0 1-1,1 0 1,-1 0-1,0-1 1,0 1 0,2-23-5046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4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0 133 2897,'0'0'4931,"5"-10"-3269,-3 4-1463,4-7 894,-1-1-1,0 0 0,-1-1 1,3-15-1,-2 10 117,-5 20-1139,0-1 0,1 0-1,-1 1 1,0-1 0,1 1-1,-1-1 1,1 0-1,-1 1 1,0-1 0,1 1-1,-1 0 1,1-1 0,-1 1-1,1-1 1,0 1 0,-1 0-1,1-1 1,-1 1 0,1 0-1,0 0 1,-1-1-1,1 1 1,0 0 0,-1 0-1,2 0 1,-1 0 74,-1 0-138,0 0 0,1 0 1,-1 0-1,0 0 0,1 0 0,-1 0 0,0 0 0,1 0 1,-1 0-1,0 0 0,1 0 0,-1 0 0,0 0 0,1 0 1,-1 1-1,0-1 0,1 0 0,-1 0 0,0 0 0,1 1 1,-1-1-1,0 0 0,0 0 0,1 1 0,-1-1 0,0 0 1,0 0-1,0 1 0,1-1 0,-1 0 0,0 1 0,3 11 12,-1 0-1,0 0 1,-1 0-1,0 15 1,1 11 81,9 671 3427,-12-468-2647,1 99 255,0-318-1055,-1-6 0,1-1 1,0 1 0,1-1 0,1 1 0,1-1 0,6 21-1,5-7 130,-13-27-203,0-1-1,0 0 1,0 0-1,0 0 1,0 0-1,0 0 0,0-1 1,0 1-1,0 0 1,0 0-1,0-1 1,0 1-1,1-1 0,-1 1 1,0-1-1,0 1 1,1-1-1,-1 0 0,3 1 1,-4-1-23,1-1 0,0 1 0,-1 0 1,1 0-1,0-1 0,-1 1 0,1 0 0,0-1 0,-1 1 0,1-1 1,-1 1-1,1-1 0,-1 1 0,1-1 0,-1 1 0,1-1 1,-1 1-1,1-1 0,-1 0 0,0 1 0,1-1 0,-1 0 1,0 1-1,0-1 0,0 0 0,1 0 0,-1 1 0,0-1 1,0 0-1,0 1 0,0-1 0,0 0 0,0 0 0,-1-1 1,2 0-65,3-41-3284,-3-71-1,-2 56-1684,1-5-3370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5.6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77 1777,'0'0'12688,"5"-13"-11845,13-37-85,-17 36 3859,-8 16-3722,-10 14-1519,17-16 848,-12 15-198,0 0 0,1 1 0,1 0 0,1 1 0,0 0 0,1 0 0,1 1 0,1 0 0,0 0 0,1 1 1,-3 31-1,0 22 448,2 125 1,6-154-251,0 26 37,9 230 1136,-5-262-1187,2 0-1,1 0 1,2-1-1,2 0 1,29 67 0,-36-92-154,2-1 0,0 1 0,0-2 0,1 1 0,0-1 0,0 0 0,1 0 0,15 12 0,-16-16-42,0 0 0,0-1 0,1 0 0,-1 0 0,1-1 0,0 0 0,0-1 0,0 0 0,0 0 0,0 0-1,0-1 1,13 0 0,-13-1-5,-1 0-1,1 0 0,0-1 1,0 0-1,-1-1 1,1 0-1,-1 0 0,1-1 1,-1 0-1,11-5 0,-7 1-17,0 0-1,-1-1 1,0 0-1,0 0 1,16-18-1,-3-3-197,-2-1-1,-1 0 1,27-56-1,-29 48-202,-1 0 0,-2-2-1,-2 1 1,-1-1 0,-2-1-1,-3 0 1,0-1 0,-3 1-1,-1-50 1,-3 71 198,0 0 0,-1 0 0,-2 1 0,0-1 0,-1 0 0,0 1 0,-2-1 1,-13-28-1,8 22 170,-2 1 0,-1 0 1,-1 0-1,-1 2 0,-1 0 0,-1 1 1,-31-29-1,42 46 173,-1 0 1,0 0-1,0 1 1,0-1-1,-1 2 0,0-1 1,1 1-1,-1 1 1,0 0-1,-1 0 0,1 0 1,0 2-1,0-1 0,-1 1 1,-14 1-1,6 1 6,0 1 0,-1 0 0,2 1 0,-1 1-1,1 1 1,-30 14 0,29-11-100,-29 14-95,-62 42-1,104-62-230,4-2 105,-1-1 1,1 1-1,0 0 1,-1 0-1,1 0 1,0 0-1,0 0 1,0 0-1,0 0 1,0 0-1,0 0 1,0 0-1,0 1 1,0-1-1,0 2 1,6-2-4318,23-1-2324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6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44 2609,'0'0'13214,"-1"-9"-12045,-2-10-859,0 4 3974,13 348-2953,0-66-50,-9-72-570,3 102 216,-3-273-863,1-1 1,0 1 0,2 0-1,9 31 1,-12-51-63,1 0 1,-1 0-1,1 0 1,0 0-1,4 5 0,-5-8-12,-1 0-1,1 0 1,0-1-1,-1 1 0,1 0 1,0 0-1,0-1 0,-1 1 1,1-1-1,0 1 1,0-1-1,0 1 0,0-1 1,0 1-1,0-1 0,0 0 1,0 0-1,0 1 1,0-1-1,0 0 0,0 0 1,0 0-1,0 0 0,0 0 1,0 0-1,2-1 1,-3 1-25,1 0 1,-1 0-1,1-1 1,-1 1-1,1 0 1,-1-1-1,1 1 1,-1 0-1,1-1 1,-1 1-1,1 0 1,-1-1 0,1 1-1,-1-1 1,0 1-1,1-1 1,-1 1-1,0-1 1,0 1-1,1-1 1,-1 1-1,0-1 1,1 0-1,2-15-994,0 1 0,-1-1-1,0 1 1,-1-1 0,-2-25 0,1 17-999,0-38-3463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6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11157,'0'0'5315,"0"204"-4115,0-71 609,0 29 64,0 19-385,0 2-463,0-21-209,0-32-480,0-37-304,0-36-32,17-24-288,-4-15-1184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7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11045,'0'0'8884,"5"0"-8428,59-5 389,95 7 1,72 17-462,-143-10-215,498 57-37,-48-4-125,185-22-2,2-34-113,-596-6 72,-10 2 11,183 29-1,-154-11 142,236 2 0,18-42-52,86-14-42,-488 34-8,1 0 0,-1 0 0,1 1 0,-1-1 0,1 0 0,0 0 0,-1 0 0,1 0 0,-1 0 0,1 0 0,0 0 0,-1 0 0,1 0 0,-1 0 0,1-1 0,0 1 0,-1 0 0,1 0 0,-1-1 0,1 1 0,-1 0 0,1 0 0,-1-1 0,1 1 0,-1-1 0,1 1 0,-1 0 0,0-1 0,1 1 0,-1-1 0,0 1 0,1-1 1,-1 1-1,0-1 0,1 0 0,0-10-2379,-1 10 2131,0-18-4064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17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11557,'0'0'11237,"231"22"-10740,-117-7-17,6-6-208,7-6-272,-3-3 0,-17 0-416,-27 0-1441,-40 0-1873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1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521 304 13846,'0'0'6190,"24"9"-5713,3 1-273,48 11 1,-74-21-196,1 0 0,0 1 0,-1-1 0,1 0 0,0 0 0,-1 0 0,1 0 0,0 0 0,-1-1 0,1 1 0,0 0 0,-1-1 0,1 1 0,0-1 0,-1 0 0,1 0 0,-1 1 0,1-1 0,-1 0 0,0 0 0,1 0 0,-1 0 0,2-2 0,-1 0 17,-1 0 1,1 0-1,0-1 1,-1 1-1,0 0 1,0 0 0,2-7-1,-2 3 20,2-10-27,0-1 0,-1 0 0,-2-33-1,0 33-31,-1 12 13,1-1 0,-1 1 1,-1-1-1,1 1 0,-1 0 0,-1 0 0,1 0 1,-1 0-1,0 0 0,0 0 0,0 1 1,-1-1-1,0 1 0,0 0 0,-1 0 0,1 1 1,-1-1-1,0 1 0,-7-5 0,2 2-1,0 1 0,0 0 0,-1 0-1,0 1 1,0 0 0,0 1 0,-1 0-1,1 1 1,-24-4 0,23 6-6,1 0 1,0 1-1,0 0 1,-1 1-1,1 0 0,0 1 1,0 0-1,0 1 1,0 0-1,1 0 1,-15 8-1,12-4 1,1 1 0,0 0 0,1 1 0,0 0 0,0 1 0,1 0 0,0 1 0,-15 22-1,2 0 19,2 1 0,-27 59-1,21-29 121,4 1 0,2 1 1,-22 122-1,25-67 519,-3 159-1,19-209-99,12 113 0,-6-154-433,2 0 0,1-1 0,1 0 0,21 49 0,-22-63-82,1 1 0,0-1 0,1 0-1,1-1 1,1 0 0,13 15 0,-17-22-16,1 0-1,0-1 1,0 0-1,0 0 1,1-1-1,0 0 1,0 0-1,0-1 1,1 0-1,-1-1 1,15 4-1,-10-5-21,0 1 1,0-2-1,0 0 0,0-1 0,0 0 0,0-1 0,0-1 0,24-5 1,-19 2-6,-1-1 0,-1-1 0,1-1 0,-1 0-1,28-19 1,-9 0-32,-1-2 0,-1-1-1,-2-2 1,46-58-1,-41 45-403,39-64 0,-65 90-357,0-1 0,-1 0 0,-1 0 0,-1-1 0,-1 0 0,7-34 1,-12 38-1544,0 1 1,-2-21-1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2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0 489 13926,'0'0'7895,"9"-35"-7367,-1-1-569,8-34-563,31-83 0,-42 139 400,49-150-3532,-48 148 3033,-6 27 759,-1-2-95,14 446 3724,-2-187-2293,-11-260-1373,2 71 18,17 115 1,-16-180-252,0 0 1,10 27 0,-11-36-451,1 0 1,0 1-1,0-1 1,0 0-1,5 4 1,6 4-7253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3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1 298 11301,'0'0'7249,"47"1"-6662,5-1-469,510-3 431,-74-34-566,9-1-84,49 31-29,-443 7 116,-10 3-349,-99-3 381,0 0-1,0 0 1,0 0-1,0-1 0,0 0 1,0-1-1,-11-3 1,14 4-86,0-1 0,1 0 0,-1 0-1,0 0 1,1 0 0,0 0 0,-1-1 0,1 1 0,0-1 0,0 1 0,0-1 0,1 0 0,-1 0 0,1 0 0,-1 0 0,1 0 0,-2-6 0,-1-7-1179,1 0 0,0-1 0,1 1 0,0-20 0,2-21-5474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3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14935,'0'0'2492,"28"30"-958,-5-4-1234,2 3-229,2-2 1,1 0-1,1-2 0,1-1 1,39 23-1,-31-24-197,-1 1 0,-2 2 0,0 2 0,45 45 0,-75-66 45,0-1-1,0 1 0,0-1 1,-1 1-1,1 0 0,-2 1 1,1-1-1,-1 1 0,0 0 1,-1 0-1,0 0 0,0 0 1,-1 0-1,0 0 0,0 0 1,-1 0-1,0 1 0,-1-1 1,1 0-1,-1 0 1,-1 0-1,-3 11 0,0-7 80,-1-1-1,-1 1 1,0-2 0,0 1-1,-1-1 1,0 0-1,-1-1 1,-16 15-1,-88 62 211,110-84-199,-197 119-196,171-108-2763,13-11-4150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4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88 8468,'0'0'6008,"2"-15"-5621,9-43 69,-8 44 913,1 20-884,-1 22-386,-1 29 0,-1-30 37,7 938 4885,-9-618-3015,1-346-1995,0 0-1,0 0 1,0 0-1,0 0 1,0 0 0,0 0-1,0 0 1,0 0-1,0 0 1,0 0 0,1-1-1,-1 1 1,1 0 0,-1 0-1,0 0 1,1 0-1,-1 0 1,1 0 0,0-1-1,-1 1 1,1 0 0,1 1-1,-1-2-16,0-1 0,-1 1-1,1 0 1,0 0 0,-1 0 0,1-1 0,0 1-1,-1 0 1,1-1 0,0 1 0,-1-1 0,1 1-1,-1 0 1,1-1 0,0 0 0,-1 1-1,1-1 1,-1 1 0,0-1 0,1 1 0,-1-1-1,1 0 1,-1 1 0,0-1 0,0 0 0,1 0-1,-1 1 1,0-1 0,0 0 0,0 0-1,0 0 1,6-17-399,-2-1-1,0 0 1,-1 1-1,0-26 1,-2-86-5454,-2 70 1062,1-15-4890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5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60 166 7379,'0'0'8295,"1"-7"-7111,0-1-634,1-8-493,-2 14 1118,-2 8 1659,-11 48-2735,-1-2-15,-7 61 0,7 258 1269,14-302-1034,0-3 173,12 93-1,-9-140-411,0 1 1,2 0 0,0-1 0,1 0 0,2 0-1,-1 0 1,2-1 0,1-1 0,11 18 0,-15-28-60,0 0 1,0 0 0,1-1-1,0 0 1,0-1 0,0 1 0,1-1-1,0-1 1,0 0 0,0 0-1,0 0 1,1-1 0,-1 0 0,1-1-1,0 0 1,0 0 0,0-1 0,0 0-1,0 0 1,0-1 0,0 0-1,0-1 1,0 0 0,0-1 0,0 1-1,0-2 1,10-3 0,-8 1-16,1-1 0,-1-1 0,0 0 1,0 0-1,-1-1 0,0 0 0,16-18 1,1-4-59,30-45 0,-9 3-724,-3-3 0,-3-1-1,48-123 1,-79 167 389,0 0 0,-2 0 0,-2-1 0,7-67 0,-13 80 223,-1 0 0,0 0 0,-2 1-1,0-1 1,-1 0 0,-2 1-1,1-1 1,-2 1 0,-12-28-1,6 24 148,0 1 0,-1 0 0,-2 1-1,-33-39 1,41 51 85,-2 1 1,1 0-1,-1 0 0,0 1 0,-1 0 1,0 1-1,0 0 0,0 0 1,-1 1-1,0 1 0,0 0 1,0 0-1,-14-2 0,10 4 92,-1 1 0,0 0-1,0 1 1,0 1 0,1 1-1,-1 0 1,0 1 0,-19 6 0,-6 5 173,-65 33 0,89-39-295,1 1-175,-1-2 0,-1-1-1,-21 7 1,37-13-1619,6-2-1621,18-8-1679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5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40 7812,'0'0'10074,"-7"-9"-7913,4 8-2130,0 1 1,0 0 0,0 0 0,0 0 0,-1 0-1,1 1 1,0-1 0,0 1 0,0 0 0,0 0-1,0 0 1,0 0 0,1 0 0,-1 1 0,0-1-1,0 1 1,1 0 0,-1 0 0,1 0 0,0 0 0,0 0-1,-1 0 1,1 1 0,0-1 0,-2 6 0,-9 13 45,0 0 0,2 1 0,1 1 0,1-1 0,-11 44 0,-20 129 733,22-45 476,2 248 0,16-388-1242,0 33 197,5 41 1,-3-72-197,-1-1 0,2 0-1,0 1 1,0-1 0,1 0 0,1-1 0,-1 1 0,9 12 0,-9-17-27,0-1 0,1 0 0,0 0 0,-1 0 0,2 0 0,-1-1 0,0 0 0,1 0 0,0 0 0,0-1 0,0 0 0,0 0 0,0-1 0,1 1 0,10 1 0,-7-2-15,-1 0 1,0-1 0,1-1-1,-1 1 1,0-2-1,1 1 1,-1-1 0,0-1-1,1 1 1,-1-2-1,9-2 1,-6 0-13,0-1 0,-1-1 1,1 0-1,-1 0 0,-1-1 0,20-17 1,-7 1-127,36-45 0,-35 38-268,-2-2 1,34-68-1,-45 77 81,-1 0 1,-1-1-1,-1 0 1,-1 0-1,4-36 1,-8 34 56,-1-1 0,-1 1 0,-1 0 0,-5-30 0,2 38 203,-1 1 0,-1 0 0,0-1 0,-2 2 0,0-1 0,-15-26 1,-17-24 73,-3 2 1,-3 2 0,-3 1 0,-57-56 0,93 106 63,-2 0 0,0 1 1,-17-11-1,25 20-4,1-1 0,-1 1 0,0 1 0,0-1 0,-1 1-1,1 0 1,0 0 0,-1 1 0,0 0 0,1 0 0,-9 1 0,14 0-69,0-1 0,-1 1 0,1 1 0,0-1 0,0 0 0,-1 0-1,1 0 1,0 1 0,0-1 0,0 1 0,0-1 0,-1 1 0,1-1 0,0 1 0,0-1 0,0 1 0,0 0 0,0 0 0,0 0-1,1-1 1,-1 1 0,0 0 0,0 0 0,1 0 0,-1 0 0,0 0 0,1 1 0,-1-1 0,1 0 0,-1 2-1,0 3-200,0 0-1,0 0 0,1 0 0,0 0 0,1 8 0,-1 1-934,4 18-3439,12-2-3355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26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97 10085,'0'0'8638,"0"-12"-7909,-5-38-268,4 49-432,1-1 0,-1 1 1,1-1-1,-1 1 0,0-1 0,0 1 0,0 0 0,0 0 0,0-1 0,0 1 1,0 0-1,0 0 0,0 0 0,-1 0 0,1 0 0,0 0 0,-1 0 0,1 0 1,-1 1-1,1-1 0,-1 1 0,1-1 0,-1 1 0,-2-1 0,-3 0 85,1 0 1,-1 0-1,0 1 0,-8 1 0,7-1 4,-29 0-20,37 0 255,-1-7 524,3 19 57,16 181-374,-7 342 1860,-11-401-2068,-2 84-13,-6 45-155,7-249-223,3 20-24,-2-33 39,0 0 0,1 0-1,-1 0 1,0 1 0,1-1 0,-1 0 0,1 0 0,-1 0 0,1 0 0,0 0 0,-1 0 0,1-1 0,0 1 0,0 0 0,-1 0-1,1 0 1,0-1 0,0 1 0,0 0 0,0-1 0,0 1 0,2 0 0,-2-1-63,0 1 1,-1-1 0,1 0-1,1 1 1,-1-1-1,0 0 1,0 0-1,0 0 1,0 0-1,0 0 1,0 0 0,0 0-1,0 0 1,0 0-1,0 0 1,0-1-1,0 1 1,0 0-1,0-1 1,0 1 0,0-1-1,0 1 1,0-1-1,-1 1 1,1-1-1,0 0 1,0 1-1,0-1 1,-1 0-1,1 0 1,0 0 0,-1 1-1,1-1 1,-1 0-1,1 0 1,0-2-1,1-1-878,-1-1-1,1 1 0,-1-1 0,0 0 0,-1 0 1,1-7-1,0-25-10776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0.4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276 21 4562,'0'0'6707,"3"-1"-6101,-3 1-605,1 0 95,0 0 1,0-1 0,0 1-1,0-1 1,0 1 0,-1-1-1,1 1 1,0-1-1,0 1 1,0-1 0,0 0-1,-1 0 1,1 1 0,0-1-1,-1 0 1,1 0 0,-1 0-1,1 0 1,-1 0 0,1 0-1,1-5 4722,-5 6-4813,0 1-1,1-1 1,-1 1-1,1 0 0,-1 0 1,1-1-1,-1 2 1,1-1-1,0 0 0,0 0 1,-1 1-1,1-1 1,-3 4-1,-27 29-15,24-24 3,-15 16 72,2 2 1,1 0 0,2 1-1,1 1 1,1 1-1,1 0 1,-18 56-1,19-34 280,1 0 0,3 0 0,3 1 0,-2 63 0,9-106-281,-3 46 451,2 1-1,13 97 1,-10-139-429,1 0 1,0-1-1,2 1 1,0-1-1,0 0 1,2-1-1,0 1 1,0-1-1,1 0 1,1-1-1,0 0 1,1 0-1,1-1 1,19 18-1,-22-24-40,0 0 0,0-1 0,0 0-1,1 0 1,-1-1 0,1 0 0,0-1-1,0 0 1,15 3 0,0-2 30,0-1 0,39-2 0,-53 0-69,-1-2 0,1 1 1,-1-1-1,0 0 0,1-1 1,-1 0-1,0-1 0,0 0 1,0 0-1,-1-1 0,1 0 1,-1 0-1,0-1 0,0 0 1,10-9-1,4-5-176,-2-1 0,0-1 0,-1-1 0,-1-1 0,-1 0 0,-1-1 0,-1-1 0,13-29 0,-14 22-75,-1 0 0,-2-1 0,-1 0 0,-2 0 1,-1-1-1,4-54 0,-8 33 103,-5-64 0,0 92 122,-2 0 0,0 0 0,-2 1 0,-12-35 0,8 33 51,-1 0 0,-1 1 0,-2 0 0,-1 1 0,-1 1 0,0 0 0,-31-34 0,40 53-15,0 0 0,0 0 1,-1 1-1,0 0 0,0 0 1,0 1-1,0 0 0,0 0 1,-1 1-1,0 0 0,0 0 1,0 1-1,-12-1 0,-6 0 31,0 2 0,-1 1 0,-31 4 0,48-3-70,0 0 1,-1 1-1,1 0 1,0 1-1,0 1 1,0-1-1,1 2 1,-16 8-1,17-5-961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1.2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67 1601,'0'0'10610,"6"-8"-9463,28-38 371,-26 35-933,-5 10 511,-4 20 1074,0-6-1864,-26 146-98,5-46 43,-50 471 2150,67-461-1441,6-123-955,-1 0 0,0 0 0,1 0 0,-1-1 0,1 1 0,-1 0 0,0 0 0,1 0 0,-1-1 0,0 1 0,1 0 0,-1-1 0,0 1 1,1 0-1,-1 0 0,0-1 0,0 1 0,1-1 0,-1 1 0,0 0 0,0-1 0,0 1 0,1-1 0,-1 1 0,0-1 0,7-15-272,0-1 0,-1-1 0,-1 1 0,5-29 0,-1-17-3051,-5 2-3829,-3 33-1124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2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96 118 2577,'0'0'8834,"8"-11"-7268,26-34-195,-29 33 2802,-11 7-2858,-15 5-1788,17 1 898,2-1-413,-1 1 0,0 0 1,0 0-1,1 0 0,-1 0 1,1 1-1,-1-1 0,1 1 1,0-1-1,-1 1 0,1 0 1,0 0-1,0 0 0,0 0 0,0 0 1,0 0-1,1 0 0,-1 1 1,1-1-1,-2 5 0,-4 7 49,0-1-1,-7 26 1,5-8 161,1 1 0,2 0-1,-2 49 1,4 102 1009,5-129-905,-2 4 79,0 0 188,10 93 0,-7-135-509,1 1-1,1-1 1,0 0 0,1-1 0,1 1 0,0-1 0,1 0-1,0 0 1,2-1 0,12 18 0,-16-26-68,1 0-1,-1-1 1,1 0 0,0 0 0,0 0 0,0-1-1,0 0 1,1 0 0,0-1 0,0 0 0,0 0-1,0 0 1,0-1 0,1 0 0,-1 0 0,1-1-1,-1 0 1,13 0 0,-8-2-11,-1 1 0,1-2 1,0 1-1,0-2 0,-1 0 0,1 0 1,-1-1-1,0 0 0,0-1 0,-1 0 0,14-9 1,-2-2-96,0 0 1,-1-2 0,-1-1 0,0-1 0,-2 0-1,23-32 1,-21 22-399,-1-1-1,-1 0 0,-1-1 0,18-52 1,-27 57 40,-2 0 0,0 0 1,-2-1-1,-1 0 1,-1 1-1,-1-1 0,-1 0 1,-8-50-1,4 59 400,-1-1-1,-1 1 1,0 1-1,-2-1 1,0 1-1,-1 0 1,0 1-1,-22-29 0,17 28 232,0 1 0,-1 0-1,-1 1 1,0 1 0,-1 0-1,-1 2 1,-31-20 0,39 28 2,-1 0 0,1 1 0,-1 0 1,0 1-1,0 0 0,-22-2 0,0 2 236,-35 2-1,35 2-613,63-1-19402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2.6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319 76 6547,'0'0'9831,"-6"-1"-8998,-11-3-200,0 2 0,0 0 0,0 1 0,0 1 0,-33 3 1,46-2-604,1 0 0,-1 1 0,1 0 0,0-1 0,-1 1 0,1 0 0,0 0 0,0 1 0,0-1 0,0 1 0,1-1 1,-1 1-1,1 0 0,0 0 0,-3 3 0,-3 8 81,0 0 0,-7 20 0,12-29-90,-14 40 278,2 1-1,1 0 1,3 1 0,-11 96 0,8 194 1571,14-313-1780,0 4 71,3 33 1,-2-54-131,0 0 0,1 0 1,-1-1-1,1 1 0,1 0 1,-1-1-1,1 1 0,0-1 0,8 11 1,-9-14-25,1 0 0,-1 0 0,1 0 0,0-1 0,0 1 0,0-1 1,1 0-1,-1 0 0,1 0 0,-1 0 0,1-1 0,-1 1 1,1-1-1,0 0 0,4 1 0,2-1 21,0 0 1,1 0-1,-1-1 0,18-2 1,-14-1-25,0 1 0,-1-1 0,1-1 0,-1-1 0,0 0 0,-1 0 0,1-1 0,-1-1 0,0 0 0,0-1 0,10-9 0,6-8-215,-1 0 0,46-57 0,-51 53-265,0-1 0,-2 0 0,23-49 0,-32 57-15,-1-2 0,-2 0 0,0 0 0,-2 0 0,6-48 0,-9 43 17,-1 1 0,-2-1 0,-6-52 0,4 65 445,-2 0 0,0 0 0,0 1 0,-2 0 0,0 0-1,0 0 1,-18-27 0,12 23 131,-2 1 0,0 0 0,0 1 0,-2 0 0,-22-18 0,30 29 79,-1-1 1,-1 1-1,1 0 0,-1 1 1,0 0-1,0 0 0,0 1 1,-1 1-1,0 0 0,0 0 1,1 1-1,-18-1 1,17 2-3,1 1 0,-1 0 0,0 1 0,0 0 0,1 0 0,-1 1 0,-17 6 1,22-5-164,1-1 1,-1 1 0,1 1-1,0-1 1,0 1 0,0-1-1,0 1 1,1 1 0,-1-1 0,1 1-1,0 0 1,1-1 0,-1 2-1,-3 6 1,-10 26-1863,9-13-2903,4 0-6606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3.7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56 9220,'0'0'7705,"3"-8"-7193,8-25-61,-10 32-414,0 0-1,0-1 1,1 1 0,-1 0-1,0 0 1,1 0-1,-1 0 1,1 0-1,-1 0 1,1 1 0,-1-1-1,1 0 1,0 1-1,-1-1 1,1 1 0,0 0-1,-1 0 1,1-1-1,0 1 1,0 0 0,-1 0-1,1 1 1,0-1-1,2 1 1,2-1 83,-5 0-98,38-1 382,-1 3 1,39 6 0,-5 2-266,88 2 0,75-12 37,-109-1-158,1952 4-45,-1724 9-33,2 0 5,490-6 55,-778-4-27,-1 3 0,75 15 0,130 42 52,-238-54 284,0-2 0,62 2-1,-96-8-368,-1 0 0,0 0 0,0 0 0,1 0 0,-1 0 0,0 0 0,1 0 0,-1 0 1,0 0-1,0 0 0,1-1 0,-1 1 0,0 0 0,1 0 0,-1-1 0,1 1 0,-1-1 0,0 1 0,1 0 0,-1-1 0,1 1 0,-1-1 0,1 1 0,-1-1 0,1 0 0,-1 0 0,-1-20-3713,2 15 3002,0-34-7478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4:34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 16520,'0'0'6851,"257"-6"-6627,-140 6-16,3 3-160,-3 3 16,-20-6-64,-17 0-464,-19 0-113,-25 0-703,-19 0-353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5:5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14535,'0'0'1808,"4"15"-4353,-1-12-256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09.2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0 6211,'0'0'12918,"-37"24"-16680,27-12-2945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0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625 106 12966,'0'0'5437,"-5"-12"-4621,2 5-666,2 2-81,0 1-1,-1 0 0,1 0 0,-1 1 1,0-1-1,-1 0 0,1 0 1,0 1-1,-1 0 0,0-1 0,0 1 1,0 0-1,0 0 0,0 1 0,-1-1 1,1 1-1,-1 0 0,0-1 1,-7-2-1,-12 0 121,0 0 1,0 1-1,0 1 1,0 2-1,-35 1 1,47 0-183,0-1 17,-1 2-1,0-1 1,1 2-1,-1 0 1,1 0-1,-1 1 1,1 0-1,0 1 1,0 0-1,0 1 1,1 0-1,0 0 1,0 2-1,0-1 1,0 1-1,1 0 1,1 1-1,-1 0 1,1 1-1,-14 18 1,6-4 42,0 1-1,2 1 1,0 1 0,2 0-1,1 1 1,1 0 0,2 0-1,0 1 1,-4 33 0,2 20 524,-1 161 1,11-226-543,11 240 813,-8-229-727,2 0 1,0 0-1,2-1 1,1 0-1,1 0 1,2-1-1,16 31 1,-21-46-98,0-1 0,0 1 1,1-1-1,0 0 0,1-1 0,0 0 1,0 0-1,1-1 0,0 0 0,0 0 1,1-1-1,16 8 0,-12-8-10,-1-2-1,1 0 1,0-1-1,0 0 1,0-1-1,0-1 1,1 0 0,-1-1-1,21-2 1,-15 0-40,0-1 1,0-1 0,-1-1-1,1 0 1,-1-2 0,0 0-1,-1-1 1,0-1 0,0 0-1,-1-2 1,23-17 0,-26 17-197,-1-1 0,0 0 0,-1-1 0,-1 0 0,0-1 0,-1 0 0,0-1 0,-1 0 0,-1 0 0,0-1 0,-1 0 0,-1 0 0,7-28 0,-7 12-2765,-2 0-1,-1-65 0,-3 29-8483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1.1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16311,'0'0'5763,"30"-3"-5181,8-1-415,19-2 223,66 1 0,-117 5-344,0 0 1,-1 0-1,1 1 0,-1 0 1,1 0-1,0 0 0,-1 0 1,1 1-1,-1 0 1,10 5-1,-12-5-39,0 1-1,0-1 1,-1 1-1,1-1 1,-1 1-1,0 0 1,1 0 0,-1 0-1,0 0 1,-1 0-1,1 1 1,-1-1-1,1 0 1,-1 1-1,0-1 1,0 1 0,0-1-1,0 6 1,0 4-5,0 1 1,-1 0 0,-1 0-1,0 0 1,0 0 0,-2 0 0,1-1-1,-2 1 1,0-1 0,0 0-1,-12 23 1,-8 8 22,-57 79 1,61-94-16,-31 42 41,7-11-52,-39 72-1,70-98-43,13-34 40,-1 1-1,1-1 1,0 1 0,0-1 0,0 1-1,0-1 1,-1 1 0,1-1 0,0 1-1,0-1 1,0 1 0,0-1-1,0 1 1,1 0 0,-1-1 0,0 1-1,0-1 1,0 1 0,0-1 0,1 1-1,-1-1 1,0 0 0,0 1 0,1-1-1,-1 1 1,1 0 0,14 1-278,-8-3 204,17 0-46,-1-1 0,0-1 1,0-1-1,0-1 0,0-1 1,33-14-1,-29 9-486,1 2-1,33-6 1,-44 12-905,2 1 0,24-1 1,6 3-5216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2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111 154 1601,'0'0'11301,"-18"-2"-10205,-3-2-671,7 2 124,0 0 1,1 0-1,-17 2 4470,33 0-4374,19 1-490,-1 1 0,1 1 0,-1 2 0,25 7 1,14 3-27,346 46 272,12-34-207,-261-18-154,558 9-609,-724-35 62,-9-32-541,11 29 282,-16-33 1,14 35 352,-2 1 0,0 0 0,-21-24 0,26 34 461,-1 0 0,1 1 0,-1 0 0,0 1 0,-1-1 0,1 2 0,-1-1 0,0 1 0,0 0 0,-12-4 0,18 7 513,8 1-500,-1 0-1,1 1 1,0 0 0,-1-1 0,1 2-1,-1-1 1,0 1 0,1 0 0,6 3 0,41 26 282,-51-29-342,16 10 2,-1 1-1,0 0 1,-1 2-1,-1 0 1,0 0 0,21 31-1,-27-33 10,-1 0 1,0 1-1,-1 0 0,-1 0 0,0 0 0,-1 1 0,-1 0 1,0 0-1,-1 0 0,2 18 0,-4-17 110,0 0-1,0 1 1,-2-1 0,0 0-1,-1 1 1,0-1-1,-2 0 1,0 0-1,0 0 1,-2-1 0,0 1-1,0-1 1,-14 21-1,5-12-43,-2 0 0,0 0 0,-2-2 0,0 0-1,-41 34 1,55-52-322,-1 0 0,1-1-1,-1 0 1,-8 5 0,13-8 165,0 1 0,0-1-1,1 0 1,-1 1 0,0-1 0,0 0 0,0 1 0,0-1-1,1 0 1,-1 0 0,0 0 0,0 0 0,0 0-1,0 0 1,0 0 0,1 0 0,-1 0 0,0 0 0,0-1-1,0 1 1,0 0 0,1 0 0,-1-1 0,0 1-1,0-1 1,1 1 0,-1-1 0,0 1 0,1-1 0,-1 1-1,0-1 1,1 1 0,-1-1 0,1 0 0,-1 1-1,1-1 1,-1 0 0,1 0 0,-1 1 0,1-1 0,0 0-1,-1 0 1,1 0 0,0 0 0,0-1 0,-2-35-5751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3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0 809 15143,'0'0'1198,"8"-28"-795,-2 9-373,12-45 87,38-84 0,-20 72-173,44-111-1689,-71 162 1421,-2-1-1,-1 0 0,0 0 1,-2 0-1,1-45 0,-5 43 374,0-29 3312,0 55-2209,0 6-1050,0 196 443,-17 960 4166,10-930-3666,9-211-972,1-27-192,-3 7 96,6-27-707,-2 1 0,3-44 0,-5-66-6446,-2 114 4979,0-62-10299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4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154 294 5539,'0'0'10228,"1"-8"-9355,1-3-571,1-24 3376,-13 35-3318,8 0-346,1 1 0,-1-1 0,0 1 0,1-1 0,-1 1 0,1 0 0,-1 0 0,1-1 0,0 1 0,-1 0 0,1 0 0,0 0 0,0 1 0,-1-1 0,1 0 0,0 0 0,-1 3 0,-20 31 102,17-25-126,-8 15 82,1 1 0,1 1 0,1 0 0,1 1 0,2-1 0,-5 32 1,-9 174 1006,19 71 221,3-276-1188,7 111 316,-6-123-384,1-1 0,0 1 0,1-1 0,1 0 0,1 0 0,9 17 0,-12-25-33,1 0 0,1-1 0,-1 0 0,1 0 1,0 0-1,0 0 0,1-1 0,0 0 0,0 0 0,0 0 0,0-1 0,1 0 0,-1 0 0,1-1 0,0 0 1,1 0-1,-1-1 0,0 1 0,1-1 0,-1-1 0,1 0 0,-1 0 0,1 0 0,0-1 0,-1 0 0,1-1 1,0 0-1,-1 0 0,1 0 0,-1-1 0,14-5 0,-8 1-12,0-2 0,0 1 0,-1-1 0,0-1 0,0 0-1,17-19 1,63-77-122,-57 60-143,-2-2-1,-2-2 0,33-70 1,-48 84 92,-1 0 1,-3-1 0,-1-1 0,-1 0 0,-2-1 0,3-42 0,-8 47 17,-1-1 1,-2 1-1,-1 0 1,-2-1 0,-1 1-1,-1 0 1,-2 1-1,-2-1 1,0 1-1,-22-45 1,13 40 61,-46-67 1,53 88 90,-1 1 0,-1 0 0,-1 1 0,0 1 0,0 0 0,-21-13 0,26 20 49,0 2 0,0-1 1,-1 1-1,0 1 0,0 0 1,0 0-1,0 1 0,0 0 1,0 1-1,-1 0 1,1 0-1,0 1 0,-1 1 1,1 0-1,0 0 0,-1 1 1,1 0-1,0 1 0,0 0 1,1 0-1,-1 1 0,1 1 1,-17 10-1,6-1 85,1 0-1,1 2 1,1 0 0,0 2-1,-20 25 1,30-34-263,0 1 0,1 0 0,0 1 0,0 0 0,1-1 0,0 2 0,1-1 1,1 0-1,0 1 0,0 0 0,1 0 0,-1 18 0,3-26-246,0 0-1,0 1 1,1-1-1,-1 0 1,1 0-1,1 5 1,-1-7 88,0-1 0,0 1 0,-1-1 0,1 1 0,0-1 0,0 1 0,1-1 0,-1 0 0,0 0 0,0 1 0,1-1 0,-1 0 0,0 0 0,1 0 0,-1 0 0,3 0 0,2 2-1368,0-2 0,-1 1 0,1-1 0,9 1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4.5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182 38 6243,'0'0'11293,"0"-5"-10196,0-15-116,0 19-927,-1 1-1,1-1 0,0 0 0,-1 1 1,1-1-1,-1 0 0,1 1 0,-1-1 1,1 1-1,-1-1 0,1 1 0,-1-1 0,1 1 1,-1 0-1,0-1 0,1 1 0,-1-1 1,0 1-1,1 0 0,-1 0 0,0 0 1,0-1-1,1 1 0,-1 0 0,0 0 1,1 0-1,-1 0 0,0 0 0,0 0 1,0 0-1,0 0 62,-4 0-57,0-1 0,1 1 0,-1 0 0,0 0 0,0 0-1,1 1 1,-8 1 0,9-1-50,1 0 1,-1 0-1,1 1 0,-1-1 0,1 1 1,0-1-1,-1 1 0,1 0 0,0 0 1,0 0-1,0 0 0,1 0 1,-1 0-1,1 0 0,-2 3 0,-7 14 111,2 0 0,1 0 0,0 0-1,1 1 1,-6 38 0,0 18 544,-4 111 1,13 78 503,3-172-839,0-83-290,5 108 312,-3-108-331,-1 0 0,1 0 0,1 0-1,0 0 1,0 0 0,1-1 0,0 1 0,9 13 0,-9-18-11,0 0 0,1 0 0,-1-1 0,1 0 0,0 0 0,-1 0 0,2 0 0,-1-1 0,0 0 0,1 0 0,0 0-1,-1-1 1,1 0 0,0 0 0,0-1 0,11 2 0,-7-1-6,0-1 0,0-1-1,1 0 1,-1 0 0,0-1-1,0 0 1,0-1 0,0 0-1,17-6 1,-14 1-4,1 0 0,-1 0 0,0-1 1,-1-1-1,0 0 0,14-13 0,5-9-86,28-35 0,-36 39-126,-2-2 1,-1 0-1,-1-1 1,-2-1 0,-1-1-1,23-64 1,-33 77 74,0 0 0,-2 0 0,-1 0 0,0-1-1,-1 1 1,-1-1 0,-1 0 0,-1 0 0,0 1 0,-2-1 0,0 1 0,-1 0 0,-1 0-1,-9-23 1,4 21 87,-1 0 0,0 1-1,-2 0 1,0 1 0,-1 0-1,-22-21 1,22 26 85,-1 0 0,0 1 0,0 1 0,-1 0 1,-1 1-1,0 1 0,-32-14 0,31 18 27,0 2 1,0 0-1,0 1 1,0 0-1,-1 2 0,-36 1 1,38 0-105,17 0-119,0 0 1,0 0 0,0 0-1,-1 0 1,1 0-1,0 0 1,0 0 0,0 0-1,0 0 1,-1 0 0,1 0-1,0 0 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4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9556,'0'0'10936,"0"31"-10050,16 436 2275,-15 14-1842,-1-272-4289,0-226-2206,0-21-5301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29.3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237 154 2689,'0'0'3423,"0"-4"-2398,0-12-153,0 3 8079,-6 13-8652,5 0-267,-30 0 77,29 1-109,0-1-1,0 0 1,-1 1 0,1 0-1,0 0 1,0-1-1,0 1 1,0 0 0,0 0-1,1 1 1,-1-1 0,0 0-1,0 1 1,1-1 0,-3 3-1,-24 31-7,16-20 6,-3 4 6,1 2-1,1-1 1,1 2-1,1-1 1,0 2-1,2-1 1,0 1-1,2 1 1,1 0 0,1 0-1,-5 48 1,6 113 836,5-166-680,0-1 1,1 0-1,1 0 1,1 0-1,0 0 0,1-1 1,1 1-1,11 20 1,-11-25-53,2-1 1,0 1 0,0-1-1,1-1 1,0 0-1,1 0 1,1-1 0,-1 0-1,2-1 1,23 16 0,-21-17-70,1 0-1,0-2 1,0 0 0,1 0 0,-1-1 0,23 3 0,-6-3 60,1-2-1,39 0 1,-59-3-90,0 0 1,0-1-1,0 0 1,0-1-1,0-1 1,0 0-1,-1 0 1,1-2-1,-1 1 1,0-2-1,0 1 1,-1-2-1,1 1 1,-2-2-1,1 1 1,-1-1-1,18-19 1,-19 17-80,0-1 1,0-1 0,-1 0 0,-1 0 0,0 0 0,-1-1 0,0 0 0,-1 0 0,0-1-1,3-17 1,-3 3-225,0-1-1,-3 0 1,0 0-1,-2-29 1,-2 37 216,-1 0 1,0 1 0,-2-1-1,0 1 1,-1 0 0,-1 1-1,-1-1 1,-17-29 0,-10-9-45,-54-69-1,88 126 122,-2-2-4,-99-125-182,89 113 184,-1 1 0,-1 0 0,0 1-1,-1 1 1,-32-20 0,44 30 48,-1-1-1,1 1 1,-1 0 0,1 1-1,-1-1 1,0 1 0,1 0-1,-1 0 1,0 1 0,0-1 0,0 1-1,0 0 1,0 0 0,0 1-1,1-1 1,-1 1 0,-6 2-1,5-1-8,1 1 0,-1 0 0,1 0 0,0 0 0,0 1 0,1-1 0,-1 1 0,1 0 0,0 0 0,0 1 0,0-1-1,0 1 1,-3 6 0,1 0-196,-1 0 0,2 0 0,-1 1 0,2 0 0,-1 0 0,2 0 0,-1 1 0,2-1 0,0 1 0,0 0-1,1 0 1,2 22 0,-2-34-56,1 0-1,0 0 0,0 0 1,1 0-1,-1 0 1,0 1-1,0-1 0,0 0 1,1 0-1,-1 0 0,1 0 1,-1 0-1,1 0 0,-1 0 1,1 0-1,-1 0 1,1 0-1,0 0 0,1 1 1,1-1-764,0 1 0,0-1 0,0-1 1,0 1-1,0 0 0,1-1 0,5 1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30.1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33 5218,'0'0'8522,"1"-4"-7807,-1-1-507,0 3-138,0 1-1,1-1 0,-1 0 0,0 1 0,0-1 0,1 0 0,-1 1 0,1-1 1,0 1-1,-1-1 0,1 1 0,0-1 0,1-1 0,-1 54 1049,-1-16-931,-13 768 3911,12-775-3629,2-26-317,-1-5-65,4-41-539,-1 18-807,11-56-5753,-8 55 2205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32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255 148 4498,'0'0'5221,"-13"-21"-2059,10 18-3054,1 1 0,-1-1 0,0 1 0,0-1 0,-1 1 0,1 0 0,0 1 0,-1-1 1,1 1-1,-1-1 0,1 1 0,-1 0 0,0 0 0,1 0 0,-1 1 0,-6-1 0,-6 0-51,-1 1 0,-23 3 0,37-2-50,0-1 0,1 1 0,-1 1 0,1-1 0,-1 0 0,1 0 0,0 1 0,0 0 0,-1-1 0,1 1 0,0 0 0,1 0-1,-3 3 1,-23 30 123,21-25-30,0 1-1,1-1 0,0 1 0,1 1 1,0-1-1,1 0 0,0 1 0,-1 17 1,1 11 402,2 48 1,1-46-105,0-39-370,9 201 2179,-6-181-1931,1 1 1,1-1-1,2 0 1,0 0-1,1 0 1,18 34-1,-22-50-215,0 1 0,1-1 0,0 0-1,0 0 1,1-1 0,0 1 0,0-1 0,0-1-1,1 1 1,0-1 0,0 0 0,0 0 0,0-1 0,1 0-1,0-1 1,0 1 0,0-1 0,0-1 0,0 0-1,1 0 1,-1-1 0,1 1 0,-1-2 0,1 1-1,0-1 1,-1-1 0,1 0 0,13-3 0,-9 1-34,0-2 1,0 0 0,0 0-1,-1-1 1,0-1 0,0 0 0,-1-1-1,0 0 1,0 0 0,-1-2-1,18-18 1,-6 2-191,-1-1 0,-1 0 0,27-52 0,-38 62-87,-1-1 1,-1 0-1,-1 0 1,0-1-1,5-30 1,-6 10-532,-1-68 1,-4 90 686,-1 1-1,-1-1 1,0 1-1,-1 0 0,-1 0 1,-1 0-1,0 1 1,-1-1-1,0 1 1,-1 0-1,-1 1 1,-1 0-1,0 0 1,0 1-1,-13-14 0,4 7 96,0 0 0,-2 2-1,-23-19 1,34 30 17,0 1 1,0 0 0,0 0 0,-1 1-1,0 1 1,0-1 0,0 2-1,0-1 1,-1 2 0,-14-3 0,12 3 93,0 1-1,1 1 1,-1 0 0,0 1 0,1 1 0,-1 0 0,-20 6 0,29-7-98,0 1-1,-1-1 1,1 1 0,1 0-1,-1 1 1,0-1-1,0 0 1,1 1-1,0 0 1,-1 0 0,1 0-1,0 1 1,0-1-1,1 0 1,-1 1-1,1 0 1,0 0 0,0 0-1,0 0 1,0 0-1,1 0 1,-1 0-1,1 0 1,0 1 0,0 4-1,-1 47-3180,3-38-450,-1 5-3829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34.0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45 3394,'0'0'7816,"0"-5"-6631,0-14-421,0-1 2463,0 19-3262,0 4-13,0 63 170,-13 447 3166,-3-251-2584,15-147-3793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35.7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2 187 848,'0'0'6073,"0"-8"-5134,-1-2-546,1 2 527,-1 0 0,1-1 0,1 1 1,0-10-1,0 17-857,-1 1 0,1-1 0,-1 0 0,1 0 0,-1 1 0,1-1 0,0 0 0,-1 1 0,1-1-1,0 1 1,-1-1 0,1 1 0,0-1 0,0 1 0,-1-1 0,1 1 0,0 0 0,0-1 0,0 1 0,-1 0 0,1 0 0,0 0 0,0 0 0,1 0 0,27-2 470,-22 3-346,402-13 1249,278 1-1346,-448 12-74,-185 0-15,314-14 4,-19 6-57,-218 8 40,-112-1 12,51 1 0,99-13 0,-2-13-144,244-5-1,-78 30 290,-326 0-110,0 0 0,0 1 0,0 0 0,1 0 0,-1 0 0,-1 1 0,1 0 1,0 0-1,0 1 0,-1 0 0,9 5 2190,2-8-11031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36.2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82 10805,'0'0'6579,"41"0"-6174,265 0 663,155 6-209,-462-19-1969,0 10 882,0 1 0,0-1 0,-1 0 0,1 1 0,-1-1 0,1 1-1,-1 0 1,0-1 0,0 1 0,0 0 0,0 0 0,0 0 0,-1 0 0,1 1 0,-4-3 0,-3-2-701,-36-24-4135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6:45.3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1 205 2801,'0'0'7030,"1"-4"-6296,-1 2-652,5-18 632,-5 19-651,0 0-1,1 0 0,-1 0 0,0 1 0,1-1 0,-1 0 0,0 0 0,1 1 0,-1-1 1,1 0-1,-1 1 0,1-1 0,0 0 0,-1 1 0,1-1 0,-1 1 0,1-1 1,0 1-1,0-1 0,-1 1 0,1 0 0,0-1 0,0 1 0,-1 0 0,2-1 1,10 1 91,1 0 0,-1 1 1,0 0-1,0 0 1,0 1-1,0 1 0,17 6 1,44 19 153,1-3 0,0-4-1,2-3 1,77 8 0,190-3-276,-137-12-34,132 4 327,-333-16-240,0 1 0,0-1 0,0 0 0,0 0 0,7-3 0,-7 2 49,-1 1 1,1 0-1,-1 0 0,1 0 0,6 0 0,-11 1 331,1-11-1109,-1 0 265,-1 1-1,1-1 1,-2 1-1,0-1 1,0 1-1,-1 0 1,-5-15 0,0 9 199,-8-20-410,-26-40 0,36 68 574,1-1 0,-2 1 0,1 0 1,-1 0-1,0 0 0,-1 1 0,0 0 0,0 1 0,-16-10 0,13 8 1052,19 6 421,24 8-684,127 57-305,-141-55-461,3 2-6,0 0 0,0 1 0,-1 1 0,23 19 0,-36-26-1,-1 0-1,0 1 0,0 0 1,-1 0-1,0 0 0,0 0 1,0 1-1,-1 0 0,0 0 1,0 0-1,-1 0 0,0 1 1,0-1-1,-1 1 0,3 14 1,-4-15 3,0 1 1,-1 0-1,0 0 1,0-1-1,-1 1 1,0 0-1,-3 14 1,1-16 4,1 0 0,-1 0 1,0 0-1,-1-1 1,1 1-1,-1-1 0,0 0 1,-1 0-1,-6 5 1,-20 18 46,-2-2 0,-63 40 0,85-58-143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2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8724,'0'0'6027,"8"-13"-5376,24-37 162,-15 32 4907,-17 26-5458,0 685 2030,1-645-2260,-1-46-34,0-1 1,0 1 0,0-1 0,1 1-1,-1-1 1,1 0 0,-1 1 0,1-1 0,-1 0-1,1 1 1,1 1 0,-2-3-9,0 0 0,1 1 0,-1-1 0,0 0 0,1 0 0,-1 1 1,0-1-1,1 0 0,-1 0 0,0 1 0,1-1 0,-1 0 0,1 0 0,-1 0 0,0 0 0,1 0 0,-1 0 1,1 0-1,-1 0 0,1 0 0,-1 0 0,0 0 0,1 0 0,-1 0 0,1 0 0,1-1-72,0 0 0,-1 0 0,1 0 0,-1 0 0,1 0 0,-1-1 0,0 1-1,1 0 1,-1-1 0,0 1 0,0-1 0,0 0 0,0 1 0,0-1 0,0 0 0,-1 1 0,2-4-1,2-9-841,0-1 0,3-18 0,1-44-4363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29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69 3490,'0'0'8828,"0"-14"-7652,1-41-266,-1 92 4713,1 18-4353,0 84-1779,-26 227 864,24-356-2526,1-22-3830,0-18-5593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5:0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96,'0'0'0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5:0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1 106 224,'160'-105'0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5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4 142 4930,'0'0'8031,"-3"-10"-6420,8 8 2223,310 5-2782,201-1-773,-356-14-262,-9 1-2,-125 10 196,0-2 1,0 0-1,0-2 0,33-11 1,-48 15-121,-10 1-80,1 0 0,-1-1 0,1 1 1,-1 0-1,1 0 0,-1-1 0,0 1 0,1-1 1,-1 1-1,1-1 0,-1 0 0,0 0 0,2-1 1,-2-20-1971,-1 17 1220,0-18-3315,0 7-3179,0 7 144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5:0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7940,'0'0'7654,"17"-11"-7430,-7 4-211,2-1-7,1 0 0,21-9 1,-29 14-7,1 1 1,0 0-1,0 0 1,0 1-1,0 0 1,0 0-1,0 0 0,1 1 1,-1 0-1,0 0 1,8 1-1,-4 2-1,0 0 0,0 0 1,-1 1-1,1 0 0,-1 1 0,0 0 0,0 0 0,-1 1 0,1 0 0,-1 0 1,-1 1-1,14 14 0,-13-11 12,0-1 1,0 1-1,-2 1 1,1-1-1,-1 1 1,0 0-1,-1 1 1,-1-1-1,0 1 1,4 17-1,-5-12 130,-1 0 1,-1 0-1,0 1 0,-1-1 0,-4 23 1,3-29-30,-2-1-1,1 1 1,-1-1 0,-1 1 0,0-1 0,0 0 0,-1 0 0,0-1-1,-9 12 1,-70 80 813,51-64-850,-38 55 0,58-72-1254,8-7-2294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5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39 7443,'0'0'7105,"-2"-6"-6574,-9-24 4839,10 30-5315,1 0-1,-1-1 0,1 1 1,-1 0-1,0 0 1,1-1-1,-1 1 0,0 0 1,1 0-1,-1 0 0,0 0 1,1 0-1,-1 0 1,0 0-1,1 0 0,-1 0 1,0 0-1,1 1 0,-1-1 1,0 0-1,1 0 1,-1 1-1,0-1 0,1 0 1,-1 1-1,1-1 0,-1 1 1,1-1-1,-1 0 1,1 1-1,-1-1 0,1 1 1,-1 0-1,1-1 0,0 1 1,-1-1-1,1 1 1,0 0-1,-1-1 0,1 1 1,0 1-1,-6 256 576,-45 304-1,39-491-486,-3 35 269,13-96-420,1-23-321,1-33-1825,0 43 1708,0-39-6232,0 21-570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5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7123,'0'0'8281,"0"3"-7728,0-2-432,0 0 1,0 0 0,-1 0 0,1 0 0,0 0-1,-1 0 1,1 0 0,0 0 0,-1 0 0,1 0-1,-1 0 1,0 0 0,1-1 0,-1 1 0,1 0-1,-1 0 1,0-1 0,0 1 0,0 0 0,1-1-1,-1 1 1,0-1 0,0 1 0,0-1 0,0 0-1,0 1 1,0-1 0,0 0 0,0 1 0,0-1-1,-1 0 1,-14 6-394,-15 8 332,0 2-1,1 1 1,-37 28-1,52-34-35,1 1-1,1 1 1,0 0 0,0 1-1,2 0 1,0 1 0,0 0-1,-8 18 1,6-7 9,2 1 0,1 0 0,1 0 0,1 1 0,2 0 0,-4 36 0,0 175 491,10-197-326,2 0 0,2-1 1,15 69-1,-14-91-93,1 0 0,0-1 1,1 1-1,1-2 0,1 1 1,1-1-1,0 0 1,1-1-1,25 29 0,-31-40-86,-1-1 0,0 0 0,1 0 0,0-1 0,0 1-1,0-1 1,1 0 0,-1-1 0,1 1 0,-1-1 0,1 0 0,0 0-1,0-1 1,0 1 0,0-1 0,0-1 0,0 1 0,0-1-1,9-1 1,-7 0-20,1-1 0,-1 0 0,0-1 0,0 1-1,0-2 1,0 1 0,-1-1 0,1 0 0,-1-1-1,0 1 1,0-1 0,-1-1 0,8-7 0,10-13-133,0-1 0,-2-1 0,-1-1 0,22-41 1,-15 16-804,38-99 0,-56 120 791,0 0-1,-3-1 1,0 0-1,-2 0 1,-2-1 0,-1 0-1,-4-49 1,1 74 231,-1 0 0,0 0 1,0 0-1,-1 0 0,0 0 0,0 1 1,-1 0-1,-1-1 0,1 1 1,-1 1-1,-1-1 0,0 1 0,0 0 1,-1 0-1,0 1 0,0 0 1,0 0-1,-1 0 0,0 1 0,-1 0 1,1 1-1,-1 0 0,0 0 0,0 1 1,-1 0-1,1 1 0,-20-5 1,-11 1 415,-64-5 0,1 0-500,96 11-95,1 0 1,0 0 0,0-1-1,0 0 1,1 0 0,-1 0-1,0-1 1,1 0 0,-1 0 0,1 0-1,-8-8 1,9 7-322,0 0-1,0-1 1,1 0 0,0 0 0,-1 0 0,2 0-1,-1 0 1,1-1 0,0 1 0,0-1-1,0 1 1,-1-8 0,-2-16-5270,-1 6-4576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5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8868,'0'0'6566,"3"-7"-6297,8-21 153,-5 20 642,-3 10 577,0 10-238,-2-11-1712,35 436 1666,-33-375-1167,3 110 180,9 162 170,-14-328-529,-1 4 8,1 0 0,0 0 0,0 0 0,1 0 0,5 11 0,-4-16-36,0-12-230,-2-97-3147,-1 52 460,0-8-2335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5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8820,'0'0'7689,"0"-4"-4842,0 1006-702,3-986-2647,-3-16 402,0 1-1,0-1 1,0 0 0,0 0-1,0 0 1,0 1-1,0-1 1,1 0 0,-1 0-1,0 0 1,0 1 0,0-1-1,0 0 1,0 0-1,1 0 1,-1 0 0,0 0-1,0 1 1,0-1 0,1 0-1,-1 0 1,0 0-1,0 0 1,1 0 0,-1 0-1,0 0 1,0 0 0,0 0-1,1 0 1,-1 0-1,0 0 1,0 0 0,1 0-1,-1 0 1,0 0 0,0 0-1,1 0 1,-1 0-1,0 0 1,0 0 0,0-1-1,1 1 1,-1 0 0,0 0-1,0 0 1,0 0-1,0 0 1,1-1 0,-1 1-1,0 0 1,0 0 0,0-1-1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8:5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245 144 2193,'0'0'8052,"0"-13"-6692,0-39-7,0 39 1782,-7 6-1212,0 6-1899,0-1-1,0 1 0,-1 1 1,1-1-1,0 1 0,0 1 1,0-1-1,0 1 0,0 0 1,0 1-1,0 0 0,0 0 1,0 0-1,0 1 0,1 0 1,-1 0-1,1 1 0,0 0 1,-10 7-1,8-3 3,1-1 0,0 1 0,0 0 0,0 1-1,1 0 1,0 0 0,1 0 0,0 0 0,0 1 0,1 0 0,1 0-1,0 0 1,-4 20 0,2 5 196,1 1 1,3 63-1,1-64 14,1 0 41,1 0 1,1 0-1,2-1 1,18 63 0,-16-74-84,2 0 1,0 0 0,2-1-1,0-1 1,1 0 0,1 0-1,29 33 1,-33-45-121,0 0 0,0 0-1,1-1 1,0 0 0,1-1-1,0 0 1,0 0 0,0-2 0,1 1-1,23 7 1,-26-11-64,0 0-1,0 0 1,0-1 0,0 0-1,1-1 1,-1 0 0,0 0-1,0-1 1,0 0 0,0 0-1,0-1 1,0-1 0,0 1-1,0-1 1,16-9 0,-13 4-15,-1 0 0,1 0 0,-1-2 1,-1 1-1,0-1 0,0-1 0,-1 0 0,-1 0 1,11-18-1,-4 3-178,0-1 0,-2 0 1,13-43-1,-17 41-12,-2 0 0,-1 0 0,-1-1 0,-1 0 0,-2 0-1,-1-1 1,-2 1 0,-7-52 0,4 65 187,0 0 0,-1 0-1,-1 1 1,-1 0 0,0 0 0,-15-24-1,3 12 39,-1 0 0,-31-34 0,38 49 31,0-1-1,-1 2 0,0 0 0,-1 0 0,-22-12 0,29 19 13,-1 1 0,0 0-1,0 1 1,0-1-1,-1 2 1,1-1 0,-1 1-1,1 1 1,-1 0 0,0 0-1,-19 2 1,23 0-17,1 0 1,0 1-1,-1-1 1,1 1-1,0 1 0,0-1 1,0 1-1,0 0 1,1 0-1,-1 0 1,1 0-1,0 1 0,0 0 1,-4 5-1,-3 3-57,1 1 1,0 0-1,-12 23 0,21-35-241,1 0-1,0-1 1,0 1 0,0 0-1,0 0 1,0 0 0,0-1-1,0 1 1,0 0 0,0 0-1,0 0 1,0-1 0,0 1-1,1 0 1,-1 0 0,0 0-1,0-1 1,1 1 0,-1 0-1,1-1 1,-1 1 0,1 0-1,-1-1 1,1 1 0,-1 0-1,1-1 1,0 1 0,-1-1-1,1 1 1,0-1 0,1 1-1,0 2-561,15 11-3896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0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8260,'0'0'6555,"0"3"-6139,0-1 0,0 0 0,0 0 1,0 0-1,-1 0 0,1 0 0,-1 1 0,1-1 0,-3 3 1,-16 19 93,-3 2-272,1 2 0,2 0-1,0 1 1,-16 35 0,20-26-101,1 0 0,2 1-1,2 0 1,-10 74 0,8 163 668,11-253-669,2 0 0,1-1 1,1 1-1,1 0 0,1-1 1,14 39-1,-16-52-90,1 0 0,0-1-1,1 1 1,0-1 0,0 0 0,1 0 0,0-1-1,0 0 1,1 0 0,0 0 0,0-1 0,1 0-1,-1 0 1,1-1 0,1 0 0,-1-1 0,1 1-1,-1-2 1,11 4 0,-7-3-32,0-1-1,0-1 1,0 0 0,0 0 0,0-1-1,0-1 1,1 0 0,-1-1-1,0 0 1,0-1 0,0 0 0,0-1-1,0 0 1,-1-1 0,1 0 0,-1-1-1,0 0 1,-1-1 0,1 0-1,12-10 1,-7 2-125,-1-1 0,-1 0 0,0-1-1,-1-1 1,-1 0 0,-1 0 0,0-1 0,-1-1 0,-1 0-1,-1 0 1,7-26 0,-6 11-145,-1-1-1,-2-1 0,-2 0 1,-1 1-1,-3-64 1,-2 79 245,0 1 1,-2 0-1,0 0 1,-1 0-1,-1 1 1,0-1-1,-2 1 1,-10-18-1,1 6 144,-1 1 0,-1 1 0,-41-45 0,49 61-142,-1 1-1,0 0 0,0 1 0,-1 0 0,0 1 1,-1 0-1,0 1 0,0 1 0,0 0 1,-1 1-1,0 1 0,-1 0 0,1 1 0,-1 0 1,0 2-1,0 0 0,0 0 0,0 2 1,0 0-1,-21 3 0,36-3-69,1 0 0,-1 0 0,0 0-1,1 0 1,-1 1 0,0-1 0,0 0 0,1 1 0,-1-1 0,1 0 0,-1 1-1,0-1 1,1 1 0,-1-1 0,1 1 0,-1-1 0,1 1 0,-1-1 0,1 1 0,-1 0-1,1-1 1,0 1 0,-1 0 0,1-1 0,0 1 0,0 0 0,-1 0 0,1 23-3454,0-14 1629,0 17-4314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0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2545,'0'0'6334,"10"-24"-6091,-8 19 105,-1 1 0,1-1 1,-1 1-1,0-1 1,0 0-1,-1 1 1,1-1-1,-1-7 1,4-23 3171,6-1 2082,-10 44-5564,-9 712 1040,8-529-201,1-190-951,0-13-4286,0-9 1388,0-3-2030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 1985,'-5'-1'15172,"-17"-1"-14166,19 2-951,-2 0 52,0 0 0,0 0 0,-1 0 0,1 1 0,-7 1 0,10-1-86,-1 0 0,1 1-1,0-1 1,0 0 0,0 1 0,0-1-1,0 1 1,0-1 0,1 1 0,-1 0-1,0 0 1,1 0 0,-1 0 0,0 2-1,-5 9 93,0 0-1,1 0 1,1 0-1,0 1 1,1 0-1,0 0 0,1 0 1,-1 16-1,-2 122 765,7-124-743,-2 9 102,1 45 609,12 102 0,-8-159-669,0 0 0,1 0 0,2-1-1,1 0 1,0 0 0,2-1 0,1 0-1,20 32 1,-26-48-138,0 0 1,0 0-1,1 0 1,0-1-1,1 0 0,-1-1 1,1 1-1,0-1 1,1 0-1,-1-1 0,1 0 1,0 0-1,0 0 1,0-1-1,1-1 0,-1 1 1,0-1-1,1-1 1,0 1-1,-1-1 0,1-1 1,0 0-1,0 0 1,-1-1-1,1 0 0,0 0 1,11-4-1,-7 0-41,0 0 0,0-1 0,-1-1 0,1 0 0,-2-1 0,1 0-1,-1 0 1,0-1 0,-1-1 0,12-13 0,1-4-141,-2 0 1,-1-1-1,18-33 1,-25 37-72,-2 0 0,0-1 0,-2 0 0,-1-1 0,-1 0 1,-1 0-1,-1 0 0,-1-1 0,-2 0 0,0-34 0,-2 50 172,0 0 0,0-1 0,-1 1 0,-1 0 0,0 0 0,0 0 0,-1 0 0,0 0 0,-1 0 0,0 1 0,-1-1 0,0 1 0,-1 0 0,-11-15-1,8 13 64,-1 1 0,0 0 0,0 0-1,-1 1 1,0 0 0,-1 1-1,0 0 1,-1 1 0,0 1-1,0 0 1,-1 0 0,1 1-1,-1 1 1,-1 1 0,-22-5-1,24 7 106,0 0 1,0 1-1,-1 1 0,1 1 0,0-1 0,-18 5 1,23-3-73,0 0 1,1 1 0,-1 0-1,1 0 1,0 1 0,-1 0-1,2 0 1,-1 0 0,0 1 0,1 0-1,-7 8 1,1-1-70,1 0 0,1 1 0,0 1 0,0 0-1,2 0 1,0 1 0,0 0 0,1 0 0,1 0 0,-7 31 0,9-26-1525,0 0 0,0 33 0,3 6-9410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1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5250,'0'0'7604,"10"0"-7156,-3 9 432,3 24-143,-3 21-97,-1 21-48,-6 24-255,0 25-321,0 20-16,-20 3-2466,-3-11-7410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1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24 1249,'0'0'9759,"0"-17"-8500,0 13 1945,-26 3-1918,18 0-1212,1 1 1,-1 0-1,1 0 0,-1 0 0,1 1 0,-1 0 0,1 0 0,-1 1 0,1 0 0,0 0 1,0 1-1,0 0 0,-8 4 0,9-2-23,0 0 1,0 0-1,1 0 1,0 1-1,0-1 0,0 1 1,1 0-1,0 1 1,0-1-1,-4 11 0,-1 6 239,-11 46-1,13-45-97,0 6 28,2 1 0,-4 52 0,7 65 470,2-100-385,0-28-93,1 0 0,0 0 0,1 0 0,10 38 1,-10-52-153,1 1 0,-1-1 0,1 0 1,0 1-1,1-1 0,-1 0 0,1-1 0,0 1 1,1-1-1,-1 0 0,1 0 0,0 0 0,0 0 1,1-1-1,0 0 0,-1 0 0,12 5 0,-6-5-31,-1-1-1,1 0 0,0 0 0,0-1 0,0 0 1,0-1-1,0-1 0,0 0 0,0 0 0,1-1 1,-1 0-1,0-1 0,-1 0 0,1-1 0,0 0 0,-1-1 1,1 0-1,-1-1 0,0 0 0,0 0 0,-1-1 1,14-11-1,6-7-142,-1-2 0,-2-2 0,25-30 0,-37 39-93,0 0-1,-1-1 1,-1-1-1,-1 0 1,0 0 0,6-23-1,-12 25-10,-1 1-1,-1-1 1,-1 1-1,0-1 0,-2-30 1,0 37 145,0 3 72,-1 0 1,0 0 0,-1 0 0,0 0-1,0 0 1,-1 0 0,0 0-1,0 1 1,-9-16 0,5 12 132,-1 0 1,-1 1-1,0-1 1,0 2 0,-22-20-1,16 18-3,-1 0 0,0 1 0,0 1-1,-1 1 1,0 0 0,-1 1 0,0 1 0,0 0 0,-36-7 0,33 12-507,1 0 0,-22 1 0,-12 3-3163,30 2-735,1 7-3330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1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 7283,'0'0'7708,"0"-6"-2402,0 32-5056,0 34 126,-11 93-1,-54 252-255,64-396-424,0 4-29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1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4770,'0'0'6019,"11"-1"2105,-2 45-7644,-1 0 1,1 69-1,-8 96 125,-2-103-512,1 56-26,3-148-253,-3-14 152,0 0 1,1 0-1,-1 0 1,0 0-1,0 0 1,0 1-1,1-1 1,-1 0-1,0 0 1,0 0-1,0 0 0,1 0 1,-1 0-1,0 0 1,0 0-1,0 0 1,1 0-1,-1 0 1,0 0-1,0 0 1,1 0-1,-1 0 1,0 0-1,0 0 1,0 0-1,1 0 0,-1 0 1,0 0-1,0-1 1,0 1-1,1 0 1,-1 0-1,0 0 1,1-1-170,0 0-1,0 0 1,0 0 0,0-1 0,0 1-1,0 0 1,0 0 0,0-1 0,-1 1-1,1 0 1,-1-1 0,1 1 0,-1-1-1,1 1 1,-1-3 0,1-32-4236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16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4914,'0'0'5165,"3"-5"-4316,-1 1-583,-1 1-1,1 0 1,0-1 0,0 1 0,1 0 0,-1 0 0,1 0 0,-1 1 0,1-1 0,0 1 0,6-5 3492,-9 10-3491,1 31 115,7 35 1,2 27 207,-8 322-52,-3-224-6017,1-181 391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21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89 2097,'0'0'3540,"1"-3"-3374,-1 3-168,3-7 936,-2 0 4647,-9 3-1406,-3 4-5739,6 4 1720,0 1 1,1 0 0,0 0-1,0 1 1,0-1 0,-3 8-1,-8 16-149,4-8 8,1 1 1,1-1 0,1 1 0,-9 39 0,9 0 294,4-1 0,2 69 0,3-87-157,-2-27-66,2-1 1,0 0-1,1 0 1,0 0 0,1 0-1,1 0 1,9 23-1,-10-30-51,1 0 1,0 0-1,0 0 0,0-1 1,1 0-1,0 0 0,0 0 0,1-1 1,0 1-1,0-1 0,0-1 0,0 1 1,1-1-1,0 0 0,13 5 0,-6-4 21,-1-2-1,1 0 0,0 0 0,0-1 0,0-1 0,0 0 0,17-2 0,-15 1-24,-10 0-31,-1-1 0,1 1 1,0-1-1,0-1 1,-1 1-1,1-1 0,-1 0 1,1 0-1,-1 0 0,0-1 1,0 0-1,0 0 1,0 0-1,-1 0 0,1-1 1,6-7-1,2-4-43,0-1-1,0-1 1,13-24-1,-17 25 11,5-7 3,-1-1 0,-1-1 0,-2 0 0,0 0 0,-1-1 1,-2-1-1,-1 1 0,-1-1 0,-1 0 0,-2 0 0,0-40 0,-2 46 36,0-7 2,-4-36 0,3 54-7,-1 1 0,0 0 1,-1-1-1,0 1 0,0 0 0,-1 0 1,-8-13-1,7 12 13,-1 2 1,0-1-1,0 1 1,-1 0-1,0 0 1,0 0-1,-1 1 1,0 0-1,0 1 1,0 0 0,-1 0-1,0 1 1,0 0-1,-1 1 1,0-1-1,1 2 1,-1 0-1,0 0 1,-1 0-1,1 2 1,-18-2-1,-8 1 28,-62 4-1,80 0-35,0 1 0,0 0-1,0 1 1,1 1 0,-21 9 0,-42 25-125,78-38-47,5-1-595,4-1 291,0 0 0,0 0 1,-1-1-1,1 0 1,0-1-1,0 1 1,9-6-1,29-10-2377,13 5-1362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2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6 2321,'3'-5'13855,"-4"5"-13976,-2 4 138,0 1-1,0 0 0,0 0 1,1 0-1,0 0 1,0 0-1,0 0 0,-2 9 1,-7 19 244,-6 4 92,2 1 0,1 0 0,2 1 1,2 1-1,-8 67 0,3 204 956,15-306-1301,0 0 0,0 0 1,1 0-1,-1-1 0,1 1 0,0 0 1,0 0-1,0-1 0,1 1 0,0-1 1,0 1-1,0-1 0,0 0 0,1 0 1,-1 0-1,1 0 0,0 0 0,1 0 1,-1-1-1,0 0 0,1 1 1,0-1-1,0-1 0,0 1 0,0 0 1,0-1-1,1 0 0,-1 0 0,1 0 1,8 2-1,6-1 58,0 0 1,1-1 0,36-1-1,-45-1-9,-6-1-56,0 1 1,0-1-1,1-1 1,-1 1-1,0-1 1,0 0-1,0 0 1,-1-1-1,1 1 1,0-1-1,-1 0 1,0 0-1,0 0 1,0-1-1,4-4 1,6-6-44,-1-1 0,20-30 0,-19 20-91,-1 0-1,-2-1 0,-1 0 1,12-43-1,-15 44 93,0-7-47,-1 0 1,-2-1 0,-1 1-1,-1-1 1,-3-33 0,0 21-27,1 41 121,-1-1 0,0 1 0,0-1 0,-1 1 0,0-1 0,1 1 0,-1 0 0,0 0 0,-1 0 0,1 0 0,-1 0 0,-5-5 0,-2-2 9,0 0 0,-19-15 0,24 22-20,-1 0 0,0 0 0,0 0 0,0 1 0,0 0 0,-1 1 1,0-1-1,-7-1 0,-6 0-24,-29-2 1,12 2 15,-48-2 31,71 4-11,0 1-1,0 0 0,-25 3 1,32-1-55,1 0 0,-1 0 1,1 0-1,-1 1 0,1 0 1,0 0-1,0 1 0,0 0 0,-12 7 1,18-10-128,-1 1 1,0 0-1,1 0 1,-1 0-1,0-1 1,1 1 0,-1 0-1,1 0 1,-1 0-1,1 0 1,-1 0-1,1 0 1,0 0 0,0 0-1,-1 0 1,1 0-1,0 0 1,0 0-1,0 0 1,0 0 0,0 0-1,1 2 1,-1 0-1676,0 3-2694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54 800,'0'0'4074,"0"-3"-3191,3-27 2012,-3 10 4754,0 19-7084,0 12-466,-19 500 3137,-5-144-1099,26-370-2177,6-9-448,-1-1 0,-1 0 0,0-1 0,-1 0-1,0 0 1,4-23 0,-2-2-4057,3-51 0,-9 46-4958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2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53 10501,'0'0'6005,"-2"-1"-5383,0 0-534,0 0 1,-1 0-1,1 0 0,-1 1 1,0-1-1,1 1 0,-1-1 1,1 1-1,-1 0 1,0 0-1,1 0 0,-1 0 1,1 1-1,-1-1 1,0 1-1,1-1 0,-1 1 1,1 0-1,-1 0 0,1 0 1,0 0-1,-1 1 1,1-1-1,0 1 0,-4 3 1,-3 2 54,0 1-1,0 1 1,0 0 0,-9 13 0,7-6 57,0 1 0,1 0-1,1 0 1,1 1 0,0 1 0,1-1 0,1 1 0,1 0-1,-4 31 1,2 11 519,1 103 0,6-144-574,1 1 0,0-1 0,1 0 0,1 0 0,7 20-1,-9-34-124,1 0 0,0-1 0,1 1-1,-1-1 1,1 0 0,0 0-1,1 0 1,-1 0 0,1 0 0,0 0-1,0-1 1,1 0 0,-1 0-1,1 0 1,0-1 0,0 1 0,0-1-1,0 0 1,1-1 0,10 5-1,-8-5-11,1 0 0,0 0 0,-1 0 0,1-1 0,0-1 0,0 1 0,0-1 0,0-1 0,-1 0 0,1 0 0,12-4 0,-9 2-12,-1-2 0,0 1-1,0-1 1,0-1 0,0 0 0,-1-1-1,15-11 1,-7 1-127,-1 0 1,0 0-1,-1-2 0,-2 0 0,1-1 1,-2 0-1,19-40 0,-23 39-139,-1-2-1,-2 1 1,0-1 0,-1 0-1,-1 0 1,-1-1 0,-1 1-1,-2-35 1,0 46 243,-1-1 0,0 1 0,0 0 0,-1-1 0,-1 1 0,0 0 0,-1 1 0,0-1 0,-1 1 0,0-1 0,-1 1 0,0 1 0,-1-1 0,0 1 0,0 0 0,-1 1 0,-10-10 0,10 10 96,-2 0-1,1 1 1,-1 0-1,0 0 0,-1 1 1,1 1-1,-1 0 1,-1 0-1,1 1 0,-1 0 1,0 1-1,0 0 1,0 1-1,-1 1 1,1 0-1,-21-1 0,13 3-41,14-1-14,0 1 0,0-1 0,1 2 0,-1-1 0,0 1 0,0-1-1,0 1 1,1 1 0,-1-1 0,0 1 0,-6 4 0,0 7-685,10-5-1117,10-3-3370,22-4-2671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26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16776,'0'0'3889,"-16"6"-3744,-8-6-7941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17352,'0'0'80,"3"0"-912,24 0-1682,9-6-3456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 11461,'0'0'8722,"-10"-3"-7837,-39-11 1578,57 16-2385,1 1 1,-1 0 0,1 0-1,10 7 1,17 8-32,29 6-9,0-2 0,1-3 0,1-3-1,135 14 1,279-11-120,-474-19 79,113 2-27,241-4-492,-347 1 358,-1 0 1,24-5-1,-36 5 146,-1 1 0,1-1-1,-1 1 1,1-1 0,-1 0 0,1 1 0,-1-1 0,1 0-1,-1 1 1,0-1 0,1 0 0,-1 0 0,0 1 0,1-1 0,-1 0-1,0 0 1,0 0 0,0 1 0,0-1 0,0 0 0,0 0-1,0 0 1,0 1 0,0-1 0,0 0 0,0 0 0,-1 0 0,1 1-1,0-1 1,-1 0 0,1 0 0,0 1 0,-1-1 0,1 0-1,-1 0 1,-29-21-380,22 17-481,0-1-1,1 0 1,0 0 0,-12-13 0,1-9-4387,4-6-4379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14935,'0'0'4319,"39"11"-4060,134 44-246,-157-50-44,0 1-1,-1 1 0,0 0 0,0 2 1,0-1-1,-1 2 0,0 0 1,-1 0-1,0 2 0,-1-1 0,0 2 1,10 13-1,-16-16 6,0 0 1,0 0-1,-1 1 1,0 0-1,-1 0 0,-1 0 1,1 1-1,-2-1 1,0 1-1,0 0 1,-1 0-1,0 0 0,-1-1 1,0 1-1,-4 21 1,0-16 49,0-1 1,-1 1-1,-1-1 1,0 0-1,-1-1 1,-1 0-1,0 0 1,-1-1-1,-1 0 1,0 0-1,-18 18 1,-5 1 391,-1-1 0,-74 53 0,-28 3 453,110-74-790,0-1 1,0-1-1,-40 12 1,64-24-274,2 1 142,0-1 1,-1 0-1,1 0 0,0 1 0,-1-1 0,1 0 1,0 0-1,-1 0 0,1 1 0,-1-1 1,1 0-1,0 0 0,-1 0 0,1 0 0,-1 0 1,1 0-1,0 0 0,-1 0 0,1 0 1,-1 0-1,1 0 0,-1 0 0,1 0 0,0 0 1,-1 0-1,1-1 0,0 1 0,-1 0 0,1 0 1,-1 0-1,1-1 0,0 1 0,-1 0 1,1 0-1,0-1 0,0 1 0,-1 0 0,1-1 1,0 1-1,0 0 0,-1-1 0,1 1 1,0 0-1,0-1 0,0-27-4611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7.4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117 139 11429,'0'0'4370,"-16"0"-3887,-40 0-27,11 0 6630,49 0-6707,323 3 515,-289-6-885,-1-1 1,0-1 0,0-2-1,53-18 1,30-6 3,-98 27-544,-22-7-1240,0-10-1292,0-10-2804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8.4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15 9588,'0'0'7430,"5"0"-3598,-8 1-3806,1-1 1,-1 1 0,1 0-1,-1 0 1,1 0-1,-1 0 1,1 0 0,0 0-1,0 0 1,0 1 0,0-1-1,0 1 1,0 0 0,0-1-1,0 1 1,0 0 0,-1 3-1,-28 41-1,27-40-9,-12 24 73,0 2 0,2 0 0,2 1 0,0 0 0,3 1 0,-11 68 0,9-5 557,2 118 0,8-160-371,-1 11 201,9 76 1,-6-129-411,1 0 1,1 0 0,1 0 0,0 0 0,0-1 0,1 0 0,7 13-1,-8-19-44,-1-1 0,0 1 1,1-1-1,0 0 0,1-1 0,-1 1 0,1-1 0,-1 0 0,1 0 0,1 0 0,-1-1 0,0 1 0,1-1 0,0-1 0,-1 1 0,10 2 0,-5-3-6,0 0-1,0 0 0,-1-1 0,1-1 1,0 1-1,0-2 0,0 1 1,0-1-1,0-1 0,0 0 1,12-4-1,-9 2-9,-1-2 0,1 0 1,-1 0-1,0-1 0,-1-1 0,1 0 1,12-12-1,1-5-89,-1-1 0,-1-1 0,-1 0 0,-2-2 0,25-46 0,-31 46-31,-1 0 1,-1-1-1,-1 0 0,-2-1 1,-1 0-1,-1-1 0,-2 0 1,-1 0-1,-1 0 0,-2 0 1,-2 0-1,-5-46 0,2 53 102,-1 1 0,-1 0 0,-1 0 0,-2 0 0,0 1 0,-1 0-1,-1 0 1,-1 2 0,-1-1 0,-2 2 0,1 0 0,-35-35 0,41 47 40,0 2 1,0-1-1,0 1 0,-1 0 1,0 1-1,0 0 1,-1 0-1,0 1 1,1 0-1,-1 1 0,0 0 1,-12-1-1,-10 0-175,1 1 0,-53 3 0,38 0-763,56 0-1164,0 0-1,-1-1 1,18-3 0,33-12-6487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8.9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288 0 9588,'0'0'7116,"-7"3"-6396,-6 1-434,0 1 0,0 1 0,1 0 0,0 0 0,0 2 0,0-1 0,1 1 0,0 1 0,0 0 0,1 1 0,1-1 0,0 2 0,-16 21 0,12-5-23,0 1 0,2 0 0,1 0 0,1 1 0,-8 49 0,-9 152 995,18 59-52,7-270-1139,2-1-1,0 0 0,1 1 1,0-1-1,7 19 0,-8-33-56,1 1 0,0 0 0,0 0 0,0-1 0,0 0-1,1 1 1,0-1 0,0 0 0,0 0 0,0 0 0,1-1-1,0 1 1,0-1 0,-1 0 0,2 0 0,-1 0 0,0-1-1,1 1 1,-1-1 0,1 0 0,-1 0 0,10 2 0,-3-2-2,-1 0 1,1-1 0,0 0 0,-1 0 0,1-1-1,0-1 1,0 1 0,-1-2 0,1 0 0,17-5-1,-13 2-24,-1-1-1,1 0 1,-1-2-1,0 1 1,-1-2 0,20-16-1,-8 3-132,-1-2 1,-1 0-1,-1-2 0,-1 0 1,-2-1-1,20-37 0,-26 41-18,-2-2-1,-1 1 0,-1-2 0,-1 1 0,-1-1 0,-1 0 0,-1 0 1,-2-1-1,-1 0 0,-1 1 0,-2-34 0,-1 37 145,-1 1 0,-1 0 0,-1 1-1,-1-1 1,-1 1 0,-1 0 0,0 1 0,-2 0 0,0 0-1,-1 1 1,-1 0 0,-1 1 0,-1 0 0,0 1 0,-34-30-1,41 40 55,-1 1-1,0 0 0,-1 0 0,0 0 1,1 1-1,-2 0 0,1 1 0,-1 0 0,1 1 1,-1 0-1,0 0 0,0 1 0,0 0 1,0 1-1,-1 0 0,1 1 0,-12 1 1,18-2-25,1 1 0,-1 0 0,0 1-1,0-1 1,1 1 0,-1 0 0,1 0 0,-6 2 0,7-3-31,1 1 0,0 0 0,0 0 0,-1 0 0,1 0 0,0 0-1,0 1 1,0-1 0,0 0 0,0 0 0,0 1 0,1-1 0,-1 1 0,0-1 0,1 0-1,-1 1 1,1 0 0,-1-1 0,1 1 0,0-1 0,-1 4 0,0 4-1073,1 0 1,-1 1-1,2-1 0,1 12 1,6 7-4025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9.4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0 290 13254,'0'0'6974,"3"-4"-6622,6-10-446,-1-1 0,0-1 1,-1 1-1,-1-1 0,-1 0 0,6-24 0,-5 11-93,-2 0 0,0-1-1,-1-31 1,2 57 598,-5 4-406,1 1 0,-1-1 0,0 0 0,1 1 0,-1-1 0,1 0 0,-1 1 0,0-1-1,1 1 1,-1-1 0,0 1 0,0-1 0,1 1 0,-1-1 0,0 1 0,0-1 0,0 1 0,0-1 0,1 1 0,-1-1 0,0 1 0,0 0 0,0-1 0,0 1-1,0-1 1,-1 2 0,6 437 3050,-7-249-1838,2 224 696,0-412-1873,0-11-323,0-13-280,3-144-3936,9 54-2653,0 51-1172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49.8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282 15 2177,'0'0'14303,"-15"-2"-13362,-5-3-627,7 3-43,1-1 0,-1 2-1,0 0 1,-16 0 0,25 2-179,0-1 1,0 1 0,0 0 0,0 1 0,0-1-1,0 1 1,0-1 0,0 1 0,1 0-1,-1 1 1,1-1 0,0 0 0,-1 1-1,1 0 1,0 0 0,1 0 0,-1 0-1,0 0 1,1 1 0,0-1 0,0 1-1,-2 3 1,-5 11 209,0 1 0,1 0-1,-7 28 1,2 2 450,2 1-1,-7 100 1,12 103 704,6-239-1382,-1 10 63,2 1-1,1-1 1,5 31-1,-5-48-117,-1-1 1,2 1-1,-1 0 0,1-1 0,-1 0 1,2 1-1,-1-1 0,1 0 1,0-1-1,0 1 0,0-1 0,1 0 1,0 0-1,0 0 0,11 7 0,-7-6-2,1-1-1,0-1 0,0 0 0,0 0 0,0-1 0,0 0 1,1 0-1,-1-2 0,15 2 0,-6-2 5,0-1 0,0 0 0,0-2 0,29-5 0,-35 3-70,0 0 0,0 0 1,0-2-1,0 0 0,-1 0 0,0-1 0,0 0 0,0-1 0,-1-1 0,-1 0 0,1 0 1,12-16-1,-12 12-76,-1 0 0,0 0 1,-1-1-1,-1 0 1,0-1-1,-1 1 0,-1-2 1,0 1-1,-1-1 1,4-23-1,-5 20 11,-2 0 1,-1 0 0,0 0-1,-1 0 1,-1 0-1,-1-1 1,-1 1-1,0 1 1,-2-1-1,0 0 1,-1 1-1,0 0 1,-2 0-1,-10-17 1,1 7 59,-1 0 0,-1 2 1,-1 1-1,-1 0 0,-1 1 0,-1 2 0,-2 0 1,0 1-1,-1 2 0,-1 1 0,0 1 1,-33-15-1,53 29-412,0 0 0,0 1 1,1 0-1,-1 0 0,-1 0 1,1 1-1,0 0 0,-12 0 1,-12 1-4986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1.0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0 344 7123,'0'0'8359,"2"18"-4019,0-16-4262,-1 0 0,1 0 0,0-1 0,-1 1-1,1-1 1,0 1 0,0-1 0,0 0 0,1 0-1,-1 0 1,0 0 0,0 0 0,1 0-1,3 0 1,39 5 196,-40-6-226,322 5 622,-193-6-649,688-35-336,-799 34 307,-6 1 17,0 0-1,0-1 1,0-1-1,28-9 1,-43 11-31,0 0 1,0 0-1,0-1 0,-1 1 1,1 0-1,-1-1 0,1 0 1,-1 1-1,1-1 0,-1 0 1,0 0-1,0 1 0,0-1 1,0 0-1,0 0 0,0 0 1,-1 0-1,1 0 0,-1-1 1,1 1-1,-1 0 0,0 0 1,0 0-1,0 0 0,0 0 1,0-3-1,0-1-277,-1 0-1,1 1 1,-1-1 0,0 0-1,-1 0 1,1 1 0,-1-1-1,-5-9 1,-5-3-827,0 0 0,-1 2-1,-1-1 1,-26-23 0,23 24 794,-1 2 0,-22-14 0,22 18 616,-1 0 0,0 2 0,-1 0 1,0 2-1,-22-6 0,31 11 326,6 1 209,13 0 1332,9 2-2041,1 1 0,-1 0 0,0 2 0,0 0 0,-1 1 0,32 15 0,-24-10-93,117 58-14,-124-60-10,-1 1 0,0 1 0,-1 1 0,0 0 1,-1 1-1,15 18 0,-24-23 3,0 0 1,0 0-1,-1 0 1,0 1-1,-1-1 0,0 1 1,0 0-1,-1 0 1,0 0-1,-1 1 1,0-1-1,0 0 1,-1 0-1,0 1 0,0-1 1,-1 0-1,-1 1 1,0-1-1,0 0 1,0 0-1,-1 0 1,-1-1-1,-5 12 0,-1-6 109,0 0 0,-1 0 0,-1-1 0,0-1 0,-27 22-1,-19 8-778,-1-6-3691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1.4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12966,'0'0'7507,"271"0"-7026,-148 0-273,1 0-144,-4 0-64,-19 0-176,-14 0-657,-27 0-1856,-24 0-1361,-15 6-7747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2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172 117 7972,'0'0'5936,"-1"-4"-4912,1 2-961,0 1 0,0 0 0,0 0 0,-1 0 0,1 0-1,0 0 1,-1-1 0,1 1 0,-1 0 0,1 0 0,-1 0 0,1 0 0,-1 0 0,0 0-1,0 1 1,1-1 0,-1 0 0,0 0 0,0 0 0,0 1 0,0-1 0,0 0-1,-2 0 1,-1-1 65,0 1 0,0 1 0,0-1 0,0 0-1,0 1 1,-9 0 0,6 0-93,2 0 11,0 0 0,0 0 0,0 0 0,1 1-1,-9 2 1,11-3-34,0 1 0,0 0 0,0 1 0,0-1 0,0 0 0,0 1 0,0-1 0,1 1 0,-1-1 0,0 1 0,1 0 0,-1 0 0,1-1 0,0 1 0,-1 3 0,-4 6 84,0 0 0,1 1 0,1 0 0,0 0 0,1 0 0,-3 18 0,-3 77 815,9-106-902,-1 18 165,-1 191 1583,4-189-1597,0 0 1,1 0-1,1 0 1,1 0-1,1-1 1,1 0-1,17 35 1,-20-47-120,1 0 0,0 1 0,1-2 0,-1 1 0,1-1 0,1 0 0,0 0 0,0-1 0,0 1 0,0-2 0,1 1 0,0-1 0,1 0 0,-1-1 0,1 0 0,-1 0 0,1-1 0,0 0 0,1 0 0,-1-1 0,0-1 0,1 1 0,9-1 0,-4-1-16,0-1 0,0 0 0,1-1 0,-1 0 0,-1-2 0,1 1 0,0-2 0,-1 0 0,0-1 0,0 0 0,-1-1 0,0-1 0,0 0-1,0-1 1,16-15 0,-8 6-49,-1-2 0,-1 0 0,-1 0 0,-1-2-1,0 0 1,-2-1 0,23-46 0,-30 48-124,0-1 0,-1 0 0,-1 0 0,-2 0 0,0 0 0,-1-1-1,0-32 1,-2 43 52,-1 0 0,0-1 0,-1 1 0,0 0 0,-1-1 0,0 1 0,-1 0 0,-1 0 0,0 1 0,0-1 0,-1 1 0,0 0 0,-14-20 0,8 16 81,0 1 1,-1 0-1,0 0 0,-1 2 1,-1-1-1,0 2 1,-1 0-1,0 1 1,0 0-1,-27-11 0,30 16 33,1 0 1,-1 1-1,0 1 0,0 0 0,0 0 0,0 1 0,-1 1 0,1 0 0,-1 1 0,1 0 0,0 1 0,-1 0 0,1 1 0,0 1 0,0 0 0,-19 7 0,19-4 39,0 0-1,1 0 1,0 2-1,0-1 1,1 2-1,-15 13 0,23-20-59,0-1 0,0 1 0,0 0 0,0 0 0,1 0 0,-1 0 0,1 0 0,0 0 0,-1 1-1,1-1 1,0 0 0,0 1 0,0-1 0,1 1 0,-1-1 0,0 1 0,1-1 0,-1 5 0,1-7-32,0 1 0,0-1 0,0 1 1,0-1-1,0 1 0,0-1 0,0 1 1,1-1-1,-1 1 0,0-1 0,0 1 1,0-1-1,0 1 0,1-1 0,-1 0 1,0 1-1,0-1 0,1 1 0,-1-1 1,0 1-1,1-1 0,-1 0 0,0 1 1,1-1-1,-1 0 0,1 0 0,-1 1 1,1-1-1,0 0 0,17 1-1145,-7-1 545,55-2-3009,15-8-3095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2.6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205 147 7491,'0'0'9370,"5"-5"-8215,15-18-304,-14 15-27,-11 5 575,-4 3-1223,5-1-136,-1 1 0,0 0-1,1 0 1,-1 0 0,1 1-1,-1 0 1,0 0 0,1 0 0,-1 0-1,1 0 1,0 1 0,-1 0-1,1 0 1,0 0 0,0 1 0,0-1-1,0 1 1,-5 5 0,-2 4 55,1 0 0,1 1 0,0 0 0,1 0 0,0 1 0,1 0 0,0 1 1,2-1-1,-8 29 0,1 7 458,-10 89 0,10 117 639,12-237-1123,0 0 0,1 0 0,2 0 0,6 31 0,-8-45-62,1 0 0,0 0 1,0 0-1,0 0 0,1-1 0,0 1 1,-1-1-1,2 1 0,-1-1 0,0 0 1,1 0-1,0 0 0,0-1 0,0 0 1,0 1-1,0-1 0,1-1 0,0 1 1,-1-1-1,1 1 0,7 1 0,0-1 3,1 0-1,0 0 1,0-2-1,0 1 1,0-2-1,0 0 1,0 0-1,0-1 1,0-1-1,0 0 1,0-1-1,-1 0 0,1-1 1,-1 0-1,0-1 1,0 0-1,0-1 1,16-11-1,-9 4-68,0-2 1,0 0-1,-1 0 0,-1-2 0,-1 0 0,0-1 1,-2-1-1,0 0 0,16-30 0,-20 30-91,-1-1 0,-1 0-1,-1-1 1,-1 0 0,-1 0-1,-1 0 1,-1 0 0,0-1-1,-2 1 1,0-1 0,-2 0-1,0 1 1,-1-1 0,-2 1-1,0 0 1,-1 0 0,-1 0-1,-1 0 1,-15-31 0,7 26 12,-1-1 1,-1 2-1,-2 0 0,0 1 1,-25-22-1,34 36 128,0 1-1,0 0 0,-1 0 0,-1 2 0,1-1 1,-1 1-1,0 1 0,-1 0 0,1 1 0,-1 0 1,-1 1-1,1 1 0,-27-4 0,35 6 45,1 1 0,-1 0 0,0 1 0,0-1 0,0 1-1,0 0 1,0 0 0,0 0 0,-8 4 0,10-3-11,0-1 1,0 1 0,0 0-1,1 0 1,-1 0-1,1 1 1,-1-1-1,1 1 1,0-1-1,0 1 1,0 0-1,0-1 1,1 1-1,-1 0 1,-1 4-1,1-2-34,1-1-1,-1 1 0,1-1 1,0 1-1,0-1 1,0 1-1,1 0 1,0-1-1,0 9 1,0-11-115,1 0 0,-1 0 0,1 0 1,0 0-1,-1 0 0,1 0 1,0 0-1,0-1 0,0 1 1,1 0-1,-1 0 0,0-1 1,1 1-1,-1-1 0,1 1 1,-1-1-1,1 1 0,0-1 1,-1 0-1,1 0 0,0 0 1,0 0-1,0 0 0,3 1 1,8 1-1766,0 1 0,22 1 1,42 2-9678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3.0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0 404 14439,'0'0'6154,"33"-34"-6028,101-110-169,-123 131-15,-1 1 0,0-2 1,13-23-1,-19 29-8,-1-1 0,0 1 1,-1 0-1,3-14 0,-4 17 34,7-75-182,-8 71 604,1 46 1,-1-34-374,-22 359 2558,0 1-673,22-249-1993,0-151-1267,2-73-4506,6 48 198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3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279 39 1281,'0'0'17733,"-26"8"-16167,11-3-1306,3-2-110,1 0 1,0 1-1,0 1 0,0 0 0,-9 6 0,14-7-61,1 0-1,0 0 0,0 0 0,0 1 0,1 0 0,-1-1 1,1 2-1,0-1 0,1 0 0,-1 1 0,1 0 0,0 0 1,1 0-1,-3 9 0,-22 80 822,5 1 0,3 1 1,5 0-1,-1 130 0,14-217-878,1 2-11,-1 0 1,2-1 0,0 1 0,0-1 0,5 21-1,-5-29-19,0 0 0,0-1 0,1 1 0,-1-1 0,1 1 0,0-1 0,-1 1 0,1-1 0,0 0 0,0 0 0,0 0 0,1 0 0,-1-1-1,0 1 1,1 0 0,-1-1 0,1 0 0,0 1 0,-1-1 0,1 0 0,0 0 0,0-1 0,-1 1 0,1-1 0,0 1 0,0-1 0,3 0-1,3 0 13,-1 0 0,1 0 0,-1-1 0,1 0 0,-1 0 0,1-1 0,-1 0 0,0-1 0,12-5 0,-6 1-51,-1 0 0,0-1 0,-1 0 0,22-19 0,-2-5-257,-1-1 0,41-57 0,-70 87 280,12-15-121,0-1 0,-1-1 0,-1-1 0,-1 1 0,-1-2 1,-1 0-1,0 0 0,-2 0 0,-1-1 0,-1 0 1,0 0-1,1-37 0,-5 38 31,0 0 1,-2 0 0,-1 0-1,0 0 1,-2 1 0,-11-40-1,11 52 149,1 0 0,-1 0 0,-1 0 0,1 1-1,-1-1 1,-1 1 0,0 1 0,0-1 0,0 1 0,-1 0-1,0 0 1,0 1 0,-1 0 0,0 1 0,0-1-1,0 1 1,-1 1 0,-9-5 0,5 6-37,1-1 0,-1 2 1,1-1-1,-1 2 0,0 0 0,0 0 0,-14 2 1,7-1-166,19 1 49,1-1 0,-1 0 0,1 0 0,-1 0 0,0 0 0,1 0 0,-1 0 1,1 0-1,-1 0 0,1 0 0,-1 0 0,0 0 0,1 0 0,-1 0 0,1 0 0,-1-1 0,1 1 0,-1 0 0,1 0 0,-1-1 0,1 1 0,-1 0 0,1-1 0,-1 1 0,1 0 0,-1-1 0,1 1 0,0-1 0,-1 1 0,1-1 0,0 1 0,-1 0 0,1-1 1,0 0-1,0 1 0,0-1 0,-1 1 0,1-1 0,0 1 0,0-1 0,0 1 0,0-1 0,0 1 0,0-2 0,-1-18-7930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6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75 2369,'0'0'3314,"-3"0"-577,0-12-2177,-1-3-544,1 3-16,3 3-320,0 3-801,0-6-1296,0 3-176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7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28 2657,'0'0'5552,"1"19"-3364,8 153 3068,-8-166-5055,-1 1 84,0 1-1,1-1 1,0 0-1,2 9 1,-2-15-256,-1 0 1,0 0-1,0 0 1,1 0-1,-1 0 1,0 0-1,1-1 1,-1 1-1,1 0 1,-1 0-1,1 0 1,0 0-1,-1-1 1,1 1-1,0 0 1,-1-1-1,1 1 1,0 0-1,0-1 1,0 1-1,0-1 1,-1 1-1,1-1 1,0 0-1,0 1 1,0-1-1,0 0 1,0 0-1,0 0 1,0 1-1,0-1 1,0 0-1,0 0 1,0 0-1,0-1 1,0 1-1,0 0 1,2-1-1,-2 0-1,1 0-1,0 0 1,-1 0-1,1 0 1,-1 0-1,0 0 1,1-1 0,-1 1-1,0-1 1,0 1-1,0-1 1,0 1-1,0-1 1,0 0-1,0 0 1,0 1 0,-1-1-1,1-2 1,9-35 30,-10 39-58,3-24-165,-1 0 0,-1 0 0,0 0 0,-5-26 0,4 47 155,-1-1-1,0 1 0,0 0 1,0 0-1,0 0 1,-1 0-1,1 0 0,-1 0 1,1 0-1,-1 0 0,0 1 1,0-1-1,-1 1 0,1-1 1,0 1-1,-1 0 1,0 0-1,1 0 0,-1 0 1,0 0-1,0 1 0,0-1 1,0 1-1,0 0 0,0 0 1,0 0-1,-5-1 1,-9-1 96,0 1 0,0 0 0,-34 1 0,42 1-71,5 0-5,0 0 1,0 0 0,0 1-1,0 0 1,1-1 0,-1 1 0,0 1-1,1-1 1,-1 1 0,0-1-1,1 1 1,0 0 0,-1 0 0,1 0-1,-3 3 1,1 0 30,1 0 0,-1 0 0,1 0 0,0 1 0,1-1 0,-1 1 0,1 0 0,-3 7 0,-1 7 100,1-1 0,1 1-1,1 0 1,1 0 0,-1 22-1,2 212 1286,2-240-1342,1 26 212,2 0 0,2 0-1,11 45 1,-9-61-196,1 1 1,0-2-1,2 1 1,1-1-1,1 0 1,15 22 0,-20-35-81,0-1 0,0 0 0,1 0 0,0-1 0,1 0 0,-1 0 0,2-1 0,-1 0 0,1 0 0,12 5 0,-9-6-15,1-1-1,0 0 1,-1-1-1,2-1 0,-1 0 1,0-1-1,25 0 1,-26-1-2,0-1 0,0-1 0,0 0 0,0-1-1,0 0 1,0-1 0,-1-1 0,1 0 0,19-9 0,-24 9-144,-1-1 0,1 0 0,-1 0 0,0 0 0,0-1 0,-1 0 0,0-1 0,0 1 0,0-1 0,-1 0 0,0-1 0,-1 1-1,1-1 1,5-16 0,-6 14-1050,-1-1 0,0-1 0,-1 1 0,0 0 0,-1 0 0,0-20 0,-1 1-8579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8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48 2865,'0'0'5085,"0"-13"-3210,0 5 2720,0 6-4591,0 1-1,1 0 1,-1 0 0,1 0 0,-1 0 0,0 0-1,1 0 1,0 0 0,-1 0 0,1 0-1,0 0 1,0 0 0,-1 0 0,1 0 0,0 0-1,0 1 1,0-1 0,0 0 0,0 1-1,0-1 1,0 1 0,0-1 0,0 1-1,0-1 1,0 1 0,1 0 0,-1-1 0,0 1-1,0 0 1,0 0 0,0 0 0,1 0-1,0 0 1,1 0 20,15-2-5,0 1-1,0 0 1,0 2 0,21 2-1,-36-3 8,0 1-1,0 0 0,0-1 1,-1 1-1,1 0 0,0 0 0,0 1 1,0-1-1,-1 1 0,1-1 1,-1 1-1,1 0 0,-1 0 0,0 0 1,0 0-1,0 0 0,0 1 1,0-1-1,0 1 0,0-1 1,-1 1-1,1 0 0,-1-1 0,2 6 1,-1 0 139,0-1 1,-1 1-1,1 0 0,-1 0 1,-1 0-1,0 0 1,0 0-1,-2 11 0,2-15-100,-1-1 0,0 1 1,0-1-1,0 1 0,-1-1 0,1 0 0,-1 0 0,0 0 0,0 0 0,0 0 0,0 0 0,0 0 0,0 0 0,-4 2 0,-3 3 65,-2 0-1,-16 10 1,12-8-22,-176 111 121,172-108-234,19-13 4,-1 0 1,1 0-1,0 0 1,0 0-1,0 0 0,0 0 1,0 0-1,0 0 0,-1 0 1,1 1-1,0-1 0,0 0 1,0 0-1,0 0 0,0 0 1,0 0-1,0 0 0,0 0 1,0 1-1,-1-1 0,1 0 1,0 0-1,0 0 1,0 0-1,0 0 0,0 0 1,0 1-1,0-1 0,0 0 1,0 0-1,0 0 0,0 0 1,0 0-1,0 1 0,0-1 1,0 0-1,0 0 0,0 0 1,0 0-1,1 0 0,-1 1 1,0-1-1,0 0 1,0 0-1,0 0 0,0 0 1,0 0-1,0 0 0,0 0 1,0 0-1,1 1 0,-1-1 1,0 0-1,0 0 0,0 0 1,0 0-1,0 0 0,0 0 1,1 0-1,-1 0 0,0 0 1,0 0-1,0 0 1,0 0-1,0 0 0,1 0 1,10 1-7,-11-1 4,44-2 140,54-11 1,-3 1-40,-64 9-408,57-4 558,-30 5-4609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09:59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0 3826,'0'0'10879,"7"15"-8934,2 9-1339,5 10 839,23 42-1,-36-73-1396,1-1 0,-1 1 0,1-1 0,0 1 0,0-1 0,0 0 0,0 0 0,0 0 0,0 0 0,1 0 0,-1 0 0,1-1 1,-1 1-1,1-1 0,0 1 0,-1-1 0,1 0 0,0 0 0,0-1 0,0 1 0,0 0 0,0-1 0,0 0 0,0 0 0,0 0 0,3 0 0,-5 0-49,0 0 0,0-1 0,0 1 1,0 0-1,0 0 0,0-1 0,-1 1 0,1-1 0,0 1 1,0 0-1,-1-1 0,1 0 0,0 1 0,0-1 0,-1 1 1,1-1-1,-1 0 0,1 1 0,-1-1 0,1 0 1,-1 0-1,1 1 0,-1-1 0,1 0 0,-1 0 0,0 0 1,0 0-1,1 0 0,-1 1 0,0-1 0,0-1 0,2-33-314,-2 29 214,0-5-15,0 4-172,1 1 0,-2 0 0,1 0 1,-1 0-1,-2-10 0,3 15 245,-1-1 0,0 1 0,0-1 0,1 1 0,-1-1 0,0 1 0,0-1 0,-1 1 0,1 0 0,0-1 0,0 1 0,0 0 0,-1 0 0,1 0 0,-1 0-1,1 0 1,-1 0 0,1 1 0,-1-1 0,1 0 0,-1 1 0,0-1 0,0 1 0,-1-1 0,-3 0 43,1 0-1,-1 0 1,0 1-1,1 0 1,-1 0-1,1 0 0,-1 0 1,0 1-1,1 0 1,-1 0-1,1 1 1,-1-1-1,1 1 1,0 0-1,-6 4 0,5-2 34,0 1 0,0 0 0,0 0-1,1 0 1,0 1 0,0 0 0,0 0-1,1 0 1,0 0 0,0 1 0,-3 7-1,-6 16 272,0 1-1,3 1 0,0 0 0,2 0 0,-8 65 0,7 166 1515,9-238-1626,1 0 0,1-1 0,1 1 0,9 32 0,-10-49-145,1 0-1,0 0 0,0-1 1,0 1-1,1-1 1,1 0-1,-1 0 1,1 0-1,0-1 1,1 1-1,-1-1 1,1 0-1,1-1 1,-1 0-1,1 0 0,10 6 1,-8-6-28,0-1 0,1-1 0,-1 1 0,1-2 0,0 1 0,0-1 0,0-1 0,0 0 0,0 0 0,0-1 0,0 0 0,1-1 0,-1 0 1,0 0-1,0-1 0,-1-1 0,1 0 0,0 0 0,-1-1 0,1 0 0,-1 0 0,9-7 0,-7 4-248,0-1-1,0 0 1,-1 0-1,0-1 1,0 0 0,-1-1-1,10-13 1,-13 14-553,0-1 0,0 0 1,-1 0-1,0 0 0,0 0 0,-1-1 0,-1 0 1,4-18-1,-3-29-10362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0:00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1 267 13526,'0'0'4749,"11"-22"-5032,40-74-365,-40 74 301,0-1 0,-1-1 0,-1 0 1,7-31-1,-15 107 1913,-1 417-1323,0-405-4584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0:2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1 3362,'0'0'4386,"0"9"-87,0 40-3668,0-36-611,1 38 46,-3-1 0,-14 94 1,1-76 177,3 2 1,-4 129-1,16-127-211,1 57 38,-19 148-1,-3-132-70,-1 5 9,-5 209 0,24-207 11,-27 179 0,-34 289-73,-14-105 70,56-396-50,-34 439 31,38-304 4,0 180-262,12-222 178,-18 103 118,-1 41 3,-3 308 415,19-34-166,11-456-396,43 297 0,-36-389 163,-4 1 0,-5 90 0,-1-72 540,-12 92-343,6-109-285,7-87-99,0 2 3,0 0 0,-1 0 0,1 0 0,0 0 0,0 0-1,0 0 1,0-1 0,0 1 0,0 0 0,0 0 0,1 0 0,-1 0 0,0 0-1,1 0 1,-1 0 0,1 0 0,-1 0 0,1 0 0,-1 0 0,1 0-1,0 0 1,-1 0 0,1 0 0,0 0 0,0 0 0,0 1 0,-1-1 0,1 0-1,0 1 1,0-1 0,0 1 0,0-1 0,2 0 0,10 0-3049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0:3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22 1088,'0'0'8476,"-2"-3"-7731,1 0-594,-3-12 551,11 68 3177,1 1-3708,-2 154 818,-7-133-817,0 23 71,-5-1-1,-34 184 1,30-239-89,2 1 0,-4 88 0,12-130-146,1 0 1,-1 0-1,0 0 1,1 0 0,-1 0-1,1-1 1,-1 1-1,1 0 1,-1 0-1,1 0 1,-1-1-1,1 1 1,0 0 0,0-1-1,-1 1 1,1-1-1,0 1 1,0-1-1,0 1 1,-1-1 0,1 1-1,0-1 1,0 0-1,0 1 1,0-1-1,0 0 1,0 0-1,1 0 1,35 4 115,-31-3-117,244 1 50,-128-4-26,85 0 46,246 6 278,-73 44-297,-75-5 76,-141-28-9,280 27 699,-2 22-274,-313-40-548,0-6 0,163 3 0,-150-17-13,242 39 0,-264-26-7,214 3-1,-322-20 19,434-17-187,136-17 134,-523 34 38,335-11 3,-282 4 16,138 8 0,-88 21-23,-14-1-5,299 6 17,-369-23 17,402 1 81,-279-7-70,-138 2-39,785 21-92,-709-16 135,49 5 14,-68-1 61,141-7 0,-128-4-60,-44 2-77,102 1-65,-156 1 115,35 9-1,-36-6-60,40 3-1,369-6-115,-229-4-50,-118-2-15,105-18 0,77-5 385,231-2 262,-310 15 181,316 7-404,-321 8-516,235-3 454,773 13 593,-854 12-793,127 2 1690,1158-19-882,-1378-18-737,5 0 715,8 9-60,-264 3-673,-3 0 20,-1 1 1,1-1 0,-1 0 0,1 0 0,-1 0-1,1 0 1,-1 0 0,1 0 0,-1 0 0,1 0 0,-1 0-1,1 0 1,0 0 0,-1 0 0,1 0 0,-1 0-1,1 0 1,-1 0 0,1-1 0,-1 1 0,1 0 0,-1 0-1,1-1 1,-1 1 0,0 0 0,1-1 0,-1 1-1,1 0 1,-1-1 0,0 1 0,1-1 0,-1 1-1,0-1 1,1 1 0,-1 0 0,0-1 0,0 1 0,1-1-1,-1 0 1,0 1 0,0-1 0,0 1 0,0-1-1,0 1 1,0-2 771,4 1-575,-6-1-228,-18-1-447,-1-1-42,-57-14-2320,-22-2-3182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1:5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33 6067,'0'0'7601,"-6"-2"-6601,-19-6-152,19 6 940,16 2-411,332 9-11,-220-9-3130,-123-15-3148,-9 9 2178,-5-3-2076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1:5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5138,'0'0'5790,"-2"13"-4886,0 0-665,0-2-25,0 1 0,1 0 0,1 0 0,-1 0 0,4 23 0,2-12 358,15 42-1,-4-18-113,77 356 2644,-37 5-1348,-32 67-431,-24-460-1237,1-7-33,-1 1 0,-1-1 0,1 1 0,-4 12 0,4-19-46,-1 0 0,0 0 1,0 0-1,1 0 0,-1 0 0,0 0 1,-1-1-1,1 1 0,0 0 0,0-1 1,-1 1-1,1-1 0,-1 1 0,1-1 1,-1 0-1,0 0 0,0 0 0,1 0 1,-1 0-1,0 0 0,0 0 0,-3 1 1,-3 0-130,0 0 1,-1-1 0,1 0-1,0 0 1,-1-1 0,1 0 0,0 0-1,-1-1 1,1 0 0,0-1 0,0 1-1,0-2 1,0 1 0,0-1-1,0 0 1,1-1 0,-1 0 0,1 0-1,0 0 1,0-1 0,-6-6-1,5 4-531,0 0-1,1-1 0,0 0 0,1 0 1,-1 0-1,2-1 0,-1 0 0,1 0 0,1 0 1,-1-1-1,2 0 0,-1 0 0,2 0 1,-1 0-1,1 0 0,-1-19 0,2-16-5599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0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2625,'0'0'13622,"17"180"-12053,-1-96-128,1-6-337,0-11-816,0-16-143,-7-15-129,0-18-16,-10-9-32,3-9-945,-3-15-4786,0-27-3025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7443,'0'0'4562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12294,'0'0'2593,"171"-126"-4546,-151 111-5218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6723,'0'0'3412,"3"-2"-3326,11-6 60,-14 8-133,0 0-1,0 0 1,1 0-1,-1 0 1,0 0-1,0 0 1,0 0-1,0 0 0,1 0 1,-1 0-1,0 0 1,0 0-1,0 0 1,1 0-1,-1 0 1,0 0-1,0 0 1,0 0-1,0 0 0,1 0 1,-1 0-1,0 0 1,0 0-1,0 0 1,0 0-1,1 1 1,-1-1-1,0 0 1,0 0-1,0 0 0,0 0 1,0 0-1,1 1 1,-1-1-1,0 0 1,0 0-1,0 0 1,0 0-1,0 1 0,0-1 1,0 0-1,0 0 1,0 0-1,0 0 1,0 1-1,0-1 1,0 0-1,0 0 1,0 0-1,0 1 0,0-1 1,0 0-1,0 0 1,0 0-1,0 0 1,0 1-1,0 0 71,2 33 1067,-2 54 0,-1-26-505,1 720 5883,-1-757-6357,0-19-139,1 0 1,-1 0-1,1 0 1,1 0 0,-1-1-1,1 1 1,0 0-1,1 0 1,1 5 0,-3-10-37,1 0 0,-1 0 1,0-1-1,1 1 0,-1 0 1,1 0-1,-1-1 0,1 1 1,-1-1-1,1 1 1,0 0-1,-1-1 0,1 1 1,0-1-1,-1 0 0,1 1 1,0-1-1,0 1 0,-1-1 1,1 0-1,0 0 0,0 1 1,0-1-1,-1 0 0,1 0 1,0 0-1,0 0 1,0 0-1,0 0 0,-1 0 1,1 0-1,0 0 0,0-1 1,0 1-1,-1 0 0,1 0 1,0-1-1,0 1 0,0-1 1,2-1-57,-1 1 0,1-1 1,-1 0-1,0 0 0,0 0 0,0 0 1,0 0-1,0 0 0,0-1 0,2-4 1,6-12-512,-2-1 1,0 0 0,-1 0-1,4-24 1,12-90-2929,-19 95 2111,3 1 1,1-1-1,1 1 0,19-46 1,-21 65 2756,-6 7 3619,-3 12-4914,0 1-1,0 0 1,-1-1-1,1 1 0,0 0 1,0 1-1,0-1 0,1 0 1,-1 1-1,0-1 1,0 1-1,1-1 0,-1 1 1,1 0-1,-1-1 0,1 1 1,0 0-1,-1 3 1,-1-1 74,-7 9 16,2 2 1,0-1-1,0 1 1,1 1 0,1-1-1,1 1 1,0 0-1,-4 27 1,3 1 1331,1 87 1,5-121-1356,0-1 0,1 1 0,0-1 1,0 0-1,1 0 0,0 0 0,1 0 1,0 0-1,4 9 0,-5-14-126,1 0 0,-1 0 0,1 0 0,0-1 0,0 1 0,1-1 0,-1 0 0,1 0 0,-1 0-1,1 0 1,0-1 0,0 1 0,0-1 0,0 0 0,1 0 0,-1-1 0,0 1 0,1-1 0,-1 0 0,6 0 0,3 1-151,0 0 0,1-1 0,-1-1 1,17-2-1,-25 2-155,-1 0 0,0-1-1,0 0 1,0 0 0,0 0 0,0 0 0,0-1-1,0 0 1,0 1 0,0-1 0,-1-1-1,1 1 1,-1-1 0,1 1 0,-1-1 0,5-5-1,8-22-4507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85 6659,'0'0'4848,"-1"-12"-2210,-7 5-1900,-6-6-30,10 8-704,0 1 0,0-1 0,0 1 1,-1 1-1,0-1 0,1 1 0,-1-1 0,-1 1 0,1 1 0,0-1 0,-1 1 0,1 0 0,-1 0 0,-6-1 0,0 1 210,0 1 0,0 0 0,-14 1-1,11 0-56,14 0-132,0 0 0,0 0 0,0 0 0,0 1 1,0-1-1,0 0 0,0 0 0,0 1 1,0-1-1,1 0 0,-1 1 0,0-1 0,0 1 1,0-1-1,0 1 0,0-1 0,1 1 0,-1 0 1,0-1-1,1 1 0,-1 0 0,0 0 0,1 0 1,-1 0-1,-7 25 326,7-22-305,-7 57 1220,2 0 0,3 0 0,5 65 0,-1-32-66,-1-91-1181,0-1-1,0 0 1,0 0-1,0 0 1,0 0 0,1 0-1,-1 0 1,1 0-1,-1 0 1,1 0 0,0 0-1,-1 0 1,1 0 0,0 0-1,0 0 1,1 0-1,-1-1 1,0 1 0,1 0-1,-1-1 1,1 1-1,1 1 1,0-2-18,0 0 0,0 0 0,0 0 0,0-1 1,0 1-1,0-1 0,0 1 0,0-1 0,0 0 0,0 0 0,0 0 0,0-1 0,0 1 0,0-1 0,6-1 0,-1-2-56,1 1-1,-1-1 0,0 0 0,0-1 0,-1 0 0,1 0 0,-1-1 0,0 0 0,-1 0 0,1 0 0,-1-1 0,0 0 0,-1 0 0,0-1 0,6-11 0,3-5-759,-2-1 1,0-1-1,13-47 1,-17 38-1535,7-65 1,-12 67 4113,-2 81-287,2 0 0,13 66 1,-10-83-1090,2 0 1,1 0 0,2-1 0,25 52 0,-31-74-362,-1 0 1,1 0-1,0-1 1,0 0-1,1 0 1,0 0-1,14 11 0,-16-15-77,1 0-1,0 0 1,0-1-1,0 0 0,0 1 1,1-2-1,-1 1 1,0 0-1,1-1 0,-1 0 1,1-1-1,0 1 1,6-1-1,-7 0-129,0 0 1,-1 0-1,1-1 0,0 0 1,0 0-1,0 0 0,5-2 1,-8 2-1,0 0 0,1 0 0,-1-1 1,0 1-1,0-1 0,0 0 0,0 1 0,0-1 1,0 0-1,-1 0 0,1 0 0,-1 0 0,1 0 1,1-4-1,0-2-681,0 1 1,-1-1-1,0 1 0,2-11 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 3970,'0'0'6485,"-7"-5"-5217,-22-17-118,22 16 2646,7 10-3436,35 723 4415,-23-554-3873,-10-139-779,-1-1 62,2 1 0,1-1-1,15 57 1,-17-85-168,-2-4-17,0 0 1,0 0-1,1 0 0,-1 1 1,0-1-1,1 0 0,-1 0 1,1 0-1,-1 0 0,1 0 1,0 0-1,-1 0 0,1 0 1,0 0-1,0 0 0,0 0 1,0-1-1,-1 1 0,1 0 1,0-1-1,2 2 0,-3-2-8,1-1-1,-1 1 0,0 0 1,1-1-1,-1 1 1,1 0-1,-1 0 1,1-1-1,-1 1 1,0-1-1,1 1 1,-1 0-1,0-1 0,1 1 1,-1-1-1,0 1 1,0-1-1,0 1 1,1-1-1,-1 1 1,0-1-1,0 1 1,0-1-1,0 1 0,0-1 1,0 1-1,0-1 1,0 1-1,0-1 1,0 0-1,0 1 1,0-1-1,0 1 1,-1-1-1,1 0-7,3-38-701,-2 0 0,-2 0 0,-1 0-1,-2 0 1,-13-53 0,4 46 468,2-1 0,2 0-1,3-1 1,1 0 0,2 0-1,6-78 1,0 106 194,1-1 1,0 0-1,2 1 0,0 0 1,13-27-1,-4 15-25,1 1 0,29-41 0,-40 66 81,-1 0 0,1 1-1,0-1 1,0 1 0,1 0 0,-1 0-1,1 1 1,0-1 0,0 1 0,8-3 0,-9 5 43,-1 0 0,1 0 1,0 1-1,0 0 0,0 0 0,-1 0 1,1 0-1,0 1 0,0 0 1,0 0-1,0 0 0,0 1 1,0 0-1,0 0 0,8 3 1,-9-3 30,-1 1 0,1 0 0,-1 0 1,0 0-1,0 0 0,0 0 0,0 1 1,-1-1-1,1 1 0,-1 0 1,1 0-1,-1 0 0,0 0 0,0 0 1,0 1-1,-1-1 0,1 1 0,-1-1 1,0 1-1,0-1 0,0 1 0,1 5 1,0 11 283,0 0 1,0 0-1,-3 22 1,1-20-157,0-12-172,0-1 1,-1 1-1,0 0 0,-1-1 1,0 1-1,0-1 1,-1 1-1,0-1 1,-1 0-1,0 0 0,0-1 1,-1 1-1,0-1 1,0 0-1,-1 0 0,0-1 1,-1 1-1,0-1 1,0-1-1,0 1 0,-16 9 1,17-12-165,-1-1 0,1 1 0,-1-2 0,0 1 0,0-1 0,0 0 0,-14 2 0,19-3-18,0-1 0,1 0 0,-1 1 0,0-1 0,0 0 0,0 0 0,0 0 0,0-1 0,1 1 0,-1 0 0,0-1 0,0 1 0,0-1 0,1 1 0,-1-1-1,0 0 1,1 0 0,-1 0 0,1 0 0,-1 0 0,1 0 0,-1 0 0,1-1 0,0 1 0,-1 0 0,1-1 0,0 1 0,0-1 0,0 1 0,0-1 0,0 0 0,1 1 0,-1-1 0,-1-3 0,0-44-5662,2-7-2442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2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339 631 9636,'0'0'5235,"-1"-5"-4742,-4-9-64,4 9-123,-1-1-1,0 1 1,0 0-1,0-1 0,-1 1 1,0 0-1,0 0 0,-3-4 1,1 3-262,0 0 0,0 0 0,-1 1 0,0 0 1,0 0-1,0 0 0,-1 1 0,1-1 0,-1 2 0,0-1 1,0 1-1,0 0 0,-1 0 0,1 1 0,-1 0 0,0 1 0,1-1 1,-1 1-1,-14 0 0,13 1-38,2 0 16,0 0-1,0 1 1,-1-1 0,-10 3-1,15-2-10,0 0-1,0 1 1,1-1-1,-1 0 1,0 1-1,0 0 1,1 0-1,-1-1 1,1 1 0,0 1-1,-1-1 1,1 0-1,0 1 1,-2 2-1,-3 7 70,0 1 0,0 0 0,2 0 0,-1 0-1,2 1 1,-1-1 0,2 1 0,-3 19 0,-6 118 1398,12-138-1346,-1 6 66,0 15 329,0 0 0,6 42 1,-4-72-504,0 0 0,0 0 1,0 0-1,1 0 0,-1 0 1,1 0-1,0 0 0,0-1 1,0 1-1,1-1 0,-1 1 1,1-1-1,0 0 1,0 0-1,0 0 0,0 0 1,0-1-1,1 1 0,-1-1 1,1 0-1,0 0 0,0 0 1,-1 0-1,1-1 0,0 0 1,1 1-1,-1-2 1,0 1-1,0 0 0,6-1 1,-1 1-31,-1-1 1,0 0 0,1-1 0,-1 0 0,0 0 0,0-1 0,0 0-1,0 0 1,0-1 0,0 0 0,0 0 0,-1-1 0,0 0-1,13-9 1,-6 0-164,0-1 0,-1 0-1,-1-1 1,0 0 0,-1-1-1,0 0 1,-2-1 0,0 0 0,-1 0-1,0-1 1,-1 0 0,-2-1-1,6-27 1,-3 1-635,-2 0 0,-2-1 0,-3 0 1,-5-74-1,-1 83 610,-2 0 1,-1 1-1,-14-37 1,11 40 358,2 0-1,1-1 1,-6-68 0,12 39 734,3 39 36,-1 21-223,2 10 210,32 460 1252,-34-282-1725,2 128-81,-1-293-437,0-1 1,0 1-1,2 0 1,1-1-1,9 31 1,-12-46-143,-1-2 63,1-1 0,-1 1 0,1-1 1,-1 1-1,1 0 0,0-1 0,0 1 0,-1-1 1,1 1-1,0-1 0,0 0 0,1 1 0,-1-1 1,0 0-1,0 0 0,0 0 0,1 0 0,-1 0 0,1 0 1,-1 0-1,3 1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1056,'0'0'513,"16"-27"-385,-6 24 128,1 0 64,-1-3-96,3 0-144,-3 0-80,-3 0-1969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1072,'0'0'4413,"4"-9"-3805,-2 2-463,-1 0 201,1 0 0,1 0 0,-1 0 0,1 1 0,0-1 0,1 1 0,-1 0 0,1 0 0,6-6 357,-3 3 2153,-7 9-2845,0 0 0,0 0 0,1-1 0,-1 1 1,0 0-1,0 0 0,0 0 0,1 0 0,-1 0 0,0 0 0,0 0 0,0-1 1,1 1-1,-1 0 0,0 0 0,0 0 0,1 0 0,-1 0 0,0 0 0,0 0 1,0 0-1,1 0 0,-1 0 0,0 0 0,0 0 0,1 1 0,-1-1 0,0 0 0,0 0 1,0 0-1,1 0 0,-1 0 0,0 0 0,0 0 0,0 1 0,0-1 0,1 0 1,-1 0-1,0 0 0,0 0 0,0 1 0,0-1 0,0 0 0,1 0 0,-1 0 1,0 1-1,0-1 0,0 0 0,0 0 0,0 0 0,0 1 0,0-1 0,0 0 1,0 0-1,0 1 0,0-1 0,5 23 83,-1 0 0,1 37 1,-2-24 67,3 34 220,71 749 4020,-72-774-4200,0 18 115,3-1 0,3 0 0,24 78 0,-33-132-265,1-1 0,0 0 0,7 12 1,-9-17-55,0-1-1,0 0 1,0 1 0,0-1 0,0 0 0,0 0 0,0 0 0,0 0 0,1 0 0,-1 0 0,0 0 0,1 0-1,-1 0 1,1 0 0,-1-1 0,1 1 0,-1-1 0,1 1 0,0-1 0,-1 0 0,3 1 0,-3-1-18,-1 0 0,0 0 0,1 0 0,-1 0 0,1 0 0,-1 0 0,0 0 1,1 0-1,-1 0 0,1 0 0,-1-1 0,0 1 0,1 0 0,-1 0 0,0 0 0,1 0 1,-1-1-1,0 1 0,1 0 0,-1 0 0,0-1 0,0 1 0,1 0 0,-1-1 0,0 1 1,0 0-1,0-1 0,1 1 0,-1 0 0,0-1 0,0 1 0,0-1 0,3-11-757,0 0 0,-1 0 0,-1-1 0,0 1-1,0-1 1,-3-22 0,1-2-1954,1-18-3149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3458,'0'0'3393,"10"-26"-2766,37-82-115,-44 103-459,-1 1 0,1-1-1,0 1 1,0 0-1,0 0 1,0 1 0,1-1-1,-1 1 1,1-1 0,0 1-1,0 0 1,1 1-1,-1-1 1,0 1 0,1-1-1,0 2 1,-1-1-1,7-1 1,0-1 60,-2 1 92,1 0 0,0 0 0,0 1 0,0 0 0,0 1 1,0 0-1,0 1 0,0 0 0,0 0 0,16 4 0,-19-3-52,0 1-1,0 0 1,-1 0-1,1 1 0,-1 0 1,0 0-1,0 0 1,0 1-1,0 0 1,-1 0-1,1 1 1,-1-1-1,0 1 0,0 0 1,8 12-1,-6-5 100,1 1 0,-2 1 0,0-1 0,0 1 0,-1 0 0,-1 0-1,-1 1 1,3 18 0,-2 7 688,-1 75-1,-3-105-864,-1 1 0,0-1 0,-1 1 0,0-1-1,0 0 1,-1 1 0,-1-1 0,0-1 0,0 1 0,-1-1 0,0 1-1,0-1 1,-1-1 0,0 1 0,-1-1 0,0 0 0,-12 11 0,14-14-158,0 0 1,0 0 0,-1-1-1,1 1 1,-1-1 0,0 0 0,0-1-1,-1 1 1,1-1 0,-1-1 0,0 1-1,1-1 1,-1 0 0,0-1 0,0 1-1,0-2 1,-14 1 0,19-1-43,0 0-1,0 0 1,-1 0 0,1 0 0,0-1-1,0 1 1,0-1 0,0 0 0,0 0-1,0 1 1,0-1 0,0-1 0,0 1-1,0 0 1,1 0 0,-1-1 0,-2-1-1,2-1-278,-1 1-1,1-1 0,0 0 0,0 0 0,0-1 0,0 1 0,-1-6 1,-12-50-6279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1 526 11909,'0'0'1647,"25"-30"-1327,84-97-1089,-88 102-139,-1 0 0,-1-1-1,-1-1 1,-2 0-1,24-55 1,-35 72 702,-1-1-1,-1 1 1,0-1 0,0 0 0,-1 0-1,-1 0 1,0 0 0,0-1 0,-2-13 0,1 24 303,0-1 1,-1 1 0,1-1 0,0 1 0,-1 0 0,0-1-1,1 1 1,-1-1 0,0 1 0,1 0 0,-1 0 0,0 0-1,0-1 1,0 1 0,0 0 0,0 0 0,-1 0 0,1 0-1,0 0 1,0 1 0,-1-1 0,1 0 0,0 1 0,-1-1-1,1 0 1,0 1 0,-1 0 0,1-1 0,-1 1 0,-1 0-1,-7-2 516,1 1-1,-1 1 1,-16 1 0,11-1-19,-9-1 188,14 0-475,1 1 0,-1 0-1,-12 2 1,20-2-237,0 1 0,-1-1 0,1 1-1,0-1 1,0 1 0,-1 0 0,1 0-1,0 0 1,0 0 0,0 1 0,0-1-1,0 1 1,1-1 0,-1 1 0,0-1 0,1 1-1,-1 0 1,-1 2 0,-1 3 82,1 0 0,0 0 1,0 0-1,1 0 0,0 0 0,0 1 1,1-1-1,-1 8 0,0 64 859,2-50-679,-1 29 334,0-15-38,1-1 0,8 54 0,-7-85-535,1 0 1,1 0-1,-1-1 0,2 1 0,0-1 1,0 1-1,1-1 0,0-1 0,0 1 0,1-1 1,1 0-1,0 0 0,13 13 0,-13-17-112,-1 0 0,2-1 1,-1 0-1,0 0 0,1 0 0,0-1 0,-1 0 0,1-1 0,1 0 0,-1 0 0,0-1 1,0 0-1,1 0 0,-1-1 0,0 0 0,1-1 0,-1 1 0,0-2 0,0 1 0,1-1 1,-1 0-1,-1-1 0,1 0 0,12-6 0,-11 3-314,0 0 1,-1-1-1,0 0 0,0 0 1,-1-1-1,1 0 0,-2 0 1,1-1-1,-1 0 0,-1 0 1,8-16-1,-6 9-865,-1-1-1,0 1 0,-2-2 1,0 1-1,0 0 1,0-27-1,-2-36-5361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11189,'0'0'3276,"4"40"-474,-1-7-2163,30 239 3484,-21-192-3066,19 102 876,-29-174-1864,10 33 108,-12-39-176,1 0 0,0 0 0,0 0 0,0 0 0,0 0 0,0 0 0,0 0 0,1-1 0,-1 1 0,1 0 0,-1-1 0,1 1 0,-1-1 0,1 0 0,2 2 0,-4-3-4,0 0 0,0 0-1,0 0 1,1 0 0,-1 0 0,0 0 0,0 0-1,0 0 1,0 0 0,0 0 0,1 0 0,-1 0-1,0 0 1,0 0 0,0 0 0,0 0 0,0 0-1,0 0 1,1 0 0,-1 0 0,0 0 0,0 0 0,0 0-1,0 0 1,0-1 0,0 1 0,0 0 0,0 0-1,1 0 1,-1 0 0,0 0 0,0 0 0,0 0-1,0 0 1,0-1 0,0 1 0,0 0 0,0 0 0,0 0-1,0 0 1,0 0 0,0 0 0,0-1 0,0 1-1,0 0 1,0 0 0,0 0 0,0-1 0,0-11-52,0 6 2,1-61-563,-11-289-5024,8 332 5167,-2-5-555,2-1 0,1 1 1,5-56-1,-4 83 1017,1-1 0,-1 1-1,1 0 1,0 0 0,-1 0 0,1 0-1,0 0 1,0 0 0,0 0 0,1 0-1,-1 0 1,0 1 0,1-1 0,-1 0-1,1 1 1,0-1 0,-1 1 0,1 0-1,0-1 1,0 1 0,0 0-1,0 0 1,0 0 0,0 0 0,3 0-1,4-1 156,0 0 0,0 1 0,0 0 0,17 1 0,-17 0 40,-3 1-59,1-1 0,-1 1 0,1 0 0,-1 1 0,1-1 0,-1 1 0,0 1 0,0-1 0,0 1 0,0 0 0,0 0 1,0 1-1,-1 0 0,0 0 0,0 0 0,0 0 0,0 1 0,0 0 0,6 10 0,0 1 229,-1 1-1,0 0 1,-2 0 0,0 1 0,10 34 0,-9-18 340,-2 1 1,-1 0-1,2 47 1,-5 102-826,-3-134-2562,0-80-2400,0-10-2345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0 9973,'0'0'6517,"-2"6"-6202,0-2-274,1-1 0,0 1 0,0 0 0,0-1 0,0 1 0,1 0 0,0 0 0,0 0 0,0 0 0,0-1 0,1 8 0,14 50 434,-4-20-199,11 78 1257,13 187 0,-31 120 556,-5-376-2012,-2 0 1,-2 1 0,-2-2 0,-3 1 0,-16 49 0,24-91-80,-1-1 1,0 0 0,0 0-1,-1 0 1,1-1 0,-2 1 0,1-1-1,-6 7 1,7-10-7,-1 0 0,1-1 1,-1 1-1,0 0 0,1-1 0,-1 0 1,0 0-1,0 0 0,-1-1 0,1 1 1,0-1-1,0 0 0,-1 0 0,-4 0 0,-2 0-127,1-1 0,-1 0 0,0 0 0,1-2 0,-1 1 0,1-1 0,0 0-1,-1-1 1,1-1 0,0 1 0,1-1 0,-1-1 0,1 0 0,0 0-1,0-1 1,0 0 0,-11-11 0,-3-5-680,1-1-1,2 0 1,0-2-1,-27-42 1,15 13-2729,-36-81-1,26 39-3309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3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31 592,'0'0'12614,"177"-30"-16376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3890,'0'0'10429,"0"31"-8455,0 208 1750,10-81-1149,-8-142-2384,0 0 0,2 0-1,0 0 1,0 0 0,2-1-1,0 0 1,13 24 0,-17-36-183,-1-1-1,1 1 1,0-1 0,0 0 0,0 1 0,0-1-1,0 0 1,1 0 0,-1 0 0,1 0 0,-1-1-1,1 1 1,0-1 0,-1 0 0,1 1 0,0-1-1,0 0 1,0-1 0,0 1 0,0 0 0,0-1-1,0 0 1,0 0 0,0 0 0,4 0 0,-2-1-25,-1 0 0,1 0 0,-1-1 0,1 0 0,-1 1 1,0-2-1,0 1 0,1 0 0,-2-1 0,1 0 0,0 0 0,0 0 1,-1 0-1,0 0 0,6-8 0,4-9-367,0 0 1,-2 0-1,0-1 0,-1 0 1,-1-1-1,-2 0 0,0-1 1,7-40-1,-5 2-1220,-3 0 0,-3-71 0,-3 125 1585,1 5 82,-1 0 1,0-1 0,0 1-1,0 0 1,0 0 0,0-1-1,0 1 1,-1 0 0,1 0-1,-1 0 1,1-1 0,-1 1-1,0 0 1,0 0 0,0 0-1,0 0 1,0 0 0,-1 1-1,-2-4 716,4 22-115,0-14-680,0 0 0,0 1 0,1-1 0,-1 0 0,1 1 0,0-1 0,0 0 0,0 0-1,3 6 1,-3-7-196,0-1-1,0 0 1,0 1-1,0-1 1,0 0-1,0 0 1,1 0-1,-1 0 1,0 0-1,1 0 1,-1 0-1,1 0 1,-1 0-1,4 1 1,14 0-5783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12550,'0'0'7448,"5"35"-6348,-4-33-1080,30 292 2395,-26-134-1192,6 76-84,-10-220-1097,-1-13-42,0 1 0,0-1 0,1 0 0,-1 1 0,1-1 0,0 0 0,0 0 0,0 0 0,0 0 0,2 5 0,-3-8-4,1 0 0,-1-1 0,0 1-1,0 0 1,0 0 0,1 0 0,-1 0 0,0 0-1,0 0 1,0 0 0,0 0 0,0 0 0,1-1-1,-1 1 1,0 0 0,0 0 0,0 0 0,0 0 0,0 0-1,0-1 1,1 1 0,-1 0 0,0 0 0,0 0-1,0-1 1,0 1 0,0 0 0,0 0 0,0 0-1,0-1 1,0 1 0,0 0 0,0 0 0,0 0-1,0 0 1,0-1 0,0 1 0,0 0 0,0 0-1,0 0 1,0-1 0,0 1 0,-1 0 0,1 0-1,1-18-222,-13-367-4370,7 225 3653,5 150 930,1 0-1,-1 1 1,2-1 0,-1 1 0,1-1 0,0 1 0,1 0-1,0 0 1,6-12 0,-6 17 42,0-1-1,0 1 1,0 0 0,0-1-1,1 1 1,0 1 0,-1-1-1,1 1 1,1-1 0,-1 1 0,0 0-1,1 1 1,0-1 0,-1 1-1,1 0 1,0 0 0,0 0-1,8-1 1,-8 2 84,1 0-1,-1 0 1,1 0-1,-1 1 1,1-1 0,-1 1-1,1 1 1,0-1-1,-1 1 1,1 0 0,-1 0-1,0 1 1,1-1 0,-1 1-1,0 0 1,5 4-1,-4-3-5,-1 1 0,-1 1 0,1-1 0,-1 1-1,0 0 1,0 0 0,0 0 0,0 0-1,-1 0 1,0 1 0,0 0 0,-1 0 0,0 0-1,3 8 1,4 20 392,-2 0 0,-1 0-1,3 57 1,-7 111 994,-4-112-1122,1-65-334,0-20-54,1 0-1,0-1 1,-1 1 0,2 0 0,-1 0-1,0 0 1,1-1 0,0 1-1,2 7 1,4-35-1071,5-159-1944,-11 116 1534,12-72-1,-11 124 1401,1 1 0,1 0 0,0 0 0,0 0 0,8-14 0,-10 22 112,1 0 1,0 0-1,0 0 1,0 1-1,1 0 1,0-1-1,-1 1 1,2 0-1,-1 1 1,0-1-1,1 1 1,-1 0-1,1 0 1,10-5-1,-10 6 66,-1 0 0,1 1 0,0-1 0,0 1 0,0 0 0,0 0 0,1 1 0,-1-1 0,0 1 0,0 0 0,0 0 0,0 1 0,0 0 0,0 0 0,0 0 0,0 0 0,0 1 0,0 0 0,0 0 0,0 0 0,-1 1 0,1-1-1,-1 1 1,0 0 0,0 0 0,0 1 0,0-1 0,-1 1 0,4 4 0,3 6 95,-1 0 0,-1 1 0,0 0 0,-1 0 0,-1 1 0,-1 0 0,6 22-1,14 121 930,-12-58-657,-9-90-687,0-13-504,1-20-963,-2-27-2097,-2-15-4001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12502,'0'0'8828,"9"27"-8132,-3-12-608,9 28 92,-1 2 1,15 81 0,-16 19 471,-5 208 0,-9-247-393,-1-5 97,-23 157 0,22-239-314,0-1-37,-1 33-1,4-50-204,0-6-555,1-23-565,-1-21-3884,-8-67 0,-1 59-788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240 190 6643,'0'0'6985,"10"-13"-4936,-10-86 141,-1 98-2177,1 0 1,0 0 0,0 0-1,0 0 1,-1 0-1,1 0 1,0 0 0,-1 0-1,1 0 1,-1 0-1,1 0 1,-1 1 0,0-1-1,1 0 1,-1 0-1,0 0 1,0 1 0,1-1-1,-1 0 1,0 1-1,0-1 1,0 1-1,0-1 1,0 1 0,0-1-1,0 1 1,0 0-1,0-1 1,0 1 0,0 0-1,0 0 1,-1 0-1,-42-2 26,31 2 208,-5 0-153,-26 1 377,42 0-454,0-1 1,0 1-1,0 0 0,-1-1 0,1 1 1,0 0-1,0 0 0,0 0 0,1 1 1,-1-1-1,0 0 0,0 1 1,1-1-1,-1 1 0,0 0 0,-1 2 1,-6 12 187,0 0 0,1 0 0,1 1 0,0 0 0,1 1 0,1-1 0,1 1 0,-3 29 1,1 15 892,3 70-1,3-106-776,-1 10 109,0-22-246,1 1 1,0 0-1,1-1 1,4 17-1,-5-29-177,1 0-1,0 0 1,0 0 0,0 0-1,0 0 1,0 0 0,0 0-1,0 0 1,1-1-1,-1 1 1,1 0 0,-1-1-1,1 1 1,0-1-1,0 0 1,-1 0 0,1 0-1,0 1 1,0-2 0,0 1-1,0 0 1,0 0-1,0-1 1,1 1 0,1 0-1,1-1-3,-1 1 0,0-1 0,0 0-1,1 0 1,-1 0 0,0-1 0,0 1-1,1-1 1,-1 0 0,0 0 0,0-1 0,7-2-1,-4-1-12,0 0 0,0 0 0,0-1 0,-1 1 0,0-1 0,0-1 1,7-9-1,35-55-472,-46 68 451,13-22-535,0 0 1,-2-1-1,-1-1 1,-2 0-1,0-1 0,-2 0 1,0 0-1,-3-1 1,0 1-1,-2-1 1,0-39-1,-2 35-138,0 13 66,-4-37 0,-1 41 472,4 16 216,0 0 1,0-1-1,0 1 1,-1-1-1,1 1 0,0 0 1,0-1-1,0 1 1,0 0-1,0-1 1,-1 1-1,1 0 1,0-1-1,0 1 1,-1 0-1,1-1 1,0 1-1,0 0 0,-1-1 1,1 1-1,0 0 1,-1 0-1,1 0 1,0-1-1,-1 1 1,1 0-1,-1 0 1,1 0-1,-1 0 1,-2 11 1325,2 237 2738,2-135-3116,-2-86-805,1-2-71,0 0 1,5 25-1,-5-44-118,1-1 0,0 1-1,1-1 1,-1 1 0,1-1 0,0 0-1,1 1 1,-1-1 0,1-1 0,0 1-1,0 0 1,1-1 0,-1 1-1,6 4 1,-7-7-55,-1-1 0,1 0 0,0 1 0,-1-1 0,1 0 1,0 0-1,0 0 0,0 0 0,0 0 0,0 0 0,0 0 0,0-1 0,0 1 0,1-1 0,-1 0 0,0 1 0,0-1 0,0 0 0,0 0 0,1-1 0,-1 1 0,0 0 0,0-1 1,0 1-1,0-1 0,0 0 0,0 1 0,0-1 0,0 0 0,0 0 0,0 0 0,0-1 0,0 1 0,-1 0 0,1-1 0,-1 1 0,3-3 0,2-3-606,-1-1-1,1 1 1,-1-1 0,-1 0-1,0 0 1,0 0-1,4-13 1,11-52-7291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9172,'0'0'11099,"1"20"-10697,1-3-368,14 247 1592,-14 114 465,-23-4-711,21-373-1378,-17 252 649,19-284-1093,1 0 0,1 1 0,15-52 0,-4 15-620,1-8-386,40-170-2600,-50 225 3820,0 0 1,2 1-1,0 1 0,2-1 1,20-31-1,-26 44 273,1 0 1,-1 1-1,1-1 1,1 1-1,-1 0 1,1 0-1,-1 0 1,1 1-1,1 0 1,-1 0-1,0 1 1,1-1-1,0 1 1,0 1-1,0 0 1,0 0-1,0 0 1,0 0-1,8 1 1,-11 1 55,-1 0-1,1 0 1,-1 0 0,1 1-1,-1-1 1,1 1 0,-1 0 0,0 0-1,1 0 1,-1 1 0,0-1 0,0 1-1,0 0 1,5 3 0,-4-1 27,0 0 0,0 1 1,0-1-1,0 1 0,-1-1 1,1 1-1,4 11 0,0 2 163,-1 0 0,-1 1-1,-1 0 1,3 23 0,-1 6 273,-3 1 0,-3 78 0,-1-66-4940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392 248 7155,'0'0'7540,"-2"-10"-6900,2 4-497,0 0 42,-1 0-1,0 0 1,0 0-1,-1 0 0,1 0 1,-1 0-1,0 0 0,-1 0 1,1 1-1,-6-8 1,-1-1-7,-1 1 0,0 1 0,-1 0 0,-1 1 0,1 0 0,-2 0 0,0 1 0,0 1 0,0 0 0,-1 1 1,-17-7-1,12 6-83,15 7-64,0 0-1,0 0 1,-1 0 0,1 1 0,0-1-1,-1 1 1,1 0 0,0 0 0,-9 0 0,10 1 2,-1 0 56,0 0 1,-1 0 0,1 1-1,0-1 1,-7 2 0,9-1-61,0 0 0,1 0 0,-1 0 0,0 0 0,1 0 0,-1 0 0,1 0 0,-1 1 0,1-1 0,-1 1 0,1-1 0,0 1 0,0-1 0,0 1 0,-2 2 0,-6 14 291,1 1 0,0 0 0,2 0 0,-8 36 0,-7 82 982,18-112-1075,-4 161 979,7-176-1187,-1-9-18,1 1 1,0-1 0,0 0-1,0 1 1,0-1-1,0 0 1,0 0 0,1 1-1,-1-1 1,0 0 0,1 0-1,-1 1 1,1-1 0,-1 0-1,1 0 1,0 0 0,-1 0-1,1 1 1,0-1-1,0 0 1,0 0 0,0-1-1,0 1 1,0 0 0,0 0-1,0 0 1,0-1 0,1 2-1,1-2-18,0 1 0,1-1 0,-1 0 0,0 0 0,0 0 0,0 0 0,0 0 0,0-1-1,0 1 1,1-1 0,3-1 0,-1 0-21,-1-1-1,1 1 1,-1-1 0,0 0-1,0 0 1,0 0-1,0-1 1,7-6-1,1-3-388,19-25 0,-15 14-594,0-1 0,-1 0 0,-1-1 0,19-51 0,-26 54-262,0 0 0,-2-1 0,-1 0 0,-1-1 0,-1 1-1,1-31 1,-4 21 769,0 19 5513,-2 148 2431,7 172-3716,-4-289-3587,1-1 1,1 0 0,0 0 0,1-1 0,0 1-1,14 27 1,-16-38-121,0 0-1,0 0 1,1 0-1,-1 0 1,1-1 0,0 1-1,0-1 1,0 0-1,1 0 1,-1 0 0,1 0-1,0-1 1,-1 1-1,1-1 1,0 0 0,0 0-1,1-1 1,-1 1-1,0-1 1,1 0 0,-1 0-1,0 0 1,1 0-1,-1-1 1,1 0 0,7-1-1,-7 1-50,-1-1-1,0 0 0,1 0 0,-1-1 1,0 1-1,0-1 0,0 0 1,0 0-1,0 0 0,0-1 1,-1 1-1,1-1 0,-1 0 1,0 0-1,0 0 0,0 0 0,0-1 1,0 1-1,2-6 0,4-6-383,0-1-1,-2-1 0,9-25 0,-13 34 234,5-15-1417,8-42-1,-6-28-4115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6035,'0'0'10647,"0"43"-5839,-3 304 130,-1-20-2361,4-327-2587,0 0-1,0 1 0,0-1 0,0 1 1,0-1-1,0 0 0,0 1 0,0-1 1,0 1-1,0-1 0,0 0 0,0 1 1,0-1-1,0 0 0,1 1 0,-1-1 1,0 1-1,0-1 0,0 0 0,1 1 1,-1-1-1,0 0 0,0 0 0,1 1 1,-1-1-1,0 0 0,0 1 0,1-1 1,-1 0-1,0 0 0,1 0 0,-1 1 1,0-1-1,1 0 0,-1 0 0,1 0 1,-1 0-1,0 0 0,1 0 0,-1 0 1,0 0-1,1 0 0,-1 0 0,1 0 1,-1 0-1,0 0 0,1 0 0,-1 0 1,1 0-1,-1 0 0,0 0 0,1 0 1,-1-1-1,0 1 0,1 0 0,-1 0 1,0 0-1,1-1 0,-1 1 0,0 0 1,1 0-1,-1-1 0,0 1 0,0 0 1,0-1-1,1 1 0,-1-1 0,2-1-55,0 0 1,0 0-1,0-1 0,0 1 0,0-1 1,-1 0-1,1 1 0,-1-1 0,1 0 1,-1 0-1,0-3 0,9-37-346,-7 28 234,19-188-2704,-9 52-2200,-12 142 4661,0 0-1,1-1 0,0 1 1,1 0-1,0 1 0,0-1 1,1 0-1,8-13 0,-9 19 452,-1-1 0,1 1 0,0 0 0,0 0 0,0 0 1,1 1-1,-1-1 0,1 1 0,-1 0 0,1 0 0,0 0 0,0 0 0,0 0 0,0 1 0,0 0 0,0 0 0,0 0 0,0 1 0,1-1 0,5 1 0,-6 0 141,0 0 0,0 0 0,0 0 0,0 1 0,1-1 0,-1 1 0,0 1 0,0-1 0,0 0 0,-1 1 0,1 0-1,0 0 1,0 0 0,-1 0 0,4 3 0,-2 0 35,0-1 0,-1 1-1,0 0 1,1 1 0,-2-1-1,1 1 1,-1-1 0,5 12-1,0 6 339,0 1-1,-2 0 0,7 49 1,-13-69-493,15 138 1251,-10-131-1577,2-14-752,5-20-2217,0-19-2340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1 614 5827,'0'0'10738,"26"-21"-10405,84-76-282,-101 89-61,0-2 1,-1 1-1,0-1 1,-1 0-1,0-1 0,0 1 1,-1-2-1,-1 1 0,7-19 1,-3 7-119,8-19-709,-2-1 1,-2-1-1,12-69 1,-21 81 2221,0-45 0,3 104-1102,33 454 3065,-30-292-2132,-5-110-779,4 65 375,30 162-1,-37-298-781,8 34 136,-9-39-167,0-1 0,0 0 0,0 1 1,0-1-1,0 0 0,0 0 0,0 0 0,1 0 0,-1 0 0,1 0 1,0 0-1,0-1 0,2 3 0,-1-5-471,-2-8-231,-1 5 371,0 3 280,0-13-1258,0 1 0,-1-1-1,-1 0 1,0 1 0,-5-17 0,-25-43-8636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13638,'0'0'1846,"31"1"-1123,103 1-61,-108-2-567,0-2 0,-1 0 0,1-1 0,26-8 0,13-1-629,-55 10 234,1 1-1,-1 0 1,0 1 0,14 1-1,-22-1 265,1 1 0,0-1 0,-1 1 0,1 0 0,-1-1 0,1 1 1,0 1-1,-1-1 0,0 0 0,1 1 0,-1-1 0,0 1 0,0-1 0,0 1 0,0 0 0,0 0 0,0 0 0,0 0 0,-1 1 0,3 3 0,0 3 95,0 1 0,0-1 0,-1 1 0,-1 0 0,1 0 0,0 20 0,0 67 1405,-3-71-966,1 59 975,-2 68-849,3-195-3332,-1-16-2308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14118,'0'0'2722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5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456 731 9861,'0'0'5306,"-24"-16"-4706,-78-51 251,93 60-661,0 1 1,-1 0-1,1 1 0,-2 0 0,1 1 0,0 0 0,-1 0 0,0 1 1,0 0-1,0 1 0,0 0 0,0 1 0,0 0 0,-20 2 0,15-1 61,13 0-195,-1 1-1,0-1 1,1 1 0,-1 0 0,1 0-1,-1 0 1,1 1 0,0-1 0,0 1-1,-1 0 1,1 0 0,0 0-1,1 0 1,-1 1 0,0-1 0,1 1-1,-1-1 1,1 1 0,0 0 0,-1 0-1,1 0 1,1 0 0,-1 0-1,0 1 1,0 2 0,-6 14 190,1 1 0,1-1 1,-5 26-1,7-25-113,-7 40 545,2 1 1,1 124-1,8-171-541,0 0-1,1 0 1,1 0 0,5 25-1,-6-36-120,1 0-1,-1 0 1,1 0-1,-1-1 0,1 1 1,0-1-1,1 1 1,-1-1-1,0 0 1,1 0-1,0 0 0,0 0 1,0 0-1,0-1 1,0 1-1,0-1 0,1 0 1,-1 0-1,1 0 1,0 0-1,-1-1 1,5 2-1,-1-2-17,1 1 0,-1-1 0,0 0 0,0 0 0,0-1 0,1 0 0,-1 0 0,0-1 0,1 0 0,-1 0 0,0-1 0,0 0 0,0 0 1,0 0-1,-1-1 0,1 0 0,-1-1 0,1 1 0,-1-1 0,0 0 0,9-9 0,3-4-167,0-2 0,-1 0 0,-1-1 0,25-41 0,-22 31-550,-2 0 1,-1-1 0,-1 0 0,-2-1-1,-1-1 1,-2 0 0,-1-1 0,8-60-1,-12 40-452,-4 0 0,-1 0 0,-3 0-1,-2 0 1,-2 0 0,-26-90 0,12 78 1132,-13-52 1579,31 101 566,0 1 0,0-32 2607,5 49-4163,0 0-507,-1-1 1,1 1 0,0 0-1,-1 0 1,1 0 0,-1 0 0,1 1-1,-1-1 1,1 0 0,-1 1-1,0-1 1,0 0 0,0 1 0,2 2-1,14 29 349,-12-24-298,12 31 32,-2 0 0,-1 1 0,-2 0 0,-2 1 0,7 64 0,3 214 279,-18-134-50,11 183 141,-11-354-472,-1 0 0,2-1 0,-1 1 0,10 24 0,0-26-33,-12-12-1,0-1 0,1 0 0,-1 0 0,0 0 1,1 0-1,-1 0 0,0 0 0,1 0 0,-1 0 1,0 0-1,1 0 0,-1 0 0,1 0 0,-1 0 0,0 0 1,1 0-1,-1 0 0,0 0 0,1 0 0,-1 0 0,0 0 1,1-1-1,-1 1 0,0 0 0,1 0 0,-1 0 0,0-1 1,0 1-1,1 0 0,-1 0 0,0-1 0,0 1 0,1 0 1,-1-1-1,0 1 0,0 0 0,0-1 0,0 1 0,1 0 1,-1-1-1,0 1 0,0 0 0,0-1 0,0 1 0,0 0 1,0-1-1,0 1 0,0-1 0,3-20-964,0 0 0,-2-1 1,-1-33-1,-1 17-1240,1-31-3063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6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278 202 368,'0'0'8724,"2"-9"-6944,-1 2-1602,1 1 12,0-1-1,-1 1 0,0-1 0,0 1 0,-1-1 1,0 0-1,0 1 0,-1-1 0,1 0 0,-2 1 1,-1-7-1,0 6-58,0 0 0,-1 1 1,0 0-1,0 0 0,-1 0 1,0 0-1,0 1 0,0 0 1,0 0-1,-1 0 1,0 1-1,0-1 0,0 1 1,-1 1-1,1-1 0,-1 1 1,0 1-1,0-1 0,0 1 1,0 0-1,0 0 0,0 1 1,-1 0-1,1 1 0,-14 0 1,18 0-40,0-1 1,0 1-1,0 1 1,0-1 0,0 0-1,0 1 1,0 0-1,0-1 1,0 1-1,0 0 1,-3 3 0,3-3-30,1 2 0,0-1 1,0 0-1,0 0 0,0 1 1,1-1-1,-1 1 0,1-1 1,-1 1-1,1 0 0,0 0 1,-1 4-1,-10 31 680,1 0 1,3 1-1,-5 44 1,3 116 1948,10-196-2654,0 1 0,0-1 0,0 1 0,0-1 0,0 1 0,1-1 0,0 1 0,0-1 0,0 1 0,2 4 0,-2-7-35,0 0 0,0 0 1,0-1-1,1 1 0,-1 0 0,0 0 0,0-1 0,1 1 0,-1-1 0,0 1 0,1-1 0,-1 1 0,1-1 0,-1 0 1,0 0-1,1 0 0,-1 0 0,1 0 0,-1 0 0,1 0 0,-1 0 0,0 0 0,1-1 0,-1 1 0,0-1 1,1 1-1,1-2 0,3 0-19,1 0 0,-1-1 0,0 0 0,0 0 1,0-1-1,-1 1 0,1-2 0,-1 1 0,0 0 0,0-1 1,0 0-1,6-8 0,4-7-371,-2 0 0,13-24 1,-18 29-92,-1 0 1,-1 0 0,0-1 0,-1 0-1,0 0 1,-2 0 0,0 0-1,0 0 1,-2-1 0,0-19-1,-1-40-623,-3 69 2135,0 13-392,-3 20 240,3 66 825,8 93 1,-4-162-1582,2 0-1,1 0 1,1-1 0,0 1 0,2-1 0,13 30-1,-17-47-113,0 1 0,0 0 0,1-1 0,-1 0 0,1 0-1,0 0 1,1-1 0,-1 1 0,1-1 0,7 5 0,-9-7-35,-1-1 0,1 1 0,0-1 0,0 0 0,0 1 0,0-1 0,0-1 0,0 1 0,1 0-1,-1-1 1,0 0 0,0 1 0,1-1 0,-1-1 0,0 1 0,0 0 0,0-1 0,1 0 0,-1 1 0,0-1 0,4-2 0,-2 0-78,0 0 0,0 0-1,0 0 1,-1-1 0,1 0-1,-1 0 1,0 0 0,0 0-1,4-7 1,4-5-862,13-26-1,-14 20-1209,13-35 0,-1-21-5193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46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12982,'0'0'4044,"3"26"-3579,18 169 602,-8 146 1062,-13-279-1886,-6 79 529,-27 153 0,8-86-243,16 22 338,9-229-867,-1 0 0,1 0 1,0 0-1,0 0 0,0 0 0,1 0 1,-1 0-1,0 0 0,0 0 1,0 0-1,1 0 0,-1 0 1,1-1-1,-1 1 0,0 0 0,1 0 1,0 0-1,-1 0 0,1 0 1,-1-1-1,1 1 0,0 0 1,0-1-1,0 2 0,1-2-11,-1 0-1,0 0 0,0 0 1,0 0-1,0 0 1,0 0-1,0 0 1,0 0-1,1 0 0,-1 0 1,0-1-1,0 1 1,0 0-1,0-1 0,0 1 1,0-1-1,0 1 1,0-1-1,0 0 1,0 1-1,-1-1 0,2-1 1,6-6-134,-1-1 0,0 0 0,0-1 1,-1 1-1,-1-1 0,0 0 0,6-16 0,-4 12-132,29-75-5357,33-121 0,-18 45 351,-46 151 5741,1-1-1,15-24 1,-13 26 1825,1 0 0,18-20 0,-30 37-1106,0 0 0,0 1 0,1-1 0,-1 0 0,-2 8 0,-11 36 396,-5 56-1342,15-50 116,2 0 1,2 0-1,7 57 1,-5-106-350,1 0 1,-1 0-1,1 0 0,0-1 1,0 1-1,1 0 1,-1-1-1,1 1 1,0-1-1,0 1 0,1-1 1,-1 0-1,1 0 1,0 0-1,5 5 1,-3-6-57,-1 0 1,1 0 0,-1 0 0,1-1-1,0 0 1,0 0 0,0 0-1,0 0 1,0-1 0,1 0 0,-1 0-1,0-1 1,10 1 0,3-1-505,1 0-1,-1-1 1,1-1 0,-1-1 0,0 0 0,1-1 0,-2-2 0,1 1 0,-1-2 0,0 0 0,0-2-1,17-10 1,48-34-7497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121 139 1649,'0'0'12077,"9"-1"-11090,25-7-88,-31 7-813,-1 0 0,0-1 0,0 1 0,0 0 0,0-1-1,0 0 1,0 1 0,0-1 0,0 0 0,-1 0 0,1 0-1,-1 0 1,1 0 0,-1-1 0,0 1 0,0 0 0,0-1-1,0 1 1,0-1 0,-1 1 0,1 0 0,-1-1 0,1 0-1,-1 1 1,0-1 0,0 1 0,0-1 0,-1-2 0,1 2-108,0 1 0,0-1 0,-1 1 1,1-1-1,-1 0 0,1 1 0,-1 0 1,0-1-1,0 1 0,0-1 1,-1 1-1,1 0 0,0 0 0,-1 0 1,1 0-1,-1 0 0,0 0 0,0 0 1,0 0-1,0 1 0,0-1 0,0 1 1,0-1-1,0 1 0,-1 0 0,1 0 1,-1 0-1,-3-1 0,-3-1-15,0 1-1,0 1 0,0-1 1,0 2-1,0-1 1,0 1-1,-10 1 1,17 0 42,0-1 1,0 0 0,0 1-1,0 0 1,0-1 0,1 1-1,-1 0 1,0 0 0,0 0-1,1 0 1,-1 1 0,1-1 0,-1 0-1,1 1 1,-1-1 0,1 0-1,0 1 1,0 0 0,0-1-1,0 1 1,0 0 0,-1 2 0,-2 5 34,1 0 1,0 0-1,-3 14 1,-2 29 845,1 0 0,4 1 0,3 67 0,0-66-95,0-49-716,0 8 177,0 1-1,1-1 0,5 27 1,-5-37-226,-1 0 0,1 0 0,0 0 0,1 0 0,-1 0 0,0 0 1,1-1-1,0 1 0,-1-1 0,1 1 0,0-1 0,0 0 0,1 1 0,-1-1 0,0 0 0,1 0 1,-1-1-1,1 1 0,0 0 0,-1-1 0,1 0 0,5 2 0,-1-1-23,-1-1-1,1 0 1,0-1 0,0 1-1,0-1 1,0-1 0,0 1 0,0-1-1,-1 0 1,1-1 0,0 1-1,0-1 1,-1-1 0,0 1-1,1-1 1,-1-1 0,0 1-1,0-1 1,8-6 0,6-6-337,-1-1 1,0-1-1,29-37 0,-36 41-198,-1-1 0,0 0 0,-1-1-1,0-1 1,-2 1 0,0-1-1,-1-1 1,0 1 0,-2-1-1,0 0 1,-1-1 0,-1 1-1,0-1 1,-2 1 0,0-1-1,-2-28 1,1 45 549,-1 0-1,1 0 1,0 1 0,-1-1-1,1 0 1,-1 0 0,0 1-1,1-1 1,-1 0 0,0 1-1,0-1 1,0 1 0,0-1-1,0 1 1,-1 0 0,1-1-1,0 1 1,-1 0-1,1 0 1,-3-2 0,4 3 28,-1 0-1,1-1 1,-1 1 0,1 0-1,-1 0 1,1 0 0,-1 0 0,0 0-1,1 0 1,-1 0 0,1 0 0,-1 0-1,1 0 1,-1 0 0,1 0 0,-1 0-1,0 0 1,1 1 0,-1-1 0,1 0-1,-1 0 1,1 1 0,0-1 0,-1 0-1,0 1 1,0 0 56,0 1 0,0-1 0,0 0 0,0 1 0,0-1 0,1 1 0,-1-1 0,0 1 0,1 0 0,-1-1 0,1 1 0,0-1 0,-1 3 0,-3 31 1185,2 1 0,3 48 0,0-22-209,-1-47-927,-1 22 564,9 62-1,-7-89-643,1 0-1,0 1 0,1-1 0,0 0 0,1-1 0,0 1 0,0 0 0,1-1 0,1 0 0,10 14 0,-14-20-132,0-1 0,0 0-1,0 1 1,1-1 0,-1 0-1,1 0 1,-1 0 0,1-1-1,0 1 1,0 0 0,0-1-1,0 0 1,0 0 0,0 0-1,0 0 1,0 0 0,0-1-1,0 1 1,1-1 0,-1 0-1,0 0 1,4 0 0,-6-1-121,0 0 0,0 0 1,0 0-1,0 1 1,0-1-1,0 0 0,0 0 1,-1 0-1,1-1 1,0 1-1,-1 0 0,1 0 1,-1 0-1,1 0 1,-1-1-1,1 1 0,-1 0 1,0 0-1,0-1 1,0 1-1,1 0 0,-1-1 1,0 1-1,-1 0 0,1-1 1,0 1-1,0 0 1,-1-2-1,1-5-1361,0-35-6835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308 259 5442,'0'0'8386,"-14"-9"-7685,-45-29-28,54 35-583,0 0 0,0 1 1,0 0-1,0-1 0,-1 2 1,1-1-1,0 0 0,-1 1 1,1 0-1,-1 1 0,0-1 1,1 1-1,-1 0 0,-6 1 1,-9 0 77,18-1-141,-1 0 0,1 1 0,-1-1-1,1 1 1,-1 0 0,1 0 0,0 0 0,0 1 0,-1-1 0,1 1-1,0 0 1,0-1 0,0 1 0,1 1 0,-1-1 0,0 0 0,1 1-1,0-1 1,-1 1 0,1 0 0,0 0 0,-2 5 0,-3 5 133,1 0-1,0 1 1,1 0 0,-4 15 0,0 12 520,2 0 1,2 1 0,2-1 0,3 60 0,0-85-497,-1-13-157,1 0 1,0-1-1,0 1 0,0 0 1,1 0-1,-1-1 0,1 1 1,-1 0-1,1 0 0,0-1 1,0 1-1,0-1 1,1 1-1,-1-1 0,0 0 1,1 1-1,0-1 0,2 2 1,-2-2-19,1 0 0,0-1 0,-1 0 0,1 0 0,0 0 0,0 0 1,0 0-1,0 0 0,0-1 0,0 1 0,0-1 0,0 0 0,0 0 1,0 0-1,0 0 0,4-2 0,-2 1-10,0 0-1,0 0 1,0 0-1,0-1 1,0 0 0,-1 0-1,1 0 1,-1-1-1,0 0 1,1 0 0,-1 0-1,-1 0 1,1 0 0,0-1-1,-1 0 1,4-4-1,5-9-255,-1 1-1,16-33 1,-22 39 76,9-18-860,-2 0 0,-1-1 0,-1 0-1,-2-1 1,0 0 0,-3 0 0,0-1-1,-2 0 1,-1-39 0,-2-23-3132,-3-3-669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5106,'0'0'8972,"4"-11"-8438,15-34-355,-14 39-152,-3 14 20,42 350 2531,-39-296-2194,8 184 1479,10 94-253,-23-335-1603,1 4-3,0 0 0,1 0 0,0 1 0,0-1 0,1 0 0,0-1 0,1 1 0,5 11 0,-7-19-207,-2-92-6981,0 38 1568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271 100 896,'0'0'8127,"4"-12"-7276,9-35-48,-12 46-643,-1 0-1,1 0 1,-1 0 0,0-1 0,1 1 0,-1 0-1,0 0 1,0 0 0,0-1 0,0 1 0,0 0-1,0 0 1,0-1 0,0 1 0,0 0 0,0 0-1,-1 0 1,1 0 0,-1-1 0,1 1-1,-1 0 1,1 0 0,-1 0 0,1 0 0,-3-2-1,2 2-185,-1 0 0,0 1-1,0-1 1,0 1-1,1-1 1,-1 1-1,0 0 1,0-1 0,0 1-1,0 0 1,-3 0-1,-10-1 248,2 0-185,0 0 1,-23 0 0,18 1 21,15 1 0,-1 0 1,0 0 0,0 0-1,0 1 1,1-1-1,-1 1 1,1-1 0,-1 1-1,1 1 1,0-1-1,0 0 1,-1 1 0,2-1-1,-1 1 1,0 0-1,1 0 1,-1 0 0,1 0-1,0 1 1,-3 4-1,-6 11 542,1 0 0,-10 27 1,9-16 95,1 1 1,1 0 0,1 1-1,2 0 1,1 0 0,0 64-1,5-96-694,0 1 0,-1-1 0,1 1 0,0-1 0,0 1 0,0-1 0,1 1 0,-1-1 0,0 1 0,0 0 0,0-1 0,0 1 0,0-1 0,1 1 0,-1-1 0,0 1 0,0-1 0,1 1 0,-1-1 0,0 0 0,1 1 0,-1-1 0,1 1 0,-1-1 0,0 0 0,1 1 0,-1-1 0,1 0 0,-1 0 0,1 1 0,-1-1 0,1 0 0,-1 0 0,2 1 0,18-4-22,-18 3 21,3-2-34,0 0 0,0 1 0,-1-2 0,1 1 0,-1 0 0,1-1 0,-1 0 0,0 0 0,5-4 0,31-37-937,-39 42 926,21-24-1898,27-45 0,-41 58 586,-1 0 1,-1-1-1,0 0 1,0-1 0,6-26-1,-11 157 9213,-2-53-6138,-1-27-993,2 0 1,6 44-1,-5-78-719,-1 1 0,1 0 0,-1 0 0,1-1 0,0 1 0,0 0 0,1-1 0,-1 1 0,0-1 0,1 0 0,0 1 0,-1-1 0,1 0 0,0 0 0,0 0 0,0 0 0,0 0 0,1-1 0,-1 1 0,0-1 0,5 3 0,-5-4-168,0 1 1,-1-1 0,1 0 0,0 1 0,0-1 0,-1 0 0,1 0 0,0 0 0,0 0-1,-1-1 1,1 1 0,0 0 0,-1-1 0,1 1 0,0-1 0,-1 0 0,1 0 0,-1 1-1,1-1 1,-1 0 0,1 0 0,-1 0 0,1 0 0,-1-1 0,0 1 0,0 0-1,0-1 1,0 1 0,0 0 0,0-1 0,0 1 0,0-1 0,0 0 0,0-2 0,14-43-8778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4.3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499 89 9652,'0'0'5488,"-20"-14"-5176,-66-42-87,83 53-203,0 1 0,-1 0 0,1 0 0,-1 1 0,0-1 0,1 1 0,-1-1 0,0 1 0,0 0 0,0 1 0,0-1 0,0 1 0,0-1 0,0 1 0,-7 1 1,-5 0 24,10-1-23,-13 0 80,-37 4-1,49-2-81,-1-1-1,1 1 1,0 1 0,0-1 0,0 1-1,0 1 1,0-1 0,-7 6 0,3 0 94,1 0 1,0 0 0,0 1 0,1 0 0,0 0 0,1 1 0,0 0 0,1 1 0,0 0 0,1 0 0,0 1-1,1-1 1,-5 20 0,-1 8 415,3 1-1,1 0 0,-2 54 0,3 228 1761,6-255-1876,8 113 441,-5-151-709,2 0-1,1 0 0,18 51 0,-18-65-60,1 0 0,1 0 0,0-1 0,19 26 0,-22-34-74,1 0 0,0 0-1,1-1 1,0 0-1,0 0 1,0-1-1,0 0 1,1 0 0,0 0-1,11 4 1,-5-5-19,0 1 0,0-2 0,0 0 0,0 0 0,0-2 1,1 0-1,-1 0 0,1-1 0,-1-1 0,1 0 0,-1-1 0,0-1 0,0 0 1,0-1-1,0-1 0,0 0 0,-1 0 0,0-2 0,19-11 0,-18 7-182,1 0 1,-2 0-1,1-2 0,-2 0 0,21-26 0,-25 28-318,-1 1 0,-1-2-1,1 1 1,-2-1 0,0 0 0,0-1 0,-1 1 0,4-23 0,-6 17-1990,0-33 0,-2-10-5078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4.9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222 186 6099,'0'0'4140,"0"-10"-3355,0-52 882,0 60-1569,0 0-1,0-1 0,-1 1 1,1 0-1,0 0 1,-1 0-1,0 0 0,1 0 1,-1 0-1,0 0 1,0 0-1,0 0 1,-1 0-1,1 0 0,0 1 1,-1-1-1,1 0 1,-1 1-1,1-1 0,-1 1 1,0 0-1,1-1 1,-1 1-1,0 0 1,0 0-1,0 0 0,0 0 1,0 1-1,-4-2 1,-5 0 6,1 0 1,0 0 0,-1 1 0,-17 1 0,14-1 116,-16 3 121,29-2-330,-1 1-1,1-1 1,-1 1-1,1 0 1,0 0-1,-1-1 1,1 1-1,0 0 1,-1 0-1,1 0 1,0 0-1,0 0 1,0 0-1,0 1 1,0-1-1,0 0 1,0 1-1,0 0 1,-6 13 128,2-1 1,-1 1-1,2 1 1,0-1-1,-4 31 1,0 83 1072,8-123-1154,-1 300 2895,0-288-2753,1-9-90,0 0 1,0 0 0,0 0-1,5 18 1,-5-26-105,1 1 1,-1 0-1,1 0 1,0 0-1,0-1 1,0 1-1,0 0 1,0-1-1,0 1 1,0-1-1,0 1 1,1-1-1,-1 0 1,1 1-1,-1-1 1,1 0-1,-1 0 1,1 0-1,0 0 1,-1 0-1,1-1 1,0 1-1,0 0 1,0-1-1,0 1 1,-1-1-1,1 0 1,3 1-1,-1-1-9,0-1 0,1 1-1,-1-1 1,0 0 0,0 1-1,0-2 1,0 1 0,0 0-1,0-1 1,0 0-1,0 0 1,-1 0 0,1 0-1,-1-1 1,1 0 0,-1 1-1,0-1 1,0 0 0,0 0-1,4-7 1,6-8-179,-1 0 0,18-39 1,-23 44 14,9-21-938,-1-1 0,-1 0 1,-2-1-1,-1 0 0,-2-1 1,-2 0-1,-1-1 1,1-66-1,-6 58-525,0 30 1171,0-1 1,-1 1-1,-1-1 1,-1 1-1,0-1 1,-7-22-1,8 36 600,1 2-8,0-1 0,0 1 0,-1-1 1,1 1-1,-1 0 0,1-1 1,-1 1-1,0 0 0,0 0 0,1-1 1,-1 1-1,0 0 0,0 0 1,0 0-1,0 0 0,0 0 1,-1 0-1,1 0 0,0 1 0,-2-2 1,3 2-88,0 0 0,0 0 0,0 0 0,0 0 0,-1 0 0,1 0 0,0 0 0,0 0 0,0 0 0,0 0 0,0 0 0,-1 1 0,1-1 0,0 0 0,0 0 1,0 0-1,0 0 0,0 0 0,-1 0 0,1 0 0,0 0 0,0 1 0,0-1 0,0 0 0,0 0 0,0 0 0,0 0 0,0 0 0,0 1 0,0-1 0,-1 0 0,1 0 0,0 0 0,0 0 0,0 0 0,0 1 1,0-1-1,0 0 0,0 0 0,0 0 0,0 0 0,0 1 0,0-1 0,0 0 0,1 0 0,-1 0 0,0 0 0,0 1 0,0-1 0,0 0 0,0 0 0,-2 222 5967,4-113-4595,-3-48-786,-1-11-7,7 53 0,-4-89-580,1 0-1,1-1 1,0 1-1,0 0 1,2-1-1,0 0 0,0 0 1,12 18-1,7 0-39,-23-30-124,1 0 0,-1 0 0,0 0 0,1 0 0,-1 0-1,1 0 1,-1 0 0,1 0 0,-1-1 0,1 1 0,0-1 0,-1 1 0,1-1 0,0 1-1,-1-1 1,1 0 0,0 0 0,2 0 0,-4 0 24,1 0-1,-1 0 1,0 0 0,1 0 0,-1 0-1,0-1 1,1 1 0,-1 0-1,0 0 1,1 0 0,-1 0-1,0-1 1,1 1 0,-1 0 0,0 0-1,0-1 1,0 1 0,1 0-1,-1-1 1,0 1 0,0 0 0,0 0-1,1-1 1,-1 1 0,0 0-1,0-1 1,0 1 0,0 0-1,0-1 1,0 1 0,0-1 0,4-30-4119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5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11813,'0'0'2914,"0"189"-113,0-41 433,0 5-881,0-14-1217,0-28-400,4-51-463,6-33-209,0-27-128,3-24 48,4-54-337,-4-30-575,-6-22-1793,-7 1-609,0 9-496,-17 17-3537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5.7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40 784,'117'-39'9205,"-80"45"-5972,3 18-656,0 0-848,-3-9-480,-10-6-593,-10-9-448,-7 0-208,-10-15-4370,0-3-5362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6.0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8244,'0'0'7046,"5"38"-4763,0 3-1619,27 231 3029,-23-156-2110,20 148 1095,-29-263-2671,0 0 1,0 0 0,0 0-1,0 0 1,0 0 0,0-1 0,0 1-1,0 0 1,1 0 0,-1 0-1,0 0 1,1 0 0,-1-1 0,0 1-1,1 0 1,-1 0 0,1-1-1,-1 1 1,1 0 0,0-1 0,-1 1-1,1-1 1,0 1 0,-1 0-1,1-1 1,0 1 0,1-1 0,-1 0-8,0-1 1,0 0 0,0 0-1,0 0 1,0 0 0,0 0 0,0 0-1,0 0 1,0 0 0,-1-1-1,1 1 1,0 0 0,-1 0 0,1-1-1,-1 1 1,1 0 0,-1-1-1,1-1 1,7-30-326,0-1 0,-2 1-1,2-54 1,-5-112-3271,-3 135 1810,0-122-3262,0 184 5118,0 0 0,-1 0-1,1 0 1,1 1-1,-1-1 1,0 0 0,0 0-1,1 0 1,-1 1-1,1-1 1,-1 0 0,1 0-1,0 1 1,0-1-1,1-1 1,-1 2 64,0 0-1,1 0 1,-1 1 0,1-1-1,-1 1 1,1-1 0,0 1-1,-1-1 1,1 1 0,0 0-1,-1 0 1,1 0 0,0 0-1,2 0 1,0 0 24,0 1 0,0-1 1,-1 1-1,1-1 0,0 1 0,-1 0 0,1 1 0,-1-1 0,1 1 1,-1-1-1,4 3 0,32 28 639,-30-24-715,0-1 0,16 12-1,-14-14-292,-1-1 0,1 0-1,0-1 1,1 0 0,-1-1-1,0 0 1,1 0 0,-1-1 0,23-2-1,-34 1 212,5 1-641,0-1-1,-1-1 1,1 1-1,0-1 1,0 1 0,6-3-1,-7 1-619,0-1-1,0 1 1,0-1-1,0 0 0,0 0 1,4-4-1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6.4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0 13798,'0'0'2970,"-1"36"34,-2 11-2075,0 14 550,6 103 0,-1-146-1333,0-1 0,1 0-1,0 0 1,1 0 0,1 0 0,1-1 0,1 0 0,0 0-1,1 0 1,0-1 0,11 14 0,-17-27-154,0 1 0,0-1 0,0 0 0,1 0 0,-1 0 0,0 0 0,1 0 0,-1 0 0,1-1 0,0 1 0,-1-1 0,1 0 0,0 0 0,0 0 0,0 0 0,0 0 0,0-1 0,0 0-1,0 1 1,0-1 0,6 0 0,-5-1-38,0 0-1,-1 0 0,1 0 0,0 0 1,-1-1-1,1 1 0,-1-1 1,1 0-1,-1 0 0,0 0 0,0-1 1,0 1-1,0-1 0,0 1 0,0-1 1,3-6-1,8-12-576,0-1 0,-2 0-1,0-1 1,-2-1 0,0 0 0,-2 0 0,6-27-1,-5 8-1221,-2 0 0,-2 0 0,0-61 0,-5 103 1979,0 0-1,0 0 1,0 0-1,0 0 0,0 1 1,0-1-1,0 0 1,0 0-1,0 0 1,1 0-1,-1 0 1,0 0-1,1 0 1,-1 0-1,0 0 0,1 0 1,-1 1-1,1-1 1,0-1-1,0 2 44,0 1 0,0-1 1,0 1-1,-1 0 0,1-1 0,0 1 0,-1 0 0,1-1 0,0 1 0,-1 0 0,1 0 0,-1 0 0,1 0 0,-1 0 0,1-1 0,-1 1 1,0 0-1,0 0 0,1 0 0,-1 0 0,0 0 0,0 2 0,16 67 2029,10 105 0,-14-87-1512,67 304 710,-19-117-587,-45-187-639,5 102 0,-17-30-130,-3-133-62,-1 0-1,-1 0 0,-1 0 0,-8 33 0,8-51-15,0 1-1,-1 0 1,0-1-1,0 0 0,-1 0 1,0 0-1,-1-1 0,0 0 1,0 0-1,0 0 0,-1-1 1,-1 0-1,1 0 1,-12 7-1,11-9-13,0 0 1,-1 0-1,0-1 1,0-1-1,-1 1 1,1-1-1,-1-1 1,1 0-1,-1 0 1,0-1-1,1 0 0,-1-1 1,0 0-1,0-1 1,0 0-1,1 0 1,-1-1-1,0 0 1,1-1-1,-1 0 1,-15-7-1,17 4-4,0 0-1,0-1 0,0 1 1,1-1-1,0-1 1,1 1-1,-1-1 0,2-1 1,-1 1-1,1-1 1,0 0-1,1 0 1,-5-15-1,1 1-27,1-1-1,1-1 1,1 1 0,-2-40-1,5 40 73,1-1 0,1 1-1,1 0 1,1 0-1,2 0 1,0 1 0,1-1-1,1 1 1,2 0-1,0 0 1,1 1 0,1 0-1,23-35 1,9-2 31,75-81-1,62-43-1394,-109 113-775,-23 21-2616,-20 14-3608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11109,'0'0'5619,"53"153"-5395,-53-117-224,0-3-80,0-3 16,-20-9-2401,-6-21-3490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74 3169,'0'0'9026,"0"-3"-8151,0 1-779,0 1-67,0 1-1,0 0 0,-1-1 0,1 1 1,0-1-1,0 1 0,0-1 1,0 1-1,0 0 0,0-1 0,0 1 1,0-1-1,0 1 0,0-1 0,0 1 1,0 0-1,0-1 0,0 1 1,0-1-1,0 1 0,0 0 0,1-1 1,-1 1-1,0-1 0,0 1 0,0 0 1,1-1-1,-1 1 0,0 0 1,0-1-1,1 1 0,-1 0 0,0-1 1,1 1-1,-1 0 0,1 0 1,-1 0-1,0-1 0,1 1 0,-1 0 1,1 0-1,-1 0 0,0 0 0,1 0 1,-1 0-1,1-1 0,-1 1 1,0 0-1,1 0 0,-1 0 0,1 1 1,-1-1-1,1 0 0,0 0 0,-1 0-10,1 1-1,0-1 0,0 0 0,0 1 0,-1-1 1,1 1-1,0-1 0,0 1 0,-1 0 0,1-1 1,0 1-1,-1 0 0,1-1 0,-1 1 0,1 0 0,-1 0 1,1 1-1,8 17 328,-2 0 0,0 1 0,5 29 0,-7-30-55,48 265 3351,-13-59-1415,-38-215-2095,10 34 251,-12-42-362,1 0 1,0 0-1,0 0 1,0 0-1,0 0 1,0-1-1,0 1 1,0 0-1,1 0 1,-1-1-1,0 1 1,1-1-1,0 1 1,-1-1-1,1 0 1,3 2-1,-4-3-18,0 1 0,0-1 0,0 0-1,-1 0 1,1 0 0,0 0-1,0 0 1,0-1 0,0 1 0,0 0-1,0 0 1,0-1 0,0 1-1,0 0 1,-1-1 0,1 1 0,0-1-1,0 1 1,0-1 0,-1 1-1,1-1 1,0 0 0,-1 1 0,1-1-1,0 0 1,-1 0 0,1 1 0,-1-1-1,1 0 1,-1 0 0,0 0-1,1 0 1,-1 1 0,1-3 0,11-38-77,-11 35 36,7-40-529,-2-1 0,-3 0 1,-3-84-1,-1 128 553,-8-116-584,-1-13-128,10 126 699,0 1-1,0-1 1,1 0 0,-1 1 0,1-1 0,1 1-1,-1-1 1,1 1 0,0 0 0,0 0 0,1 0-1,-1 0 1,1 0 0,0 0 0,0 0 0,1 1 0,-1 0-1,1 0 1,0 0 0,0 0 0,1 0 0,8-5-1,4-2 34,0 1-1,1 1 0,0 1 0,0 0 1,1 2-1,0 0 0,0 1 0,1 0 0,-1 2 1,1 0-1,25 1 0,-42 2-7,1-1-1,0 1 0,0 0-1,0 0 1,0 0 0,0 1-1,0-1 1,0 1-1,0 0 1,0 0 0,-1 0-1,1 0 1,0 1 0,-1 0-1,1 0 1,-1 0 0,1 0-1,-1 0 1,5 5 0,-1 2 5,0 0 0,-1 0 0,0 1 1,0 0-1,-1 0 0,-1 0 0,1 1 0,2 12 1,19 96 539,-24-112-474,12 102 1461,1 160 0,-13-191-969,-2-68-484,1 24 60,-1-33-135,1 1 0,-1-1 0,0 1 1,0-1-1,1 0 0,-1 1 0,0-1 0,1 0 1,0 1-1,-1-1 0,1 0 0,0 0 0,0 1 1,-1-1-1,1 0 0,2 2 0,-2-3-22,-1 0 1,0 0-1,1 0 0,-1-1 0,1 1 1,-1 0-1,1 0 0,-1 0 1,0 0-1,1-1 0,-1 1 0,1 0 1,-1 0-1,0 0 0,1-1 1,-1 1-1,0 0 0,1-1 0,-1 1 1,0 0-1,0-1 0,1 1 0,-1-1 1,0 1-1,0 0 0,0-1 1,1 1-1,-1-1 0,0 1 0,0 0 1,0-1-1,0 1 0,0-1 1,0 1-1,0-1 0,0 1 0,0-1 1,0 1-1,0 0 0,0-1 0,0 0 1,2-29-2580,-2-46 0,-1 25-2365,1-9-5769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5843,'0'0'8612,"20"180"-6659,-10-81-545,-3 7-303,3-13-737,3-18-336,4-27-64,6-18-688,0-30-3122,-2 0-7395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3:59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416 113 5555,'0'0'4346,"2"-14"-3706,9-43-8,-11 56-599,0 0 0,1 0 0,-1 0 0,0 0 0,0-1 0,0 1 1,0 0-1,0 0 0,0 0 0,0 0 0,0 0 0,-1 0 0,1 0 0,0 0 0,-1 0 0,1 0 0,-1 0 0,0-1 0,-9-2 344,7 4-181,-16-4 242,-1 0 0,0 1 0,-38-1 0,30 3-355,11 1-11,0 0 0,1 1 0,-21 3 0,31-3-23,0 1 0,1 0 0,-1 0 0,0 0 0,1 1 0,-1 0 0,1 0 0,0 0 1,0 1-1,0-1 0,0 1 0,-6 7 0,1 1 183,0 1 0,1 0 0,0 0-1,1 1 1,1 0 0,0 1 0,0-1 0,2 2 0,0-1 0,-3 19 0,1 3 451,1 0 1,3 0-1,0 43 1,3-78-666,0-1 0,0 0 0,0 0 0,0 0 0,0 1 0,0-1 0,1 0 0,-1 0 0,0 1 0,1-1 0,-1 0 0,1 0 0,-1 0-1,1 0 1,0 0 0,-1 0 0,1 0 0,0 0 0,0 0 0,0 0 0,0 0 0,0 0 0,1 1 0,0-1-12,0-1-1,1 1 1,-1 0 0,0-1-1,0 1 1,0-1 0,0 0-1,0 0 1,1 0 0,-1 0-1,0 0 1,4-1 0,3-1-18,0 0 0,0-1-1,0 0 1,-1-1 0,15-7 0,2-6-360,0-2 0,36-33 0,-12 8-1404,-46 41 1539,0 0 1,1 1-1,-1-1 0,1 0 0,0 1 0,0 0 0,0 0 1,0 0-1,0 0 0,0 1 0,0 0 0,8-2 0,-11 3 221,-1 0 0,1 0 0,0-1 0,-1 1 0,1 0-1,-1 0 1,1 1 0,-1-1 0,1 0 0,-1 0 0,1 0-1,-1 0 1,1 0 0,0 0 0,-1 1 0,1-1 0,-1 0-1,0 0 1,1 1 0,-1-1 0,1 0 0,-1 1-1,1-1 1,-1 1 0,0-1 0,1 0 0,-1 1 0,0-1-1,1 1 1,-1-1 0,0 1 0,5 12 116,0 0 0,-2 0 0,1 0 1,-2 0-1,2 16 0,1 1 339,2 20 697,3-1 0,2 0 0,26 70 0,-35-112-1056,0-1 0,1 0 1,-1 1-1,1-1 1,1-1-1,-1 1 0,1 0 1,0-1-1,0 0 0,1 0 1,-1-1-1,10 7 0,-11-10-71,-1 1 0,1 0 0,-1-1 0,1 0 0,0 0 0,0 0 0,0 0 0,-1-1-1,1 1 1,0-1 0,0 0 0,0 0 0,0 0 0,0-1 0,0 0 0,-1 1 0,1-1 0,0-1 0,0 1-1,-1 0 1,1-1 0,-1 0 0,1 0 0,5-4 0,-2 0-93,0 1 0,-1-2 0,0 1 0,0-1 0,0 0 1,-1 0-1,5-8 0,1-5-1337,16-37-1,2-32-4161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5491,'0'0'4079,"0"5"-2775,1 221 2337,-8 478 2651,3-473-4587,4-230-1702,0 0 1,0 1 0,0-1 0,0 1-1,0-1 1,1 1 0,-1-1 0,0 1-1,1-1 1,-1 0 0,1 1-1,-1-1 1,2 2 0,-1-3-8,-1 1 0,1-1 0,-1 0 0,1 0 0,-1 0 0,1 1 0,-1-1 0,1 0 0,-1 0 0,1 0 0,0 0 0,-1 0 0,1 0 0,-1 0 0,1 0 0,-1 0 0,1 0 0,-1 0 0,1-1 0,-1 1 0,1 0 0,-1 0 0,1 0 0,-1-1 0,1 1 0,-1 0 0,1-1 0,-1 1 0,1 0 0,-1-1 0,0 1 0,1 0 0,-1-1 0,0 1 0,1-1 0,-1 1 0,0-1 0,1 0 0,5-8-241,-1-1 0,1 1 0,-2-1 0,1 0 0,-2 0 0,5-16 0,-6 18-4,12-44-4462,12-95 0,-18 94 553,1 1-417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7 3201,'0'0'10192,"-3"-2"-9651,3 1-529,0 1 0,0 0 0,-1-1 0,1 1 0,-1 0 0,1-1-1,0 1 1,-1 0 0,1 0 0,0-1 0,-1 1 0,1 0 0,-1 0-1,1 0 1,-1 0 0,1 0 0,-1 0 0,1-1 0,0 1 0,-1 0-1,1 0 1,-1 0 0,1 0 0,-1 0 0,1 1 0,-1-1 0,1 0-1,-1 0 1,1 0 0,0 0 0,-1 0 0,1 1 0,-1-1 0,1 0-1,0 0 1,-1 1 0,1-1 0,0 0 0,-1 1 0,1-1 0,0 0-1,-1 1 1,1-1 0,0 0 0,0 1 0,-1-1 0,1 1 0,-16 31 248,6-4 171,1 1-1,2-1 1,0 1-1,2 0 1,-1 31 0,4 150 3004,1-206-3376,1 1-1,1 0 1,-1-1 0,1 1-1,-1-1 1,1 1 0,1-1-1,-1 1 1,1-1 0,-1 0-1,1 1 1,0-1 0,4 5 0,-3-7-43,-1 1 0,1-1 0,0 0 1,0 0-1,0 0 0,0-1 1,0 1-1,0-1 0,0 1 1,1-1-1,-1 0 0,0-1 1,1 1-1,-1 0 0,1-1 0,-1 0 1,7 0-1,-5 0-109,0 0 0,1 0 0,-1-1 0,0 0 1,0 0-1,0 0 0,0 0 0,0-1 0,0 0 0,0 0 0,0 0 0,-1-1 0,1 1 1,6-6-1,-4 1-575,0 0 1,0 0 0,0-1 0,-1 0-1,0 0 1,9-18 0,14-36-7580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248 148 4066,'0'0'7128,"5"-4"-5682,-1 1-1195,-2 2-142,-1 0 0,0 0 0,1 0 0,-1 0 0,1 0 0,-1-1 0,0 1 0,0 0 0,0-1 0,0 1 0,0-1 0,0 1 1,0-1-1,0 0 0,0 1 0,-1-1 0,1 0 0,-1 1 0,0-1 0,1 0 0,-1-3 0,4-67 1241,-5 71-1348,1 0 1,-1 0 0,1 0-1,-1 0 1,1 1 0,-1-1-1,1 0 1,-1 0 0,0 1-1,1-1 1,-1 0 0,0 1-1,0-1 1,0 0-1,1 1 1,-1-1 0,0 1-1,0 0 1,0-1 0,0 1-1,0 0 1,-1-1 0,-26-7 294,23 7-303,-13-3-3,1 2 0,-1 0 1,-34 1-1,50 1 9,0 0 6,-1 1 0,0 0 0,0-1 0,1 1 0,-1 1 0,0-1 0,1 0 0,-1 1 0,1-1 0,-1 1-1,1 0 1,0-1 0,0 1 0,0 0 0,0 1 0,0-1 0,0 0 0,0 0 0,1 1 0,-1-1 0,1 1 0,-2 4 0,-4 8 129,1 0 0,-8 29 0,-1 26 877,3 1 1,3 1 0,3 0 0,4 79-1,2-150-1008,0 0 1,-1 0-1,1-1 0,0 1 0,0 0 0,0 0 0,0 0 1,0 0-1,1-1 0,-1 1 0,0 0 0,0 0 0,1 0 0,-1-1 1,0 1-1,1 0 0,-1 0 0,0-1 0,1 1 0,-1 0 0,1-1 1,0 1-1,-1 0 0,1-1 0,-1 1 0,1-1 0,0 1 0,-1-1 1,1 1-1,0-1 0,0 0 0,-1 1 0,1-1 0,0 0 0,0 1 1,0-1-1,-1 0 0,1 0 0,0 0 0,0 0 0,0 0 0,0 0 1,-1 0-1,1 0 0,0 0 0,0 0 0,1-1 0,2 0-13,1-1 0,-1 0-1,1 0 1,-1 0 0,0 0-1,0-1 1,0 1-1,6-6 1,5-7-301,0 0-1,-2-1 0,0-1 1,15-25-1,40-79-4117,-58 99 3106,-1 0 1,0 0 0,-2 0 0,-1-1 0,4-24 0,-5-20 5681,9 309 3588,-8-199-7520,2 0-1,2-1 0,24 65 0,-32-102-411,0 1 0,1-1-1,-1 0 1,2 0 0,-1 0 0,0 0-1,1 0 1,0-1 0,0 1-1,0-1 1,1 0 0,-1 0-1,7 3 1,-9-6-65,0 0 1,0 0-1,0-1 1,0 1-1,0 0 0,0-1 1,0 1-1,0-1 0,0 0 1,0 0-1,0 0 1,0 0-1,1 0 0,-1 0 1,3-1-1,-2 0-119,0 0 0,0 0 1,-1-1-1,1 1 0,-1-1 0,1 1 0,-1-1 0,0 0 0,0 0 1,0 0-1,0 0 0,0-1 0,0 1 0,2-3 0,4-9-2283,11-27-1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85 3426,'0'0'8129,"0"-14"-7225,0-43-112,0 43 1041,0 18-1609,-4 1171 8612,18-1200-8956,0-21-755,-2 1 0,10-82-1,-6-103-2717,-16 215 3410,1 1-1,0 0 0,1 0 0,1 0 1,4-16-1,-5 25 140,0 1 0,-1 0 0,1 0 0,1 0 0,-1 0 0,0 0-1,1 1 1,0-1 0,0 1 0,0 0 0,0 0 0,1 0 0,-1 0 0,1 0 0,0 1 0,-1-1 0,1 1 0,0 0 0,1 0 0,4-1 0,-2 1 94,0 0 1,0 1-1,0-1 0,0 1 0,0 1 1,0-1-1,0 1 0,12 2 1,-15-2 15,0 1 1,0 0-1,0 1 1,0-1 0,0 1-1,0 0 1,0-1-1,0 2 1,0-1-1,-1 0 1,0 1 0,1 0-1,-1 0 1,0 0-1,3 3 1,5 9 190,-1 0 1,-1 0-1,0 1 0,-1 0 1,0 0-1,-1 1 0,-2 0 1,1 0-1,-2 1 0,4 26 1,-2 15 792,-3 109 0,-4-104-869,-2 27-149,3-89-371,0-45-7289,0-1 1815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285 142 1409,'0'0'7835,"1"-13"-6314,1-3-1121,1-42 1105,-6 56-1487,0 0 0,0 0 1,-1 1-1,1-1 0,-1 1 0,1 0 1,-1 0-1,-5-1 0,2 1 26,-30-12 422,24 8-232,0 0 0,1 2 1,-19-4-1,3 4 589,-28-1 0,54 5-798,1-1 0,0 0 0,0 0 0,0 1-1,0-1 1,0 1 0,0-1 0,0 1 0,0-1-1,0 1 1,1-1 0,-1 1 0,0 0 0,0-1-1,0 1 1,1 0 0,-1 0 0,0 0 0,1 0-1,-1 0 1,1 0 0,-1-1 0,0 3 0,-10 28 473,10-26-399,-6 22 401,1 0 0,2 0 1,-1 39-1,5 85 1097,1-68-710,-3-17-250,1-34-320,1 0 0,1-1 0,7 42-1,-8-69-301,1 0 0,0 0 0,0 0 0,0 0 0,1-1 0,-1 1 0,1 0 0,0-1-1,0 0 1,5 7 0,-5-8-12,0-1 1,0 1-1,0-1 0,0 1 0,0-1 0,1 0 1,-1 0-1,0 0 0,1 0 0,-1 0 0,1 0 1,-1-1-1,1 1 0,0-1 0,-1 0 0,1 0 1,3 0-1,-2 0-23,0 0 1,0-1-1,0 0 1,0 0-1,0 0 1,-1 0-1,1-1 1,0 1-1,-1-1 1,1 0-1,-1 0 1,1 0-1,-1-1 1,0 1-1,0-1 1,0 0-1,0 0 1,4-5-1,4-7-364,-1-1 0,16-31 0,-19 34 74,9-18-677,-2-2 0,-1 0 0,-1 0 0,-2-1-1,-2-1 1,0 1 0,-3-2 0,3-68 0,-8 60 2052,0 37 1277,0 29-909,20 388 3025,-19-387-4381,6 39 103,-6-58-178,0 1 1,0-1-1,0 0 0,1 0 0,0 0 0,0 0 0,0 0 0,0 0 0,0 0 0,1-1 0,3 5 0,-4-7-127,-1 1 0,0-1 0,1 0 0,-1 0 0,1 0 0,-1 0-1,1 0 1,0 0 0,-1 0 0,1-1 0,0 1 0,0 0 0,-1-1 0,1 0-1,0 1 1,0-1 0,0 0 0,0 0 0,-1 0 0,1 0 0,0 0-1,0 0 1,0-1 0,0 1 0,0-1 0,-1 1 0,4-2 0,-1 0-467,0 0 1,-1-1 0,1 1 0,-1-1 0,0 1-1,0-1 1,0 0 0,0 0 0,-1 0-1,5-7 1,17-34-7306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0 9957,'0'0'9479,"-22"15"-8927,9-6-462,-1-1-6,1 1 0,0 0 0,1 1 0,0 0 0,1 1 0,0 0 1,0 1-1,1 0 0,1 0 0,0 1 0,-7 15 0,3-1 63,1 1-1,2 1 1,0 0 0,2 0 0,1 1-1,2 0 1,1 0 0,1 0 0,1 38-1,3-66-150,-1 0-1,0 0 0,0 1 1,1-1-1,-1 0 1,1 0-1,0 0 0,-1 0 1,1 0-1,0 0 0,0 0 1,1 0-1,-1 0 1,0 0-1,1 0 0,-1 0 1,1-1-1,-1 1 0,1-1 1,0 1-1,0-1 1,-1 0-1,1 0 0,0 0 1,0 0-1,0 0 0,0 0 1,1 0-1,2 0 1,2 0-37,-1 0-1,1 0 1,-1-1 0,1 0 0,-1 0 0,1-1 0,-1 0 0,1 0 0,9-3 0,-7 1-95,-1-1 0,1 1 1,-1-1-1,0-1 0,0 0 0,0 0 1,0 0-1,12-13 0,1-4-896,26-35 1,14-14-993,-47 61 1980,-14 10 54,0 0 1,1 0-1,-1 0 0,0 0 1,1 0-1,-1 0 1,0 0-1,1 0 1,-1 0-1,0 0 0,0 0 1,1 0-1,-1 0 1,0 0-1,1 0 1,-1 0-1,0 1 0,0-1 1,1 0-1,-1 0 1,0 0-1,1 0 1,-1 1-1,0-1 0,0 0 1,0 0-1,1 1 1,0 1 80,0 0 0,0 0 0,-1 0 0,1 1 1,0-1-1,-1 0 0,0 1 0,1-1 0,-1 0 1,0 4-1,0 193 3909,1 26-1632,-1-219-2310,0-6-52,-1 1 0,1 0-1,0-1 1,0 1 0,0 0 0,0-1-1,0 1 1,0 0 0,0 0-1,0-1 1,0 1 0,0 0 0,0-1-1,1 1 1,-1 0 0,0 0-1,0-1 1,1 1 0,-1-1 0,0 1-1,1 0 1,-1-1 0,1 1-1,-1-1 1,0 1 0,1-1 0,0 1-1,-1-1 1,1 1 0,-1-1-1,1 1 1,-1-1 0,1 0-1,0 1 1,-1-1 0,2 0 0,-1 0-7,-1 0 0,1 0-1,0 0 1,0 0 0,-1 0 0,1 0 0,0 0 0,0 0 0,-1-1 0,1 1 0,0 0 0,-1-1 0,1 1 0,0 0 0,-1-1 0,1 1 0,-1-1 0,1 1 0,-1-1 0,1 1 0,-1-1 0,2-1 0,6-12-125,-1-1 1,0 0-1,-1 0 1,6-20 0,-6 17-153,38-135-4263,-22 48-1432,-11 20-2095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3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10565,'0'0'6931,"33"237"-4210,-23-155-1376,4-10-353,2-21-191,4-24-641,7-24-160,-4-3-560,-2-36-897,-8-9-1344,-13-6-2482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12406,'0'0'8051,"20"0"-8771,-10 0-1633,-6-6-2161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7812,'0'0'8710,"10"-9"-8045,29-23-129,-27 26-222,-7 10 28,-2 4-168,0 0 0,-1 1 0,0-1 0,-1 1 0,0-1 0,0 15 1,0 3 103,11 428 2633,0 7-1284,-11-450-1609,0 9-12,1 0 1,0-1 0,1 1-1,2-1 1,0 0-1,13 33 1,-16-49-50,-1 0-1,1 0 1,0 0 0,0-1-1,0 1 1,0-1 0,1 1-1,-1-1 1,1 0 0,-1 0-1,1 0 1,0 0 0,-1-1-1,1 1 1,0-1 0,0 0-1,1 1 1,-1-1 0,3 0-1,-4-1-83,0 1 0,-1-1 0,1 0-1,0 0 1,-1 0 0,1-1 0,-1 1 0,1 0-1,0-1 1,-1 1 0,1-1 0,-1 1 0,1-1-1,-1 0 1,1 0 0,-1 1 0,0-1 0,1 0-1,-1 0 1,0-1 0,0 1 0,1 0 0,-1 0-1,0 0 1,0-1 0,-1 1 0,1-1 0,0 1-1,0-1 1,-1 1 0,1-1 0,-1 1-1,1-1 1,-1 1 0,1-1 0,-1-2 0,3-44-5268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7 187 3394,'0'0'9385,"-1"-3"-8107,-5-27 3116,6 51-4074,0 2-154,12 422 3889,-11-421-3868,1-1-1,2 0 1,0 0 0,10 30 0,-13-51-180,-1-1 0,1 0 0,-1 1 1,1-1-1,-1 1 0,1-1 1,0 0-1,-1 0 0,1 1 0,0-1 1,0 0-1,0 0 0,0 0 1,0 0-1,0 0 0,1 0 0,-1 0 1,0 0-1,0-1 0,1 1 1,-1 0-1,0-1 0,1 1 0,-1-1 1,1 1-1,-1-1 0,0 0 1,3 1-1,-1-2-7,-1 0 0,0 1 0,1-1 0,-1 0 0,1 0 0,-1 0 0,0-1 0,0 1 0,0 0 0,0-1 0,0 0 0,0 1 0,0-1 0,0 0-1,-1 0 1,1 0 0,1-3 0,11-16-73,-1 0-1,-1-2 0,10-24 1,27-78-946,-45 113 852,55-180-2218,-6 16 578,-52 173 1801,1-1-1,-1 1 1,0 0-1,1 0 0,0 0 1,0 0-1,0 0 1,0 0-1,3-3 0,-4 6 18,-1-1-1,1 1 0,-1-1 0,1 1 0,0 0 0,-1-1 1,1 1-1,-1 0 0,1 0 0,0 0 0,-1-1 0,1 1 1,0 0-1,-1 0 0,1 0 0,0 0 0,-1 0 0,1 0 1,-1 0-1,1 0 0,1 1 0,-1-1 26,0 1 0,0-1 0,0 1 0,0 0 0,1 0 0,-1 0 0,0-1-1,0 1 1,0 0 0,-1 0 0,1 1 0,0-1 0,0 0 0,0 2 0,5 7 283,-1 0-1,0 1 1,-1-1 0,0 1 0,3 18 0,7 62 957,-13-84-1162,8 103 836,-6-66-604,1 1-1,13 55 1,-17-98-341,1 1-1,-1-1 1,1 0-1,0 1 0,0-1 1,0 0-1,0 0 1,0 1-1,1-1 1,-1 0-1,0 0 1,1 0-1,0-1 0,-1 1 1,1 0-1,0-1 1,0 1-1,0-1 1,0 1-1,0-1 1,0 0-1,1 0 0,3 2 1,-4-3-19,1 0 0,0 0 0,0 0 1,0 0-1,-1-1 0,1 1 0,0-1 0,0 1 1,-1-1-1,1 0 0,0 0 0,-1 0 0,1 0 0,-1-1 1,1 1-1,-1-1 0,0 0 0,0 1 0,0-1 0,0 0 1,3-3-1,9-11-264,0-1 1,-1 0-1,16-30 0,27-64-1735,-37 68 43,20-75 1,-32 91 1881,-1 0 1,-1-1-1,2-51 0,-4 149 2265,4-1 0,27 123 0,-29-170-1971,1 1 0,1-1 1,0-1-1,2 0 0,20 37 1,-26-53-202,0-1-1,0 0 1,1 0 0,-1 0 0,1 0 0,0 0 0,0-1 0,0 0 0,0 1 0,1-2 0,-1 1 0,1 0 0,0-1-1,0 0 1,0 0 0,0-1 0,0 1 0,0-1 0,0 0 0,0 0 0,1-1 0,-1 1 0,0-1 0,0-1 0,1 1 0,-1-1-1,0 0 1,0 0 0,1 0 0,-1-1 0,5-2 0,1-2-47,-2 0 0,1-1 1,-1 0-1,0-1 0,0 0 0,-1-1 0,0 1 1,12-19-1,50-87-1345,-58 92 843,-1 1 0,-1-2 1,0 0-1,-2 0 0,-1 0 1,-1-1-1,-1 0 0,2-27 1,-6-92-4726,-1 142 5162,0-10-744,0 1 0,-5-20 0,5 28 840,0 0-1,-1 0 1,0 0 0,1 0-1,-1 0 1,0 0 0,0 0-1,0 1 1,0-1 0,0 0 0,0 0-1,-1 1 1,1-1 0,0 1-1,-1-1 1,0 1 0,1-1-1,-1 1 1,0 0 0,-3-2-1,5 3 59,0 0 1,0 0-1,0 0 0,-1 0 0,1 0 1,0-1-1,0 1 0,0 0 0,0 0 1,-1 0-1,1 0 0,0 0 0,0 0 1,0 0-1,-1 0 0,1 0 0,0 0 1,0 0-1,0 0 0,0 0 0,-1 0 1,1 0-1,0 0 0,0 0 0,0 0 0,-1 0 1,1 1-1,0-1 0,0 0 0,0 0 1,0 0-1,0 0 0,-1 0 0,1 0 1,0 0-1,0 1 0,0-1 0,-1 13 1713,1-13-1734,-1 112 3702,17 381 601,5-331-3571,17 206 821,-37-30-1233,-3-306-359,0-1 0,-2 0 0,-10 37 0,10-56-23,1 0 1,-2 0-1,0 0 0,0-1 0,-1 0 1,-1 0-1,0 0 0,0-1 0,-1 0 1,-15 16-1,19-23 0,0 1 1,0-1-1,0 0 0,0 0 1,-1-1-1,1 1 0,-1-1 1,0 0-1,1 0 0,-1 0 1,0-1-1,0 0 0,0 0 1,0 0-1,-1 0 0,1-1 1,0 0-1,-6 0 0,8-1 15,0 1 1,0-1-1,0 0 0,0 0 0,0 0 1,0 0-1,0 0 0,0-1 0,1 1 0,-1-1 1,1 0-1,-1 0 0,1 0 0,0 0 1,-1 0-1,1-1 0,0 1 0,0-1 0,1 1 1,-1-1-1,1 1 0,-1-1 0,1 0 1,0 0-1,0 0 0,-1-5 0,-3-8-116,2-1 1,0 1-1,-1-29 0,4 40 117,-3-34-145,2 0 0,5-43-1,-1 61 72,0 0 1,2 1-1,0-1 0,1 1 0,14-32 0,14-15-1198,80-118 1,64-48-7470,-104 143 1360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329 170 6883,'0'0'6993,"2"-17"-6364,2-7-342,-1 7 191,-1 0 0,-1 0 0,0-21 0,-1 36-424,0 1 0,0-1 1,-1 0-1,1 1 1,-1-1-1,1 0 0,-1 1 1,0-1-1,1 1 0,-1-1 1,0 1-1,0-1 0,0 1 1,0 0-1,0 0 1,0-1-1,0 1 0,-1 0 1,1 0-1,0 0 0,-1 0 1,1 0-1,-1 0 1,1 1-1,-1-1 0,1 0 1,-1 1-1,0-1 0,1 1 1,-1-1-1,0 1 1,-2 0-1,-4-1 36,0 0 1,0 1-1,-1 0 1,1 0-1,-14 3 1,17-2-41,1 0 1,-1 0 0,1 1 0,0-1-1,0 1 1,0 0 0,0 0 0,0 1-1,0-1 1,0 1 0,-5 5-1,0 2 110,0-1 0,1 1 0,-8 14 0,-5 12 255,1 1 0,2 1-1,2 1 1,1 0 0,3 1 0,0 0-1,3 1 1,1 1 0,3-1 0,-2 72-1,7-111-398,0 2 3,0-1-1,0 1 1,0-1 0,0 1-1,1-1 1,-1 1-1,1-1 1,2 7 0,-2-9-19,0 1 0,0-1 0,0 0 0,0 0 0,1-1 0,-1 1 0,0 0 0,1 0 0,-1-1 0,0 1 0,1 0 0,-1-1 0,1 1 0,-1-1 0,1 0 0,-1 0 0,1 1 0,-1-1 0,1 0 0,-1 0 0,1 0 0,2-1 0,3 1-20,1-1-1,0-1 0,0 1 0,-1-1 0,1 0 0,-1-1 0,0 0 1,1 0-1,-1 0 0,-1-1 0,1 0 0,0-1 0,-1 1 0,8-9 0,9-9-346,-1 0 0,24-34 0,-42 51 277,22-29-1113,-1 0-1,-1-2 1,19-41 0,-34 59 965,-1-1 0,-1-1 0,-1 1 0,0-1 0,-1 0 0,-1 0 0,-1-1 0,0-28 0,-4 150 3678,5 170 476,0-222-3693,1-1-1,3 1 1,20 67-1,-28-116-222,24 67 59,-22-62-62,0-1 0,0 1 0,1-1 0,0 0 0,-1 0 0,1 0 1,1 0-1,-1-1 0,0 1 0,9 5 0,-11-8-44,1 0 1,0 0-1,-1-1 1,1 1 0,0-1-1,0 1 1,-1-1-1,1 1 1,0-1 0,0 0-1,0 0 1,0 0-1,-1 0 1,1 0-1,0-1 1,0 1 0,0 0-1,-1-1 1,1 1-1,0-1 1,0 0-1,-1 0 1,1 1 0,-1-1-1,1 0 1,0 0-1,-1-1 1,0 1 0,1 0-1,-1 0 1,0-1-1,0 1 1,1-1-1,0-2 1,4-8-890,-1-1 0,-1 1 0,0-1 0,-1 0-1,0-1 1,-1 1 0,1-18 0,-2-36-7756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10485,'0'0'10020,"197"0"-9731,-120 3-193,-7 0 16,-13-3-112,-17 0 0,-14 0-144,-9 0-497,-13 0-287,-4-9-3602,0-12 0,0-6-4194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11941,'0'0'3442,"187"69"-2225,-120-60-1169,-7-9-48,-10 0-1377,-17 0-1472,-13-24-3154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11909,'0'0'3842,"250"24"-1777,-143-24-1040,-6 0-1025,-11 0-192,-23 0-1793,-31-6-4674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40 3394,'0'0'8713,"-2"-5"-7398,0-2-891,1 5-189,0 0 1,0 0-1,0-1 0,0 1 1,1-1-1,-1 1 0,1 0 1,0-1-1,0-2 0,-2 4 615,2 1-807,0 0 1,0 0 0,-1 0-1,1 0 1,0 0 0,0 0-1,0 0 1,-1 0-1,1-1 1,0 1 0,0 0-1,0 0 1,-1 0 0,1 0-1,0 0 1,0 0-1,-1 0 1,1 0 0,0 0-1,0 1 1,0-1 0,-1 0-1,1 0 1,0 0-1,0 0 1,-1 0 0,1 0-1,0 0 1,0 0 0,0 1-1,0-1 1,-1 0-1,1 0 1,0 0 0,0 0-1,0 1 1,0-1 0,0 0-1,-1 0 1,1 0-1,0 0 1,0 1 0,0-1-1,0 0 1,0 0 0,0 1-1,0-1 1,0 0-1,0 0 1,0 0 0,0 1-1,0-1 1,10 479 2085,-5-383-1588,9 110 387,-8-154-586,23 95 0,-27-140-293,14 43 231,-15-47-270,0-1-1,0 1 1,1 0 0,-1 0-1,1-1 1,0 1 0,0-1-1,0 1 1,0-1 0,0 0-1,0 0 1,0 0-1,4 2 1,-6-4-23,0 0-1,0 0 1,1 1 0,-1-1-1,0 0 1,1 0 0,-1 0-1,0 0 1,0 0 0,1 0-1,-1 0 1,0 0 0,1 0-1,-1 0 1,0 0 0,1 0-1,-1 0 1,0 0 0,1 0-1,-1 0 1,0 0 0,0 0-1,1 0 1,-1 0 0,0-1-1,1 1 1,-1 0 0,0 0-1,0 0 1,1 0 0,-1-1-1,0 1 1,0 0 0,1 0-1,-1-1 1,0 1 0,4-16-1241,-5-25-2170,1 36 2694,-4-22-3454,-5 0-1626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11221,'0'0'7462,"38"8"-6525,128 26-406,-104-24-454,0-2 1,0-2 0,98-5 0,-74-2-208,-75 1 233,-2 0-911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6 101 2193,'0'0'13497,"-1"-16"-12937,-3-50-208,5 48-143,1 22-148,1 1-51,0 0 0,0 0-1,-1 0 1,0 0 0,0 1 0,0-1 0,0 0 0,-1 1 0,1 7 0,1 2 93,10 58 895,4 119 0,-13 80 833,-4-213-1578,0-1 108,-9 396 1207,5-307-749,4-245-2619,0-6-3782,0 47 251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242 237 3810,'0'0'6176,"3"-12"-5138,11-34-222,-13 39-486,1 1 0,-1 0-1,0-1 1,0 1 0,-1-1-1,0 1 1,0-1 0,-1-6-1,-1-8 135,2-39 1225,-23 45-1297,20 13-387,1 0 0,-1 0 0,-1 0 0,1 1 0,0-1 0,0 1-1,0 0 1,-1 0 0,1 0 0,-1 0 0,1 1 0,-5-1 0,-48 1 91,30 1-83,24 0-17,-1-1 0,1 0 0,-1 1 0,1 0 0,0-1 0,-1 1 0,1 0 0,0 0 0,0 0 0,0 1 0,0-1 0,0 1 0,0-1 0,0 1 0,0-1 0,0 1 0,1 0 0,-1 0 0,1 0 0,-2 2 0,-3 5 5,1 0-1,1 0 0,-7 17 1,1 3 273,2 1 1,1 0 0,2 1 0,-4 46-1,7 126 2692,3-113-1834,-1-78-924,0 2 36,0 0 0,1 0 1,5 26-1,-6-37-222,1 0 0,0-1 0,0 1 0,0 0 0,0 0 0,0-1 0,1 1 0,-1 0 0,1-1 0,0 0 0,-1 1 0,1-1 0,0 0 0,0 0 0,1 0 0,-1 0 0,0 0 0,1 0 0,-1-1 0,1 1 0,0-1 0,-1 0 0,1 0 0,3 1 0,-3-1-22,0-1 1,0 1 0,0-1-1,-1 0 1,1 0-1,0 0 1,0-1 0,0 1-1,0 0 1,0-1 0,0 0-1,-1 0 1,1 0 0,0 0-1,-1 0 1,5-3 0,0-1-15,0 0 0,0 0 0,-1-1 0,11-12 0,7-11-585,-1-1 0,-1-2 1,-2 0-1,-1-1 0,-1-1 0,-2 0 0,-2-1 1,16-56-1,-25 63-114,-1 0 0,-1 0 0,-1-1 1,-2-31-1,-1 23 14,1 31 624,1 2 44,-1-1-1,0 0 0,0 0 1,0 0-1,-1 1 0,0-1 1,0 0-1,0 0 0,0 1 1,-1-1-1,0 1 1,-2-5-1,-4 3 925,8 5-865,0 1 0,0 0 1,-1 0-1,1 0 1,0 1-1,0-1 0,0 0 1,-1 0-1,1 0 1,0 0-1,0 0 0,0 0 1,-1 0-1,1 0 1,0 0-1,0 0 0,0 1 1,-1-1-1,1 0 1,0 0-1,0 0 0,0 0 1,0 1-1,0-1 1,-1 0-1,1 0 0,0 0 1,0 1-1,0-1 1,0 0-1,0 0 0,0 0 1,0 1-1,0-1 1,0 0-1,0 0 0,0 0 1,0 1-1,0-1 0,0 0 1,-2 15 668,1-1 0,2 24 1,0-4 105,-1 373 3756,-1-387-4412,1-6-104,0 0 0,0 0 0,1 0 0,1 0 0,7 27 0,-9-39-89,1 0-1,0-1 0,0 1 0,0 0 0,0-1 0,0 1 0,0-1 0,1 1 0,-1-1 0,0 1 0,1-1 1,-1 0-1,1 0 0,-1 0 0,1 0 0,0 0 0,2 1 0,-4-2 2,1 1-1,0-1 0,0 0 1,0 0-1,0 0 1,0 0-1,0 0 0,-1 0 1,1 0-1,0 0 1,0 0-1,0 0 0,0-1 1,0 1-1,0 0 1,-1 0-1,1-1 0,0 1 1,0-1-1,0 1 1,-1-1-1,1 1 0,0-1 1,-1 1-1,1-1 1,0 1-1,-1-1 0,1 0 1,-1 0-1,1 1 1,-1-1-1,1 0 0,-1 0 1,0 1-1,1-1 0,-1 0 1,1-1-1,1-10-996,1 1 0,-1 0 0,-1-1 0,1-14 0,-2-13-3373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7075,'0'0'10192,"-7"0"-9291,3 0-810,0 0 0,-1 0 1,1 1-1,0 0 0,0-1 0,0 1 0,0 1 0,0-1 0,0 1 0,0 0 0,1 0 0,-1 0 0,-6 5 0,-6 5 271,-26 27 0,30-27-178,-23 22 425,-34 45 0,60-67-440,0-1 0,1 1 0,1 0 0,0 1 1,1 0-1,0 0 0,1 0 0,-7 26 0,12-37-142,-3 29 140,3-30-166,0 0-1,0 0 1,1 0 0,-1 0 0,0 0 0,0 0 0,1 0 0,-1 0 0,1 0 0,-1 0 0,1 0 0,-1 0 0,1 0 0,-1 0 0,1 0 0,0-1 0,-1 1 0,1 0 0,0 0 0,0-1 0,0 1 0,0-1 0,0 1 0,-1-1 0,1 1 0,0-1 0,2 1 0,15 1-114,0 0 1,0-1-1,1-1 1,25-4-1,-16 0-243,50-13-1,-55 11 181,0 1 0,0 0 0,41-1 0,-60 6 173,1 1 0,-1 0 0,1 0 0,0 0 0,-1 0 0,0 0 0,1 1 0,-1 0-1,0 0 1,0 0 0,0 1 0,0-1 0,0 1 0,-1 0 0,1 0 0,-1 0 0,0 1-1,0-1 1,0 1 0,0-1 0,0 1 0,3 8 0,1 2 73,-1-1 1,0 1-1,-2 0 1,1 0-1,-1 0 1,1 17-1,0 14 689,-2 0 1,-6 75-1,-3-78-244,6-40-487,-1 0-1,1-1 1,-1 1-1,0-1 1,1 1-1,-1-1 1,0 1-1,0-1 1,0 1-1,0-1 1,0 0-1,0 0 1,0 1-1,0-1 1,-1 0-1,1 0 1,0 0-1,-1 0 1,1-1-1,-1 1 1,1 0-1,-2 0 1,2-1-27,1 0 1,0 0-1,-1 1 1,1-1 0,0 0-1,-1 0 1,1 0 0,0 0-1,-1 0 1,1 0 0,0 0-1,-1-1 1,1 1 0,0 0-1,-1 0 1,1 0 0,0 0-1,0 0 1,-1 0 0,1-1-1,0 1 1,-1 0 0,1 0-1,0 0 1,0-1-1,0 1 1,-1 0 0,1 0-1,0-1 1,0 1 0,0 0-1,-1 0 1,1-1 0,0 1-1,0 0 1,0-1 0,0 1-1,0 0 1,0-1 0,0 1-1,0-1 1,-3-13-29,0 0 0,2-1 0,0 1 1,1-27-1,0 18-146,0-14-151,3-83-1268,-2 102 1161,2 0 1,0 0-1,1 0 1,10-27 0,-7 27 4,0 1 1,2 1-1,0 0 1,0 0 0,17-20-1,-21 31 369,-1 0-1,1 0 1,0 1-1,0-1 1,0 1-1,1 1 1,-1-1-1,8-3 1,-9 6 82,0-1 1,0 1 0,0 0 0,0 0-1,0 1 1,0-1 0,0 1 0,0-1-1,0 1 1,0 1 0,0-1-1,0 1 1,0-1 0,6 3 0,-6-2 65,1 1 0,-1 0 1,0 1-1,0-1 0,-1 1 1,1-1-1,-1 1 1,1 0-1,-1 0 0,0 1 1,0-1-1,0 1 0,0-1 1,-1 1-1,1 0 1,-1 0-1,3 7 0,2 8 529,0 0 0,6 33 0,-9-38-349,20 140 1793,-4-19-868,-13-111-1052,0-17-184,-7-7 28,1 0 1,-1-1-1,1 1 0,-1 0 0,0 0 1,1-1-1,-1 1 0,0 0 0,1-1 1,-1 1-1,0 0 0,1-1 0,-1 1 1,0 0-1,0-1 0,1 1 0,-1-1 1,0 1-1,0 0 0,0-1 0,0 1 1,1-1-1,-1 1 0,0-2 0,5-21-1031,-2 0 0,0-1 1,-1 0-1,-2-34 0,0 40-258,0-54-5422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2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15703,'0'0'5219,"20"-54"-17737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0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10453,'0'0'4754,"53"198"-2017,-29-68-496,-8 44-544,-9 34-288,-7 14-273,0-17-688,0-49-191,0-48-257,0-47 112,0-34-257,0-24 81,0-43-3121,0-17-1153,0-9-6947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96 7828,'0'0'5426,"0"-16"-4972,0-48 103,0 48 62,0 18-501,16 612 5111,-4-420-3945,14 157 289,-26-350-1568,2 23 190,0 0-1,2 0 1,1 0 0,8 24 0,-3-31-100,-9-16-94,-1-1 0,0 0-1,1 1 1,-1-1 0,0 0-1,1 0 1,-1 1 0,0-1 0,1 0-1,-1 0 1,1 0 0,-1 0 0,1 0-1,-1 1 1,0-1 0,1 0-1,-1 0 1,1 0 0,-1 0 0,1 0-1,-1 0 1,0 0 0,1 0 0,0-1-1,1 0-3,-1 0-1,1-1 0,-1 1 0,1 0 1,-1-1-1,0 1 0,0-1 0,1 0 1,-1 1-1,0-1 0,0 0 0,-1 0 1,1 0-1,0 0 0,0-3 0,7-22-217,-1-1-1,-1 0 0,-2 0 0,2-36 0,-9-122-1963,0 161 1747,0-1 0,-2 1 0,-14-42 0,-34-70-816,33 90 876,1-1-1,-14-63 1,28 86 242,1 0 1,2 0-1,0 1 1,3-37-1,0 53 140,0 1-1,1-1 1,0 0-1,0 0 0,0 1 1,1-1-1,0 1 1,1 0-1,-1 0 0,1 0 1,1 0-1,-1 1 1,1 0-1,1 0 0,-1 0 1,1 0-1,0 1 1,0 0-1,0 0 1,11-5-1,-5 3 107,2 0-1,-1 1 1,1 1 0,-1 0-1,1 1 1,1 0 0,-1 1-1,0 1 1,1 0 0,19 0-1,-27 2-5,0 1 0,0-1 1,0 1-1,-1 0 0,1 0 0,0 1 0,-1 0 0,1 0 0,-1 1 0,1 0 0,-1 0 1,6 4-1,-4-1 58,0 1 0,0 0 0,-1 0 0,0 1 0,-1 0 0,1 0-1,7 13 1,-7-9 1,0 1-1,-1 0 0,-1 1 1,0 0-1,0 0 0,-1 0 1,-1 0-1,-1 0 0,0 1 1,-1-1-1,0 1 0,-2 15 1,1-21-117,-1-1 1,0 1 0,-1-1-1,0 0 1,0 1-1,-1-1 1,0 0 0,0 0-1,-1-1 1,0 1-1,0-1 1,-1 0 0,-9 12-1,9-14-134,0 0 0,0 0-1,0 0 1,-1 0 0,0-1 0,0 0-1,0 0 1,0-1 0,-1 0-1,1 0 1,-1 0 0,0-1 0,0 0-1,0 0 1,0-1 0,-13 1-1,18-1-106,1-1-1,-1 0 0,0 0 0,0 0 1,0 0-1,0 0 0,0 0 0,0 0 1,0 0-1,0-1 0,0 1 0,0-1 1,0 0-1,0 1 0,0-1 0,0 0 1,1 0-1,-1 0 0,0 0 0,1 0 0,-1-1 1,1 1-1,-1 0 0,1-1 0,0 1 1,-1-1-1,1 0 0,0 1 0,0-1 1,0 0-1,-1-2 0,0-4-1504,1 0 0,-1 0 0,1-15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8292,'0'0'5944,"27"-29"-5419,85-93-330,-106 115-212,0-1 1,-1 1-1,1-1 0,-2 0 0,8-14 0,-11 19-67,0 0 0,-1 0 0,1-1 0,-1 1 0,1 0 0,-1-1 0,0 1 0,0 0 0,-1-4 0,0-10-589,1 15 585,1 0-51,-1 0-1,0 0 0,0-1 1,0 1-1,0 0 0,-1 0 1,1-1-1,-1 1 0,1 0 1,-3-4-1,2 5 125,0 0 0,0 1 0,0-1 0,0 0 1,-1 1-1,1-1 0,0 1 0,-1-1 0,1 1 0,0-1 0,-1 1 0,1 0 0,-1 0 0,1 0 0,0 0 0,-1 0 0,1 0 0,-3 0 1,1 0 81,0 0 0,0 1 0,0-1 0,0 1 0,0-1 0,0 1 0,0 0 0,0 0-1,0 0 1,0 0 0,0 1 0,1-1 0,-1 1 0,0 0 0,1 0 0,-4 3 0,2 0 88,1-1 0,-1 0 0,1 1 0,0 0 0,1 0 0,-1 0 0,1 0 0,-3 9 0,0 7 645,1 0-1,0 0 0,0 41 0,3 127 2891,1-172-3453,1 0 1,0 0-1,2 0 1,0 0 0,0-1-1,2 1 1,8 21-1,-10-31-183,0-1 0,0 0-1,1 0 1,0 0 0,0 0-1,0 0 1,1-1 0,-1 0-1,1 0 1,1 0 0,-1 0 0,1-1-1,-1 0 1,1 0 0,1-1-1,-1 1 1,0-1 0,1-1 0,-1 1-1,11 1 1,-8-2-84,-1-1-1,0-1 1,1 1-1,-1-1 1,1-1 0,-1 1-1,1-2 1,-1 1 0,0-1-1,0 0 1,0-1 0,0 0-1,0 0 1,0-1-1,-1 0 1,0 0 0,0 0-1,11-10 1,1-2-274,-2-1 1,0-1-1,-1 0 1,-1-1-1,15-25 1,-18 27-484,-1 0 0,-1 0 1,-1-1-1,-1 0 1,0-1-1,-1 0 1,-1 0-1,-1-1 1,0 0-1,2-36 1,-6 36-392,0 0 0,-2 1 1,-5-36-1,5 49 1121,0-1 0,-1 2-1,0-1 1,0 0 0,-1 0 0,0 1-1,0-1 1,0 1 0,0 0 0,-1 0-1,0 0 1,0 0 0,0 0 0,-1 1-1,-6-6 1,9 9 273,1 0-1,0 0 1,-1 0 0,1 0 0,0 1-1,-1-1 1,1 0 0,-1 1 0,1-1-1,-1 1 1,1-1 0,-1 1 0,0 0-1,1 0 1,-4-1 0,5 2-55,-1-1 0,0 1 0,0-1 0,0 1 0,1-1 0,-1 1 0,0 0 0,1-1 0,-1 1 0,1 0 0,-1 0 0,0-1 0,1 1 0,0 0 0,-1 0 0,1 0 0,-1 0 0,1 0 0,0-1 0,0 1 0,-1 0 0,1 0 0,0 0 0,0 0 0,0 0 0,0 0 0,0 0 0,1 1 0,-3 66 2602,4 0 0,17 117 0,37 184 652,-48-338-3295,-5-25-93,0-9-14,-1-9-78,-1 0 1,0 1-1,0-1 0,-2-13 0,1-7-193,0-69-605,0 27-1138,8-74-1,-7 137 1669,1 0 1,1 0-1,0 0 0,0 0 0,1 0 0,0 1 0,10-17 0,-11 22 297,0 0 0,1 0 0,0 0 0,0 1-1,0-1 1,0 1 0,1 0 0,-1 1 0,1-1 0,0 1 0,0 0-1,1 0 1,-1 0 0,0 1 0,12-4 0,-9 4 144,1 0 1,-1 0-1,1 1 1,-1 0-1,1 0 1,0 1-1,-1 1 1,1-1-1,0 1 1,-1 1-1,1-1 1,-1 1-1,0 1 1,0 0-1,0 0 1,0 0-1,0 1 1,0 1-1,-1-1 1,0 1-1,0 0 1,0 1-1,-1-1 1,1 1-1,-1 1 1,5 7-1,2 3 105,-2 0-1,0 1 0,-1 1 1,-1-1-1,0 2 1,-2-1-1,0 1 0,-1 0 1,-1 1-1,-1-1 1,-1 1-1,1 39 0,-1-68-4072,0-24-1617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15703,'0'0'4466,"5"26"-4010,43 191 1324,-32-144-939,-4 0 0,5 92 0,-11 150-235,-6-302-592,-1 21-46,1-33 17,0 0 1,0 0-1,-1 0 0,1 0 1,-1 0-1,1 0 1,-1 0-1,1 0 0,-1 0 1,0-1-1,1 1 1,-1 0-1,0-1 0,0 1 1,0 0-1,1-1 1,-1 1-1,0-1 1,0 1-1,0-1 0,0 1 1,0-1-1,0 0 1,0 1-1,0-1 0,0 0 1,0 0-1,0 0 1,0 0-1,0 0 1,0 0-1,0 0 0,-2 0 1,-38-6-875,32 4 530,0-1 0,0-1-1,1 0 1,-1 0 0,1-1 0,0 0 0,0 0-1,-12-11 1,-7-8-1380,-22-27-1,42 43 1358,-59-69-4137,2-9-2476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14823,'0'0'1520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7283,'0'0'5864,"0"38"-2825,-2 15-2075,2 189 2642,3-181-2587,3 1-1,3-1 1,19 73-1,-26-123-935,2 0 0,-1 0 0,2-1 0,-1 1 0,7 10 0,-9-19-80,-1 0 1,1 0-1,0 0 0,-1 0 1,1 0-1,0 0 0,0-1 0,0 1 1,0-1-1,1 1 0,-1-1 1,0 0-1,1 0 0,-1 0 0,1 0 1,-1 0-1,1 0 0,-1-1 1,1 1-1,-1-1 0,1 0 1,0 0-1,-1 0 0,1 0 0,-1 0 1,5-1-1,-2 0-8,-1 0 1,0 0-1,0-1 0,0 1 1,0-1-1,0 0 0,0 0 1,0 0-1,-1-1 1,1 1-1,-1-1 0,6-6 1,1-2-62,-1 0 1,12-21 0,-20 31 62,24-40-704,-2 0-1,-1-2 1,24-67 0,-39 88 166,0-1-1,-1 1 1,-2-1 0,0-1 0,-2 1 0,0 0 0,-1-1-1,-2 1 1,-4-30 0,5 49 574,-1 0 0,0 0 0,0 0 0,0 1 0,0-1 0,-1 0 0,1 1 0,-1-1 0,0 0 0,0 1 0,-1 0 0,1 0 0,-1-1 0,1 2 0,-1-1 0,0 0 0,0 0 0,-7-3 0,10 6 6,0 0 0,0 0 0,-1 0 0,1 0 0,0 0 0,0 0 0,0 0 0,-1 0-1,1 0 1,0 1 0,0-1 0,-1 0 0,1 0 0,0 0 0,0 1 0,0-1 0,0 0 0,-1 0 0,1 0 0,0 1 0,0-1 0,0 0 0,0 0-1,0 1 1,0-1 0,0 0 0,0 0 0,0 1 0,0-1 0,0 0 0,0 0 0,0 1 0,0-1 0,0 0 0,0 0 0,0 1 0,0-1 0,0 0-1,0 16-123,0-13 189,0 6-234,0 12 142,0-7-2749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13638,'0'0'6846,"8"38"-5669,1-1-831,7 25 340,-4 0 0,5 71-1,-11 36 844,0-6-737,-1-133-709,-3-26-126,-1-9 5,0-13-68,-1-510-7505,0 521 7566,0 0-1,0 0 1,1 0 0,0 1 0,0-1-1,1 0 1,0 1 0,0 0 0,3-7-1,-3 9 75,0 1 0,1 0 0,-1 0 0,0 0 0,1 0-1,0 0 1,-1 1 0,1-1 0,0 1 0,1 0-1,-1 0 1,0 0 0,0 0 0,1 0 0,-1 1-1,8-3 1,-6 3 113,-1-1-1,1 1 0,-1 0 0,1 1 1,-1-1-1,1 1 0,-1 0 1,1 0-1,0 0 0,-1 0 0,1 1 1,-1 0-1,1 0 0,-1 0 1,1 1-1,-1-1 0,0 1 0,1 0 1,-1 0-1,6 5 0,-2 0 96,-1 0 0,0 0 0,0 1 0,-1 0-1,0 1 1,0-1 0,-1 1 0,6 15 0,4 8 258,-2 2 1,-1-1 0,-2 2 0,-1 0 0,6 53-1,-6 1 771,-4 92 0,2-349-3597,-1 54 759,-5 96 1367,6-97-2468,-5 95 1801,1 1 1,1 0 0,11-32 0,-13 46 769,0 0-1,0 0 1,0 0 0,1 0-1,0 1 1,0 0 0,0-1-1,0 1 1,1 0-1,7-6 1,-8 8 106,0-1-1,1 1 1,0 1-1,-1-1 1,1 0 0,0 1-1,0 0 1,0 0-1,0 0 1,-1 0-1,2 1 1,-1 0-1,0 0 1,4 0 0,-3 0 93,-1 1 1,1 0-1,-1 0 1,0 0-1,1 1 1,-1-1-1,0 1 1,0 0-1,0 0 1,0 0 0,0 1-1,-1 0 1,1-1-1,-1 1 1,0 0-1,1 1 1,-1-1-1,-1 1 1,4 3 0,5 10 326,-1 0 0,-1 1 1,9 20-1,-17-34-364,15 39 503,-1 1 0,-3 0 1,-2 1-1,-1 0 0,-3 1 0,-1 0 1,-3 57-1,1-70-769,-2-41-279,4-16-2997,2-46 1,-6-1-5160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5539,'0'0'14035,"-2"2"-13752,1 0-239,0-1 0,1 1 0,-1 0-1,0-1 1,1 1 0,-1 0 0,1 0 0,-1 0 0,1-1-1,0 1 1,0 0 0,0 0 0,0 0 0,0 0 0,0-1-1,1 1 1,-1 0 0,2 3 0,-1 5 121,47 663 3969,-32-297-3135,-14-358-965,-1 14 58,2 0 0,12 48-1,-4-56-54,-3-18-90,-7-6 42,-1 0 1,0 0 0,1-1-1,-1 1 1,0 0 0,1-1-1,-1 1 1,0 0 0,1-1-1,-1 1 1,0 0 0,1-1-1,-1 1 1,0-1 0,0 1-1,0 0 1,1-1 0,-1 1-1,0-1 1,0 1 0,0-1-1,0 1 1,0-1 0,0 1-1,0-1 1,4-34-1422,-2 1-1,-3-57 1,0 27-1979,0 3-1604,-5-2-3456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282 223 2865,'0'0'11742,"3"-13"-10979,-1 3-559,1 0 142,0 0 0,-1 0-1,0 0 1,-1 0 0,-1-1 0,0-14 0,-1 20-394,0 1 1,0-1-1,-1 1 1,0 0-1,0 0 1,0-1-1,0 1 1,-1 1-1,1-1 1,-1 0-1,0 0 1,-1 1-1,1 0 1,0 0-1,-1 0 0,0 0 1,-4-3-1,-2 0 132,0 0-1,0 1 1,-1 0-1,1 0 1,-21-5-1,21 8 215,0 0 0,-1 1-1,1 0 1,-11 1 0,19 0-273,1 1-1,0-1 1,-1 0 0,1 1 0,0-1 0,0 1 0,-1 0-1,1-1 1,0 1 0,0 0 0,0 0 0,0 0-1,0-1 1,0 1 0,0 0 0,0 1 0,0-1 0,0 0-1,0 0 1,1 0 0,-1 0 0,0 2 0,-15 35 322,15-32-291,-13 41 669,2 1 1,2 0 0,-4 51-1,3 148 2338,11-233-2873,0 20 162,0-33-339,0 1 0,0-1 0,0 0 0,1 0 0,-1 1 0,0-1 0,1 0 0,-1 1 0,1-1 0,-1 0 0,1 0 0,0 0 0,0 0 0,-1 1 0,1-1 0,0 0 1,0 0-1,2 1 0,0-1-13,0 0 0,1 0 0,0-1 0,-1 1 0,1-1 0,0 0 1,-1 0-1,1 0 0,-1 0 0,1-1 0,0 1 0,-1-1 0,1 0 1,-1 0-1,1 0 0,-1 0 0,0-1 0,4-2 0,4-4-90,-1 0 0,0-1 0,-1-1-1,0 0 1,0 0 0,13-20 0,41-77-1388,-62 106 1461,9-17-524,0 0-1,-1 0 1,-2-1 0,1-1-1,-2 1 1,-1-1 0,0 0-1,-2 0 1,2-32 0,-6 183 3435,5 163-292,-4-280-2547,1 0 0,1 1 0,0-1 0,1 0 0,0 0 0,1 0 0,10 21 0,-14-34-62,1 0 0,-1 0 0,1 1-1,0-1 1,-1 0 0,1 0 0,0 0 0,0 0 0,0 0 0,0 0 0,0 0 0,0 0-1,0 0 1,0 0 0,0 0 0,1-1 0,-1 1 0,0 0 0,0-1 0,1 1-1,-1-1 1,0 1 0,1-1 0,-1 0 0,1 0 0,-1 0 0,0 0 0,1 0 0,-1 0-1,1 0 1,-1 0 0,0 0 0,1 0 0,-1-1 0,0 1 0,1-1 0,-1 1 0,0-1-1,0 1 1,1-1 0,0-1 0,3-3-119,-1 0 0,1 0 1,-1 0-1,-1-1 0,1 0 0,5-11 0,16-45-1002,-17 39-270,-1 0-1,-1-1 1,-2 0-1,4-30 1,-7-16-7228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4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9092,'0'0'12115,"11"18"-11520,-6-9-501,8 12 136,-1 1 0,-1 0 1,-1 1-1,-1 0 0,7 28 0,-4 9 377,-3 0 0,2 77-1,-9 127 599,-2-154-799,-9 325 851,8-356-1348,7-107-312,0 1-1,14-36 1,-2 10-166,20-98-1716,4-14-2012,-41 160 4077,3-6-121,-1 0 1,2 0 0,7-14-1,-11 23 327,0 0 1,0 0-1,1 0 0,-1 0 0,1 0 0,0 1 1,-1-1-1,1 0 0,4-2 0,-5 4 31,0-1-1,0 1 1,0 0-1,0-1 1,0 1-1,0 0 1,0 0-1,0-1 1,0 1 0,1 0-1,-1 0 1,0 0-1,0 0 1,0 1-1,0-1 1,0 0-1,0 0 1,0 1-1,0-1 1,0 0 0,0 1-1,2 0 1,-2 1 51,1-1 0,-1 0 1,1 1-1,-1-1 1,0 0-1,0 1 1,1 0-1,-1-1 0,0 1 1,0 0-1,-1 0 1,1-1-1,1 4 0,4 13 414,-1 0 0,-1 0 0,0 1-1,2 35 1,-4 84 1059,-2-90-1161,0 67 822,0-91-3535,0-58-1879,0-12-3581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307 152 8292,'0'0'5245,"0"-9"-3967,-3-26 64,3 32-1233,-1 0 1,0 0-1,0 0 0,0 0 1,0 0-1,-1 0 1,1 0-1,-1 1 0,1-1 1,-1 1-1,0-1 1,0 1-1,-1 0 0,1 0 1,0 0-1,-1 0 1,1 0-1,-1 0 0,-2-1 1,-5-4-44,-7-8 27,14 12-81,1 0 1,-1 0 0,-1 0 0,1 1 0,0-1 0,-1 1 0,1 0 0,-1 0 0,0 0 0,0 0 0,1 1 0,-1 0 0,0-1-1,-1 1 1,1 1 0,-5-2 0,5 2 63,0 0 0,0 0 0,0 0 0,0 1 0,0-1 0,1 1 0,-1 0 0,0 0 0,-5 2 0,6-1-17,1 0 0,-1 0 0,1 0 0,0 1 1,0-1-1,0 1 0,0-1 0,0 1 1,0 0-1,1-1 0,-3 7 0,-14 29 544,2 1-1,2 0 1,2 1-1,-13 67 0,17-48 273,2 0-1,2 98 0,4-154-851,0 0 0,0 0 0,0-1 0,1 1 0,-1 0-1,1 0 1,-1 0 0,1 0 0,0-1 0,0 1 0,0 0 0,1-1 0,-1 1 0,0-1 0,1 1 0,0-1 0,0 0 0,2 3 0,-2-4-18,1 1-1,0-1 1,0 1 0,0-1 0,0 0 0,0 0 0,0-1 0,1 1 0,-1 0 0,0-1 0,0 0 0,0 0 0,1 0 0,-1 0 0,5-1 0,0-1-41,0 0 0,-1 0 1,0-1-1,0 0 0,0 0 0,0-1 1,0 0-1,0 0 0,-1 0 0,0-1 1,0 0-1,0 0 0,-1 0 0,0-1 1,6-7-1,10-14-821,35-59 0,-55 83 806,11-20-717,-1 0 1,-1 0 0,-2-1-1,0-1 1,-1 1-1,-2-1 1,0-1 0,-2 1-1,-1 0 1,-1-39-1,-1 102 2927,1 130 2985,19 80-2687,-18-234-2347,-2-7-73,1 0 0,0-1-1,0 1 1,1 0 0,0 0-1,0 0 1,1-1 0,-1 1-1,8 10 1,-9-16-53,-1-1 0,1 1 1,0 0-1,0-1 0,0 1 0,0-1 0,0 0 0,0 1 0,0-1 1,0 0-1,0 1 0,0-1 0,0 0 0,0 0 0,0 0 1,0 0-1,0 0 0,0 0 0,0 0 0,0-1 0,0 1 0,0 0 1,0 0-1,0-1 0,0 1 0,0-1 0,0 1 0,0-1 0,0 1 1,0-1-1,0 0 0,0 1 0,0-2 0,4-6-348,0-1-1,0 1 1,-1-1 0,0-1-1,-1 1 1,0 0-1,3-16 1,-4 15-154,12-57-5242,-8-2-4482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1697,'0'33'17008,"-3"60"-12939,1 315 2298,2-408-6360,0 16 292,6 32 0,-6-45-282,1 1-1,0-1 0,0 1 0,0-1 1,1 0-1,-1 1 0,1-1 0,0 0 1,0 0-1,0 0 0,0 0 0,0-1 0,5 6 1,-4-7-37,-1 1 1,0-1-1,1 0 0,-1 0 1,0 0-1,1-1 1,0 1-1,-1 0 1,1-1-1,-1 0 1,1 1-1,-1-1 0,1 0 1,0-1-1,-1 1 1,1 0-1,-1-1 1,1 1-1,-1-1 0,1 0 1,-1 0-1,1 0 1,-1 0-1,0 0 1,1 0-1,-1-1 0,0 1 1,0-1-1,2-2 1,7-6-128,-1 0 1,0-1 0,0 0 0,7-13-1,36-58-432,-49 75 532,38-69-1726,45-116 0,-45 94-2287,-40 93 3710,22-40-1831,-23 43 2185,0 1 1,0-1 0,0 1 0,0-1 0,0 1 0,1-1-1,-1 1 1,0 0 0,1 0 0,-1 0 0,1 0 0,0 0-1,-1 0 1,1 0 0,0 0 0,-1 1 0,1-1 0,0 1 0,0-1-1,-1 1 1,1 0 0,3-1 0,-5 1 47,1 0 1,0 1-1,-1-1 1,1 0-1,-1 0 0,1 0 1,0 0-1,-1 1 1,1-1-1,-1 0 0,1 1 1,-1-1-1,1 0 1,-1 1-1,1-1 0,-1 1 1,1-1-1,-1 0 1,0 1-1,1-1 1,-1 1-1,0-1 0,1 1 1,-1 0-1,0-1 1,0 1-1,1-1 0,-1 1 1,0-1-1,0 2 1,5 14 498,-1 1 0,0 0 0,-2 0 1,2 20-1,-2 79 1152,-2-84-1365,1 63 364,1-13-139,-15 141-1,11-207-541,-6 17-55,8-31-249,0-7-595,-1-7-346,0-1-1,-1 1 0,-5-20 1,-9-21-5558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11 5891,'-6'4'11460,"0"-2"-11793,-14-3 360,-31-6 0,30 4-3,-32-1 0,38 3 5,7 1 5,1 0 1,0 0-1,-1 0 0,1 1 1,0 0-1,-1 1 1,1-1-1,-13 6 1,9-2 11,1 1 1,-1 0 0,1 0-1,0 1 1,1 0 0,0 1 0,0 0-1,1 1 1,0 0 0,0 0-1,1 0 1,0 1 0,1 0-1,-8 17 1,5-8 80,2 1 0,1 0 1,0 1-1,1 0 0,2-1 0,0 1 1,0 29-1,1 8 665,2 0 0,14 95 0,-11-130-617,2-1 1,1-1-1,0 1 0,2-1 1,0 0-1,1-1 1,1 0-1,1 0 0,27 35 1,-32-47-161,1-1 1,0 1-1,1-2 1,0 1-1,0-1 1,0 0-1,0 0 1,1-1 0,0 0-1,0-1 1,1 1-1,-1-2 1,1 0-1,0 0 1,0-1-1,0 0 1,0 0-1,0-1 1,0-1 0,0 0-1,1 0 1,14-3-1,-22 3-155,0-1 1,0 0-1,-1 0 0,1 0 0,-1 0 1,1-1-1,0 1 0,-1-1 0,0 1 0,1-1 1,-1 0-1,4-4 0,21-31-5082,-17 22 979,4-6-5130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0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81 6739,'0'0'8889,"-3"0"-7949,-2 0-652,0 0 0,1 0 0,-1 1 0,0-1 0,1 1 0,-1 0 0,0 0 0,-7 3 0,9-2-248,0 0 1,0 0-1,1 1 0,-1-1 0,1 0 1,-1 1-1,1 0 0,0-1 0,0 1 1,0 0-1,1 0 0,-1 0 0,0 0 0,0 5 1,-5 9 148,2 1 1,0 0 0,1 0-1,1 1 1,0-1 0,1 20-1,5 114 1101,-2-133-1141,-1-4-6,1 0-1,1 0 1,0 0-1,1 0 1,1 0-1,0-1 1,1 0-1,1 1 0,9 17 1,-12-28-122,0 0 0,0 1 0,0-1-1,1-1 1,0 1 0,-1 0 0,1-1 0,1 0 0,-1 0 0,0 0 0,1 0 0,8 3-1,-9-5-15,-1 0-1,1 0 0,-1 0 0,1 0 0,0-1 0,-1 1 1,1-1-1,0 0 0,-1 0 0,1 0 0,0-1 0,-1 1 1,1-1-1,-1 0 0,1 0 0,-1 0 0,1-1 0,-1 1 1,4-3-1,-1-1-10,0 1 1,0-2 0,0 1-1,-1 0 1,0-1-1,0 0 1,0 0-1,5-10 1,30-62-546,-38 73 478,13-25-917,-2 0 0,-1-1 0,-2-1 0,-1 0 0,-1 0 0,-2-1 0,-1 0 0,1-66 0,-6 93 931,-1-1 1,0 1 0,0-1 0,0 1-1,-1 0 1,0 0 0,0 0 0,0 0-1,-1 0 1,0 0 0,0 0 0,-1 1-1,0 0 1,0 0 0,0 0-1,0 0 1,-1 0 0,1 1 0,-1 0-1,-1 0 1,-6-4 0,2 2 169,-1 0 0,0 1 0,0 0 1,0 1-1,-1 1 0,0 0 0,1 0 0,-1 1 1,0 1-1,-20-1 0,28 2-42,1 0 1,0 1-1,-1-1 0,1 1 1,0-1-1,0 1 0,0 0 0,0 0 1,-1 1-1,1-1 0,1 0 1,-1 1-1,0 0 0,0 0 1,1 0-1,-1 0 0,1 0 0,-1 1 1,1-1-1,0 0 0,0 1 1,0 0-1,0 0 0,0-1 1,1 1-1,0 0 0,-1 0 1,0 4-1,-2 6 110,1 0 1,1 0-1,0-1 1,0 1-1,1 25 1,1-37-214,0 0 0,0 0 0,0 0 0,0 0 0,0 0 0,0 0 0,0 0 0,0 0 0,0 0 0,1 0 1,-1 0-1,0 0 0,1 0 0,-1 0 0,1 0 0,-1 0 0,1 0 0,-1 0 0,1-1 0,0 1 0,1 1 0,0-1-192,0 0-1,0-1 0,0 1 1,0-1-1,0 1 1,0-1-1,0 0 0,0 0 1,3 0-1,-4 0 134,37 1-5016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9636,'0'0'2300,"6"34"379,0 1-1854,35 208 3691,-24-90-2117,12 86 68,-27-228-2397,-2-9-65,0-1 1,0 1-1,0 0 0,0 0 0,1-1 0,-1 1 0,0 0 1,1 0-1,-1-1 0,1 1 0,0 0 0,0-1 0,-1 1 1,1-1-1,0 1 0,0-1 0,1 0 0,-1 1 0,0-1 1,3 2-1,-4-3-7,0 1 1,1-1-1,-1 0 1,0 0-1,1 0 1,-1 0-1,0 0 1,1 0-1,-1 0 1,0 0-1,1 0 0,-1 0 1,0 0-1,1 0 1,-1 0-1,0-1 1,1 1-1,-1 0 1,0 0-1,0 0 1,1 0-1,-1 0 1,0-1-1,1 1 1,-1 0-1,0 0 1,0 0-1,0-1 1,1 1-1,-1 0 0,0-1 1,0 1-1,0 0 1,1 0-1,-1-1 1,0 1-1,0 0 1,0-1-1,0 1 1,0 0-1,0-1 1,9-23-299,-2 0 1,-1-1 0,-1 0 0,4-49-1,-6 50-266,5-108-2564,5-28-740,-12 154 3772,0 1 1,0-1-1,1 1 0,0 0 0,0 0 1,0 0-1,0 0 0,5-8 1,-6 12 123,0 0 0,0-1 0,0 1 1,0 0-1,1 0 0,-1 0 1,0 1-1,0-1 0,1 0 0,-1 0 1,1 1-1,-1-1 0,0 0 0,1 1 1,-1 0-1,1-1 0,0 1 1,-1 0-1,1 0 0,-1 0 0,1 0 1,-1 0-1,1 0 0,-1 0 1,1 0-1,-1 1 0,1-1 0,-1 0 1,1 1-1,-1 0 0,1-1 1,-1 1-1,0 0 0,1 0 0,1 1 1,6 6 344,0 0 1,0 0 0,-1 1-1,0 0 1,0 1 0,-1 0-1,6 10 1,-12-18-344,19 30 807,-1 2-1,21 51 1,18 75 707,-55-152-1461,9 22 26,-11-29-126,-1 0 0,1 0 0,-1 0-1,1 0 1,0 0 0,0 0 0,-1-1 0,1 1 0,0 0 0,0 0 0,0-1 0,0 1-1,0 0 1,0-1 0,0 1 0,0-1 0,1 1 0,-1-1-137,-1 0 0,1 0 0,0 0 0,-1 0 0,1 0 0,-1 0 0,1 0 0,-1 0 0,1 0 0,-1-1 0,1 1 0,-1 0 0,1 0 0,-1 0 0,1-1 0,-1 1 0,1 0 0,-1-1 0,1 1 0,-1 0 0,0-1 0,1 1 1,-1-1-1,1 1 0,-1-1 0,11-24-4980,-3-15-2582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12342,'0'0'4781,"1"29"-2511,0-20-2067,0 25 381,1-1 1,2 0 0,2 0 0,15 54 0,33 119 1444,-12-39-857,-41-160-1139,1 1-1,1 0 1,-1-1-1,1 0 1,1 0-1,-1 0 1,1 0-1,1 0 1,-1 0-1,6 5 1,-9-11-31,0 0 0,0 0 0,0 0 0,0 0 0,0-1 0,0 1 0,0 0 0,0-1 0,0 1 0,0-1 0,0 1 0,0-1 0,1 0 0,-1 1 0,0-1 0,0 0 0,0 0 0,1 0 0,-1 0 0,0 0 0,0 0 0,0 0 0,1 0 0,-1 0 0,0 0 0,0-1 0,0 1 0,0-1 0,1 1 0,-1-1 0,0 1 0,0-1 0,0 0 0,0 1 0,0-1 0,1-1 0,2-2-20,-1 0 1,1 0-1,-1-1 1,0 0-1,0 1 1,3-8 0,16-34-622,-2-1 1,-2-1 0,-2 0 0,-2-1-1,-3 0 1,-1-2 0,-3 1 0,2-68 0,14 95-5904,-16 11-32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12710,'0'0'3735,"29"-15"-3420,95-53-334,-117 65-59,-1-1-1,-1 0 1,1 0-1,0 0 1,-1-1 0,0 0-1,0 0 1,0 0-1,-1-1 1,0 1 0,0-1-1,0 0 1,-1 0-1,0-1 1,4-9 0,-3 7-178,0-4-454,1 0 1,-2-1-1,0 1 0,0 0 1,-2-1-1,1 0 0,-2-20 1,0 32 605,0 0-1,0 0 1,0 0 0,0 0 0,0 0 0,0 0 0,-1 0-1,1 0 1,-1 0 0,1 0 0,-1 0 0,0 0 0,0 0-1,0 0 1,0 1 0,0-1 0,0 0 0,0 1 0,-1-1-1,1 1 1,0-1 0,-3-1 0,0 1 202,0 1 1,0-1-1,0 1 1,1 0-1,-1 0 1,0 1-1,-1-1 1,1 1-1,0 0 1,-5 0-1,6 0 90,0 1-1,0-1 1,0 0-1,0 1 0,0 0 1,0 0-1,0 0 1,1 0-1,-1 0 1,0 1-1,0-1 1,1 1-1,-1-1 1,1 1-1,0 0 1,-1 0-1,1 0 0,0 1 1,0-1-1,0 0 1,1 1-1,-1-1 1,0 1-1,1 0 1,0-1-1,-2 5 1,-2 7 356,1 0 0,0 0 0,1 1 0,-2 19 0,-1 47 1729,5 103 0,1-163-2006,0-5-12,1 1-1,1-1 0,0 1 0,1-1 1,1 0-1,6 18 0,-8-29-213,0 0-1,0 0 0,1 0 1,-1-1-1,1 1 0,0-1 1,0 0-1,1 0 0,-1 0 1,1 0-1,0-1 0,0 1 1,0-1-1,0 0 0,1 0 1,-1 0-1,1-1 0,-1 0 1,1 0-1,0 0 0,0 0 1,10 1-1,-9-2-64,0-1-1,0 0 0,0 0 1,0 0-1,0-1 0,0 0 1,-1 0-1,1-1 1,0 1-1,-1-1 0,1 0 1,-1-1-1,1 1 1,-1-1-1,0 0 0,0-1 1,0 1-1,-1-1 1,1 0-1,5-7 0,5-6-635,-1 0-1,0-2 0,-1 0 0,10-21 1,-7 10-1530,-1-1 0,-1 0 1,10-35-1,-5-12-4293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8436,'0'0'9041,"-1"39"-6010,-1-1-2356,-4 230 2361,8-190-1770,16 108 0,-9-147-751,-2-26-415,-6-13-101,-1 0-1,0 0 1,1 0 0,-1 0-1,0 0 1,1 0-1,-1 0 1,0 0-1,1 0 1,-1 0-1,0 0 1,1 0 0,-1 0-1,0 0 1,1 0-1,-1 0 1,0 0-1,0-1 1,1 1 0,-1 0-1,0 0 1,1 0-1,-1 0 1,0-1-1,0 1 1,1 0-1,-1 0 1,0-1 0,0 1-1,0 0 1,1-1-1,-1 1 1,0 0-1,0 0 1,0-1 0,0 1-1,0 0 1,0-1-1,0 1 1,0 0-1,1-1 1,6-19-143,10-39 1,-8 26-37,17-74-2488,18-145 0,-43 244 2354,1-12-660,1 0 1,0 1 0,12-33 0,-14 49 1014,0 1 0,0-1 0,1 1 0,0-1 0,-1 1 0,1-1 0,0 1 0,0 0 0,0 0 0,1 0 0,-1 0 0,0 0 0,1 1 0,-1-1 0,1 1 0,0 0 0,-1-1 0,1 1 0,0 0 0,0 1 0,0-1 0,0 0 0,0 1 0,-1 0 1,1-1-1,4 1 0,-2 0 168,1 1 0,-1-1 0,0 1 0,1 0 1,-1 0-1,0 1 0,0-1 0,0 1 0,0 0 1,0 1-1,0-1 0,0 1 0,4 3 0,-2 0-306,9 7 428,-5-9-3216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3826,'0'0'14892,"7"12"-14150,16 33-179,-2 2 1,-2 0-1,-2 1 1,-2 1-1,15 90 1,11 269 1204,-33-90-1336,-5-278-430,1-29 112,-2-9-529,-1-7-1770,-1-75-6494,0 25-1437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14967,'0'0'5362,"184"24"-3569,-94-24-848,-10-15-865,-10-12-80,-16 0-993,-28 9-1952,-19 6-3730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6627,'0'0'7588,"20"81"-5956,-17-15-255,-3 3-145,0-3-447,0-12-641,0-12-144,0-17 0,-3-13-1697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25 5410,'0'0'7204,"0"2"-6964,0 14 2953,-17-16-2214,-3 0-919,1 0-1,-1-2 0,1 0 0,0-1 0,-20-5 0,4-1 72,0 2 0,-1 2-1,1 1 1,-68 2 0,99 2-115,0 1 0,1-1 1,-1 1-1,1 0 0,0 0 0,-1 1 1,1-1-1,0 1 0,-1 0 0,1-1 1,0 1-1,0 1 0,1-1 0,-1 0 1,0 1-1,-2 3 0,-5 6 64,0 0-1,-10 18 1,11-15 80,1 0 0,1 1 0,0-1 0,1 1-1,0 1 1,2-1 0,-5 33 0,4 2 297,2 68 0,3-91-396,2 13 182,1 1 0,2-1 0,2-1-1,2 1 1,1-1 0,2-1 0,2 0-1,2-1 1,1 0 0,35 56 0,-43-80-196,0 0 1,0-1-1,2 0 1,-1 0-1,2-1 1,23 19 0,-28-26-39,0 0 0,0-1 1,0 0-1,0-1 0,1 0 1,-1 0-1,1 0 1,0-1-1,0 0 0,0-1 1,0 0-1,0 0 0,0-1 1,0 0-1,14-1 1,-12-1-23,0-1 1,-1 0 0,1 0-1,-1-1 1,0 0 0,0-1-1,-1 0 1,1 0 0,-1-1-1,0 0 1,-1 0-1,1-1 1,-1 0 0,0 0-1,11-16 1,0-4-1179,0 0 0,-2-1 0,21-48-1,-20 34-2332,-9 9-1894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94 5234,'0'0'6521,"0"-3"-6169,0 2-309,0 0 1,0 0-1,0 0 1,0 0 0,-1 0-1,1 0 1,0 0-1,-1 0 1,1 0-1,0 0 1,-1 0-1,1 0 1,-1 0-1,1 0 1,-1 0-1,0 1 1,1-1 0,-1 0-1,-1 0 1,-23-13 878,-68-14-99,43 14 248,39 10-1134,6 3 1590,4 12-275,1-5-1242,-2 109 1158,7 153 1677,-3-250-2653,1 0-1,0 0 1,2 0 0,6 19-1,-9-31-143,0-1 0,0 0-1,1 0 1,0 0 0,-1 0 0,2 0-1,-1-1 1,1 1 0,-1-1-1,1 0 1,0 0 0,1 0-1,-1-1 1,1 1 0,-1-1-1,1 0 1,8 3 0,-7-4-34,0 0 1,0 0 0,0-1-1,0 1 1,1-2-1,-1 1 1,0-1-1,1 0 1,-1 0 0,0-1-1,1 1 1,-1-2-1,0 1 1,0-1-1,0 1 1,0-2 0,0 1-1,0-1 1,0 0-1,-1 0 1,6-4-1,4-5-59,0-1 0,0 0 0,-2-1 0,0-1 1,18-25-1,-11 12-486,-1-1 0,28-56 1,-40 68 252,1-1 1,-2-1-1,-1 1 0,0-1 1,-1 0-1,2-30 1,-6 42 247,1-10-35,0-1 1,-1 0 0,-3-20 0,2 34 108,0-1 0,0 1-1,0-1 1,-1 0 0,0 1-1,1 0 1,-2-1 0,1 1-1,0 0 1,-1 0 0,0 0-1,0 1 1,0-1 0,0 0-1,0 1 1,-6-4 0,8 6 45,-2-1-33,2 9 508,0 72 315,6 167 561,-2-214-1347,2 0 0,0 0 0,2 0 0,2-1 0,18 46-1,-24-71-113,0 1 0,1-1 0,-1 0-1,1 0 1,1 0 0,-1-1 0,1 1-1,0-1 1,0 0 0,7 4 0,-10-7-55,0-1 0,-1 0 0,1 0 1,0 0-1,0 0 0,0-1 0,0 1 0,0 0 1,0-1-1,0 1 0,0-1 0,0 0 0,0 0 1,0 0-1,0 0 0,0 0 0,1 0 1,-1 0-1,0-1 0,0 1 0,0-1 0,0 0 1,0 1-1,0-1 0,-1 0 0,1 0 1,0 0-1,0 0 0,0-1 0,-1 1 0,1 0 1,-1-1-1,1 1 0,-1-1 0,0 1 1,1-1-1,0-2 0,17-22-2897,-2-1 0,27-57 0,-17 25-3563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8228,'0'0'9260,"-2"30"-8353,-6 374 2332,7-253-2309,9 282 600,-7-428-1521,-1 9 4,1 0 0,1 0-1,1 0 1,-1-1 0,2 1 0,6 14-1,-10-27-28,0 0-1,0 0 0,1-1 0,-1 1 1,0 0-1,1-1 0,-1 1 0,0 0 0,1-1 1,-1 1-1,1-1 0,-1 1 0,1-1 1,0 1-1,-1-1 0,1 1 0,-1-1 0,1 1 1,0-1-1,-1 0 0,1 1 0,0-1 1,0 0-1,-1 0 0,1 1 0,0-1 1,0 0-1,-1 0 0,1 0 0,0 0 0,0 0 1,1 0-1,-1-1-42,0 1-1,0-1 1,0 0 0,0 0-1,0 1 1,0-1 0,0 0-1,0 0 1,0 0 0,-1 0 0,1 0-1,0 0 1,0 0 0,-1 0-1,1 0 1,-1 0 0,1-1 0,-1 1-1,1-2 1,4-21-1647,-2-1 1,0 0-1,-2 1 1,-2-45-1,0 46-419,-1-57-7162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15063,'0'0'6307,"187"66"-5923,-127-66-384,-6 0-352,-11-3-1841,1-15-2097,-1-6-5603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36 7091,'0'0'8164,"-24"-1"-6619,1-13-1465,20 12-55,1 0 0,-1 0 0,1 0-1,-1 1 1,0-1 0,0 1 0,0-1 0,0 1 0,0 0 0,0 1 0,-3-2 0,0 1 91,-1 0 1,1 1-1,-1 0 0,1 0 1,0 0-1,-1 1 1,1 0-1,-9 2 1,12-1-61,0-1 0,0 1 0,0-1 0,0 1 0,1 0 0,-1 0 0,1 0 0,-1 1 0,1-1 0,0 0 0,0 1 0,0 0 0,0-1 0,0 1 0,1 0 0,-1 0 0,1 0 0,-2 5 1,-5 16 385,1 1 1,1 1 0,1-1 0,-2 38 0,3 108 1519,4-140-1643,-1 21 178,0-10 103,6 59 0,-4-95-549,0 0 0,0 0 1,0 0-1,1 0 0,0 0 0,0-1 1,1 1-1,-1 0 0,7 8 1,-7-11-42,0-1 1,0 0 0,1 1-1,-1-1 1,1 0-1,-1-1 1,1 1 0,0 0-1,0-1 1,-1 0 0,1 1-1,0-1 1,0 0 0,0 0-1,0-1 1,1 1-1,-1-1 1,0 0 0,0 1-1,3-2 1,1 1-26,0-1 1,-1-1-1,1 1 0,-1-1 1,1 0-1,-1 0 1,0-1-1,0 0 0,0 0 1,0-1-1,0 1 0,-1-1 1,0-1-1,1 1 0,-2-1 1,1 1-1,0-1 1,5-10-1,7-8-260,-1-1 1,-1-1-1,11-28 0,-15 29-339,-2-1-1,0-1 0,-2 1 0,-1-2 0,-1 1 0,-2 0 1,0-1-1,-1 0 0,-2 1 0,-4-34 0,4 52 475,-1-1-1,1 1 0,-2 0 0,1 0 1,-1 1-1,0-1 0,-1 0 0,0 1 1,0-1-1,-1 1 0,0 0 1,0 0-1,0 0 0,-1 1 0,-8-10 1,13 16 191,-1-1 0,1 1 1,0 0-1,0-1 0,-1 1 1,1-1-1,0 1 1,0 0-1,-1-1 0,1 1 1,-1 0-1,1 0 0,0-1 1,-1 1-1,1 0 1,-1 0-1,1-1 0,0 1 1,-1 0-1,1 0 0,-1 0 1,1 0-1,-1 0 1,1 0-1,-1 0 0,1 0 1,-1 0-1,1 0 0,-1 0 1,1 0-1,-1 0 1,1 0-1,0 0 0,-1 0 1,0 1-1,-1 21 1635,2-3-1189,-1 57 853,3-1-1,19 119 1,-14-160-1158,17 67 257,-20-88-408,0 0 0,2 0-1,0-1 1,0 1 0,12 15-1,-16-25-104,0 0 0,0 0 0,1-1 0,-1 1 0,1-1 0,0 1 0,-1-1 0,1 0 0,0 0 0,1 0 0,-1 0 0,0-1 0,0 1 0,1-1 0,-1 0 0,1 0 0,-1 0 0,1 0 0,0-1 0,-1 1 0,1-1 0,0 0 0,-1 0 0,1-1 0,-1 1 0,1-1 0,0 1 0,-1-1-1,1 0 1,3-2 0,-1-2-515,0 0-1,0-1 0,-1 1 1,1-1-1,-1 0 0,-1-1 0,1 1 1,-1-1-1,5-12 0,15-33-4460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4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10069,'0'0'9735,"8"22"-8345,8 24-564,-2-1 0,12 66 0,-19-62-385,7 38 899,42 150 1,-54-229-1275,1 0 0,0-1 0,1 1 1,0-1-1,0 0 0,1 0 0,6 9 0,-9-15-69,-1 1-1,1 0 0,0-1 1,-1 1-1,1-1 0,0 0 1,0 1-1,0-1 0,0 0 1,0 0-1,0 0 0,0 0 1,1-1-1,-1 1 0,0-1 1,0 1-1,1-1 0,-1 0 1,0 0-1,1 0 0,-1 0 1,0 0-1,1 0 0,-1-1 1,0 1-1,0-1 0,1 1 1,-1-1-1,0 0 0,3-1 1,-2-1-30,1 1-1,0-1 1,-1 1 0,0-1 0,0 0 0,0 0 0,0 0-1,0-1 1,4-6 0,19-39-289,-10 13-273,-1-1 0,-2-1 0,-1-1 0,6-40 1,-10 21-226,-1 1 0,-2-72 1977,-25 129-17789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50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325 101 1793,'0'0'10850,"0"-7"-10242,0-64 1553,0 71-2094,-1-1-1,1 0 1,0 0-1,0 0 1,0 1-1,0-1 0,-1 0 1,1 0-1,0 1 1,-1-1-1,1 0 1,0 1-1,-1-1 0,1 0 1,-1 1-1,1-1 1,-1 0-1,1 1 1,-1-1-1,0 1 0,1-1 1,-1 1-1,0 0 1,0-1-1,-25-6 578,-30 10-539,54-3-84,-7 2-48,0-1-1,1 2 1,-1-1 0,1 1 0,0 0-1,0 1 1,0 0 0,-13 9 0,-4 4-611,-26 27 1,4-5-2624,28-25-1413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4706,'0'0'1633,"90"3"-2225,-66 0 336,3-3 111,-4 3-479,-3-3 64,-3 6-385,-11 0-2112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0 104 896,'160'38'2964,"-136"-34"-2280,-24-4-679,1 0 1,-1 0 0,0 0-1,0 0 1,0 0 0,0 0-1,0 0 1,0 0 0,0 0 0,0-1-1,0 1 1,0 0 0,1 0-1,-1 0 1,0 0 0,0 0-1,0 0 1,0 0 0,0 0-1,0 0 1,0 0 0,0 0-1,0-1 1,0 1 0,0 0-1,0 0 1,0 0 0,0 0 0,0 0-1,0 0 1,0 0 0,0 0-1,0-1 1,0 1 0,0 0-1,0 0 1,0 0 0,0 0-1,0 0 1,0 0 0,0 0-1,0 0 1,0 0 0,0-1-1,0 1 1,0 0 0,0 0-1,0 0 1,-1 0 0,1 0 0,0 0-1,0 0 1,0 0 0,0 0-1,0 0 1,0 0 0,0 0-1,0 0 1,-1-1 0,1 1 21,-7-15 1143,0 0 0,1-1 0,1 0 0,1 1 0,0-2 1,-1-16-1,3 27-467,0-1 2173,1 14-2095,0 21-1153,2-22 702,-1 796 6225,4-805-6470,4-9-114,132-315-2708,-92 171 694,-5 13 316,-42 142 1710,2-7-117,0 1 0,0-1 0,1 0-1,5-8 1,-8 15 130,-1 0-1,1 0 1,0 0 0,0 0 0,-1 0-1,1 0 1,0 0 0,0 0-1,0 0 1,0 0 0,0 1-1,0-1 1,1 0 0,-1 1 0,0-1-1,0 1 1,0-1 0,1 1-1,-1 0 1,0-1 0,0 1-1,1 0 1,-1 0 0,0 0 0,0 0-1,1 0 1,-1 0 0,0 0-1,1 1 1,-1-1 0,0 0 0,0 1-1,0-1 1,1 1 0,0 0-1,1 1 63,0 1-1,0 0 0,-1 0 0,1 0 1,-1 0-1,1 0 0,-1 1 0,0-1 1,-1 1-1,1-1 0,0 1 1,-1 0-1,0 0 0,0-1 0,1 7 1,2 3 143,12 50 780,-3 1 1,5 70-1,-10-65-456,28 112 0,-34-171-508,1-1 0,0 0 0,1 0-1,0 0 1,0 0 0,8 10 0,-10-17-28,0 0 1,0 1 0,0-1-1,0 0 1,0 0-1,0 0 1,1-1-1,-1 1 1,1-1-1,0 1 1,-1-1-1,1 0 1,0 0-1,0 0 1,-1 0-1,1 0 1,0-1-1,0 1 1,0-1-1,0 0 1,0 0 0,0 0-1,6-1 1,-5 0-46,0 0 1,-1 0 0,1 0-1,0-1 1,0 0-1,-1 1 1,1-1 0,-1-1-1,0 1 1,1 0 0,-1-1-1,0 1 1,-1-1 0,1 0-1,3-4 1,4-7-198,-1 0 0,11-21 0,-10 17-47,97-199-3087,-61 116 1843,-27 62 1060,6-10-34,-2-2 0,23-78 0,-43 117 789,-1 0 0,0 0 0,-1 0 0,-1-13 0,0 24-215,0 0-1,-1 0 0,1 0 0,0 0 0,-1 0 0,1 0 1,-1 1-1,1-1 0,-1 0 0,0 0 0,1 0 0,-1 1 1,0-1-1,0 0 0,1 1 0,-1-1 0,0 0 0,0 1 1,0-1-1,0 1 0,0 0 0,0-1 0,0 1 0,0 0 1,0-1-1,0 1 0,0 0 0,0 0 0,0 0 0,-1 0 1,-40-2 404,35 3-269,3-1-156,0 0 1,0 1 0,0 0 0,0 0 0,0 0 0,0 0 0,1 1 0,-1-1 0,0 1 0,1 0-1,0 0 1,-1 0 0,1 1 0,0-1 0,0 1 0,0-1 0,0 1 0,1 0 0,-1 0-1,1 1 1,0-1 0,-2 4 0,-4 8 166,0-1 0,2 1 0,0 1 0,-5 20 0,0 8 499,2 1-1,-5 83 1,10 93 182,4-168-707,-1-8-47,1-6-2,5 61 0,-4-89-114,1 0-1,1 0 0,0 0 1,0 0-1,1 0 1,0-1-1,1 0 1,0 0-1,12 18 0,-14-24-24,0-1 0,0 1 0,0-1 0,0 0-1,0 0 1,1-1 0,-1 1 0,1-1 0,0 0-1,-1 1 1,1-2 0,0 1 0,1 0 0,-1-1-1,0 0 1,0 0 0,1 0 0,-1 0 0,0-1-1,1 0 1,-1 0 0,0 0 0,1 0 0,-1-1 0,1 1-1,-1-1 1,0 0 0,0-1 0,0 1 0,0-1-1,0 1 1,0-1 0,0-1 0,6-3 0,0-3-117,0 0 0,-1 0 0,0-1 1,0 0-1,-1-1 0,-1 0 1,10-18-1,39-90-2371,-22 27-2674,33-151 1,-42 144 4003,-4 29 2409,-13 46 150,-1-1 0,-1-1 1,0 1-1,-2-1 0,0-27 860,-8 53-2088,-1 0 0,0 1 0,1-1 0,-1 1 0,0 0 0,1 1 0,-1-1 0,1 1 0,0 0 0,0 0 0,-1 0 0,-6 6 0,5-3-43,-1 0 1,1 1-1,1 0 1,-1 0-1,1 0 1,-8 14 0,5-5-31,0 0 1,2 0-1,0 0 1,0 1 0,2-1-1,-6 33 1,4 23 57,8 141 0,-2-206-145,4 40 41,2-1 0,1 0 0,3 0 0,2-1 1,2 0-1,1-1 0,2-1 0,3 0 0,1-2 0,2 0 0,1-1 0,59 70 0,-71-96-14,17 22 19,-28-33-49,1 0 0,-1 0 0,0 0-1,0 1 1,0-1 0,0 0 0,0 1 0,0-1 0,-1 1 0,1-1 0,-1 1 0,0-1 0,0 6-1,0-8-3,0 1-1,0-1 1,0 1-1,0-1 1,0 1-1,0-1 0,0 1 1,-1-1-1,1 1 1,0-1-1,0 1 0,-1-1 1,1 1-1,0-1 1,-1 1-1,1-1 1,0 0-1,-1 1 0,1-1 1,-1 1-1,1-1 1,0 0-1,-1 0 1,1 1-1,-1-1 0,1 0 1,-1 0-1,1 0 1,-2 1-1,-7 1-63,-1 1 0,1-2 0,-1 1-1,0-1 1,-10-1 0,-58-2-803,62 1 620,9 0-7,0 1 1,0-1-1,-1-1 1,1 1 0,0-1-1,1-1 1,-1 1-1,0-1 1,1 0-1,-1-1 1,1 1 0,0-1-1,0-1 1,0 1-1,1-1 1,-1 0-1,1 0 1,1-1-1,-1 1 1,1-1 0,-1 0-1,2 0 1,-1-1-1,1 1 1,0-1-1,0 1 1,1-1 0,-2-8-1,-8-41-4657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138 557 5138,'0'0'8607,"-2"-19"-7663,-4-60-61,6 78-844,0 0 0,0 1 0,0-1 0,0 0 0,0 0 0,0 0 0,-1 0 0,1 0 0,0 0 0,-1 1 0,1-1 0,0 0 0,-1 0 0,1 0 0,-1 1 0,1-1 0,-1 0 0,0 1 0,1-1 0,-1 0 0,0 1 0,1-1 0,-1 1 0,0-1 0,0 1 0,0-1 0,1 1 0,-1 0 0,0-1 0,0 1 0,0 0 0,0 0 0,0 0 0,0-1 0,1 1 0,-1 0 0,-2 0 0,1 1 13,0-1-1,0 1 0,0-1 0,0 1 0,0 0 0,0-1 0,0 1 0,0 0 0,-3 2 0,2 1 11,0-1 0,0 1 1,0-1-1,0 1 0,1 0 0,-1 0 0,1 0 0,0 1 0,-1 5 0,-14 47 725,15-50-671,-12 61 1003,4 0 0,2 0 0,3 128 0,4-189-1063,1 0 0,0 0-1,1 0 1,0 1 0,0-1-1,0-1 1,4 11 0,-4-16-53,-1 0 0,1 0 0,0 1 0,0-1 0,-1 0 0,1 0 0,0 0 1,0 0-1,0 0 0,0 0 0,1 0 0,-1 0 0,0-1 0,0 1 0,0 0 0,3 0 0,-2 0-4,1-1-1,-1 1 1,1-1-1,-1 0 1,1 0-1,-1 0 0,1 0 1,-1 0-1,1-1 1,-1 1-1,1-1 1,2 0-1,2-2-29,1 0 0,-1-1 1,0 0-1,0 0 0,0 0 0,0-1 1,-1 0-1,0 0 0,0-1 0,0 1 1,9-13-1,3-7-670,26-47 1,-39 65 525,6-12-368,-1-1-1,-1 0 1,-1 0-1,0-1 1,-2 0-1,0 0 0,-1 0 1,-1-1-1,-2 0 1,1-28-1,-3 47 512,0 0 0,0 0 0,0 0 0,-1 0 0,1 0 0,-1 0 0,0 0 0,0 0 0,0 0 0,0 1 0,-3-5 0,3 6 58,0 0-1,1 0 0,-1 0 0,0 0 0,0 1 0,0-1 1,0 0-1,0 0 0,0 1 0,0-1 0,0 1 0,0-1 1,0 1-1,0 0 0,0-1 0,-1 1 0,1 0 0,0 0 1,0-1-1,0 1 0,0 0 0,-1 0 0,1 0 1,0 1-1,0-1 0,0 0 0,0 0 0,-1 1 0,1-1 1,0 0-1,-2 2 0,1-1 45,1 0-1,-1 0 1,0 0 0,1 0 0,-1 0-1,1 1 1,-1-1 0,1 1-1,0-1 1,0 1 0,-1-1 0,1 1-1,0-1 1,1 1 0,-1 0-1,0 0 1,0 0 0,0 1 0,-6 38 891,6-33-734,-4 41 878,3-1 1,6 94-1,-2-132-1022,-1-1-1,1 1 0,1-1 1,0 1-1,0-1 1,1 0-1,0 0 0,0 0 1,1-1-1,0 1 0,12 12 1,-14-17-65,0-1 1,0 0 0,1 1-1,-1-2 1,1 1 0,0 0-1,0-1 1,0 1-1,0-1 1,0 0 0,1-1-1,-1 1 1,1-1-1,-1 0 1,1 0 0,-1 0-1,1-1 1,-1 1 0,1-1-1,0 0 1,-1-1-1,1 1 1,0-1 0,-1 0-1,1 0 1,-1 0 0,5-2-1,-1 0-17,-1-1 0,-1 0-1,1 0 1,0 0 0,-1-1 0,0 0-1,0 0 1,0 0 0,8-12-1,5-7-20,18-32-1,-25 37-17,27-44-893,33-72-1,-56 99-161,-1 0 0,-3-1 0,16-71 0,9-151-3123,-23 85 5578,-14 167-898,-1 6-323,1 0 0,0 0 0,0 0 0,0 0 0,0-1 0,0 1 0,0 0 0,0 0 0,0 0 0,0 0 0,0 0 0,1 0 0,-1 0 0,0 0 0,1 0 0,-1 0 0,1 0 0,-1 0 0,2-1 0,-2 2-115,1 0-1,-1 0 1,0 0 0,1 0-1,-1 0 1,0 0 0,1 0 0,-1 1-1,0-1 1,1 0 0,-1 0-1,0 0 1,0 1 0,1-1-1,-1 0 1,0 0 0,0 1 0,1-1-1,-1 0 1,0 0 0,0 1-1,0-1 1,1 0 0,-1 1-1,0-1 1,0 0 0,0 1 0,0-1-1,0 1 1,5 12 219,-1 1-1,0-1 1,-2 1 0,3 22 0,-1-11 76,38 504 3369,-40 3-2402,-4-270-1432,5-398-8364,-3 42 2588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0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14695,'0'0'4556,"36"10"-3355,123 28-977,-140-36-301,-1 1-1,1-2 1,0-1-1,-1 0 1,1-1 0,0-1-1,-1-1 1,25-7-1,-19 5-260,38-5-1,-48 9 266,0 1 0,0 0-1,15 2 1,-24-1 21,0 0-1,-1 0 1,1 0 0,0 1-1,0-1 1,-1 1 0,1 1-1,-1-1 1,0 0-1,1 1 1,-1 0 0,5 5-1,-3-1-63,1 1 0,-1 0-1,-1 0 1,0 1-1,0-1 1,0 1-1,-1 0 1,-1 1-1,1-1 1,3 20 0,-1 1 149,-2 1 0,1 41 0,-4-50 193,1 10 923,-1 0 0,-1 1 0,-2-1-1,-10 52 1,10-170-2667,2 15-1737,0-1-1547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1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17448,'0'0'2705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0 5683,'0'0'10951,"-36"1"-9659,-113 10-153,142-11-1052,0 2 1,-1-1-1,1 1 0,0 0 1,0 1-1,0-1 1,1 2-1,-1-1 1,1 1-1,0-1 0,0 2 1,0-1-1,0 1 1,1 0-1,-1 0 1,1 0-1,-5 8 0,4-6-12,-2 3 63,1 0 0,0 1-1,0 0 1,1 0-1,0 1 1,1-1 0,0 1-1,1 0 1,0 1-1,-3 20 1,2 9 312,1 82 0,4-113-414,19 293 927,23-1-370,-14-107-498,2 22 65,-27-201-153,2 30-30,-5-47 18,0 1 1,0-1-1,0 0 1,0 0-1,-1 1 1,1-1-1,0 0 0,0 0 1,0 0-1,0 0 1,-1 1-1,1-1 0,0 0 1,0 0-1,0 0 1,-1 0-1,1 0 0,0 0 1,0 0-1,0 1 1,-1-1-1,1 0 1,0 0-1,0 0 0,-1 0 1,1 0-1,0 0 1,0 0-1,-1 0 0,1 0 1,0 0-1,0 0 1,-1 0-1,1-1 0,0 1 1,0 0-1,0 0 1,-1 0-1,1 0 1,0 0-1,0 0 0,0 0 1,-1-1-1,1 1 1,0 0-1,0 0 0,-3-1-43,-9-5-311,0 0 0,0 0 0,0-1 0,0-1 0,1 0 0,1 0 0,-15-15 0,-68-80-4434,31 23-433,4-9-3696</inkml:trace>
  <inkml:trace contextRef="#ctx0" brushRef="#br0" timeOffset="1">274 662 13638,'0'0'4450,"214"-12"-3553,-164 6-897,-6 0-368,-11 0-2946,-6 3-4193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1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20393,'0'0'4226,"26"-33"-7987,-26 9-1522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7 109 5715,'0'0'7659,"0"-11"-6947,-3-87 2805,-1 216-2712,22 361 2485,-12-404-2854,45 437 2172,-46-462-2198,3-1 0,15 49 0,-21-90-342,-2-6-55,0 0-1,1 0 0,-1 0 1,1 0-1,-1 0 0,1 0 1,0-1-1,0 1 1,0 0-1,0 0 0,0 0 1,0-1-1,0 1 1,0-1-1,1 1 0,-1-1 1,1 1-1,-1-1 0,1 0 1,0 1-1,-1-1 1,1 0-1,2 1 0,-4-2-11,1 0-1,-1 0 1,1 0-1,-1 0 1,1 0-1,0 0 1,-1 0-1,1 0 0,-1 0 1,1 0-1,-1 0 1,1-1-1,-1 1 1,1 0-1,-1 0 1,1 0-1,-1-1 0,1 1 1,-1 0-1,1-1 1,-1 1-1,0 0 1,1-1-1,-1 1 1,1 0-1,-1-1 0,0 1 1,1-1-1,-1 0 1,6-10-17,-1 0 1,0-1 0,-1 0-1,0 0 1,-1 0 0,3-22 0,-3 20-20,8-53-494,4-96-1,-11-69-932,-4 227 1434,0-5-159,0 0 0,0 1 0,1-1 0,4-17 0,-4 25 157,0-1 0,0 1-1,0-1 1,0 1 0,0 0 0,1 0-1,-1-1 1,1 1 0,-1 0-1,1 0 1,0 0 0,0 1 0,0-1-1,0 0 1,0 1 0,0-1-1,1 1 1,-1 0 0,0 0 0,1 0-1,-1 0 1,5-1 0,3-1 56,-1 2 0,0-1 1,1 1-1,0 0 0,-1 1 0,1 0 1,17 3-1,-22-2-9,0 0-1,0 0 1,0 1 0,-1-1-1,1 1 1,0 1 0,-1-1-1,1 0 1,-1 1 0,0 0-1,0 0 1,0 1 0,0-1-1,-1 1 1,1-1 0,3 7-1,4 8 75,-1 1 0,0 0 0,-2 1 0,0 0 0,-1 0 0,-1 1 0,-1-1 0,2 24 0,0 17 400,-1 94 0,-7-110-266,0-21-169,1-1 1,3 23 0,-3-46-69,0 1 1,0-1-1,0 0 1,0 0-1,0 1 1,0-1-1,0 0 1,0 0-1,0 0 1,0 1-1,0-1 0,0 0 1,0 0-1,0 0 1,0 1-1,0-1 1,0 0-1,0 0 1,0 0-1,1 0 1,-1 1-1,0-1 0,0 0 1,0 0-1,0 0 1,0 0-1,1 1 1,-1-1-1,0 0 1,0 0-1,0 0 1,0 0-1,1 0 0,-1 0 1,0 0-1,0 0 1,0 0-1,1 0 1,-1 1-1,0-1 1,0 0-1,0 0 1,1 0-1,-1 0 0,0 0 1,0 0-1,0-1 1,1 1-1,-1 0 1,0 0-1,0 0 1,0 0-1,1 0 1,-1 0-1,0 0 0,0 0 1,0 0-1,1-1 1,7-12-1296,9-67-4727,-7 27 559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3009,'0'0'15383,"9"35"-13865,-2-6-1166,54 230 2274,2 202 527,-57-412-2987,-3-35-128,-3-14-38,0 0 0,0 0 0,0 0 0,0 0 0,0 0 0,0 0 1,0 0-1,0 0 0,0 0 0,0-1 0,0 1 0,0 0 0,1 0 0,-1 0 0,0 0 0,0 0 0,0 0 0,0 0 0,0 0 0,0 0 0,0 0 0,0 0 0,0 0 0,0 0 0,0 0 0,0 0 0,0 0 0,0 0 0,0 0 0,0 0 0,0 0 1,0 0-1,0 0 0,0 0 0,0 0 0,1 0 0,-1 0 0,0 0 0,0 0 0,0 0 0,0 0 0,0 0 0,0 0 0,0 0 0,0 0 0,0 0 0,0 0 0,0 0 0,0 0 0,0 0 0,0 0 0,0 0 0,0 0 0,0 1 0,0-1 1,2-18-66,-2 16 46,8-377-4961,-9 274 3117,1 101 1838,0-7-28,0 0 1,0 0-1,1-1 1,1 1-1,3-12 1,-4 20 94,0 0-1,0 0 1,1 0 0,-1 0 0,1 0-1,0 0 1,0 1 0,0-1-1,0 1 1,1-1 0,-1 1 0,1 0-1,-1 0 1,1 0 0,0 0-1,0 0 1,-1 0 0,1 1 0,1 0-1,5-3 1,8 1 299,0 0-1,0 1 1,0 0-1,1 1 1,32 4 0,-4-2-1507,-36-1-1921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11221,'0'0'5365,"-1"36"-2900,0 21-1552,1-1-1,4 1 1,14 76-1,-3-54-96,51 200 1121,-65-275-1920,22 57 144,-21-57-151,0 0 0,0 0-1,0-1 1,1 1-1,-1 0 1,1-1-1,0 0 1,0 1-1,1-1 1,6 5-1,-8-7-6,0 0-1,0 0 1,0-1 0,0 1-1,0 0 1,0-1 0,1 1-1,-1-1 1,0 0 0,0 0-1,1 1 1,-1-2 0,0 1-1,1 0 1,-1 0 0,0-1-1,0 1 1,0-1 0,1 0-1,-1 0 1,0 1 0,0-1-1,0-1 1,0 1 0,0 0-1,2-3 1,2-2-17,-1-1 0,0 0 0,0 0 1,-1 0-1,5-12 0,19-49-91,-23 55 69,17-49-513,17-71-1,-31 95 2,-1 0 0,-2-1-1,1-49 1,-6 1-210,0 84 958,-15 10-673,-3 1-6983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12902,'0'0'7438,"-17"27"-6640,-52 94-219,66-116-568,1-1 1,0 1 0,0 0 0,1 0 0,-1 0-1,1 0 1,0 0 0,1 0 0,-1 0-1,1 1 1,0-1 0,0 0 0,0 0 0,1 0-1,0 0 1,0 1 0,0-1 0,1 0 0,-1-1-1,1 1 1,0 0 0,1 0 0,-1-1-1,1 1 1,4 4 0,0 3 4,54 85 145,-37-62-70,-1 1 0,-2 0 0,-2 2 1,20 53-1,-35-65-12,-4-25-76,-1 0 1,1-1-1,0 1 0,0 0 1,0 0-1,-1-1 0,1 1 0,0 0 1,-1-1-1,1 1 0,0 0 1,-1-1-1,1 1 0,-1 0 0,1-1 1,-1 1-1,1-1 0,-2 1 0,-1 1-6,-1-1 0,1 0 0,0-1 0,0 1 0,-1 0 0,1-1 0,-1 0 0,1 0 0,-6 0 0,0-1-36,-6 2-131,3-1-395,-1 1 1,1-2 0,0 1-1,-1-2 1,1 1 0,0-2-1,0 0 1,0 0 0,-19-9-1,2-3-3415,7 2-1078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14647,'0'0'6931,"227"114"-6339,-167-99-592,-13-12-64,-14-3-2033,-16 0-3201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148 595 7619,'0'0'8164,"0"-5"-7406,0-23 186,-14 30-429,11-1-506,1 1-1,-1-1 0,1 1 0,-1 0 1,1-1-1,0 1 0,0 0 1,0 1-1,0-1 0,0 0 1,0 0-1,1 1 0,-2 3 0,-18 39 22,19-40-26,-14 41 186,2 1 1,2 0 0,-9 67-1,12-29 831,2 94 0,7-178-1014,0-1 0,0 1 1,0-1-1,0 0 1,0 1-1,0-1 1,0 1-1,0-1 0,0 1 1,1-1-1,-1 0 1,0 1-1,0-1 0,1 0 1,-1 1-1,0-1 1,0 0-1,1 1 1,-1-1-1,0 0 0,1 1 1,-1-1-1,0 0 1,1 0-1,-1 0 1,0 1-1,1-1 0,-1 0 1,1 0-1,-1 0 1,0 0-1,1 0 1,-1 0-1,1 0 0,-1 1 1,1-1-1,-1 0 1,0-1-1,1 1 0,-1 0 1,1 0-1,17-5 50,-14 3-38,0 0 0,0 0 0,-1-1 1,1 1-1,-1-1 0,0 0 0,0 0 0,0 0 0,4-6 1,23-36-18,-27 40-12,33-63-1323,-3 0 0,36-111 0,-58 143 1111,-2-1 1,-2 1-1,5-67 1,-10-113 120,-3 177 208,-2-1 1,-1 1-1,-2 0 1,-2 0 0,-20-61-1,26 97-91,1-1 0,-1 1 0,1 0 0,-1 0 0,0 0 0,0 0 0,-1 0 0,1 1 0,-1-1 0,1 0 0,-1 1 0,-5-4 0,7 5-5,-1 0-1,0 1 1,1-1-1,-1 0 1,0 1 0,1-1-1,-1 1 1,0 0-1,0 0 1,0-1-1,1 1 1,-1 0 0,0 0-1,0 1 1,1-1-1,-1 0 1,0 1 0,0-1-1,1 1 1,-1-1-1,0 1 1,1 0 0,-1-1-1,0 1 1,1 0-1,-1 0 1,1 0 0,-2 2-1,-3 3 15,1 0 0,0 0-1,0 0 1,1 0 0,0 1 0,0 0 0,0-1-1,1 1 1,-4 13 0,1-3 93,2 0 0,0 0 0,-3 26 0,5-15 183,0 0 0,2 0 0,1 0 0,1 0 0,6 29 0,-4-42-183,0 0 0,1 0 0,0-1 1,1 1-1,0-2 0,1 1 0,1-1 0,0 0 0,1 0 1,19 20-1,-14-19-57,0-1 0,1-1 0,0-1 0,0 0 0,2-1 0,-1 0 0,1-1 1,19 6-1,-7-5-18,0-1 1,1-1 0,0-2-1,39 3 1,-46-7-33,-5-1 7,0 1 0,0 1 0,28 8 0,-40-9-19,0 0 1,-1 1-1,1 0 1,-1-1-1,0 2 1,0-1-1,0 1 1,0-1-1,-1 1 1,1 1-1,-1-1 1,0 1-1,-1-1 1,1 1-1,3 6 1,1 8 9,0-1-1,-1 1 1,0 0 0,-2 1 0,-1-1 0,0 1-1,1 30 1,-1 138 134,-5-138-596,3-76-2766,9-49 0,-1 15-3696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3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15479,'0'0'2097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5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285 203 8676,'0'0'6459,"5"-10"-5883,-4 8-518,4-6 226,-1-1 0,0 0 0,0 0 0,-1 0 1,0-1-1,-1 1 0,0-1 0,2-17 0,-5 25-237,0-1 0,0 1 1,0 0-1,0 0 0,0 0 1,0 0-1,-1-1 0,1 2 1,-1-1-1,1 0 0,-1 0 1,0 0-1,1 1 0,-1-1 1,0 1-1,-3-2 0,-35-22-70,29 20 1,1 0 0,-1 0-1,0 1 1,0 1 0,-1 0-1,-13-2 1,20 5 14,1-1 0,-1 1 0,0 0 0,0 0 0,0 0 1,0 1-1,1 0 0,-1 0 0,0 0 0,0 0 0,1 1 0,-1-1 0,1 1 0,-1 1 0,1-1 0,0 0 1,-7 6-1,4-1 13,1 1 0,0-1 0,0 1 0,0 0 0,1 0 0,1 1 0,-1 0 0,1-1 0,1 1 0,-1 1 0,2-1 1,-1 0-1,-1 14 0,0 15 130,1 0 1,2 42 0,1-59-35,-1 31 418,3 0 0,2 0 0,17 80 0,-16-113-325,1 0-1,0-1 1,2 1-1,0-1 1,14 21-1,-14-27-85,0-1 0,0 0 0,1-1 0,1 0 0,0 0 0,0-1 0,1 0 0,18 11 0,-20-15-78,-1-1 0,1 0 0,0-1 0,0 0-1,1 0 1,-1-1 0,0 0 0,1-1 0,0 0-1,-1 0 1,11-1 0,-14 0-33,0-1 0,0 1 0,0-1 0,0 0 0,-1 0 0,1-1 0,-1 1 0,1-1 0,-1 0 0,1-1 0,-1 0 0,0 0 0,0 0 0,0 0 0,6-6 0,-5 2-240,1 0 1,-1-1-1,0 1 1,0-1-1,-1-1 1,-1 1 0,1-1-1,4-13 1,-5 13-735,-1 0 0,0 0 0,-1 0 0,0-1 0,1-13 0,-2-2-5186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5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9620,'0'0'6409,"10"-1"-5761,26-2-5,-1 1 0,40 3 0,-71-1-593,1 0-1,-1 0 1,0 0-1,0 1 1,0-1 0,0 1-1,0 0 1,-1 1 0,1-1-1,0 1 1,0-1 0,-1 1-1,1 0 1,-1 0 0,1 1-1,-1-1 1,0 1 0,0 0-1,0-1 1,0 1 0,-1 0-1,1 1 1,-1-1 0,0 0-1,0 1 1,0 0-1,0-1 1,0 1 0,-1 0-1,0 0 1,0 0 0,0 0-1,0 0 1,0 0 0,-1 4-1,1 3 34,-1 0-1,0 0 0,-1-1 1,-1 1-1,1 0 1,-1 0-1,-1-1 0,-6 17 1,-3-1 3,-27 46 1,-3 2-57,40-68-33,-1-1 0,1 1 1,0 0-1,0 0 0,1 0 1,-1 0-1,1 0 0,0 10 1,1-15-2,0-1-1,0 1 1,0-1 0,1 0 0,-1 1 0,0-1 0,0 1 0,0-1 0,0 1-1,1-1 1,-1 1 0,0-1 0,0 0 0,1 1 0,-1-1 0,0 0-1,1 1 1,-1-1 0,0 0 0,1 1 0,-1-1 0,1 0 0,-1 0 0,0 1-1,1-1 1,-1 0 0,1 0 0,0 0 0,19 3-118,19-9-87,-29 3 143,0-1 1,-1 0 0,0 0-1,0-1 1,15-10 0,40-36-1611,-45 35 529,20-16-3199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58.3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540 179 3986,'0'0'8158,"1"-4"-6648,2-6-375,-1 0 0,0 0 0,-1-1-1,0 1 1,0 0 0,-2-15 0,1 7-1475,-1 16 336,1 0 0,0 0 0,-1 0 0,0 0 0,1 0 0,-1 1 1,0-1-1,0 0 0,0 0 0,0 1 0,0-1 0,0 1 0,0-1 0,-1 1 0,1-1 1,0 1-1,-1 0 0,1 0 0,-1 0 0,0-1 0,1 1 0,-1 1 0,-2-2 0,-7-3-4,0 0 0,-20-4 0,16 4 59,4 2-69,0 1-1,0 0 1,0 1 0,0 0-1,0 0 1,-12 2 0,1-1 21,17 1-3,0 0 0,0 0 1,0 0-1,0 1 1,0 0-1,0 0 0,0 0 1,0 0-1,1 1 1,-1 0-1,-7 5 1,-7 8-40,-19 19 1,35-32 32,-36 31 18,28-26-6,0 2 0,0 0 0,1 0 1,-15 19-1,25-28-5,-5 5 3,1 1 0,0 0-1,0-1 1,1 1-1,0 0 1,-2 9 0,-19 55-11,12-38 45,2-1 0,-10 56-1,19-80-20,-6 36 182,0 61 0,7-91-157,1 0-1,0-1 0,1 1 0,1-1 0,0 1 0,0-1 0,1 0 0,11 22 0,0-6 108,2-1 0,1 0-1,1-2 1,1 0 0,43 42 0,-47-53-81,0-1 1,1-1-1,1-1 0,0-1 1,0 0-1,1-1 0,0-1 1,1-1-1,40 11 0,-45-16-62,0-1 0,-1-1 0,1 0 0,20-1 0,-31-1-20,-1 0 0,1 1 1,0-2-1,-1 1 0,1 0 0,0-1 1,-1 1-1,0-1 0,1 0 0,-1 0 1,0 0-1,0-1 0,0 1 1,3-5-1,6-5-131,18-27 0,-19 24-10,3-2-87,-9 12 200,-1 0 0,0 0 0,0 0 0,0-1 0,-1 1 0,6-13 0,-9 15-198,0 1 1,0 0 0,0-1 0,0 1 0,0 0 0,0-1 0,0 1 0,-1 0 0,1-1-1,-1 1 1,0 0 0,1 0 0,-1-1 0,0 1 0,-1 0 0,1 0 0,0 0 0,-2-2 0,-2-4-1408,-8-15-3742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4:58.8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0 230 12934,'0'0'5808,"28"-21"-5512,89-69-320,-108 83-59,0 0 1,-1-1-1,0 0 1,0 0-1,-1 0 1,0-1-1,11-19 0,7-8-923,-25 38 973,1-1 1,0 1-1,-1-1 0,1 1 1,-1 0-1,1-1 1,-1 1-1,0-1 1,0 1-1,0 0 1,0-1-1,0 1 0,0-1 1,0 3-1,0 156 943,-7 376 2276,4-390-2998,3-80-5600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0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401 224 4274,'0'0'7081,"3"-10"-6366,1-4 384,-1-1 1,0 0 0,1-31 0,-4 38-865,0 0 0,-1 0 1,0 0-1,0 0 0,-1 0 0,0 0 0,0 0 1,-5-10-1,6 15-192,-1 1-1,1-1 1,-1 0-1,0 1 1,0-1 0,0 1-1,0 0 1,0 0 0,-1 0-1,1 0 1,-1 0-1,1 0 1,-1 1 0,0-1-1,1 1 1,-1 0 0,0-1-1,0 1 1,0 1 0,0-1-1,0 0 1,0 1-1,0-1 1,0 1 0,-4 0-1,-13 0-33,0 0 223,-34 3 0,47-1-151,0-1 0,0 1-1,0 0 1,0 0 0,0 1 0,1 0 0,-1 1 0,-7 4 0,-7 5 91,15-9-123,0-1 1,0 1-1,1 0 0,-1 1 0,1 0 0,0-1 1,0 2-1,0-1 0,-3 7 0,-4 5-1,1 1 0,0 1 0,2 0-1,0 1 1,1 0 0,1 0 0,1 0-1,1 1 1,1 0 0,-2 30 0,2 307 395,5-345-363,1 1-1,0 0 1,1-1 0,1 1 0,0-1 0,1 0 0,0 0 0,1-1 0,1 1-1,0-1 1,8 11 0,-3-7-12,0-1 1,1 0-1,1 0 0,0-2 1,1 1-1,0-2 0,21 13 0,-26-20-53,-1 0-1,1-1 1,0 0-1,0-1 1,0 0-1,1 0 0,-1-1 1,1 0-1,-1-1 1,1-1-1,17 0 1,-26 0-36,1-1 1,-1 1-1,1 0 0,0-1 1,-1 0-1,0 0 1,1 1-1,-1-1 0,1-1 1,-1 1-1,0 0 1,0-1-1,0 1 0,1-1 1,-2 1-1,1-1 1,0 0-1,0 0 0,0 0 1,-1 0-1,1 0 1,-1 0-1,0-1 0,0 1 1,0 0-1,0-1 1,0 1-1,0-1 0,0 1 1,0-5-1,2-8-1523,-1-1 0,0 1 0,-1-30 0,-1 40 507,0-16-4072,0-5-4615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0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51 7091,'0'0'7951,"29"-8"-7292,94-26 37,-115 32-587,-1 0-1,0 0 1,1 1 0,-1 0 0,1 1 0,-1 0 0,1 0-1,-1 1 1,1-1 0,-1 2 0,1-1 0,10 4-1,-12-1 40,0-1 0,0 1 0,0 0-1,0 0 1,-1 0 0,1 1 0,-1 0-1,0 0 1,7 10 0,-9-10-54,1 0 1,-1 0-1,-1 0 1,1 0 0,-1 0-1,1 1 1,-2-1-1,1 1 1,-1-1-1,1 1 1,-2 0-1,1 0 1,0 0-1,-1-1 1,0 1 0,-1 0-1,0 6 1,-1-2 2,-1 1 0,0 0 0,0-1 1,-1 0-1,0 0 0,-1 0 0,0 0 1,-7 9-1,-75 99 175,-10 15-162,93-127-103,1-3-4,1 1 0,0-1 0,0 1 0,0 0 0,0 0 0,1-1 0,-1 1 0,-1 9 0,3-13-3,1 1-1,-1-1 1,0 1 0,0 0-1,1-1 1,-1 1 0,0-1-1,1 1 1,-1-1 0,1 1-1,-1-1 1,0 1 0,1-1-1,-1 0 1,1 1 0,-1-1-1,1 1 1,0-1 0,-1 0-1,1 0 1,-1 1-1,1-1 1,0 0 0,-1 0-1,1 0 1,-1 0 0,1 0-1,0 1 1,-1-1 0,1 0-1,0 0 1,-1-1 0,2 1-1,32 0 10,-24 0 18,12-2 10,0-1 0,-1-1 0,1-1 1,-1 0-1,0-2 0,0 0 0,21-12 0,-15 7-197,1 2 1,0 0-1,38-7 1,-13 15-4110,-52 2 4022,0 0 0,-1 0 0,1 0-1,0 0 1,-1 0 0,1 0 0,0 0 0,-1 0-1,1 0 1,-1 1 0,1-1 0,0 0 0,-1 0 0,1 1-1,-1-1 1,1 0 0,0 1 0,-1-1 0,1 1 0,4 16-8504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5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7876,'0'0'8644,"94"180"-7940,-87-116 96,-7-4-640,0-3-112,0-3-48,-20-6-448,-4-15-1681,8-18-2657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6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5138,'0'0'3914,"2"32"-2364,32 371 3426,-28-69-1631,-4-100-2157,-2-232-1186,0 6 11,0 1 0,1 0 0,0-1 0,0 1 0,5 14 0,1-14-322,-7-9 249,1 0 0,-1 0 0,0 0 1,1 0-1,-1 0 0,0 0 0,0 0 0,1 0 0,-1 0 0,0 0 1,0 0-1,1 0 0,-1 0 0,0-1 0,0 1 0,0 0 0,1 0 1,-1 0-1,0 0 0,0 0 0,0-1 0,1 1 0,-1 0 0,0 0 1,0-1-1,0 1 0,0 0 0,1 0 0,-1 0 0,0-1 0,0 1 1,0 0-1,0 0 0,0-1 0,0 1 0,0 0 0,0 0 0,0-1 1,0 1-1,0 0 0,0-1 0,0 1 0,0 0 0,0 0 0,0-1 1,0 1-1,0 0 0,-1-1 0,2-30-4072,-1-10-4251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6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0 100 11013,'0'0'5395,"198"-69"-5363,-152 54-32,-5 6-3074,-11 3-6514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7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0 415 9508,'0'0'4989,"22"-28"-4594,68-95-787,-66 91-355,33-57 0,-54 83 672,1-1-1,-1 0 1,0 0-1,-1 0 1,0-1-1,0 1 1,0 0 0,-1-1-1,0 1 1,-1-1-1,0 0 1,0 1 0,0-1-1,-3-11 1,2 18 98,1-1 1,-1 1-1,0 0 0,0-1 1,0 1-1,0 0 0,-1 0 1,1 0-1,0 0 0,0 0 1,-1 0-1,1 0 1,0 0-1,-1 0 0,1 1 1,-1-1-1,1 1 0,-1-1 1,0 1-1,1-1 1,-1 1-1,1 0 0,-1 0 1,-3 0-1,0-1 21,0 1-1,0 0 1,0 0 0,0 0-1,0 1 1,0 0 0,-6 2 0,8-2-22,0 1 0,0-1 0,0 1 0,1 0 0,-1 0 0,1 1 0,0-1 0,-1 0 0,1 1 1,0-1-1,0 1 0,1 0 0,-1 0 0,-2 5 0,-17 49 540,19-51-474,-7 29 668,1 1-1,2-1 1,-3 49-1,7 111 2232,2-125-1960,0-51-719,0 0 0,2-1 0,0 1 0,1 0 0,5 19 0,-6-33-281,-1-1 0,1 1 0,0-1 0,0 0-1,0 0 1,0 1 0,1-1 0,-1-1 0,1 1 0,0 0 0,1-1 0,-1 1 0,0-1 0,1 0-1,0 0 1,0-1 0,0 1 0,0-1 0,0 1 0,0-1 0,1-1 0,-1 1 0,1-1 0,-1 1-1,6-1 1,-3 0-29,0 0 0,0-1 1,0 0-1,0 0 0,0-1 0,0 0 0,0 0 0,0-1 0,-1 1 0,1-2 0,8-2 0,-5 0-122,-1-1-1,1 0 1,-1 0-1,0-1 1,0 0-1,11-11 1,-2-2-983,-2-1 1,0 0-1,-1-1 0,-1 0 1,13-30-1,3-21-5000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3714,'0'0'7203,"2"28"-3740,0-2-2784,18 166 3924,-5-72-2125,23 130-63,-33-229-2484,-4-21 62,-1 0 0,0 0-1,0 0 1,0 0-1,0 0 1,0 0-1,0 0 1,0 0 0,1 0-1,-1 0 1,0 0-1,0 0 1,0 0-1,0 0 1,0 0-1,0 0 1,0 0 0,1 0-1,-1 0 1,0 0-1,0 0 1,0 0-1,0 0 1,0 0-1,0 0 1,0-1 0,0 1-1,1 0 1,-1 0-1,0 0 1,0 0-1,0 0 1,0 0-1,0 0 1,0 0 0,0 0-1,0-1 1,0 1-1,0 0 1,0 0-1,0 0 1,0 0 0,0 0-1,0 0 1,0 0-1,0-1 1,0 1-1,0 0 1,0 0-1,0 0 1,0 0 0,0 0-1,0 0 1,0 0-1,0-1 1,0 1-1,0 0 1,0 0-1,0 0 1,0 0 0,0 0-1,0 0 1,0 0-1,-1-1 1,3-38-919,-7-69-1572,2 60 88,6-92 0,-2 135 2399,0 1 0,0-1 0,0 1 0,1 0 0,0-1 0,0 1 0,0 0 0,0 0-1,1 0 1,-1 1 0,1-1 0,0 1 0,0-1 0,1 1 0,-1 0 0,1 0 0,-1 0 0,1 1 0,7-4 0,6-3 353,1 1 0,-1 1 0,25-7 0,-16 8-246,-1 0-1,1 2 1,42-1-1,-10 1-4436,-30 1-2907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7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68 7395,'0'0'5966,"-9"-10"-5795,-31-29-78,37 37-47,0 0-1,0 0 1,0 0 0,0 0 0,-1 0-1,1 1 1,-1 0 0,1 0 0,-1 0-1,1 0 1,-1 0 0,0 1 0,0-1-1,1 1 1,-1 0 0,-7 1-1,-2 0 162,9-1-135,0 0 0,0 1-1,0-1 1,0 1-1,0 0 1,0 0 0,0 1-1,1-1 1,-1 1-1,0 0 1,1 0 0,-1 0-1,1 0 1,0 1-1,-1 0 1,1-1 0,0 1-1,1 0 1,-1 0-1,1 1 1,-3 3 0,-5 8 262,2 1 0,0 0 1,-9 28-1,15-39-269,-14 39 540,2 1 0,2 0 0,2 1 1,1 0-1,3 1 0,0 57 0,6-104-603,0 1 1,0 0-1,0-1 0,0 1 0,0-1 0,0 1 0,0-1 0,0 1 0,0-1 0,0 1 0,1 0 0,-1-1 0,0 1 1,0-1-1,1 1 0,-1-1 0,0 0 0,1 1 0,-1-1 0,0 1 0,1-1 0,-1 0 0,1 1 0,-1-1 1,1 0-1,-1 1 0,1-1 0,-1 0 0,1 1 0,-1-1 0,1 0 0,-1 0 0,1 0 0,-1 0 0,1 0 1,-1 0-1,2 1 0,20-5-51,-19 3 48,2-1-44,1 0 1,0 0-1,0-1 1,-1 0-1,0 0 1,0-1-1,0 1 1,0-1-1,0 0 1,8-9-1,2-6-776,20-30 0,-20 28-35,7-10-2264,28-56 1,-44 75 2158,0-1 1,-1 1-1,-1-1 1,0 0-1,-1 0 0,0-1 1,-1 1-1,5-11 6125,0 36-3794,19 69 3179,-5-21-2622,17 88 0,-22-31-1007,-5 1 0,-9 208-1,-3-287-812,-2-1-1,-14 62 0,12-79-98,-2 0 0,0 0-1,-1-1 1,-1 1 0,-22 34 0,27-49-13,0 0 1,0-1-1,0 0 1,-1 0-1,0-1 1,0 1 0,0-1-1,-1 0 1,1 0-1,-1-1 1,-7 4 0,11-6-12,0 0 0,0 0 0,0-1 0,0 1 0,-1-1-1,1 1 1,0-1 0,0 0 0,0 0 0,-1 0 0,1 0 0,0 0 0,0-1 0,-1 1 0,1-1 0,0 1 0,0-1 0,0 0 0,0 1 0,0-1 0,0-1 0,0 1 0,0 0 0,0 0 0,1-1 0,-1 1 0,0-1 0,1 1 0,-1-1 0,1 0 0,0 1 0,-1-1 0,1 0 0,0 0 0,-1-4 0,-4-6-140,1 0 0,1-1 1,0 1-1,1-1 0,0 0 0,-1-22 1,1-85-977,3 92 841,0-8-190,2 0-1,9-54 1,-6 69 123,1 0 0,0 0-1,1 0 1,1 1-1,17-28 1,3 3-1348,1 2-1,45-49 0,-5 15-1563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8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329 150 416,'0'0'11734,"3"-6"-10683,0-1-753,-1 0 0,0 0 0,0 0 0,0 0 0,-1 0 0,1-14 0,-2-4 222,0-25 961,-2 49-1467,0 0 1,0 1-1,0-1 0,0 1 1,0-1-1,0 1 0,-1 0 1,1 0-1,0 0 1,0 0-1,-3 1 0,3-1-13,-38-2 9,-33 1 44,67 2-50,0-1-1,0 1 1,0 0 0,1 1 0,-1-1 0,0 1-1,0 0 1,1 0 0,-7 4 0,4 0 5,1 0 0,-1 1 0,1 0 1,1 0-1,-1 0 0,1 1 0,1 0 0,-1 0 1,1 1-1,1-1 0,-6 15 0,-1 5 308,2 0 0,-8 41 1,9-25 618,2 0 0,-1 84 1,6-125-898,1-1 1,0 1-1,0 0 0,0 0 1,0 0-1,1-1 0,-1 1 1,1 0-1,-1-1 0,1 1 1,0 0-1,0-1 1,0 1-1,1-1 0,-1 1 1,1-1-1,-1 0 0,3 3 1,-1-4-22,0 1 0,0 0 0,1-1 0,-1 0 0,1 0 0,-1 0 0,1 0 0,-1 0 0,1-1 0,-1 1 0,1-1 0,0 0 0,4-1 0,0 0-32,-1 0 0,1 0-1,-1 0 1,1-1 0,-1-1-1,0 1 1,0-1 0,0 0 0,0-1-1,0 0 1,-1 0 0,0 0-1,0-1 1,0 0 0,6-6-1,8-9-629,-1-2-1,29-41 0,-38 49 386,-1 0 1,0 0-1,-2-1 1,1 0 0,-2 0-1,0-1 1,-1 0 0,-1 0-1,0 0 1,-1 0-1,0-1 1,-1-20 0,-2 35 834,0 22 953,-3 375 2875,3-391-4395,-1 1 0,2-1 0,-1 0 0,0 0 0,1 1 0,0-1 0,0 0-1,0 0 1,1 0 0,-1 0 0,4 5 0,-4-7-82,0-1 1,1 1-1,-1-1 0,1 0 1,-1 1-1,1-1 0,0 0 1,0 0-1,-1 0 0,1 0 1,0 0-1,0-1 0,0 1 1,0-1-1,0 1 0,0-1 1,0 1-1,0-1 0,0 0 1,0 0-1,0 0 0,1 0 1,-1-1-1,3 0 0,-2 1-210,0-1 0,0-1 0,0 1 0,0 0 0,0-1 0,0 1 0,0-1 0,0 0 0,0 0 0,-1 0 0,1 0 0,-1-1 0,1 1 0,-1-1 0,0 1 0,0-1 0,0 0 0,0 0 0,-1 0 0,2-3-1,-1 3-31,28-49-6685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8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6675,'0'0'7638,"0"39"-3673,0 252 1256,-1-257-4683,2 0-1,1 0 1,2 0 0,10 42 0,-13-73-535,-1 0-1,1-1 1,0 1-1,0-1 1,0 0-1,1 1 1,-1-1-1,1 0 1,-1 0-1,1 0 1,2 3-1,-4-5-10,0 0 0,0 0-1,1 1 1,-1-1 0,0 0 0,0 0-1,1 0 1,-1 0 0,0 0-1,1 0 1,-1 1 0,0-1-1,0 0 1,1 0 0,-1 0-1,0 0 1,1 0 0,-1 0 0,0 0-1,1 0 1,-1-1 0,0 1-1,0 0 1,1 0 0,-1 0-1,0 0 1,0 0 0,1 0 0,-1 0-1,0-1 1,0 1 0,1 0-1,-1 0 1,8-19-556,-2-30-740,-2 0 0,-4-77 0,1 0-2511,-1 113 3418,1 1 0,1 0-1,0 0 1,0 0-1,2 0 1,4-13-1,-6 21 385,-1 0-1,1 0 1,0 1-1,1-1 1,-1 0-1,1 1 1,-1 0-1,1-1 1,0 1-1,0 0 1,0 1-1,1-1 1,-1 0-1,1 1 1,0 0-1,-1 0 1,1 0-1,0 0 1,0 1 0,7-2-1,-6 2 131,-1 0 0,0 0 0,0 0 0,1 1-1,-1 0 1,0 0 0,1 0 0,-1 0 0,0 1 0,1 0 0,-1 0 0,0 0-1,0 0 1,0 1 0,0-1 0,0 1 0,0 0 0,0 0 0,-1 1 0,1-1-1,3 4 1,1 2 166,-1 1 1,0 0-1,0 1 0,-1 0 0,0 0 0,0 0 1,3 11-1,10 28 564,-2-1 0,-2 2 0,-3 0 0,-1 1 0,5 85 0,-12-108-819,-3-26-726,0-6-368,0-45-5247,-1-11-3094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9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5122,'0'0'7911,"0"6"-6860,14 178 3454,1-28-2359,-13 80-119,4 62-1119,-5-288-917,-1-1-17,0 0-1,1 0 1,1 1 0,-1-1-1,2 0 1,-1-1 0,6 14 0,-7-20-855,-1-5-976,0-16-1968,0-22-2322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09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13894,'0'0'4360,"35"0"-3941,114 0-331,-132 0-89,-3 0-36,1 0 0,-1 0 0,1 1 0,14 4 0,-25-4 27,-1 1-1,1-1 1,-1 1-1,0 0 1,0 0-1,0 0 1,0 0 0,0 1-1,0-1 1,-1 1-1,1 0 1,-1 0 0,1 0-1,-1 0 1,2 5-1,5 7 41,-1 0 0,0 1 0,-1 0 0,6 23 0,13 72 1265,-9-36 467,-16-70-1589,0-1-1,1 0 0,-1 1 1,1-1-1,0 0 0,0 0 1,5 8-1,-6-11-155,0 0 0,0 0 0,1 0 0,-1 0 0,0 0 0,1 0 0,-1 0 0,1-1 0,-1 1 0,1 0 0,-1-1 0,1 1 0,-1-1 0,1 0 0,0 0 0,-1 1 0,1-1 0,0 0 0,-1 0 0,1 0 0,0-1 0,-1 1 0,1 0 0,2-1 0,-1 0-35,-1 0-1,1 0 1,0-1 0,0 1 0,-1-1 0,1 1-1,-1-1 1,0 0 0,1 0 0,-1 0 0,0 0-1,0 0 1,0 0 0,0-1 0,0 1 0,-1-1-1,2-2 1,4-8-275,-1 0-1,6-18 1,-6 16-111,4-14-752,-2 0 0,0 0 0,-2 0 0,3-44 0,-4-56-6579,-5 127 7535,1 2 152,-1 0 0,0-1 1,0 1-1,0 0 0,0 0 0,0-1 1,0 1-1,0 0 0,0-1 0,0 1 0,0 0 1,0 0-1,0-1 0,0 1 0,0 0 1,0-1-1,0 1 0,0 0 0,0-1 0,0 1 1,0 0-1,0 0 0,0-1 0,-1 1 1,1 0-1,0 0 0,0-1 0,0 1 1,0 0-1,-1 0 0,1 0 0,0-1 0,0 1 1,-1 0-1,1 0 0,0 0 0,0 0 1,-1-1-1,1 1 0,0 0 0,0 0 0,-1 0 1,1 0-1,0 0 0,-1 0 0,1 0 1,0 0-1,-1 0 0,1 0 0,0 0 0,0 0 1,-1 0-1,-12 0-790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0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8308,'0'0'10703,"5"38"-8918,-1-3-1339,6 41 809,-2 96 0,-8 95 861,3-268-2218,2-3 7,-1 0 0,0 0 0,0 0 0,0-1-1,-1 1 1,0-1 0,0 0 0,0 0 0,3-9-1,3-4-253,63-136-3935,15-29-5201,-84 177 9415,1 1 0,-1-1 1,1 1-1,8-8 1,-11 12 248,0-1-1,1 1 1,-1 0 0,1 0-1,-1 0 1,1 0 0,-1 0-1,1 0 1,0 1 0,0-1-1,-1 1 1,1-1-1,0 1 1,0-1 0,-1 1-1,1 0 1,0 0 0,0 0-1,0 0 1,3 0 0,-5 1-83,1-1 0,0 0 0,0 0 0,-1 1 1,1-1-1,0 0 0,-1 1 0,1-1 0,0 1 0,-1-1 0,1 1 1,0-1-1,-1 1 0,1-1 0,-1 1 0,1-1 0,-1 1 1,1 0-1,-1-1 0,0 1 0,1 0 0,-1 0 0,1 0 1,9 28 1205,-1 0 1,-1 0 0,7 61-1,0-8-272,-13-72-913,1 8 145,2-1 0,-1 0 0,11 22 0,-14-36-239,1 1-1,-1-1 0,1 0 1,0 1-1,0-1 0,0 0 1,1 0-1,-1 0 0,1-1 1,0 1-1,0-1 0,-1 1 1,2-1-1,-1 0 0,0 0 1,0 0-1,1 0 0,-1-1 0,1 0 1,-1 1-1,7 0 0,-4-1-61,-1 0-1,1-1 0,0 0 0,-1 0 0,1 0 0,0-1 0,-1 0 0,1 0 0,-1 0 1,1-1-1,-1 0 0,11-4 0,-9 1-127,0 0 0,0 0 0,0-1 0,0 0 0,-1 0 0,0-1 0,9-13 0,0-1-479,-2-2-1,0 1 1,-2-2-1,0 0 1,-2 0 0,0 0-1,-2-1 1,-1-1-1,-1 1 1,-1-1-1,-1 0 1,-1-42-1,-2 68 705,0 0 0,0 0 0,0 0 0,0-1 0,0 1-1,0 0 1,-1 0 0,1 0 0,0 0 0,0 0 0,0 0-1,0 0 1,0 0 0,0 0 0,0 0 0,0 0 0,0 0-1,0-1 1,-1 1 0,1 0 0,0 0 0,0 0 0,0 0-1,0 0 1,0 0 0,0 0 0,0 0 0,0 0 0,-1 0 0,1 0-1,0 0 1,0 0 0,0 0 0,0 0 0,0 0 0,0 0-1,0 0 1,-1 0 0,1 1 0,0-1 0,0 0 0,0 0-1,0 0 1,0 0 0,0 0 0,0 0 0,0 0 0,-1 0 250,0 1-222,0-1 0,0 1 1,0-1-1,0 1 1,0 0-1,1-1 1,-1 1-1,0 0 0,0-1 1,0 1-1,1 0 1,-1 0-1,1 0 1,-2 2-1,-8 17 399,0 2 0,2-1 1,1 1-1,-9 39 0,4-13-150,-5 22 95,3 2 0,-7 128-1,16 148 233,6-219-494,0-23-176,-4 121-627,3-224 602,0 0 0,0-1 0,0 1 1,-1 0-1,1-1 0,-1 1 0,0 0 1,0-1-1,0 1 0,0-1 0,0 1 1,-1-1-1,1 0 0,-1 0 0,1 0 1,-1 1-1,0-1 0,0-1 0,0 1 1,0 0-1,0 0 0,0-1 0,0 1 1,-1-1-1,1 0 0,0 0 0,-1 1 1,1-2-1,-1 1 0,0 0 0,1 0 1,-1-1-1,0 0 0,1 1 0,-1-1 1,0 0-1,1 0 0,-4-1 0,-1 0-30,1 0 0,0 0-1,-1 0 1,1-1-1,0 0 1,0-1 0,0 1-1,0-1 1,0 0-1,0-1 1,1 1 0,0-1-1,0 0 1,0-1-1,-5-5 1,2 0 52,1-1 0,0 0-1,0 0 1,1-1 0,1 0 0,0 0-1,0 0 1,1 0 0,-3-20 0,2-1 54,1-1 1,1-52 0,2 70-1,2 0-1,0 1 1,0-1 0,1 0 0,1 1 0,1 0 0,0 0 0,1 0 0,1 0 0,0 1-1,1-1 1,15-23 0,-1 10 3,1 0 0,2 2 0,0 0 0,2 2 0,47-35 0,154-87-2517,-178 117 726,12-9-3834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2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97 4498,'0'0'4146,"0"-32"283,1 29-4399,1 0 0,-1-1 0,1 1 0,0 0 0,-1 0 0,1 0 0,1 0 1,-1 0-1,0 0 0,1 0 0,-1 1 0,1-1 0,5-2 0,-8 5-11,1 0-1,-1-1 0,1 1 1,0 0-1,-1 0 0,1-1 1,-1 1-1,1 0 0,-1 0 1,1-1-1,-1 1 0,1-1 1,-1 1-1,1 0 0,-1-1 1,0 1-1,1-1 0,-1 1 1,0-1-1,1 1 0,-1-1 1,0 1-1,0-1 0,1 0 1,-1 1-1,0-1 0,0 1 1,0-1-1,0 0 0,0 0 1,2-4 382,9 3-218,-10 2-181,0 0 0,0 1 0,1-1 1,-1 0-1,0 0 0,0 1 0,0-1 0,1 0 1,-1 1-1,0-1 0,0 1 0,0 0 1,0-1-1,0 1 0,0 0 0,0 0 0,0 0 1,0 0-1,-1-1 0,1 1 0,0 0 1,0 0-1,-1 1 0,1-1 0,-1 0 0,1 0 1,-1 0-1,1 2 0,1 4 46,0 0-1,-1 0 1,1 15-1,0-7 64,6 103 1078,-7-86-662,0 0 0,3 1-1,0-1 1,16 53 0,-19-82-485,0 0-1,0 0 0,0 0 1,1 0-1,-1-1 0,1 1 0,0 0 1,0-1-1,0 1 0,0-1 1,0 0-1,1 1 0,-1-1 1,1 0-1,-1-1 0,1 1 1,0 0-1,0-1 0,3 2 0,-4-2-36,1-1 0,0 0 0,-1 1 0,1-1 0,0 0-1,0 0 1,-1-1 0,1 1 0,0 0 0,-1-1-1,1 0 1,0 1 0,-1-1 0,1 0 0,-1-1 0,1 1-1,-1 0 1,0-1 0,1 1 0,-1-1 0,0 0-1,0 1 1,3-5 0,8-8-410,0-2-1,-1 0 1,-1 0 0,-1-1-1,0-1 1,11-27 0,-8 13-1300,-1 0 0,-2-1-1,6-35 1,-12 44 1017,-2-1 0,0-34-1,-6 47 2103,3 12-1362,1 0 0,0 0-1,0 0 1,0-1 0,-1 1 0,1 0 0,0 0 0,0 0 0,0 0-1,-1 0 1,1 0 0,0 0 0,0 0 0,-1 0 0,1 0 0,0 0-1,0 0 1,0 0 0,-1 0 0,1 0 0,0 0 0,0 0 0,-1 0-1,1 0 1,0 0 0,0 1 0,0-1 0,-1 0 0,1 0 0,0 0-1,0 0 1,0 0 0,0 0 0,-1 1 0,1-1 0,0 0 0,0 0 0,0 0-1,0 1 1,0-1 0,0 0 0,-1 0 0,1 0 0,0 1 0,0-1-1,-2 7 250,0-1 0,0 1 0,1-1 0,0 1 0,0-1 0,0 1 0,2 12 0,-2 0 189,2 99 1806,22 175 0,2 33-1267,-24-270-973,1 2 42,-7 66 0,4-109-83,-2 1 0,0 0 0,0-1 0,-2 1 0,0-1 0,0 0 0,-1-1 0,-17 28 0,20-38-6,0 1 0,0-1 0,-1 0 0,0 0 0,0 0 0,0 0 0,0-1 0,-1 0 0,1 0 1,-1 0-1,0 0 0,0-1 0,0 1 0,-6 1 0,8-4-7,0 1-1,0-1 1,0 1 0,0-1 0,0 0 0,0 0-1,-1 0 1,1 0 0,0-1 0,0 1-1,0-1 1,0 0 0,0 0 0,0 0 0,0 0-1,0-1 1,1 1 0,-1-1 0,0 0-1,1 1 1,-1-1 0,1 0 0,0 0 0,-1-1-1,1 1 1,-2-3 0,-3-6-91,0 1 1,1-1-1,0-1 0,1 1 1,0-1-1,1 0 1,0 0-1,1-1 0,0 1 1,-1-17-1,0-22-584,2-63 0,2 85 449,-1 12 43,2 0 1,0 1-1,1-1 1,1 0 0,0 1-1,2 0 1,-1 0-1,2 0 1,0 1-1,12-22 1,1 5-889,2 1 0,0 0 0,3 2 0,0 0 0,2 2-1,34-29 1,11-3-6035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2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225 64 5042,'0'0'8676,"-3"-11"-6848,0 4-1429,3 5-311,0 0-1,-1 0 1,1-1 0,-1 1 0,1 0 0,-1 0 0,0 0 0,0 0 0,0 0 0,0 1 0,0-1 0,-1 0-1,1 0 1,0 1 0,-1-1 0,1 1 0,-1-1 0,0 1 0,1-1 0,-1 1 0,0 0 0,0 0 0,0 0 0,0 0-1,0 0 1,0 1 0,0-1 0,0 1 0,0-1 0,-3 0 0,-1 2 46,-1 0 1,1 1 0,-1 0-1,1 0 1,0 0-1,0 0 1,0 1 0,0 0-1,1 1 1,-1-1-1,1 1 1,-1 0 0,1 0-1,1 0 1,-1 1-1,-7 10 1,3-5-10,1 0 0,0 1 0,1 0 1,1 1-1,-1 0 0,2 0 0,-7 20 0,10-26-118,0 1 0,1-1 0,0 1-1,-1 10 1,2-15-32,0-1 0,0 1 1,0-1-1,1 0 0,-1 1 0,0-1 0,0 0 0,1 1 1,-1-1-1,1 0 0,-1 1 0,1-1 0,0 0 0,-1 0 0,1 0 1,0 1-1,0-1 0,0 0 0,0 0 0,0 0 0,0 0 1,0-1-1,0 1 0,0 0 0,0 0 0,0-1 0,1 1 1,-1 0-1,0-1 0,2 1 0,15 3-684,0-2 0,31 1 0,-31-2 302,0 0 1,0 1-1,34 9 0,-37-6 387,0 2 0,0 0 0,0 1 1,-1 0-1,0 1 0,-1 0 0,0 1 0,-1 1 0,0 0 0,0 1 0,-1 0 0,-1 1 0,0 0 0,-1 0 0,13 24 0,-10-12 170,0 0-1,-2 0 1,-1 1-1,-1 0 1,-1 1 0,-1 0-1,-2 0 1,3 42-1,-7-47 115,0 0 0,-1 0 0,-1 0 0,-1 0 0,-10 35 0,9-46-195,0 0 1,0-1-1,-1 0 1,0 0-1,0 0 1,-1 0-1,-1-1 1,0 0-1,0-1 1,0 1-1,-1-1 0,-16 12 1,20-17-59,0 0 0,-1-1-1,1 1 1,-1-1 0,1 0 0,-1 0 0,0-1-1,1 1 1,-1-1 0,0 0 0,-6 0 0,9-1-11,-1 0 1,0 0-1,1 0 0,-1 0 1,1-1-1,-1 1 1,1-1-1,-1 0 1,1 0-1,-1 0 1,1 0-1,0 0 1,-1 0-1,1-1 1,0 1-1,0-1 1,0 1-1,0-1 1,0 0-1,1 0 1,-1 0-1,0 0 1,-1-3-1,-2-5-38,0 0-1,0-1 0,1 0 1,1 0-1,0 0 1,1 0-1,0 0 0,-1-14 1,0-16-518,4-43 0,0 68 239,1 0-1,1-1 1,0 1 0,1 0 0,1 1-1,0-1 1,1 1 0,1 0-1,0 0 1,1 0 0,1 1-1,0 1 1,1 0 0,14-16-1,36-32-2715,3 9-1764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3.3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111 123 9508,'0'0'6905,"4"-11"-5942,12-35 16,-16 46-967,-1 0 0,1 0 0,0 0 0,0 1 0,0-1 0,-1 0 0,1 0-1,0 0 1,0 0 0,-1 0 0,1 0 0,0 0 0,0 0 0,-1 0 0,1 0 0,0 0 0,0 0 0,-1 0 0,1 0 0,0 0-1,0 0 1,-1 0 0,1 0 0,0 0 0,0 0 0,-1 0 0,1 0 0,0-1 0,0 1 0,0 0 0,-1 0 0,1 0-1,0 0 1,0 0 0,0-1 0,-1 1 0,1 0 0,0 0 0,0 0 0,0-1 0,0 1 0,0 0 0,-1 0 0,1-1 0,0 1-1,0 0 1,0 0 0,0-1 0,0 1 0,0 0 0,0 0 0,0-1 0,0 1 0,0 0 0,0 0 0,0-1 0,0 1 0,0 0-1,0 0 1,0-1 0,1 1 0,-1 0 0,0-1 0,-5 5 41,1-1 0,0 1 1,-1 0-1,2 0 0,-1 1 0,0-1 0,1 1 1,0-1-1,0 1 0,0 0 0,-3 9 0,-4 10 211,-7 32 0,14-44-149,-11 41 460,3 1 0,3 1 0,2 0 0,1 66 1,4-119-565,1 0 0,0 0 0,0 0 0,0 0 1,1 0-1,-1 0 0,0 0 0,1 0 0,-1 0 1,1 0-1,0-1 0,0 1 0,0 0 0,0 0 1,0 0-1,0-1 0,0 1 0,0-1 0,1 1 0,2 2 1,-2-3-13,-1-1 0,1 1 1,0 0-1,0-1 1,0 0-1,0 1 1,0-1-1,0 0 0,0 0 1,0 0-1,0 0 1,0 0-1,0-1 0,0 1 1,-1-1-1,1 1 1,0-1-1,0 0 0,0 1 1,0-1-1,-1 0 1,3-2-1,3-1-16,-1 0-1,-1-1 1,1 1-1,-1-1 1,1-1 0,-2 1-1,8-10 1,1-4-247,14-26 0,-9 12-672,-2-1-1,-1-1 1,10-36 0,-20 53-72,-1-1-1,0 1 1,-1 0 0,-1-1 0,-1 0 0,-1 1-1,0-1 1,-5-25 0,3 36 370,0 0 0,0 0 0,-1 0 0,0 0 0,-4-8-1,-27-36-3029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3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101 173 624,'-5'-11'1273,"1"0"0,0-1 0,1 1-1,0-1 1,1 1 0,0-1 0,1 0-1,0 0 1,1 0 0,1-16 0,-1 3 659,0 25-1883,0 0 0,0-1 0,0 1 0,0 0 0,0 0-1,0 0 1,-1-1 0,1 1 0,0 0 0,0 0 0,0 0 0,0 0 0,0 0 0,-1 0 0,1-1 0,0 1 0,0 0 0,0 0-1,-1 0 1,1 0 0,0 0 0,0 0 0,0 0 0,-1 0 0,1 0 0,0 0 0,0 0 0,0 0 0,-1 0 0,1 0 0,0 0-1,0 0 1,-1 0 0,1 0 0,0 0 0,0 0 0,0 0 0,0 0 0,-1 1 0,0-1 206,0 0-217,0 0 1,1 0-1,-1 1 1,0-1-1,0 0 1,0 0-1,1 1 1,-1-1-1,0 0 1,0 1-1,1-1 1,-1 1-1,0-1 0,1 1 1,-1 0-1,1-1 1,-1 1-1,1-1 1,-1 1-1,0 1 1,-6 14 141,0 0 1,1 0-1,1 0 1,-5 29-1,9-41-138,-6 33 522,2-1 0,0 75 0,4-99-448,2 0 1,-1 1-1,2-1 0,0 0 1,0 0-1,1-1 0,8 23 1,-8-28-106,1 0 1,-1-1-1,1 1 1,0-1-1,0 1 1,0-1-1,1-1 1,0 1-1,0 0 1,0-1-1,1 0 1,-1-1-1,1 1 1,0-1 0,10 4-1,2-1-72,1-1 0,0-1 1,1-1-1,-1 0 0,0-2 0,1 0 0,-1-1 0,1-1 1,19-4-1,4-6-289,-38 9 272,0 0 0,0 1 0,1-1-1,-1 1 1,1 0 0,-1 1 0,1-1 0,-1 1 0,1 0 0,10 2 0,-14-2 69,-1 1-1,1-1 0,0 1 0,-1 0 1,1 0-1,-1-1 0,1 1 1,-1 0-1,1 0 0,-1 1 1,0-1-1,0 0 0,1 0 1,-1 1-1,0-1 0,0 1 0,0-1 1,0 1-1,0 1 0,10 34 18,-9-28-6,4 31 335,-1 0-1,-3 0 1,-3 67 0,0-8 301,2-112-1284,0 1 1,1 0-1,5-16 0,1-8-1413,3-32-3325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4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0 8564,'0'0'7566,"-29"10"-6784,-92 37-11,116-45-688,1 1 0,-1-1 0,1 1-1,0-1 1,0 1 0,0 0 0,0 1 0,0-1 0,1 1 0,0-1 0,-1 1 0,1 0 0,1 0 0,-1 1 0,1-1 0,-1 0-1,1 1 1,0 0 0,1-1 0,-1 1 0,0 6 0,0-4 19,-1 4 47,1 1 0,0 0 0,1 0 0,0 0 0,2 13 0,-1-23-148,0-1 0,0 0 1,0 0-1,0 0 0,0 1 1,0-1-1,1 0 0,-1 0 1,1 0-1,-1 0 1,1 0-1,-1 0 0,1 0 1,-1 0-1,1 0 0,0 0 1,0 0-1,-1 0 0,1 0 1,0 0-1,0 0 0,0-1 1,0 1-1,0 0 0,0-1 1,0 1-1,0-1 0,2 1 1,2 0-21,0 0 0,-1 0 0,1-1-1,0 0 1,9 0 0,1-1-44,-10 1 56,-1 0 0,0-1 0,1 0 0,-1 0 0,1 0-1,-1 0 1,0 0 0,0-1 0,0 0 0,0 0 0,0 0 0,0 0 0,0-1 0,-1 0 0,1 1 0,4-6 0,9-6-150,-14 12 119,-1 0 0,1 0 0,0 1 0,0-1 0,0 1 0,0 0 0,1 0 0,-1 0 0,0 0 0,0 0 0,1 1 0,-1 0 0,0-1 0,1 1 0,-1 0 0,0 1 0,1-1 0,-1 1 0,0-1 0,1 1 0,-1 0 0,0 0 0,0 0 0,0 1 1,0-1-1,0 1 0,0 0 0,0-1 0,-1 1 0,1 1 0,-1-1 0,1 0 0,-1 1 0,4 4 0,1 5 101,0 0 0,-1 0-1,-1 1 1,0 0 0,-1 0 0,0 0-1,-1 1 1,3 26 0,-2 13 676,-3 52 0,-2-58-456,2-23-32,-2 0 0,0 0 0,-2 0-1,-1 0 1,-6 23 0,8-42-232,1 1 0,-1-1 0,0 1 0,-1-1 0,1 0 0,-1 0 0,0 0 0,-1 0 0,1-1 0,-1 1 0,0-1 0,0 0 0,0 0 0,0 0 0,-1-1 0,0 0-1,0 0 1,0 0 0,0 0 0,0 0 0,0-1 0,-1 0 0,1-1 0,-1 1 0,1-1 0,-12 1 0,12-1-73,-3 0-197,-1-1 1,0 1 0,-12-2 0,19 0 101,-1 1-1,1-1 1,-1 1-1,1-1 1,-1 0-1,1 0 1,0 0-1,-1 0 1,1 0-1,0-1 1,0 1-1,0-1 1,0 1-1,0-1 1,0 0-1,-2-3 1,-1-3-649,1 1 0,1-1 0,-1 0 0,1 0 0,1 0 0,-1-1 0,1 1 0,1-1 0,-2-15 0,2-40-6773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4.6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7171,'0'0'9138,"0"31"-7252,1 103-147,0-111-1176,1 0 0,7 35 0,-6-48-346,0 0 1,0-1-1,1 1 0,0-1 0,1 0 1,7 11-1,-10-18-212,0 0 1,-1 0-1,1 0 1,0 0-1,0 0 0,0-1 1,0 1-1,0 0 1,0-1-1,0 0 0,1 0 1,-1 1-1,0-1 1,1-1-1,-1 1 0,1 0 1,-1 0-1,1-1 0,-1 0 1,1 1-1,0-1 1,-1 0-1,1 0 0,-1-1 1,1 1-1,0 0 1,-1-1-1,1 0 0,-1 1 1,1-1-1,-1 0 1,0 0-1,1-1 0,-1 1 1,0 0-1,0-1 1,0 1-1,0-1 0,0 0 1,0 0-1,0 0 1,2-3-1,8-13-558,-1-1 1,0 0-1,-1-1 1,-2 0-1,0 0 1,-1-1-1,-1 0 1,6-39-1,-10 45-145,0 0 0,-1 0 0,-1 0 0,-1 0 0,-2-15 0,3 29 709,0 0 0,0 1 0,-1-1 1,1 0-1,0 1 0,-1-1 1,1 0-1,-1 1 0,1-1 1,-1 1-1,1-1 0,-1 0 1,1 1-1,-1-1 0,0 1 1,1 0-1,-1-1 0,0 1 1,1 0-1,-1-1 0,0 1 1,0 0-1,1 0 0,-1-1 1,0 1-1,0 0 0,1 0 1,-1 0-1,0 0 0,0 0 1,1 0-1,-1 0 0,0 0 0,0 1 1,-1-1-1,-2 0 163,2 13-362,2-3-2795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5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12038,'0'0'5421,"1"28"-3503,8 197 1595,-8-129-2133,-2-41-433,8 55 0,-3-96-856,-3-14-90,-1 0 0,0 1-1,0-1 1,0 0 0,1 0 0,-1 0-1,0 1 1,0-1 0,1 0 0,-1 0 0,0 0-1,0 0 1,1 0 0,-1 0 0,0 0 0,1 0-1,-1 0 1,0 0 0,0 0 0,1 0-1,-1 0 1,0 0 0,0 0 0,1 0 0,-1 0-1,0 0 1,1 0 0,-1 0 0,2-1-11,0-1 1,-1 1-1,1 0 0,-1-1 1,0 1-1,1-1 1,-1 1-1,0-1 1,0 0-1,0 1 0,0-1 1,1-2-1,22-52-1657,24-88 0,1-2-3616,-47 139 4859,19-39-1512,-20 44 1915,1 0 1,-1 0-1,0 0 1,0 1 0,1-1-1,-1 0 1,1 1-1,-1-1 1,1 1-1,0 0 1,0-1-1,0 1 1,0 0-1,-1 0 1,1 0 0,1 0-1,-1 0 1,0 1-1,3-1 1,-4 1 83,0-1 1,0 1 0,1 1 0,-1-1-1,0 0 1,1 0 0,-1 0-1,0 1 1,0-1 0,0 0-1,1 1 1,-1-1 0,0 1-1,0 0 1,0-1 0,0 1 0,0 0-1,0 0 1,1 1 0,15 24 893,-14-21-803,20 46 1132,-2 0 1,-3 2-1,16 69 1,12 37-313,-43-152-939,-1-1-1,1 0 1,0 0-1,0 0 1,7 9 0,-9-14-72,0 0 0,-1-1 0,1 1 0,0 0 0,-1 0 0,1-1 0,0 1 0,0-1 0,0 1 0,0-1 0,-1 1 0,1-1 0,0 1 0,0-1 0,0 0 0,0 1 0,0-1 0,2 0 0,-2 0-82,0-1 0,0 1-1,0 0 1,0-1 0,0 1 0,0-1-1,0 0 1,0 1 0,0-1 0,0 0-1,0 1 1,0-1 0,-1 0-1,1 0 1,0 0 0,-1 0 0,1 0-1,-1 0 1,1 0 0,-1 0-1,1-2 1,3-7-1332,0-1 0,-1 0 1,0 0-1,-1-1 0,1-21 0,-2-21-8492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5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281 86 9780,'0'0'3399,"2"-5"-3054,0 0-114,-1 4-26,0-1 1,0 0-1,0 0 1,-1 1-1,1-1 1,-1 0-1,1 0 1,-1 0-1,0 0 1,0-3 1002,-2 2-1173,0-1 0,-1 0 0,0 1 0,0 0 0,0 0 0,0 0 0,-1 0 0,1 0 0,-7-4 0,4 4 90,0 1 0,-1-1 0,1 1 0,0 1 0,-1-1-1,1 1 1,-1 0 0,0 0 0,1 1 0,-1 0 0,-10 1 0,-2-1 89,16 1-151,0-1 0,1 1-1,-1 0 1,0 0 0,1 0 0,-1 0 0,1 0 0,0 0 0,-1 1 0,1-1 0,0 1-1,0 0 1,0 0 0,0 0 0,0 0 0,0 0 0,0 0 0,-2 4 0,-4 7 195,0 0 1,-6 15-1,13-27-219,-12 28 417,1 0 0,2 1 0,1 0 0,1 1 1,2-1-1,1 1 0,1 1 0,1 40 1,3-71-457,0-1 0,-1 0 1,1 1-1,0-1 1,0 0-1,0 1 1,1-1-1,-1 0 1,0 1-1,0-1 1,0 0-1,0 1 1,0-1-1,0 0 1,0 0-1,0 1 1,1-1-1,-1 0 1,0 1-1,0-1 1,0 0-1,1 0 1,-1 1-1,0-1 0,0 0 1,1 0-1,-1 0 1,0 1-1,0-1 1,1 0-1,-1 0 1,0 0-1,1 0 1,-1 0-1,0 0 1,1 0-1,-1 1 1,0-1-1,1 0 1,0 0-1,13-5-62,-6 2 11,-1-1 0,0-1 1,0 1-1,-1-1 0,1 0 0,-1-1 1,7-7-1,38-48-679,-33 36 310,-15 21 352,53-70-1955,-48 63 1633,0-1 1,-2 0-1,1-1 1,6-18-1,-14 40 914,0 1 1,1-1-1,1 17 0,1 7 2,-2-8-151,1 0-1,2 0 1,9 41 0,-9-52-314,2 0 1,0 0-1,0 0 0,2 0 1,-1-1-1,2 0 1,13 18-1,-18-28-65,-1 1 1,1-1-1,0 0 1,0 0-1,1 0 0,-1-1 1,0 1-1,1-1 1,0 0-1,-1 0 0,1 0 1,0 0-1,0-1 1,6 2-1,-7-3-31,1 1 0,-1-1 1,0 0-1,0 0 0,0 0 0,1-1 1,-1 1-1,0-1 0,0 0 0,0 0 0,0 0 1,0 0-1,0 0 0,0-1 0,0 1 1,0-1-1,-1 0 0,1 1 0,4-6 0,3-2-528,-1-1 0,0-1 0,-1 1 0,0-1-1,10-19 1,12-35-4912,-10 5-3041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6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8 6707,'0'0'10744,"-4"-5"-10020,4 5-716,0 0 0,0 0 0,0 0 0,0 0 0,0 0 0,0 0 0,0 0 0,0 0 0,0 0 0,0 0 0,0 1 0,0-1 0,-1 0 0,1 0 0,0 0 0,0 0 0,0 0 0,0 0 0,0 0 0,0 0 0,0 0 0,0 0 0,0 0 0,0 0 0,0 0 0,-1 0 0,1 0 0,0 0 0,0 0 0,0 0 0,0 0 0,0 0 0,0 0 0,0-1 0,0 1 0,0 0-1,0 0 1,0 0 0,-1 0 0,1 0 0,0 0 0,0 0 0,0 0 0,0 0 0,0 0 0,0 0 0,0 0 0,0 0 0,0 0 0,0-1 0,0 1 0,0 0 0,0 0 0,0 0 0,0 0 0,0 0 0,0 0 0,0 0 0,0 0 0,0 0 0,0 0 0,0-1 0,0 1 0,0 0 0,0 0 0,0 0 0,0 0 0,7 333 3289,-17 271-869,9-603-2430,1 1 0,0-1 0,0 0 0,0 1 0,0-1 0,0 0 0,1 1 0,-1-1 0,0 0 0,1 1 0,-1-1 0,1 0 0,-1 1 0,1-1 0,-1 0 0,1 0 0,0 0 0,0 1 0,1 0 0,0-1-18,-1 0 0,1-1 1,-1 0-1,1 1 0,-1-1 0,1 0 1,0 0-1,-1 0 0,1 0 0,-1 0 1,1 0-1,0 0 0,-1 0 0,1-1 1,-1 1-1,3-2 0,0 1-64,-1 0 1,0-1-1,1 0 1,-1 1-1,0-1 1,0 0-1,0-1 1,0 1-1,0-1 1,0 1-1,-1-1 1,1 0-1,2-4 1,4-6-636,13-28-1,-12 23 164,0-3-197,0 0 0,-2 0 0,0-1 0,-1 0 0,-1-1 0,4-36 0,-5-26 4461,-6 134-1866,0 42-115,2-81-1543,0 1 0,1-1 0,0 1 1,0-1-1,1 0 0,5 12 0,-7-20-210,0 0-1,0 0 1,0 0 0,1 0 0,-1 0 0,1-1-1,-1 1 1,1 0 0,-1-1 0,1 0 0,0 1-1,0-1 1,0 0 0,0 0 0,0 1 0,0-2-1,0 1 1,0 0 0,0 0 0,0-1 0,0 1-1,1-1 1,-1 1 0,0-1 0,0 0 0,1 0-1,-1 0 1,0 0 0,0-1 0,1 1 0,-1-1 0,0 1-1,0-1 1,3-1 0,7-2-950,1-1 1,-1-1-1,0 0 1,15-11-1,-22 13 320,35-20-4109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6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268 120 2897,'0'0'9831,"1"-6"-9441,-1 2-372,1 2 43,-1-1 0,0 0 0,0 0 0,0 0 0,0 0 0,0 0 1,0 0-1,-1 1 0,1-1 0,-1 0 0,0 0 0,0 0 0,0 1 1,0-1-1,0 0 0,-1 1 0,1-1 0,-4-3 0,0 1 161,0 0-1,0 0 1,0 1-1,0 0 0,-1 0 1,0 0-1,0 1 1,0 0-1,0 0 1,0 0-1,-1 1 0,1 0 1,-1 0-1,1 1 1,-1-1-1,0 1 1,0 1-1,0 0 0,1 0 1,-1 0-1,0 0 1,-8 3-1,13-2-176,0 0-1,0 0 0,0 0 1,0 0-1,0 1 1,0-1-1,0 1 0,1-1 1,-1 1-1,1 0 1,-1 0-1,1-1 1,-2 5-1,-16 30 359,13-24-169,-3 8 171,1 1-1,1-1 1,1 2-1,0-1 1,-3 35-1,1 111 1537,8-166-1927,-1 1 1,1 0-1,0-1 0,0 1 1,0-1-1,1 1 1,-1 0-1,0-1 0,0 1 1,1-1-1,-1 1 1,1-1-1,0 1 1,-1-1-1,1 1 0,0-1 1,0 1-1,0-1 1,0 0-1,0 0 0,2 2 1,0-2-12,-1 0-1,0 0 1,1-1 0,0 1-1,-1-1 1,1 1 0,-1-1-1,1 0 1,-1 0 0,1 0 0,-1-1-1,1 1 1,3-2 0,0 1-20,-1 0 1,0-1 0,1 0 0,-1 0 0,0 0-1,0-1 1,0 1 0,0-1 0,-1 0-1,1-1 1,4-4 0,4-5-346,24-30-1,-23 26 5,11-13-1159,-2 0 0,-1-1 1,33-64-1,-54 92 1437,1 0 0,-1 0 1,0 0-1,0 0 0,0 1 0,0-1 1,-1-1-1,1-4 0,-1 7 891,0 6 627,0 369 4416,0-365-5814,1 22 100,-1-30-144,0 0 0,0 0 0,0 0 0,1 0-1,-1 0 1,0-1 0,0 1 0,1 0 0,-1 0 0,1 0 0,-1-1 0,1 1 0,-1 0 0,1 0 0,-1-1 0,1 1 0,-1-1 0,1 1 0,0 0 0,0-1 0,-1 1 0,1-1 0,0 0 0,0 1-1,-1-1 1,1 1 0,2-1 0,-2 0-34,0 0 0,0 0 0,0 0 0,0-1 0,0 1 0,1 0 0,-1-1 0,0 1 1,0 0-1,0-1 0,0 0 0,0 1 0,0-1 0,0 1 0,-1-1 0,1 0 0,0 0 0,0 0 0,0 0 0,-1 1 0,1-1 0,0 0 0,-1 0 0,1 0 0,0-2 0,12-29-1172,-11 27 892,7-21-3927,8-45 0,-9 15-3969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5:17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17784,'0'0'2988,"0"31"-603,0 189 790,0-206-2957,2 44 577,-1-55-766,-1 0 1,1 0-1,-1 0 1,1 0-1,0 0 0,0 0 1,0-1-1,0 1 1,1 0-1,-1 0 0,1-1 1,0 1-1,0-1 1,4 5-1,-5-6-40,0-1 1,0 1-1,0-1 0,0 1 1,0-1-1,0 0 0,0 1 1,1-1-1,-1 0 0,0 0 1,0 0-1,0 0 0,0 0 1,1 0-1,-1 0 0,0 0 1,0 0-1,0-1 0,0 1 1,0 0-1,1-1 0,-1 1 1,0-1-1,0 1 0,0-1 1,0 1-1,0-1 0,0 0 1,-1 0-1,3-1 0,10-15-244,-1-1 0,-1 0 0,0-1 0,-2 0 0,10-24 0,4-8-656,-15 35 655,1-3-819,1 0 0,16-23 0,-24 39 909,1-1-1,-1 1 0,1 0 0,0 0 0,0 0 1,0 0-1,0 1 0,0-1 0,1 1 0,-1 0 1,1-1-1,-1 2 0,1-1 0,0 0 1,0 1-1,0 0 0,8-2 0,-11 3 217,1 0 0,0 0 0,0 0 0,-1 0 1,1 1-1,0-1 0,-1 0 0,1 1 0,0 0 0,-1-1 0,1 1 0,-1 0 0,1 0 0,-1-1 0,1 1 0,-1 0 1,0 1-1,1-1 0,-1 0 0,0 0 0,0 0 0,0 1 0,0-1 0,0 1 0,0-1 0,0 1 0,0-1 0,0 3 1,2 5 251,0-1 1,-1 1 0,-1-1 0,2 13 0,-2-13-194,12 260 3132,-11-129-2587,-2-129-633,0-9-28,0 1 0,0 0 0,0-1 0,0 1 1,0-1-1,0 1 0,0-1 0,0 1 0,1-1 0,-1 1 0,1-1 1,-1 1-1,1-1 0,0 1 0,-1-1 0,2 2 0,-2-3-3,0 0 1,1 0-1,-1 0 0,0 0 0,0 0 0,0 0 0,0 0 0,0 0 0,0 0 1,0 0-1,0 0 0,1 0 0,-1 0 0,0 0 0,0 0 0,0 0 0,0 0 1,0 0-1,0 0 0,0 0 0,0 0 0,1 0 0,-1 0 0,0 0 1,0 0-1,0 0 0,0 0 0,0 0 0,0 0 0,0 0 0,0 0 0,0 0 1,0 0-1,0-1 0,1 1 0,-1 0 0,0 0 0,0 0 0,0 0 0,0 0 1,0 0-1,0 0 0,0 0 0,0 0 0,0-1 0,0 1 0,0 0 0,0 0 1,0 0-1,0 0 0,0 0 0,0 0 0,0 0 0,0 0 0,0-1 1,0 1-1,0 0 0,0 0 0,0 0 0,1-9-964,0 0 1,0 0-1,-1-16 0,0 13-291,0-37-5759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0 3330,'0'0'5370,"6"0"-4268,19 0 170,-19 0 3576,-17 1-4648,9 0-177,0-1 1,0 1-1,0 0 1,0 0-1,0 0 1,0 0-1,1 1 0,-1-1 1,0 0-1,0 1 1,1-1-1,-1 1 0,1 0 1,-3 3-1,-21 34 43,12-17 21,-38 60 18,-52 117 1,50-92 105,33-70-144,-210 451 752,227-480-952,-2 1-178,2 1-1,0-1 1,0 1 0,-3 19 0,7-36-694,0-1 0,0 1 0,1 0 1,0 0-1,0-1 0,1 1 0,5-10 0,15-30-7201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6035,'0'0'6635,"2"-1"-6219,3-1-95,1 0 0,-1 1 0,1 0 0,9 0 0,-13 0-237,0 1 0,0 0 0,0 0 1,0 0-1,1 0 0,-1 0 0,0 1 0,0-1 0,0 0 0,0 1 0,0 0 0,0-1 0,0 1 0,0 0 0,-1 0 1,1 0-1,2 2 0,4 8 8,-1 1 1,0 0-1,0 0 1,-2 0-1,0 1 1,0 0-1,-1 0 1,5 24-1,8 117 82,-14-104-70,86 661 3329,-86-690-3355,30 134 552,-28-138-566,0 0 1,1 0-1,1-1 0,1 0 0,0-1 1,18 25-1,-7-19-17,-18-20-70,0 0 0,0-1 0,0 1 0,0 0 0,0 0 0,0-1 0,0 1 0,0-1 0,0 1 0,1-1 0,-1 1 0,0-1 0,0 0 1,0 0-1,1 1 0,-1-1 0,0 0 0,2 0 0,-2 0-14,-1-1 1,0 1 0,0 0 0,1 0 0,-1 0-1,0 0 1,0 0 0,0-1 0,1 1 0,-1 0 0,0 0-1,0 0 1,0 0 0,0-1 0,1 1 0,-1 0 0,0 0-1,0-1 1,0 1 0,0 0 0,0 0 0,0-1 0,0 1-1,0 0 1,0 0 0,0-1 0,1 1 0,-1 0 0,-1-1-1,1 1 1,0 0 0,0 0 0,0-1 0,1-5-531,0 0 0,-1 0 0,0 0 0,0-1 0,0 1 1,-1 0-1,0 0 0,0 0 0,0 0 0,-1 0 0,0 0 0,0 1 1,-1-1-1,1 0 0,-1 1 0,-7-10 0,-30-26-7090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13334,'0'0'2145,"177"0"-688,-94 0-897,4 0-560,-7-3-32,-10-3-1137,-13 0-3121,-23-6-4994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3426,'0'0'7195,"1"-5"-6355,4-9 928,-4 27 733,-1 6-2680,11 888 5649,-12-589-5009,1-312-475,1 22 114,-1-28-109,0 1 0,0-1 0,0 1 0,0 0 0,0-1 0,0 1 0,1 0 0,-1-1 0,0 1 0,0 0 1,1-1-1,-1 1 0,0-1 0,1 1 0,-1-1 0,0 1 0,1-1 0,-1 1 0,1-1 0,-1 1 0,1-1 0,-1 1 0,1-1 0,0 0 0,-1 1 0,1-1 0,-1 0 0,1 0 1,0 1-1,-1-1 0,2 0 0,-2 0 9,0 0-21,0 0-1,0 0 1,1 0 0,-1 0 0,0 0 0,0 0 0,1 0 0,-1 0-1,0-1 1,0 1 0,0 0 0,1 0 0,-1 0 0,0 0 0,0 0-1,0-1 1,1 1 0,-1 0 0,0 0 0,0 0 0,0-1 0,0 1-1,0 0 1,0 0 0,1 0 0,-1-1 0,0 1 0,0 0 0,0 0-1,0-1 1,0 1 0,0 0 0,0 0 0,0 0 0,0-1 0,0 1-1,0 0 1,0 0 0,0-1 0,2-26-2894,-2-50 0,-1 28-729,1-17-2068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3378,'0'0'7680,"32"-12"-6620,-32 12-1060,137-48 659,-129 45-605,-1 1 1,1 1-1,0-1 1,0 1-1,0 0 1,0 1-1,0 0 1,0 0 0,9 2-1,-9 1 15,0-1-1,-1 1 0,1 0 1,-1 1-1,14 8 1,-13-8-22,8 6 105,-1 0 0,0 1-1,0 1 1,-1 0 0,0 1 0,-1 0 0,-1 1 0,0 1 0,-1 0 0,0 0 0,-2 1 0,0 1 0,0-1 0,-1 1 0,-2 1 0,1 0 0,-2-1 0,-1 2 0,0-1-1,2 28 1,-3-13 73,-2 0-1,-1 0 1,-1-1-1,-2 1 1,-1 0-1,-2-1 0,-15 48 1,3-31 48,-2 0 0,-3-2 0,-47 75 1,51-93-246,-2-2 0,-1 0 0,-1-1 0,-1-1 0,-1-1 0,-46 33 0,68-54-134,0-1 0,-1 1 0,1-1 1,-1 0-1,0 0 0,1-1 1,-1 1-1,0-1 0,0 1 1,0-1-1,0 0 0,-5 0 1,9-1 105,-1 0-29,1 0 1,0 0-1,0 0 1,0 0-1,0 0 1,-1 0-1,1 0 1,0 0 0,0 0-1,0 0 1,0 0-1,-1 0 1,1 0-1,0 0 1,0-1 0,0 1-1,0 0 1,0 0-1,-1 0 1,1 0-1,0 0 1,0 0-1,0 0 1,0 0 0,0-1-1,0 1 1,-1 0-1,1 0 1,0 0-1,0 0 1,0 0 0,0-1-1,0 1 1,0 0-1,0 0 1,0 0-1,0 0 1,0-1-1,0 1 1,0 0 0,0 0-1,0 0 1,0 0-1,0-1 1,0 1-1,0 0 1,0-85-6837,0 12-1453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5507,'0'0'6325,"10"-1"-5607,33-2-107,-42 3-592,0 0 0,0 1 0,-1-1 0,1 0 0,0 0 0,0 1 1,-1-1-1,1 0 0,0 1 0,0-1 0,-1 0 0,1 1 0,0-1 1,-1 1-1,1 0 0,-1-1 0,1 1 0,-1-1 0,1 1 0,-1 0 1,1-1-1,-1 1 0,1 0 0,-1 0 0,0-1 0,1 1 0,-1 0 0,0 0 1,0-1-1,0 1 0,0 0 0,0 0 0,0 0 0,0-1 0,0 1 1,0 0-1,0 0 0,0 0 0,0 0 0,-1 0 0,1 4 122,2 218 2246,-3-109-1585,-14 311 2011,0 7-768,15-427-2037,2 23 80,-2-28-93,0 1 1,0-1-1,1 1 1,-1-1-1,0 1 1,0-1-1,0 1 0,1-1 1,-1 1-1,0-1 1,1 1-1,-1-1 0,0 0 1,1 1-1,-1-1 1,1 0-1,-1 1 1,1-1-1,-1 0 0,0 1 1,1-1-1,-1 0 1,1 0-1,-1 0 1,1 1-1,-1-1 0,1 0 1,0 0-1,-1 0 1,1 0-1,-1 0 0,1 0 1,-1 0-1,1 0 1,-1 0-1,1 0 1,-1 0-1,1-1 0,-1 1 1,1 0-1,0-1 1,0 1-32,0 0 1,0-1 0,-1 1 0,1-1-1,0 1 1,0-1 0,0 0 0,-1 1-1,1-1 1,0 0 0,-1 1-1,1-1 1,0 0 0,-1 0 0,1 0-1,-1 0 1,1-1 0,4-9-631,-1-1 1,0 1 0,-1-1-1,0 0 1,-1 0-1,1-16 1,0-43-5301,-3-1-2299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12822,'0'0'3983,"37"-14"-3847,124-41-19,-154 53-110,1 0-1,0 0 0,-1 1 0,1 0 0,0 0 0,0 1 0,0 0 0,0 0 0,13 3 0,-14-1 2,-1 1 0,1 0 1,-1 0-1,1 0 0,-1 1 0,10 7 0,-4-3 11,5 3 18,-1 1 0,0 1 1,-1 0-1,0 1 1,-1 0-1,-1 1 1,14 20-1,-19-22-17,0 1 0,-1-1 0,-1 1 0,0 0 0,-1 1 1,-1-1-1,0 1 0,0 0 0,-2 0 0,1 18 0,0-5 106,-2 0 0,-1 1 0,-2-1 0,0 0 0,-2 0 0,-1 0 0,-17 51 0,-5-10 452,-68 125-1,69-150-476,-3-1 0,-1-1-1,-58 61 1,80-94-195,-19 16 274,26-24-250,0 0-1,-1 0 1,1 0 0,0-1-1,-1 1 1,1 0 0,-1-1-1,1 1 1,0-1 0,-1 1 0,1-1-1,-1 0 1,1 0 0,-1 0-1,0 0 1,1 0 0,-1 0-1,1 0 1,-3-1 0,1-7-829,3-125-7740,6 70 1041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9204,'0'0'7268,"3"27"-6305,2 0-702,1 15 300,-1 1 0,-2 62 1,-29 178 1266,1-50-650,20 42-172,5-257-964,0 0 0,2-1 1,0 1-1,0-1 0,2 1 0,8 26 1,-9-38-48,-1 0 1,1-1 0,0 1 0,1 0 0,-1-1 0,1 0-1,0 0 1,0 0 0,1-1 0,-1 1 0,1-1 0,0 0-1,0 0 1,1-1 0,-1 1 0,1-1 0,0 0 0,-1-1-1,1 0 1,11 3 0,-8-2-157,0-2 0,0 1-1,0-1 1,0 0 0,0-1 0,0 0 0,-1-1-1,1 0 1,0 0 0,0-1 0,0 0-1,10-3 1,-13 2-386,0 0 0,0 0-1,-1 0 1,1 0 0,-1-1-1,0 0 1,1 0 0,-2-1 0,1 0-1,0 1 1,-1-1 0,0-1-1,0 1 1,-1-1 0,0 1 0,5-12-1,5-25-8194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2961,'0'0'12678,"211"3"-11333,-124 3-913,-4-3-320,-3 0-112,-13 0-192,-13-3-496,-24 0-1233,-20 0-1233</inkml:trace>
  <inkml:trace contextRef="#ctx0" brushRef="#br0" timeOffset="1">191 31 13798,'0'0'3138,"224"-3"-1345,-134-6-1233,-3 3-560,-17 0-112,-23 3-1009,-24 0-1904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1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85 4530,'0'0'8649,"-3"-2"-7670,2 0-840,1 1 0,-1 0 0,0 0-1,0 0 1,0 0 0,0 0 0,0 1-1,0-1 1,0 0 0,0 0 0,0 1-1,-2-2 1,2 2-100,-2 8 58,-5 377 1741,9-156-133,-6-61-483,-2 162 1246,7-328-2378,-1-44-2163,2 20 827,-2 0 1,-6-39-1,-23-109-3655,23 113 4766,2-60 0,4 74 265,0 10-43,1-1 0,2 0 0,1 0 0,1 0-1,12-42 1,-14 70-113,62-175 1421,-53 156-1141,1 0 0,1 1 0,1 1 0,1 0-1,19-22 1,-30 40-237,1 0 0,-1 0-1,1 0 1,0 1 0,0-1-1,1 1 1,-1 1 0,1-1-1,0 1 1,0 0 0,0 0-1,0 1 1,0 0 0,1 0-1,-1 0 1,1 1 0,0 0-1,-1 0 1,1 0 0,0 1-1,-1 0 1,1 1 0,7 0 0,-11 0 23,1 0 0,0 0 0,-1 0 0,0 1 1,1-1-1,-1 1 0,0 0 0,1 0 1,-1 0-1,0 0 0,0 0 0,-1 1 1,1 0-1,0-1 0,3 6 0,2 4 221,0 1 0,11 21 1,-15-25-126,8 14 283,-2 1-1,-1 1 1,-1 0 0,8 40-1,-12-45-145,-2-1 0,0 1-1,-1 0 1,-1 0-1,-1-1 1,-6 36 0,4-44-146,0 0 0,-1-1 0,0 1 1,-1-1-1,0 0 0,-1 0 0,0-1 1,0 0-1,-16 17 0,5-8 86,-1-1 0,-1 0 0,-29 19-1,31-26-176,0 1 0,0-2 0,-1 0 0,0-2 0,-28 9 0,34-12-83,0-1 1,0-1-1,0 0 0,-1-1 0,1 0 0,0-1 0,0-1 0,-1 1 0,-20-6 0,30 6-55,1-1 0,-1 0 0,1 0 1,-1 0-1,1 0 0,0 0 0,-1-1 0,1 1 0,0-1 1,0 1-1,0-1 0,0 0 0,0 0 0,1 0 0,-1 0 0,0 0 1,1 0-1,0 0 0,-1-1 0,1 1 0,0 0 0,0-1 1,0 1-1,0-1 0,1 1 0,-1-1 0,1 1 0,-1-5 1,1 7 89,0 0 1,0 0-1,0-1 1,0 1-1,0 0 1,0 0-1,0 0 1,0-1-1,0 1 1,0 0-1,0 0 1,0 0-1,0 0 1,0-1-1,1 1 1,-1 0-1,0 0 1,0 0-1,0 0 1,0-1-1,0 1 1,0 0-1,0 0 1,1 0-1,-1 0 1,0 0-1,0 0 1,0-1-1,0 1 1,0 0-1,1 0 1,-1 0-1,0 0 1,0 0-1,0 0 1,0 0 0,1 0-1,-1 0 1,0 0-1,0 0 1,0 0-1,1 0 1,-1 0-1,0 0 1,0 0-1,0 0 1,0 0-1,1 0 1,5 0 3,0 0 0,0 1 0,0-1 0,0 1 0,0 0 0,-1 1 1,1 0-1,0 0 0,-1 0 0,1 0 0,-1 1 0,0 0 0,6 4 1,8 7 73,0 0 1,18 20 0,15 18 682,66 85-1,34 71 310,-133-183-1038,-10-10-1,2-1 1,0-1-1,21 21 0,-32-34-37,1 1 0,0 0 0,0 0-1,0-1 1,0 1 0,0-1 0,0 1 0,0-1-1,0 1 1,0-1 0,0 1 0,0-1 0,1 0-1,0 1 1,-1-1-24,-1-1 0,1 1 0,-1 0 0,0 0 0,1 0-1,-1 0 1,0 0 0,1-1 0,-1 1 0,0 0 0,1 0 0,-1-1 0,0 1-1,1 0 1,-1 0 0,0-1 0,1 1 0,-1 0 0,0-1 0,0 1 0,0-1 0,1 1-1,-1 0 1,0-1 0,0 1 0,0-1 0,1-4-548,0 1 1,-1-1-1,0 1 0,0-1 1,0-6-1,-1 0-683,1-43-7755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0.4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6211,'3'0'12391,"19"3"-12230,78 8 135,1-5 0,108-6 0,-21-1-405,104 31-95,-43-1 227,337 38-463,-242-22 448,15 3-3,-280-34-124,1-5 0,92 1 0,1029-10-511,-981 9 2196,-222-9-2086,-1 0-1,1-1 1,-1 1 0,1-1 0,-1 1 0,1-1-1,-1 0 1,1 0 0,-5-2 0,-16-13-6764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13814,'0'0'4578,"47"0"-5042,-44 6-2113,-3 15-2257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12678,'0'0'2289,"10"-24"-15783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25 5587,'0'0'4807,"0"-6"-3961,0-12 632,0 40 918,-3 1338 2438,3-1377-17867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8900,'0'0'3194,"32"-2"-1925,-19 1-1116,218-9 1562,-65 7-1169,228-32-1,-386 34-563,-7 1 0,0 0 0,0 0 0,0 0-1,0 0 1,0-1 0,0 1 0,0 0 0,0-1-1,0 1 1,0 0 0,-1-1 0,1 1 0,0-1 0,1 0-1,-18 0-8006,-1 1 4949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6771,'0'0'3612,"4"34"-2729,25 416 2439,-27-342-2324,-2 200 1501,-20-3-778,11-236-1376,0 101-1,9-284-9855,0 60 736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365 172 6883,'0'0'4015,"1"-11"-3433,1-6-266,1-45 1862,-3 61-2151,0 0-1,0 0 0,-1 0 0,1 0 0,0 1 0,-1-1 0,1 0 0,-1 0 0,1 0 0,-1 0 1,1 1-1,-1-1 0,0 0 0,1 1 0,-1-1 0,0 0 0,0 1 0,0-1 0,1 1 0,-3-2 1,-23-9-72,15 6 30,-4-3-17,0 1 1,0 1 0,-1 0 0,1 1 0,-1 0-1,-1 2 1,1 0 0,0 0 0,-20 1-1,20 2 43,-23 1 74,37 0-80,0-1 0,0 1 0,0 0 0,0 0 0,0 0 0,0 0 1,0 0-1,0 0 0,0 0 0,1 1 0,-1-1 0,0 1 0,1-1 0,-1 1 0,-1 2 0,-5 9 127,1-1 0,1 1 0,0 0 0,1 0 1,1 0-1,-1 1 0,2 0 0,-4 27 0,3 10 1066,1 54 0,3-89-934,2 137 2346,-2-146-2504,0-1 1,1 0 0,0 1 0,0-1 0,1 0 0,0 0 0,0 0 0,0 0 0,7 11 0,-7-14-89,0 0 0,1 0 0,-1 0 0,1 0 0,0-1 1,0 1-1,0-1 0,0 0 0,0 0 0,0 0 0,1 0 0,-1 0 0,1-1 0,-1 1 1,1-1-1,0 0 0,4 0 0,3 1-38,-1-1 0,1 0 0,-1-1 1,1 0-1,-1-1 0,1 0 0,-1-1 0,1 0 1,-1 0-1,0-1 0,0 0 0,0-1 1,0-1-1,-1 1 0,0-1 0,10-7 0,0-2-722,-1-1 0,0-1 0,-1 0 0,0-1 0,-2-1 0,16-23 0,-21 27-691,0 0-1,11-27 1,-14 25-374,-2 0 1,5-18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1 0 9284</inkml:trace>
  <inkml:trace contextRef="#ctx0" brushRef="#br0" timeOffset="1">1 0 9284,'90'184'4194,"-93"-85"-1329,-1-3-607,4-11-818,0-19-639,14-24-433,19-24-368,0-18-80,1 0-529,-7-33-2000,-11-18-2865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9652,'0'0'4907,"4"13"-4443,-4-12-460,7 21 263,-2 1 0,0-1 0,1 37 0,-1 409 3285,-7-285-2296,2 240 1097,0-417-2332,3 24 52,-3-29-74,1-1-1,-1 1 1,0 0-1,1 0 1,-1-1-1,1 1 1,-1 0-1,1-1 0,-1 1 1,1 0-1,0-1 1,-1 1-1,1-1 1,0 1-1,-1-1 1,1 1-1,0-1 1,0 0-1,-1 1 0,1-1 1,0 0-1,0 1 1,0-1-1,0 0 1,-1 0-1,1 0 1,0 0-1,0 0 1,1 0-1,-1 0-51,1-1 0,-1 0-1,1 1 1,-1-1 0,1 0-1,-1 1 1,0-1 0,0 0 0,1 0-1,-1 0 1,0 0 0,0 0 0,0-1-1,0 1 1,0 0 0,0 0 0,0-1-1,-1 1 1,1 0 0,0-1 0,-1 1-1,1-1 1,-1 1 0,1-3 0,11-44-2334,-11 42 1866,6-50-4730,-3-4-2848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401 102 4610,'0'0'9212,"-10"-14"-8862,-36-43-49,44 54-286,0 1 0,0-1 0,0 1 0,-1 0-1,1 0 1,-1 0 0,1 0 0,-1 0 0,0 0 0,0 1 0,0 0-1,0-1 1,0 1 0,0 0 0,0 0 0,0 1 0,0-1-1,-1 1 1,1 0 0,0-1 0,0 1 0,-1 1 0,1-1-1,-4 1 1,-9 0 36,9-1-20,0 0 0,0 0 0,0 1 0,0 0 0,0 0 0,-7 3 1,10-2-17,1-1 1,-1 1-1,1 0 1,0 0-1,0 0 1,0 1-1,0-1 1,0 1-1,0-1 1,1 1-1,-1 0 1,1 0-1,-3 4 1,-4 9 117,1 0 1,0 0 0,1 1-1,1 0 1,0 0-1,2 1 1,-4 22 0,-8 129 627,13 137 1040,4-171-894,16 461 1528,-13-508-2192,4 9-107,0 28-69,-16-131-1185,-56-86-4882,19 22-1979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13670,'0'0'4034,"224"-12"-4034,-161 9-112,4 0-3105,3 0-6068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13670,'0'0'4402,"191"-3"-4258,-135-6-144,-9 6-800,-23 3-4803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4610,'0'0'12070,"131"21"-11574,-85-21-304,4 0-192,-3 0-48,0 3-2017,-4 3-4610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5186,'0'0'9279,"3"-8"-8110,10-22-246,-9 23-272,-4 7-595,1 0 1,0 0-1,-1 1 0,1-1 1,0 1-1,-1-1 1,1 1-1,-1-1 0,1 1 1,-1-1-1,1 1 1,-1-1-1,1 1 0,-1 0 1,1-1-1,-1 1 0,0 0 1,1-1-1,-1 1 1,0 0-1,0-1 0,1 1 1,-1 0-1,0 0 1,0-1-1,0 2 0,4 28-25,-3-21 129,21 297 1173,-22 3 114,-2-133-911,2 170-283,1-346-284,-1 0-1,0 0 0,1 0 1,-1 0-1,1 0 0,-1-1 1,0 1-1,1 0 1,-1 0-1,0 0 0,1 0 1,-1 0-1,0 0 0,1-1 1,-1 1-1,0 0 0,1 0 1,-1 0-1,0-1 0,0 1 1,1 0-1,-1 0 0,0-1 1,0 1-1,1 0 1,-1-1-1,0 1 0,0 0 1,0-1-1,0 1 0,0 0 1,1-1-1,-1 1 0,0 0 1,0-1-1,4-16-1468,-1 0-1,2-28 0,-3 22-603,4-43-5358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13126,'0'0'4722,"187"0"-3121,-100 6-945,0 13-496,0-7-96,-4 0-64,-13-3-112,-16-6-208,-24 3-1265,-13 0-384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8356,'0'0'11205,"244"78"-10821,-141-78-384,1 3-512,-7 0-2193,-10 3-3362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6163,'0'0'8951,"0"11"-6059,7 247 679,-3-209-2941,2-1 0,2 0 0,18 57-1,-24-97-548,1 0 0,0 0 0,0 0 0,1-1 0,0 1 0,9 12 0,-11-17-71,1-1-1,-1 1 0,1-1 0,0 1 1,0-1-1,0 0 0,1 0 0,-1-1 1,0 1-1,1-1 0,-1 1 0,1-1 1,-1 0-1,1 0 0,-1-1 1,1 1-1,5 0 0,-3-1-11,0 0-1,0-1 0,-1 1 1,1-1-1,0 0 1,-1-1-1,1 1 1,-1-1-1,0 0 1,1-1-1,-1 1 1,0-1-1,0 0 1,0 0-1,-1 0 1,1-1-1,5-5 1,4-6-149,0-1 0,-1-1 1,16-26-1,-14 19-578,-1-1 1,-2-1-1,0 0 1,-1-1-1,-2 0 0,-1-1 1,-1 1-1,-1-2 1,-2 1-1,0 0 1,-2-46-1,-1 42-309,-2-41-313,0 67 1359,0 0 0,0 0 0,0 0-1,-1 0 1,0 1 0,0-1 0,0 1 0,-1-1 0,-4-6 0,7 11 77,-1 0 1,0 0-1,1 0 1,-1-1-1,0 1 0,1 1 1,-1-1-1,0 0 1,0 0-1,0 0 1,0 0-1,0 1 1,0-1-1,0 0 1,0 1-1,0-1 1,0 1-1,-1-1 1,1 1-1,0-1 1,0 1-1,0 0 0,-1 0 1,1 0-1,0 0 1,0 0-1,-1 0 1,1 0-1,0 0 1,0 0-1,-1 0 1,1 1-1,0-1 1,0 0-1,0 1 1,0-1-1,-1 1 0,1 0 1,0-1-1,0 1 1,0 0-1,0 0 1,0-1-1,1 1 1,-1 0-1,0 0 1,0 0-1,0 0 1,1 0-1,-1 0 1,0 0-1,1 0 0,-1 1 1,1-1-1,-1 2 1,0 5-382,-1 0-1,2 0 1,-1 15 0,1-17-773,1 0-3195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8516,'0'0'6480,"11"24"-5738,1-1-533,-2-3-3,-1 0-1,0 0 0,-2 1 0,0 0 0,-1 1 1,3 24-1,1 65 1541,-5 166 1,-6-171-1177,1 304 788,0-410-1362,0 1 0,0-1-1,-1 0 1,1 0 0,0 1-1,0-1 1,0 0 0,0 1-1,0-1 1,0 0 0,0 0 0,0 1-1,1-1 1,-1 0 0,0 0-1,0 1 1,0-1 0,0 0-1,0 0 1,0 1 0,0-1-1,0 0 1,1 0 0,-1 0 0,0 1-1,0-1 1,0 0 0,1 0-1,-1 0 1,0 0 0,0 1-1,1-1 1,6-5-405,7-17-1110,-7 4-306,-1 0 0,0-1 0,-2 1 0,4-29 1,0-30-8170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4818,'0'0'11509,"127"247"-10580,-114-124 143,-10 22 145,-3 5 0,0-9-561,0-26-448,7-34-192,7-33-16,6-27-512,3-21-2114,-10 0-2464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2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11013,'0'0'6035,"71"0"-5859,-65 0-48,-6-6-672,0-12-2354,-6-9-4225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1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76 9476,'0'0'5085,"11"-13"-4396,34-37 103,-34 38 401,-12 24-857,-6 23-27,-21 67 1,6-26 82,-131 529 2865,142-558-3046,1 0 0,3 1 0,-1 67-1,8-90-116,0-25-94,0 0 0,0 1 0,0-1 0,0 0 0,0 0 0,0 1 0,0-1 0,0 0 0,1 0 0,-1 0 0,0 1 0,0-1 0,0 0 0,0 0 0,0 1 0,0-1 0,1 0 0,-1 0 0,0 0 0,0 0 0,0 1 0,0-1 0,1 0 0,-1 0 0,0 0 0,0 0 0,0 0 0,1 0 0,-1 1 0,0-1 0,0 0 0,1 0 0,-1 0 0,0 0 0,0 0 0,1 0 0,-1 0 0,0 0 0,0 0 0,1 0 0,0 0-8,1 0 1,-1 0 0,1 0-1,-1 0 1,1-1-1,-1 1 1,0 0-1,1-1 1,-1 1 0,0-1-1,1 1 1,-1-1-1,0 1 1,1-1 0,-1 0-1,0 0 1,0 0-1,0 0 1,0 0 0,2-1-1,1-3-65,-1-1 0,1 1 0,-1-1 0,4-7 1,6-17-1492,-1 0 0,-1-1 0,-1 0 0,-2-1 0,7-58 1,-8-1-4107</inkml:trace>
  <inkml:trace contextRef="#ctx0" brushRef="#br0" timeOffset="1">184 67 2673,'0'0'13414,"30"27"-12141,-8-7-1017,-2-3-52,-1 1 0,0 0 0,-1 2 1,-1 0-1,-1 1 0,-1 1 0,-1 0 0,-1 1 0,11 26 0,7 36 886,31 131 0,-1 93 160,-34-164-1044,-7-59-144,-14-72-142,-5-14-122,-1-5-253,-1-5-156,0 1-1,-1 0 0,0 0 0,-1 0 1,0 0-1,0 0 0,-1 1 0,0-1 1,-6-9-1,-34-57-5484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12886,'0'0'5779,"217"-48"-5443,-150 30-336,3 3-1377,-6 0-3313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412 732 9828,'0'0'6027,"-13"-20"-5915,-42-63 59,52 78-149,-1 0 1,0 0-1,0 1 0,0-1 0,0 1 1,-1 0-1,0 0 0,0 1 1,0-1-1,0 1 0,0 0 0,-1 1 1,-5-3-1,2 3 14,0 0 0,-1 0 1,1 1-1,0 1 0,-16 0 0,9 0 25,11 0-3,1 1 1,-1-1 0,0 1-1,1 0 1,-1 0 0,1 1-1,-1-1 1,1 1-1,0 0 1,-1 0 0,1 0-1,0 1 1,0 0 0,1-1-1,-1 1 1,1 1 0,-1-1-1,1 0 1,0 1 0,-5 7-1,-1 4 241,0 0 0,1 1 0,1 0 0,-8 25 0,4-7 252,2 1-1,1 1 1,-4 40-1,3 109 1279,9-181-1779,0 10 98,0-1-1,1 0 0,1 1 1,2 13-1,-3-23-137,0-1 1,1 1-1,-1-1 1,0 0-1,1 0 1,0 0-1,0 0 0,0 0 1,0 0-1,0 0 1,0-1-1,1 1 1,-1-1-1,1 0 0,0 1 1,0-1-1,0 0 1,0-1-1,6 4 1,-1-2-7,0-1 0,-1 0 1,1 0-1,0 0 0,0-1 1,0 0-1,1-1 0,-1 0 1,0 0-1,0 0 1,0-1-1,0-1 0,12-3 1,-10 2-53,0-1 0,0 0 0,-1 0 0,0-1 0,0 0 0,0-1 0,-1 0 0,1 0 0,-2-1 0,9-7 0,-4 0-373,-1-1 0,-1 0 0,0-1 0,-1 0 0,0 0 0,-1-1-1,-1 0 1,-1 0 0,0-1 0,-2 1 0,0-1 0,0-1 0,0-27 0,-2 2-1847,-2 0 0,-2 1 0,-2-1 0,-16-69 0,-8-4-4159</inkml:trace>
  <inkml:trace contextRef="#ctx0" brushRef="#br0" timeOffset="1">271 205 2993,'0'0'2289,"-2"-27"398,-7-85 261,7 48 2713,2 63-5004,2 2-431,0 0-200,0 1-1,0-1 0,0 1 0,0 0 0,0 0 1,0 0-1,-1 0 0,1 0 0,-1 0 1,1 0-1,-1 0 0,0 1 0,0-1 0,1 4 1,13 44 118,-10-31-82,14 58 352,-3 0 0,-4 2 0,2 83 0,-10 241 1263,-6-233-1166,2 50 153,0-207-614,2 38 75,-2-49-122,1 1-1,-1-1 0,1 0 1,-1 0-1,1 0 1,0 1-1,0-1 1,0 0-1,0 0 1,0 0-1,0 0 0,0-1 1,1 1-1,-1 0 1,1 0-1,0-1 1,3 3-1,-5-4-1,0 1-10,0-1 0,0 0 1,1 0-1,-1 1 0,0-1 1,1 0-1,-1 0 0,0 0 1,0 0-1,1 1 1,-1-1-1,0 0 0,1 0 1,-1 0-1,0 0 0,1 0 1,-1 0-1,0 0 0,0 0 1,1 0-1,-1 0 0,0 0 1,1 0-1,-1 0 0,0 0 1,1 0-1,-1 0 0,0-1 1,1 1-1,-1 0 0,0 0 1,0 0-1,1 0 0,-1 0 1,0-1-1,0 1 0,1 0 1,-1 0-1,0-1 0,0 1 1,1 0-1,-1 0 0,0-1 1,0 1-1,0 0 0,0-1 1,0 1-1,1 0 1,-1 0-1,0-1 0,0 1 1,0 0-1,0-1 0,2-26-2377,-1-29-1,-1 52 1982,0-53-5118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372 108 6547,'0'0'5925,"-10"-15"-4967,-31-42-286,39 55-615,0-1-1,-1 1 0,1-1 0,-1 1 0,0 0 0,0 0 0,0 0 0,0 0 0,0 0 0,0 1 0,0 0 0,0-1 0,-1 1 0,1 0 0,0 1 0,-1-1 0,1 0 0,-1 1 0,-5 0 0,-2-1 19,-2 0 53,-51-3 472,60 4-540,-1 0 1,1 1-1,0-1 0,0 1 1,0 0-1,0 0 0,0 1 1,0-1-1,0 1 0,0 0 1,1-1-1,-7 6 0,3 1 106,0 0-1,1 0 1,0 1-1,0 0 0,1 0 1,0 0-1,1 0 1,-6 20-1,-2 6 514,2 0-1,2 2 1,-6 59-1,6 113 1746,8-202-2346,0-1 0,0 1 0,0 0 1,1 0-1,0-1 0,1 1 0,-1-1 0,1 1 0,3 6 0,-3-11-66,0 1 1,0-1 0,0 1-1,0-1 1,0 1 0,1-1-1,-1 0 1,1 0 0,-1 0-1,1-1 1,0 1-1,-1 0 1,1-1 0,0 0-1,0 0 1,0 0 0,0 0-1,0 0 1,1-1 0,4 1-1,1 1-4,-1-1 0,1-1 0,0 0 0,0 0 0,0-1-1,0 0 1,0 0 0,-1-1 0,1 0 0,-1-1 0,1 1 0,-1-2-1,16-7 1,-13 3-118,0 0-1,0-1 0,-1 0 1,0 0-1,0-1 0,-1-1 1,0 0-1,9-15 0,-6 7-459,-1 0 0,-1 0 0,-1-1 0,-1 0 0,-1-1 0,-1 1 0,5-24 0,-5 1-2002,-1 0 1,0-68 0,-5-8-3277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77 7251,'0'0'10693,"-2"-17"-9786,-2-20-605,2 15-56,11 66 44,40 377 1977,-39 1-473,-12-302-1491,5 132 197,-2-241-489,0 0 0,0 1 0,1-1 0,0 0 0,1 0 0,0 0 0,9 19 0,-12-30-28,0-1 0,0 1 1,0 0-1,0 0 0,0 0 1,0-1-1,0 1 0,0 0 0,0 0 1,0-1-1,1 1 0,-1 0 1,0 0-1,0 0 0,0-1 1,0 1-1,0 0 0,1 0 1,-1 0-1,0 0 0,0-1 1,0 1-1,0 0 0,1 0 0,-1 0 1,0 0-1,0 0 0,1 0 1,-1 0-1,0 0 0,0-1 1,0 1-1,1 0 0,-1 0 1,0 0-1,0 0 0,1 0 1,-1 0-1,0 0 0,0 0 1,1 0-1,-1 1 0,0-1 0,0 0 1,0 0-1,1 0 0,-1 0 1,0 0-1,0 0 0,1 0 1,-1 1-1,0-1 0,0 0 1,0 0-1,0 0 0,1 0 1,-1 1-1,0-1 0,4-118-8661,-4 73 1784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25 464 12710,'0'0'9343,"31"-2"-9135,102-11-133,-121 11-64,0 0 1,-1-1 0,0 0-1,1 0 1,-1-1 0,0-1-1,11-6 1,-16 7-181,1 0-1,-1-1 1,0 0-1,-1 0 1,1 0 0,-1 0-1,0-1 1,0 0-1,5-8 1,-5 4-362,0 0-1,-1 0 1,0-1 0,-1 0-1,0 0 1,-1 0 0,0 0 0,0 0-1,-1 0 1,-1 0 0,0 0-1,0-1 1,-2-10 0,0 13 327,0 1 1,-1-1 0,1 1 0,-2 0-1,1 0 1,-1 0 0,0 1-1,-1-1 1,1 1 0,-2 0 0,1 0-1,-1 1 1,0 0 0,0 0-1,-10-8 1,6 6 250,-1 0 0,0 1 0,0 0 0,0 1 0,0 0 0,-1 1 0,0 1 0,0-1 0,-24-3 0,29 6 141,0 1-1,1 1 1,-1-1-1,0 1 0,0 0 1,1 1-1,-1 0 1,-9 2-1,12-2-59,1 1 0,0-1-1,0 1 1,0 0 0,0 0 0,1 0-1,-1 0 1,0 0 0,1 1 0,0-1-1,-1 1 1,1-1 0,0 1-1,0 0 1,1 0 0,-1 0 0,1 0-1,-2 5 1,-7 16 541,2 1 1,1 0-1,1 1 0,1 0 1,-1 28-1,0 134 1977,6-176-2492,0 24 317,1 0 0,1 0-1,10 44 1,-10-70-396,1 1 0,0 0 0,1-1 0,0 0 1,1 0-1,0 0 0,1 0 0,0-1 0,0 0 0,1 0 0,0 0 0,1-1 1,-1 0-1,17 12 0,-12-13-90,0 0-1,1 0 1,0-1 0,0-1 0,0 0-1,1-1 1,0-1 0,-1 0 0,1-1-1,0 0 1,0-1 0,0 0 0,20-3-1,-26 2-243,0-1-1,-1 0 1,1 0-1,0-1 1,-1 0-1,1 0 1,-1-1-1,0 1 1,0-2-1,0 1 0,0-1 1,-1 0-1,9-7 1,-8 5-776,0-1 1,-1 0 0,0 0-1,0-1 1,0 1 0,6-13-1,14-39-9610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12774,'0'0'3172,"5"40"-13,0 9-2217,18 197 2526,-19-35-1056,-4-197-2298,2-4-36,0-11-35,1-10-9,15-178-1676,-5 24-2017,-12 154 3296,1 0 0,0 1 0,1-1 1,0 1-1,1 0 0,0 0 0,7-13 0,-8 19 335,0 0 0,-1 0-1,2 0 1,-1 0 0,0 1-1,1 0 1,-1 0-1,1 0 1,0 0 0,0 0-1,0 1 1,1 0 0,-1 0-1,1 0 1,-1 0-1,1 1 1,-1-1 0,8 0-1,18-1 1068,58 1 0,-54 3-307,-28-2-683,0 1-1,1 0 1,-1 0 0,1 1 0,-1 0 0,1 0 0,-1 0 0,0 1 0,0 0 0,1 0 0,-2 1 0,1 0-1,0 0 1,6 4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55 8468,'0'0'9295,"0"-5"-8313,0-17 317,-2 22-1203,1 0-91,0 0 0,0 0 0,0 0 1,0 0-1,0 1 0,0-1 0,1 0 0,-1 0 0,0 1 1,0-1-1,0 1 0,1-1 0,-1 1 0,0-1 0,-1 2 1,-9 8 11,1 1 1,0 0 0,0 1 0,-10 16 0,-33 60 66,43-70-65,-65 125 596,-67 183 0,141-324-612,-9 21 79,2 0 0,0 1 0,-6 34-1,13-37-43,5-15-38,5-13-40,-9 6 37,13-11-230,0-2 0,-1 0-1,-1 0 1,0-1 0,-1 0 0,8-17-1,3-8-1889,20-57-1,-32 69 370,-1 0 0,-1 0 0,-1-1 0,2-34-1,-4-114-4653,-2 47 11983,-2 123-4992,1 0 1,-1 0 0,2 0 0,-1 0 0,1 0 0,4-9-1,-5 14-418,-1-1-1,1 1 0,1 0 1,-1 0-1,0 0 0,0 1 1,1-1-1,-1 0 0,1 0 1,0 1-1,-1-1 0,1 1 1,0-1-1,0 1 0,0 0 0,0 0 1,0 0-1,0 0 0,0 0 1,1 0-1,-1 1 0,0-1 1,4 0-1,-3 1-63,0 0 1,0 0-1,1 0 1,-1 0-1,0 1 1,0-1-1,0 1 0,0 0 1,0 0-1,0 0 1,0 0-1,0 0 0,0 1 1,-1-1-1,1 1 1,0 0-1,-1 0 1,1 0-1,3 4 0,1 3 93,0 0-1,-1 0 0,0 1 1,6 12-1,-1-3 139,26 54 663,-2 1 1,38 119-1,27 161 234,-39-76-1055,-63-284-5416,-13-22 2101,-18-20-2784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10517,'0'0'10501,"227"-21"-10501,-163 6-305,-11 3-1599,4 6-2610,10-3-4851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389 668 9957,'0'0'5893,"-11"-16"-5242,-4-4-396,-20-20-1,33 38-226,0 0-1,0 0 0,-1 0 1,1 1-1,0-1 0,-1 1 1,1-1-1,-1 1 1,0 0-1,1 0 0,-1 0 1,0 0-1,0 1 0,0-1 1,1 1-1,-1-1 0,0 1 1,0 0-1,-4 1 0,-5-1 77,6 0-77,-7-1 41,-1 1-1,-18 2 1,27-2-27,0 1 0,1 0 0,-1 1 0,1-1 0,0 1-1,-1 0 1,1 0 0,0 0 0,0 0 0,0 1 0,-4 3 0,-3 5 118,2-1 1,-1 1-1,1 1 1,1-1-1,0 2 1,1-1-1,0 1 1,1 0-1,1 0 1,-5 17 0,-2 9 255,3 1 1,-7 55-1,5 88 1108,11-176-1462,0-1-1,0 1 0,0-1 0,1 1 1,0 0-1,1-1 0,-1 0 0,1 1 0,0-1 1,4 8-1,-3-11-42,-1 0-1,0-1 1,1 1 0,-1 0-1,1-1 1,0 0 0,0 1 0,0-1-1,0 0 1,0-1 0,1 1-1,-1 0 1,0-1 0,1 0-1,-1 0 1,1 0 0,0 0 0,-1 0-1,6-1 1,2 1-24,0 0 0,0-1 0,0-1 1,0 0-1,0 0 0,0-1 0,0-1 0,-1 1 0,1-2 0,-1 0 1,0 0-1,0-1 0,0 0 0,0 0 0,-1-1 0,0-1 0,10-8 1,2-3-404,-1-2 0,-1-1 0,-1 0 0,0-1 0,22-39 0,-30 44-248,-1 0 0,-1-1-1,-1 0 1,0 0-1,-1-1 1,-1 0-1,5-32 1,-6 8-1979,-2 0-1,-4-58 1,-7 2-1654</inkml:trace>
  <inkml:trace contextRef="#ctx0" brushRef="#br0" timeOffset="1">369 249 2721,'0'0'1774,"-7"-29"499,-20-95 387,24 113-1595,0 0-1,1-1 0,1 1 1,0-22-1,1 16 2669,1 32-3681,1-1 0,0 1 0,1-1 0,8 24 0,1 4 64,13 80 519,-5 0 0,4 146 0,-16 248 1180,-9-366-1490,1-121-292,-1-18-13,1 0 0,0 0 0,1-1 0,4 22 0,-5-31-21,0-1-1,0 1 1,0 0-1,1 0 1,-1-1-1,0 1 1,1 0-1,-1-1 1,1 1-1,-1 0 1,1-1-1,-1 1 1,1-1-1,-1 1 1,1-1-1,0 1 1,-1-1-1,1 1 1,0-1-1,-1 0 1,2 1-1,-1-1-25,-1 0-1,1 0 1,0 0-1,-1 0 1,1 0-1,-1 0 1,1-1-1,-1 1 0,1 0 1,-1 0-1,1 0 1,-1-1-1,1 1 1,-1 0-1,1-1 1,-1 1-1,1 0 1,-1-1-1,0 1 1,1-1-1,-1 1 0,0-1 1,1 1-1,-1-1 1,0 1-1,1-1 1,-1 1-1,0-1 1,0 1-1,0-1 1,0 1-1,1-2 0,3-19-1643,0-1 0,1-26 0,-5 43 1205,4-55-5665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365 807 8964,'0'0'5539,"-18"-14"-5334,-62-41 81,75 51-196,0 1 1,-1 0-1,0 0 1,0 0-1,-9-2 1,-12 4 473,11 1-257,6 0-137,3 0-2,0 0 0,0 0 0,0 1 1,-8 2-1,13-3-113,-1 1 1,0 0 0,1 1-1,-1-1 1,0 0 0,1 1-1,-1-1 1,1 1 0,0 0-1,0 0 1,0 0-1,0 0 1,-3 4 0,-3 5 180,0 0 1,1 1 0,1 1-1,0-1 1,-8 26 0,-13 69 632,20-54-188,2 0 0,2 83 0,3-103-409,0-26-210,0 0 0,0 1 0,1-1-1,0 0 1,0 0 0,1 0 0,0-1-1,0 1 1,4 8 0,-4-12-42,0 1 0,1-1 0,-1 0-1,0 0 1,1-1 0,0 1 0,0-1 0,0 1 0,0-1 0,0 0 0,0 0-1,0 0 1,1 0 0,-1-1 0,1 1 0,-1-1 0,1 0 0,6 1 0,-3-1-23,1 0 1,0 0 0,-1-1 0,1 1 0,0-2-1,-1 1 1,1-1 0,0-1 0,-1 1 0,1-1-1,-1-1 1,0 1 0,1-1 0,-1-1-1,-1 1 1,1-1 0,0 0 0,-1-1 0,10-8-1,1-2-403,-1-2 0,-1 0 0,0-1 0,-1-1 0,15-27-1,-19 30-213,-2-1 0,0 0 0,-1 0 0,-1-1 0,-1 1 0,0-1 0,3-30 0,-2-8-2753,-3-66 1,-3 120 3320,-2-34-1819,0 0 1,-13-59-1,-27-69 577,0-5 4908,29 98 229,3-1 1,-1-104-1,11 175-2869,0 21 37,4 14-741,1 1 0,13 43 0,1 9 166,32 320 1251,-31 3-471,-19-366-1133,-1-16-46,1 1-1,1 0 0,1 0 1,2-1-1,15 54 0,-19-80-36,12 25 28,-13-26-33,1 0 1,-1 0 0,1 0-1,-1 0 1,1 0-1,0-1 1,-1 1 0,1 0-1,0 0 1,0-1-1,0 1 1,-1-1 0,1 1-1,0 0 1,0-1-1,0 0 1,0 1 0,0-1-1,0 0 1,0 1-1,2-1 1,-2-5-548,-1-120-6107,0 72 1664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3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10 303 9973,'0'0'11808,"23"16"-11438,-23-16-370,102 66 99,-96-62-100,-1-2 0,1 1 0,0-1 0,0 0 0,0 0 0,0-1 0,0 1 0,1-1 0,-1-1 0,0 1 1,0-1-1,1 0 0,-1-1 0,0 1 0,13-4 0,-14 3-24,1-1-122,0 1 0,-1-2 0,1 1 0,-1-1 0,1 1 0,-1-1 0,0-1 0,0 1 0,0-1 0,-1 0 0,1 0 0,-1 0 0,0-1 1,0 0-1,0 1 0,-1-1 0,0 0 0,0-1 0,0 1 0,0-1 0,-1 1 0,0-1 0,2-9 0,-2 7-259,0 0-1,0 0 1,-1 0 0,0 0 0,-1 0-1,0-1 1,0 1 0,0 0 0,-1 0-1,-1 0 1,1 0 0,-1 0 0,-1 0-1,1 0 1,-1 1 0,-1-1 0,-7-12 0,2 9 126,-1-1 1,0 1 0,-1 1 0,0 0 0,0 0-1,-1 1 1,-15-8 0,15 10 445,-1 0-1,1 1 1,-1 0-1,0 2 0,0-1 1,0 1-1,-28-3 1,37 6-7,1 1 0,0 0 0,0 0 0,0 0 0,0 1 0,-1-1 0,1 1 0,0 0 1,0 0-1,0 0 0,0 0 0,0 0 0,1 1 0,-1-1 0,0 1 0,0 0 0,1 0 0,-1 0 0,1 0 0,0 0 1,0 0-1,0 1 0,0-1 0,0 1 0,0 0 0,0-1 0,1 1 0,0 0 0,-1 0 0,1 0 0,-1 6 0,-3 8 502,2 1-1,0 0 0,0 0 0,2 26 0,0-41-583,1 8 146,-3 52 1096,3 1-1,13 109 0,-9-152-1139,1 1 0,1-1 0,1 0 0,16 34 0,-16-41-105,0-1 0,2 1 0,0-2-1,0 1 1,1-2 0,1 1 0,19 16 0,-22-22-132,1 0 1,0 0 0,0-1 0,0 0 0,1 0 0,0-1 0,0-1 0,0 1-1,0-2 1,0 1 0,1-2 0,-1 1 0,1-1 0,-1-1 0,1 0-1,-1 0 1,1-1 0,-1-1 0,1 0 0,-1 0 0,0-1 0,0 0-1,14-6 1,-13 2-806,-1 0 0,1-1-1,-1-1 1,-1 1 0,1-2-1,-2 1 1,1-1 0,-1 0-1,10-19 1,15-38-9003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4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11157,'5'37'3319,"56"407"5189,-51-352-7203,10 53 74,-20-144-1371,6 19 111,-2-16-63,0-16-26,5-49-926,-3 0-1,-4-102 1,-2 118 77,0-202-7331,0 244 8121,0-1 1,0 1-1,0-1 1,0 1 0,1 0-1,0-1 1,-1 1-1,1 0 1,0-1 0,1 1-1,-1 0 1,0 0-1,1 0 1,3-4 0,-3 5 104,0-1 0,1 2 0,0-1 0,-1 0 0,1 0 0,0 1-1,0-1 1,0 1 0,0 0 0,0 0 0,0 0 0,0 1 0,0-1 0,1 1 0,3-1 0,6-1 441,0 1-1,0 1 1,0 0-1,0 0 1,1 2-1,-1-1 0,0 2 1,-1 0-1,1 0 1,0 1-1,21 11 1,-22-9-545,30 14 613,-11-15-2996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4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18248,'0'0'1553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36.79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1545 9 800,'0'0'6297,"3"-8"-1372,-2 56-4667,-2 0 0,-2-1 0,-2 1 1,-14 59-1,-39 72 403,-16 72-308,22 51-227,23-123-92,0-4-9,-13 345 0,23-229 5,2-69 12,-11 289-82,17-372 38,-11 223 15,22 242-629,-2-555 382,-3 1 0,-18 73 1,1 4-43,10-41 283,-47 311 77,26-160-327,-7 41-426,28-220 780,-19 95-96,-17 223 0,43-282-35,-37 524 221,-7-85-1724,39-424 1638,-28 125-1,-61 383 593,90-552-1058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0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5955,'0'0'8001,"0"-7"-7041,0-31 1924,2 72-2820,1-1-1,16 64 1,-11-62 41,173 910 3841,-169-879-3620,37 120-1,-44-172-283,0 0-1,1-1 1,8 14-1,-12-24-41,0 0-1,0 0 0,0-1 1,0 1-1,1-1 1,-1 1-1,0-1 0,1 0 1,0 0-1,0 0 1,0 0-1,0 0 0,0-1 1,0 1-1,0-1 1,0 0-1,0 0 0,5 1 1,-7-2-46,0 0 0,0 1 0,0-1 1,0 0-1,0 0 0,0-1 0,0 1 1,0 0-1,0 0 0,0 0 0,0-1 0,0 1 1,-1 0-1,1-1 0,0 1 0,0 0 0,0-1 1,0 0-1,-1 1 0,1-1 0,0 1 1,0-1-1,-1 0 0,1 0 0,-1 1 0,1-1 1,0 0-1,-1 0 0,0 0 0,1 1 1,-1-1-1,1 0 0,-1 0 0,0 0 0,1-2 1,0-3-374,0 0 0,-1 0-1,0 0 1,0-10 0,0 5-178,0-47-3701,0-2-1939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0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0 112 13574,'0'0'2818,"171"0"-1426,-74 0-752,6-3-576,-3-9-64,-6-6-64,-14-6-320,-20 2-848,-20 4-1217,-20 9-1713,-16 3-1009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0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 7235,'0'0'6016,"-1"-1"-5553,-1 10-477,0 42 555,7 81 0,18 59 1188,-8-76-829,16 185 1533,20 157 280,-48-436-2627,-1 1 4,1 0 0,1 0 0,1 0 1,1-1-1,12 30 0,-16-48-85,0 0 0,0 1 0,0-1 1,1 0-1,-1 0 0,1 0 0,0-1 0,0 1 0,0-1 0,6 4 1,-8-5-17,0 0 0,0-1 1,0 1-1,0-1 0,0 1 1,1-1-1,-1 1 1,0-1-1,0 0 0,1 0 1,-1 1-1,0-1 1,0 0-1,1 0 0,-1-1 1,0 1-1,1 0 0,-1 0 1,0 0-1,0-1 1,0 1-1,1-1 0,-1 1 1,0-1-1,0 1 1,0-1-1,0 0 0,0 0 1,0 1-1,0-1 1,0 0-1,0 0 0,0 0 1,0 0-1,0-2 0,4-6-289,0 0 0,-1 0 0,0-1 0,-1 0 0,0 0 0,-1 0 0,0 0 0,1-15-1,4-90-5882,-7 113 5933,0-79-8960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1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303 143 304,'0'0'9749,"-4"-18"-9643,-13-58 97,16 74-133,1 0-1,-1 0 1,1-1 0,-1 1 0,0 0-1,1 0 1,-1 1 0,0-1-1,0 0 1,-1 0 0,1 0 0,0 1-1,-1-1 1,1 0 0,-1 1-1,1-1 1,-1 1 0,0 0 0,1 0-1,-1-1 1,0 1 0,0 0-1,0 1 1,0-1 0,0 0 0,0 0-1,0 1 1,0 0 0,0-1-1,-1 1 1,-1 0 0,-3-1 111,-17-2 426,1 1 0,-40 3 0,23 0-537,38-1-56,0 0 0,0 1 0,-1 0-1,1-1 1,0 1 0,0 0-1,0 0 1,0 0 0,0 0 0,0 0-1,1 1 1,-1-1 0,0 1 0,1-1-1,-1 1 1,1-1 0,-1 1 0,1 0-1,0 0 1,-1 0 0,1 0-1,-1 2 1,-2 4 154,0 1 0,1 0 0,-6 17-1,3 16 626,0-1 0,3 0 0,4 79 0,0-47 397,5 74 742,-4-128-1657,1-1 1,1 1-1,0 0 0,2-1 0,11 28 0,-14-41-237,-1 0 0,1-1 0,-1 0 0,1 0-1,1 0 1,-1 0 0,1 0 0,-1 0-1,1-1 1,0 0 0,0 0 0,0 0-1,1 0 1,5 2 0,-6-3-35,-1-1 1,1 0-1,0 1 0,0-2 1,0 1-1,0 0 0,0-1 1,0 0-1,0 0 0,0 0 1,0 0-1,0-1 0,0 0 0,0 0 1,0 0-1,0 0 0,0 0 1,7-4-1,-3 0-21,0-1 0,-1 0-1,1 0 1,-1 0 0,0-1 0,-1 0-1,0 0 1,7-10 0,4-9-373,20-38-1,-23 36-634,-1-2-1,-1 0 1,-2 0 0,-1-1 0,-1 0 0,-1 0-1,-2-1 1,1-43 0,-5 43 41,0-67-3555,-2 90 3727,0-1-1,0 1 1,-1 0-1,0 0 1,-1 0-1,0 0 1,-8-16 0,9 22 861,1 1 1,0-1-1,-1 1 1,0-1 0,1 1-1,-1 0 1,0 0 0,0 0-1,-1 0 1,1 0-1,0 0 1,-3-1 0,4 2 43,1 1 0,-1 0 0,1 0-1,0 0 1,-1 0 0,1 0 0,-1 0 0,1 0 0,-1 0 0,1 0 0,0 0 0,-1 0 0,1 0 0,-1 0 0,1 0 0,0 1-1,-1-1 1,1 0 0,-1 0 0,1 0 0,0 1 0,-1-1 0,1 0 0,0 0 0,-1 1 0,1-1 0,0 0 0,0 1 0,-1-1-1,1 1 1,-2 1 238,1 1-1,0-1 0,1 1 1,-1-1-1,0 0 0,1 1 1,-1 0-1,0 4 0,-3 207 7240,5-131-5963,-1-26-51,15 105 1,-10-137-1323,0-1 0,1 1 0,2-1 1,0 0-1,2-1 0,19 37 1,-24-54-221,-1 0 1,1 0 0,0 0 0,0-1 0,0 1 0,1-1 0,0-1 0,0 1-1,9 4 1,-13-7-66,0-1 0,-1 0 0,1 0-1,0-1 1,0 1 0,0 0 0,0 0-1,0-1 1,0 0 0,1 1 0,-1-1 0,0 0-1,0 0 1,0 0 0,0 0 0,0 0-1,0 0 1,1-1 0,-1 1 0,0-1-1,0 0 1,0 1 0,0-1 0,0 0-1,-1 0 1,1 0 0,0 0 0,0-1 0,-1 1-1,1 0 1,0-1 0,-1 1 0,0-1-1,1 0 1,-1 1 0,0-1 0,2-2-1,0-3-420,0 1 0,0 0 0,-1-1 0,0 0 0,2-10 0,3-45-4508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1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13334,'0'0'3191,"7"26"-2844,-2-8-271,8 30 353,-1 1 0,6 75 0,-5 328 3116,-7-90-1445,-5-336-1940,1 0 0,1-1 0,1 1 1,12 43-1,-14-65-156,-1 0 0,1-1 1,0 1-1,0-1 0,0 0 1,1 0-1,-1 0 0,1 0 1,3 4-1,-5-7-14,0 1 0,0 0 0,0-1 0,-1 1 0,1 0 0,0-1 0,0 1 0,0-1 1,0 1-1,0-1 0,1 0 0,-1 1 0,0-1 0,0 0 0,0 0 0,0 0 0,0 0 0,0 0 0,0 0 0,1 0 0,-1 0 0,0 0 0,0 0 0,0-1 0,0 1 0,0 0 0,0-1 0,0 1 0,0-1 1,0 1-1,0-1 0,0 0 0,0 1 0,0-1 0,1-1 0,2-5-191,0 1 0,-1-1 0,1 0 0,-2 0-1,1 0 1,-1-1 0,0 1 0,0-1 0,1-10 0,-2 12-56,5-28-3893,1-57 0,-6 33-4157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2.0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217 87 10917,'0'0'5923,"-12"-14"-5406,-37-40-135,48 52-353,0 1 0,-1-1 0,1 1-1,0 0 1,-1-1 0,1 1 0,-1 0 0,0 0 0,1 0 0,-1 0 0,0 0 0,1 0 0,-1 1 0,0-1-1,0 1 1,0-1 0,0 1 0,0 0 0,1-1 0,-1 1 0,0 0 0,0 0 0,0 0 0,0 1 0,0-1-1,-2 1 1,-5 0 66,6 0-63,0-1 0,0 1-1,0 0 1,0 0 0,0 0 0,0 0 0,0 1 0,0-1-1,1 1 1,-1 0 0,0 0 0,1 0 0,0 0 0,-1 0 0,1 0-1,0 1 1,0-1 0,0 1 0,0-1 0,-1 5 0,-3 3 46,1 0 0,1 0 0,0 1 0,-5 19 0,3 4 60,1-1 1,2 1-1,1 0 0,4 44 1,-1-8 92,-1-65-217,18 577 2058,-10-498-1814,65 619 1122,-46-543-1262,-26-189-849,-2 3-730,0 0 1,-2 0-1,-12-50 0,-19-24-4365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2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91 15959,'0'0'3906,"227"-55"-3906,-160 37-1521,3 0-3665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2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57 6771,'0'0'8076,"0"-12"-7241,1-19-337,0 18 522,-5 46-396,-28 227 1268,5-51-620,4-15-298,-29 303 755,48-384-1430,7-125-406,12-42-1345,-2-1-1,-2 0 1,-3-1-1,1-63 1,-9-83-6544,-6 100 3965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3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2497,'0'0'14292,"28"-7"-13081,-10 1-1003,1 2 0,-1 0 1,1 1-1,25 0 0,-40 3-165,-1 0 0,1 1-1,-1 0 1,0 0 0,1 0 0,-1 0 0,0 1 0,0-1 0,0 1 0,0 0 0,0 0 0,0 0 0,-1 0 0,1 0-1,-1 1 1,1-1 0,-1 1 0,0-1 0,0 1 0,0 0 0,0 0 0,2 5 0,21 35 469,-2 1 1,-2 1 0,24 75-1,28 149 1173,-34-75-698,-20-92-564,38 122 0,-51-209-516,-4-20-447,-7-25-601,-6 1-873,-1 0 1,-1 1-1,-1 1 1,-2 0 0,-27-36-1,-17-17-8174</inkml:trace>
  <inkml:trace contextRef="#ctx0" brushRef="#br0" timeOffset="1">64 437 13702,'0'0'6771,"174"0"-6338,-124 0-433,-3-6-641,-3-9-2032,-1-3-3442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3.5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261 726 13350,'0'0'4183,"-7"-24"-4007,-28-72 139,34 94-293,0-1-1,0 1 1,0-1-1,-1 1 1,1 0 0,-1-1-1,0 1 1,1 0-1,-1 0 1,0 0-1,-4-3 1,5 5-3,0-1 0,0 1-1,-1-1 1,1 1 0,0-1 0,0 1-1,-1 0 1,1 0 0,-1 0 0,1 0-1,0 0 1,-3 0 0,-3 0 71,3-1-44,0 1 0,-1 0 1,1 0-1,0 0 0,-1 1 1,1-1-1,0 1 0,0 0 1,-1 0-1,1 1 0,0-1 1,0 1-1,0 0 0,-5 3 1,5-1 34,-1 0 0,1 1 0,0 0-1,0-1 1,0 1 0,1 1 0,-1-1 0,1 0 0,-4 13 0,-5 11 245,2 2 0,1-1 0,2 1-1,0 1 1,-2 44 0,3 165 1255,6-190-1163,0-27-238,1 47 347,0-64-456,0 1 1,0-1 0,0 0 0,1 0-1,0 0 1,6 12 0,-6-16-61,0 0 0,0-1 1,0 1-1,0-1 1,0 1-1,0-1 1,1 0-1,-1 0 1,1 0-1,0 0 1,0 0-1,0-1 1,-1 1-1,1-1 0,1 0 1,-1 0-1,0 0 1,0 0-1,4 0 1,-2 0-9,-1-1 1,1 0 0,-1 0 0,0 0 0,1 0-1,-1 0 1,0-1 0,1 0 0,-1 0-1,0 0 1,0-1 0,0 1 0,0-1-1,7-4 1,-3 0-19,-1-1-1,0 1 1,0-1 0,-1 0 0,0-1-1,9-14 1,1-5-245,13-29 0,-13 20-372,-3 0 0,0 0 0,-3-2-1,12-74 1,-16 57-965,-3 0-1,-7-106 1,-3 106-28,-3 0 1,-30-93-1,23 90 1337,2 0 0,-9-66-1,18 19 1906,5 35 3201,1 69-3766,0 10-836,3 15-66,2-1 1,0-1 0,11 31 0,8 29 430,0 37 690,12 173 0,-16 124 960,-12-204-1495,-8-200-703,0 9 13,2 0 0,0 0 0,10 40 0,-11-57-61,-1-3 6,0 0 0,0 0 0,0 0 0,0 0 0,1 0-1,-1 0 1,0 0 0,1 0 0,-1 0 0,0 0 0,1 0-1,-1-1 1,1 1 0,-1 0 0,1 0 0,0-1 0,-1 1 0,1 0-1,0 0 1,0-1 0,-1 1 0,1-1 0,0 1 0,0-1-1,0 1 1,1 0 0,-2-2-5,0 1 0,0 0-1,1 0 1,-1 0 0,0 0 0,0 0 0,0 0 0,0 0-1,1 0 1,-1 0 0,0 0 0,0 0 0,0-1-1,0 1 1,1 0 0,-1 0 0,0 0 0,0 0-1,0 0 1,0-1 0,0 1 0,0 0 0,0 0 0,0 0-1,1 0 1,-1-1 0,0 1 0,0 0 0,0 0-1,0 0 1,0-1 0,0 1 0,0 0 0,0 0-1,0 0 1,0-1 0,0 1 0,0 0 0,0 0-1,0 0 1,-1 0 0,1-1 0,0 1 0,0-131-7723,0 121 6873,-3-47-5908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4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270 980 14263,'0'0'3310,"-2"-31"-3035,-10-100-259,12 125-20,-1 0-1,0-1 1,0 1-1,0 0 1,-1-1 0,0 1-1,0 0 1,-1 0-1,0 1 1,0-1-1,0 0 1,-1 1 0,1 0-1,-1 0 1,-1 0-1,1 0 1,-10-7 0,8 8 27,-1 0 0,1 1 0,-1 0 0,0 1 0,0-1 0,0 1 1,0 1-1,0-1 0,0 1 0,0 0 0,-1 1 0,-6 0 1,8 0 0,4 0 4,0-1 0,0 1-1,0 0 1,0 0 0,0 0 0,0 1-1,0-1 1,0 0 0,0 1-1,0-1 1,0 1 0,0 0 0,0 0-1,0-1 1,0 1 0,0 0 0,1 1-1,-1-1 1,0 0 0,1 0-1,-1 1 1,1-1 0,-1 1 0,0 1-1,-2 5 152,0-1 0,0 1 0,1 0 0,0 0 0,-3 17-1,-6 50 716,3 22 358,6 108 1,3-138-682,0-28-252,-1-8 57,5 50 0,-3-74-317,0 1 1,1 0-1,-1-1 1,2 1-1,-1-1 1,1 0-1,0 0 0,0 0 1,1 0-1,0-1 1,8 11-1,-10-15-55,0 0-1,0 1 1,0-1-1,0 0 0,1 0 1,-1 0-1,1 0 0,-1-1 1,1 1-1,0-1 1,0 1-1,-1-1 0,1 0 1,0 0-1,0-1 1,0 1-1,1 0 0,-1-1 1,0 0-1,0 0 0,0 0 1,0 0-1,0 0 1,0-1-1,0 1 0,0-1 1,0 0-1,0 0 1,0 0-1,0 0 0,0 0 1,4-3-1,1-2-21,-1 1-1,1-1 1,-1 0 0,-1-1-1,1 1 1,-1-1-1,0-1 1,-1 1 0,8-14-1,6-14-484,-2-2 0,-1 0 0,-2-1 0,-1 0 0,12-68 0,-16 47-881,-3-1 0,-2 0 1,-5-74-1,-3 89-218,-1 0 0,-16-60 0,-33-86-3374,14 54 2390,-4-18 3864,14 54 5706,24 91-2838,5 31-2764,5 12-794,1 0 0,15 52 0,-18-79-530,86 431 3067,-27 6-813,-25-165-1466,1-67-624,-32-189 116,6 20-1549,-11-42 1184,0 0 1,0 0-1,0 0 1,0 0-1,0-1 0,0 1 1,0 0-1,0 0 1,0 0-1,0 0 1,0 0-1,0 0 0,0 0 1,0 0-1,0 0 1,0-1-1,0 1 1,0 0-1,0 0 1,0 0-1,0 0 0,0 0 1,1 0-1,-1 0 1,0 0-1,0 0 1,0 0-1,0 0 0,0 0 1,0 0-1,0 0 1,0-1-1,0 1 1,0 0-1,0 0 0,1 0 1,-1 0-1,0 0 1,0 0-1,0 0 1,0 0-1,0 0 0,0 0 1,0 0-1,0 0 1,0 0-1,1 0 1,-1 0-1,0 0 0,0 0 1,0 0-1,0 0 1,0 1-1,0-1 1,1-28-1773,-1-2-2536,-7-41-1,-2 12-4892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4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1 472 17512,'0'0'6414,"33"5"-6308,5 0-108,65 1-1,-99-6-5,0 0-1,0-1 1,0 0-1,0 1 1,-1-1-1,1-1 1,0 1-1,0 0 1,-1-1-1,1 0 1,-1 0-1,1 0 1,-1 0-1,0-1 1,6-4-1,-5 1-50,1 1 0,-1-1 1,-1 0-1,1 0 0,-1-1 0,3-6 0,0 0-129,3-10-705,0 0 1,-2-1-1,0 0 0,-2 0 1,0 0-1,-2-1 1,-1 1-1,-1-44 1,-1 61 550,0 0 0,-1 0 0,0 0 0,0 0 1,0 1-1,-1-1 0,0 0 0,-1 1 0,1-1 0,-1 1 1,-6-10-1,6 12 281,0 0 1,0 0 0,-1 1-1,1-1 1,-1 1-1,0 0 1,0 0 0,0 0-1,0 1 1,0-1-1,0 1 1,-1 0 0,1 0-1,-1 1 1,0-1-1,0 1 1,-5-1 0,7 2 220,0-1 0,0 1 0,0 0 1,0 0-1,0 0 0,0 0 1,0 1-1,1-1 0,-1 1 0,0-1 1,0 1-1,0 0 0,1 0 0,-1 1 1,0-1-1,-4 3 0,4-1 47,0 0-1,0 0 0,0 0 1,0 0-1,1 1 0,-1-1 1,1 1-1,0 0 1,0-1-1,-2 7 0,-2 8 449,1 1-1,1-1 1,1 1-1,-1 24 1,3-39-569,-4 207 3384,5-169-2888,0 9 183,1-1 0,12 68 0,-10-104-650,0 0 0,1 1 1,0-1-1,1 0 0,1-1 0,0 1 0,1-1 0,0-1 0,1 1 0,0-1 0,1 0 0,17 16 0,-22-24-117,0 0 0,0 0-1,0-1 1,1 0 0,0 0 0,-1 0-1,1-1 1,0 1 0,1-1-1,-1 0 1,0-1 0,0 1-1,1-1 1,-1 0 0,1-1 0,-1 1-1,1-1 1,-1 0 0,1 0-1,-1-1 1,1 0 0,-1 0 0,1 0-1,-1 0 1,0-1 0,1 0-1,-1 0 1,0 0 0,0-1-1,-1 0 1,1 0 0,0 0 0,-1 0-1,0-1 1,8-8 0,2-7-692,0 0 0,-2-1 0,18-37 1,3-28-3922,-12 13-1164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4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14679,'0'0'2665,"5"38"-35,63 419 2874,-56-382-4856,26 133 1119,-35-197-1659,-3-9-94,0 0 0,0 0 0,1 0 0,-1 0 0,0-1-1,1 1 1,0 0 0,-1-1 0,1 1 0,0 0 0,0-1-1,0 1 1,0-1 0,0 1 0,0-1 0,0 1-1,2 0 1,-3-2-12,0 0-1,1 0 0,-1 1 0,0-1 1,0 0-1,0 0 0,0 0 1,0 0-1,1 0 0,-1 0 0,0 0 1,0 0-1,0 0 0,0 0 1,0-1-1,1 1 0,-1 0 0,0 0 1,0 0-1,0 0 0,0 0 1,0 0-1,0 0 0,1 0 0,-1 0 1,0 0-1,0 0 0,0-1 1,0 1-1,0 0 0,0 0 0,0 0 1,0 0-1,0 0 0,1 0 1,-1-1-1,0 1 0,0 0 0,0 0 1,0 0-1,0 0 0,0 0 1,0-1-1,0 1 0,0 0 0,0 0 1,0 0-1,0 0 0,0 0 1,0-1-1,0 1 0,0 0 0,0 0 1,4-21-112,-1 1 1,-1-1 0,0 0-1,-1 0 1,-3-22 0,1-3-230,2-385-5179,-1 421 5429,0 1 0,1 0 0,0 0-1,1 0 1,0 0 0,0 0 0,1 0-1,4-10 1,-3 13 113,-1 0-1,1 0 1,0 1 0,0-1-1,1 1 1,0 0-1,0 1 1,0-1-1,0 1 1,1 0 0,6-4-1,0 1 124,1 1 0,-1 0 0,1 1 0,0 0 0,0 1 0,0 1 0,1 0 0,-1 1 0,1 0 0,14 0 0,-21 2-272,13-1 256,-20 1-223,1 0-1,-1 0 1,1 0-1,-1-1 1,1 1-1,0 0 0,-1 0 1,1-1-1,-1 1 1,1 0-1,-1-1 1,0 1-1,1-1 0,-1 1 1,1-1-1,-1 1 1,0-1-1,1 1 1,-1-1-1,0 1 1,1-1-1,-1 1 0,0-1 1,0 1-1,0-1 1,1 0-1,-1 0 1,0-16-5100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7796,'0'0'6619,"8"0"-5992,16 0-138,209 9 1996,-5-4-2360,-139-7-76,693-27-47,-432 10 96,-123 11 405,311-8-365,-93 4-15,378-1 1,-263 9-45,-434 3-67,163-11-40,-218 3 39,399-30 53,410 27 1896,-897 6-850,12 2-871,3 3-292,1-1 0,-1 1 0,1 0 0,-1 0 0,0 0 0,1 0 0,-1 1 0,0-1 0,0 0 0,0 1 0,1-1 0,-1 1 0,0 0 0,0 0 0,0-1 0,0 1 0,0 0 0,-3 1 0,-21-2-3594,-6-4-2943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4.5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324 73 5218,'0'0'8660,"4"-11"-7371,21-47 752,-25 58-1976,0 0 0,0 0 0,0-1 0,0 1 0,0 0 0,0 0-1,-1-1 1,1 1 0,0 0 0,0 0 0,0 0 0,0 0 0,-1-1 0,1 1 0,0 0 0,0 0 0,0 0 0,-1 0 0,1 0 0,0 0 0,0-1 0,0 1-1,-1 0 1,1 0 0,0 0 0,0 0 0,-1 0 0,1 0 0,0 0 0,0 0 0,-1 0 0,1 0 0,0 0 0,0 0 0,0 0 0,-1 0 0,1 0 0,0 1-1,0-1 1,-1 0 0,1 0 0,0 0 0,0 0 0,0 0 0,-1 0 0,1 1 0,-14 3-241,-1 8 204,1 0-1,0 1 1,1 1 0,-20 24-1,28-31-21,-19 24 11,1 2 0,1 0 0,3 1 0,0 2 0,-23 63 0,23-43 109,3 0 0,1 2 0,-7 72 0,13-36 390,4 0 1,11 154 0,-5-229-426,2 0 1,0 0 0,1 0 0,1-1 0,1 1-1,13 28 1,-15-38-50,1 0 0,0-1 0,1 1 0,0-1 0,0-1 0,1 1 0,0-1 0,0 0 0,1-1 0,0 1 0,0-1 0,1-1 0,-1 0 0,13 6 0,-4-5-16,-1-1 0,1 0-1,0-2 1,0 0 0,1 0 0,-1-2-1,0 0 1,1-1 0,-1 0 0,1-2-1,-1 0 1,0-1 0,0-1 0,0 0-1,0-1 1,-1-1 0,0-1 0,0 0-1,-1-1 1,1-1 0,-2 0 0,18-15-1,-9 4-103,-1-2-1,-2-1 1,0 0-1,-1-2 1,-2 0-1,0-1 1,-2-1-1,0 0 1,-2-1-1,12-40 1,-13 30-286,-2-2 1,-1 1-1,-2-1 0,-2-1 1,-2 1-1,-1-1 1,-6-59-1,1 76 316,-1 1 1,-1 0-1,-1 1 0,-1-1 0,-1 1 1,-13-24-1,-76-121 97,67 120 248,-46-52 0,60 80-236,-1 1-1,0 1 1,-2 1-1,0 0 1,-26-16-1,38 30-435,6 13-2411,3 20-2400,9 8-4942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5.5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394 137 6419,'0'0'5805,"-5"-13"-4812,-17-38-30,21 49-908,0 1-1,-1-1 1,1 1 0,0 0 0,0-1 0,-1 1-1,1 0 1,0 0 0,-1 0 0,1 0 0,-1 0 0,0 0-1,1 0 1,-1 0 0,0 1 0,0-1 0,1 1-1,-1-1 1,0 1 0,0 0 0,0 0 0,1-1-1,-1 1 1,0 1 0,0-1 0,0 0 0,0 0 0,-2 1-1,-7 0 88,5-1-91,-5 0 39,0-1-1,-1 1 0,1 1 0,0 0 1,0 1-1,0 0 0,0 1 0,0 0 0,1 0 1,-13 7-1,14-6 1,1 0 0,0 1 0,0 0 0,0 1 0,0 0 0,1 0 0,0 0 0,1 1 0,-1 0 0,1 0 0,0 1 0,1 0 0,0 0 0,0 0 0,-4 10 0,-2 11 72,1 0 0,2 1-1,0 0 1,2 0 0,-2 44 0,3 154 1130,6-191-1071,-1-4 35,2-1 1,2 0-1,1 0 0,1 0 1,18 52-1,-18-68-155,0 0 0,2 0 1,0 0-1,0-1 0,2-1 1,0 1-1,0-1 0,2-1 1,-1 0-1,2-1 0,0 0 1,18 13-1,-17-17-75,-1 0 0,1-1 0,0-1 0,0 0 0,1-1 0,0-1 0,0 0 0,0-1 0,0 0 0,1-2 0,-1 1 0,1-2 0,-1 0 0,1-1 0,-1-1 0,0 0 0,1-1 0,-1 0 0,0-2 0,-1 1 0,1-2 0,-1 0 0,17-10 0,-7 0-63,-1-1-1,-1-1 1,-1-1-1,-1-1 0,-1-1 1,0 0-1,24-39 1,-28 38-153,-2 0 1,-1-1-1,-1-1 1,-1 1-1,-1-2 1,-1 1-1,-1-1 0,6-40 1,-11 43 2,0 0 0,-1 0 0,-6-44-1,3 51 124,-1 1-1,-1-1 1,0 1-1,-1 0 1,-1 1-1,-12-25 0,-115-165-473,105 166 415,-2 1 0,-2 2 0,-42-36 1,66 64 23,0 0 1,0 0 0,0 1 0,-1 0 0,0 1 0,0 0 0,-11-4 0,16 7-43,0 0 0,0 0 1,0 0-1,-1 1 0,1-1 0,0 1 0,0 0 0,0 0 0,0 0 1,0 1-1,0 0 0,0-1 0,0 1 0,0 1 0,0-1 0,0 1 0,0-1 1,1 1-1,-7 4 0,4-1-394,1 1 0,0-1-1,0 1 1,-5 7 0,-20 28-3486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6.7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62 4066,'0'0'7022,"4"-9"-5694,14-30-159,-18 39-1075,0 0 1,1-1 0,-1 1-1,0 0 1,0-1-1,0 1 1,0-1 0,0 1-1,0 0 1,0-1-1,0 1 1,0 0 0,0-1-1,0 1 1,0-1-1,0 1 1,0 0 0,0-1-1,0 1 1,-1 0-1,1-1 1,0 1 0,0 0-1,0-1 1,-1 1-1,1 0 1,0-1 0,0 1-1,-1 0 1,1 0-1,0-1 1,-1 1 0,1 0-1,0 0 1,0 0-1,-1-1 1,1 1 0,-1 0-1,1 0 1,0 0-1,-1 0 1,1 0 0,0 0-1,-1 0 1,1 0-1,0 0 1,-1 0 0,1 0-1,-1 0 1,-22 0-669,20 0 940,-15 0-356,13-1-1,0 1 1,0 0-1,0 0 0,0 0 0,0 0 1,0 1-1,0 0 0,0 0 1,0 0-1,0 1 0,0 0 0,1 0 1,-1 0-1,-6 4 0,-3 5 31,1 1-1,0 1 0,1 0 0,0 0 0,1 1 0,1 1 1,-14 24-1,12-16 57,2 0 1,1 0-1,1 1 1,-9 42-1,7 6 314,2 1-1,4 126 1,4-146-204,1 16 201,2 1 0,15 79 0,-14-124-299,1 0-1,2-1 0,0 1 0,2-2 1,1 1-1,0-1 0,2-1 1,0 0-1,21 27 0,-27-42-79,-1-1-1,1-1 1,0 1-1,0-1 0,1 0 1,-1 0-1,1-1 1,0 0-1,0 0 1,1-1-1,-1 0 1,1 0-1,0-1 1,0 0-1,-1 0 1,1-1-1,1 0 1,-1 0-1,0-1 0,0 0 1,0 0-1,0-1 1,0 0-1,0 0 1,0-1-1,9-3 1,-7 0-3,0 1 0,0-1 1,-1-1-1,0 0 0,0 0 1,0-1-1,10-10 0,1-4 9,30-39-1,-21 20-193,-2-1-1,-2-1 1,-2-1-1,-2-1 1,-2-1 0,-2-1-1,-1-1 1,-3 0-1,-2-1 1,-2 0-1,-2 0 1,-2-1-1,-3-74 1,-3 104 127,-2-1-1,0 0 1,-1 1 0,-1-1 0,-1 1-1,0 0 1,-2 1 0,-9-18 0,3 11 2,-1 0 0,-2 1 0,0 1 0,-38-39 0,47 54 24,0 0 0,-1 0 0,0 1-1,0 0 1,0 0 0,-1 1 0,0 1 0,0 0-1,0 0 1,-1 1 0,0 0 0,0 0-1,0 2 1,0-1 0,0 1 0,-13 0 0,20 2 7,-55 1-32,54 0 21,0-1 0,1 1 0,-1 1-1,1-1 1,-1 0 0,1 1 0,0 0 0,0 0-1,0 1 1,-7 4 0,6-2-302,-1 0-1,1 0 1,0 0 0,1 1-1,-1 0 1,1 0 0,0 0-1,1 0 1,-1 0 0,1 1-1,0 0 1,1 0 0,0 0 0,0 0-1,-2 14 1,3 18-3916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7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0 470 13062,'0'0'4530,"214"-202"-4626,-144 127-1473,-6 0-1344,-14 9-2001,-17 15 240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7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1 4498,'0'0'5827,"-40"177"-3138,30-63-672,3 25 96,4 20-592,3 13-385,0-7-496,0-18-400,0-38-176,0-43-64,16-36-416,1-24-1793,-13-24-12838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8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1 316 11445,'0'0'6667,"14"-3"-6136,-6 1-486,0-1-1,0 1 1,0-1 0,0-1-1,0 0 1,0 0-1,-1 0 1,0-1 0,0 0-1,0 0 1,-1-1-1,1 0 1,8-11-1,10-16-366,-1-1 0,-2-1 0,-2 0-1,22-51 1,-37 67-41,-5 18 217,0 7-28,14 355 1517,1-51-231,-15-21-574,5 162-375,-4-431-189,-1-4-87,1-1 1,0 1 0,1-1 0,0 0 0,2 0 0,7 24 0,-10-38 42,-1 0-1,0-1 1,1 1 0,-1 0-1,1-1 1,-1 1 0,1 0-1,-1-1 1,1 1 0,-1-1-1,1 1 1,0-1 0,-1 1-1,1-1 1,-1 0 0,1 1-1,0-1 1,0 0 0,0 1-1,0-1-37,-1 0 0,1 0 0,-1 0-1,1 0 1,-1-1 0,1 1 0,-1 0 0,1 0-1,-1 0 1,0-1 0,1 1 0,-1 0-1,1 0 1,-1-1 0,1 1 0,-1 0 0,0-1-1,1 1 1,-1-1 0,0 1 0,0 0-1,1-1 1,-1 1 0,0-1 0,0 1-1,1-1 1,-1 1 0,0-1 0,0 1 0,0-1-1,0 1 1,0-1 0,8-45-5460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9.5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5 8180,'0'0'5373,"-9"-1"-5096,-30-2-26,35 3-200,1 0 0,-1 1 1,0-1-1,1 1 0,-1 0 0,1 0 0,-1 0 0,1 1 1,0-1-1,-1 1 0,1 0 0,0 0 0,0 0 0,0 0 1,0 1-1,1-1 0,-1 1 0,1-1 0,-1 1 0,-2 5 1,-6 4 175,-8 9-53,2 0 1,0 1-1,2 1 1,0 1-1,2 0 0,1 1 1,0 0-1,2 1 1,1 0-1,-10 47 0,8-3 491,2 0-1,1 139 0,8-206-634,-1 39 335,2 0-1,2 0 0,13 62 0,-13-92-292,1 1 0,0-1 0,1 0 0,0 0 0,1 0 0,12 17 0,-13-22-25,1 0 1,-1-1-1,1 0 1,0 0-1,1-1 1,-1 0 0,1 0-1,0 0 1,0-1-1,1 0 1,10 5-1,-7-5-8,0-1 0,0 0 0,0-1 0,0 0 0,1 0-1,-1-1 1,0-1 0,1 0 0,-1 0 0,1-1 0,-1-1 0,0 0-1,0 0 1,0-1 0,0-1 0,0 1 0,-1-2 0,1 0-1,-1 0 1,18-13 0,-2-2-33,-1-1 1,0 0-1,-2-2 0,-1-1 0,-1-1 0,20-29 0,-13 13-343,0-2-1,-3 0 1,33-79 0,-49 100 158,-1-2 0,-1 0 0,-1 1 0,-1-2 1,-1 1-1,-1-1 0,-1 1 0,-1-1 1,-4-40-1,0 50 107,-1 1-1,0 0 1,-1 0-1,0 1 1,-1-1 0,-1 1-1,0 0 1,0 1 0,-2 0-1,1 0 1,-2 0-1,-20-19 1,12 15 99,0 0 0,-1 1 0,0 1 0,-1 1 0,-1 1-1,0 1 1,-28-11 0,26 16-112,-2 0 1,1 1-1,0 1 0,-1 2 0,0 0 1,-37 3-1,31-1-1405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10.2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0 468 4674,'0'0'12870,"24"-35"-12168,77-119-836,-49 74-1665,47-99-1,-92 161 1582,-6 16 203,-1 10 54,40 447 3622,-17-255-2646,4 110-150,24 193-297,-50-500-568,4 35-45,1 0 0,2-1-1,15 42 1,-23-77 3,1 0 1,0 0-1,0 1 1,1-1-1,-1 0 1,0 0-1,1 0 1,-1-1-1,1 1 1,1 2-1,-3-4 19,1 0 0,-1 0 1,0 0-1,0 0 0,0 1 0,0-1 0,0 0 0,0 0 0,1 0 0,-1 0 0,0 0 0,0 0 0,0 0 0,1 0 0,-1 0 0,0 1 0,0-1 0,0 0 0,0 0 0,1 0 0,-1 0 0,0 0 0,0 0 1,0 0-1,1 0 0,-1 0 0,0 0 0,0-1 0,0 1 0,0 0 0,1 0 0,-1 0 0,0 0 0,0 0 0,0 0 0,0 0 0,1 0 0,-1 0 0,0-1 0,0 1 0,0 0 0,0 0 0,0 0 0,0 0 1,1 0-1,-1-1 0,0 1 0,0 0 0,0 0 0,0 0 0,0 0 0,0-1 0,0 1 0,0 0 0,0 0 0,0 0 0,0-1 0,0 1 0,0 0 0,0 0 0,0 0 0,0-1 0,0 1 0,0 0 0,0 0 1,0 0-1,0-1 0,1-42-3955,-1-33-3839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11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0 467 8900,'0'0'6419,"9"-34"-5675,33-113-381,-35 123-323,2 1 0,1 1 1,13-23-1,-6 13-17,-2 3 2,-5 11 49,-2 0 0,1 0-1,9-36 1,-17 52 449,19 522 1920,-8-277-1279,-6-89-700,10 160 75,-16-312-537,0 14 3,2 0-1,0 0 0,0 0 0,2-1 0,8 26 0,-12-39-12,1-1 0,-1 0 1,1 0-1,0 0 0,-1 0 0,1 0 0,0-1 0,-1 1 0,1 0 0,0 0 1,0 0-1,0-1 0,1 2 0,-1-2-12,-1 0 0,0 0 0,1 0 1,-1 0-1,1 0 0,-1 0 0,0 0 0,1 0 0,-1 0 0,1 0 1,-1 0-1,0 0 0,1 0 0,-1 0 0,0 0 0,1 0 0,-1-1 1,0 1-1,1 0 0,-1 0 0,0 0 0,1-1 0,-1 1 0,0 0 1,1-1-1,-1 1 0,0 0 0,0 0 0,0-1 0,1 1 0,-1 0 1,0-1-1,0 1 0,0 0 0,0-1 0,0 1 0,1-1 0,-1 1 1,0-1-1,3-14-812,-1 1 0,0-1 0,-1 0 0,0 0 1,-2-15-1,1 4-1018,0-73-7901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13.8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539 135 7123,'0'0'7983,"5"-3"-7212,18-10 0,-22 12-625,0 0 0,0 0 0,0-1 0,0 1 0,0 0 1,0 0-1,-1-1 0,1 1 0,0 0 0,-1-1 0,0 1 1,1 0-1,-1-1 0,1 1 0,-1-1 0,0 1 0,0-1 1,0 1-1,0-1 0,0-1 0,-1 0-48,1 0 1,0-1-1,-1 1 0,1 0 0,-1 0 0,0 0 1,-2-5-1,-1 4-96,1 0 0,0 0 0,-1 1-1,0-1 1,0 1 0,0 0 0,0 0 0,-1 0 0,1 0 0,-1 1 0,0 0 0,1 0 0,-1 0 0,-9-2 0,0 1 3,0 0 0,-1 1-1,1 1 1,-16-1 0,-2 2-30,20-1 24,-1 0 0,1 1 0,-1 1 0,1 0 0,-1 1 0,1 0 0,0 1 0,-1 0 0,-11 5 0,-1 5 12,-42 25 0,57-31-8,1 0 1,0 1 0,1 0-1,0 0 1,0 1 0,1 0-1,-8 11 1,5-2 37,0 0 0,1 0 0,1 1 0,1 0 0,0 0 0,2 0 0,-7 40 0,6 0 75,3 82 0,3-134-113,0 5 46,1-1 1,1 1-1,0-1 0,1 0 0,0 0 1,0 0-1,1 0 0,1 0 0,0-1 1,0 0-1,1 0 0,0 0 0,1-1 1,9 11-1,-7-10-15,1 1 0,1-2-1,-1 1 1,1-2 0,1 1 0,0-2 0,0 1-1,0-2 1,1 1 0,0-2 0,18 6 0,111 16-149,-21-5-204,-101-17 295,0 1-1,-1 1 1,35 16 0,-32-12-2,-2 2 1,1 0-1,18 15 0,-33-23 17,-1 0-1,1 1 0,-1-1 1,0 1-1,-1 0 0,1 0 1,-1 0-1,0 1 0,-1-1 1,1 1-1,-1 0 1,-1 0-1,4 13 0,-2 13 38,-2 0 0,-3 60 1,0-67 76,0-16-61,0 0 1,-1 0 0,-1 0 0,1 0-1,-1 0 1,-1 0 0,0-1 0,0 1-1,-1-1 1,0 0 0,-1-1 0,-11 14-1,11-14-28,0-1 0,-1 0 0,0 0 0,-1-1 0,0 0 0,1 0 0,-2 0 0,1-1 0,-1-1 0,0 1 0,0-1 0,0-1 0,-13 4 0,-6-3-8,-1-2-1,0 0 1,-51-4 0,50 0-9,5 0-62,1 0 1,-1-2 0,-46-14 0,55 13-638,-1-1 0,1-1 0,0-1 0,0 0 0,1-1 0,-20-15 0,3-5-3753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20.7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483 5 5731,'-2'-3'15395,"3"3"-15319,-15 0 69,6-1-124,0 1 1,0 0-1,0 0 0,0 1 0,0 0 1,0 0-1,0 1 0,0 0 0,1 0 1,-1 1-1,1 0 0,-8 4 0,-19 15 44,1 1-1,1 1 1,2 2-1,-43 45 1,61-56-4,2 0 0,0 0 0,1 1 0,0 1 0,1 0 0,-10 31 1,-21 111 519,33-130-483,-8 42 75,4 0 0,3 1 0,3 0 0,7 98 0,-2-156-138,0-1 0,1 0 0,1 0-1,0 0 1,1 0 0,0 0 0,1-1 0,0 1 0,1-1 0,1 0 0,0-1 0,0 0 0,1 0 0,0-1 0,1 0 0,1 0 0,-1-1 0,1 0 0,1 0 0,0-1 0,0-1 0,0 0 0,1-1 0,0 0 0,0 0 0,1-1 0,14 3 0,1-3 60,0-2 0,1 0 0,46-3 0,-42 0-70,-20 0-22,1 0 0,-1-1 0,0 0 0,1-1 0,-1 0 0,0-2-1,0 1 1,-1-1 0,1-1 0,-1-1 0,19-10 0,-12 4-87,0-2-1,-1-1 1,-1 0-1,0-1 1,-1 0-1,-1-2 1,0 0-1,-1-1 1,-1 0 0,-1-1-1,-1 0 1,11-27-1,-9 13-23,-2 0-1,-1-2 1,-2 1-1,-1-1 0,-2 0 1,-2 0-1,-1-41 1,-1 61 95,-7-135-56,4 131 69,-1 1 0,-2-1 0,0 1-1,0-1 1,-14-26 0,6 17 3,-1 1 0,-2 0 0,-1 1 0,-1 1 0,-2 1 0,0 0 0,-37-33 0,51 54 1,1 0-1,-1 0 1,0 1-1,-1 0 1,1 0-1,-1 1 1,1-1-1,-1 2 1,0-1-1,1 1 1,-13-1-1,10 1 8,0 1 1,0 0-1,0 0 0,0 1 1,0 1-1,0-1 0,0 1 1,-12 5-1,5 1-349,-8 2 272,7-7-9492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23.0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0 464 8292,'0'0'10575,"5"-11"-10049,23-38-469,58-81 1,-49 78-742,51-93-1,-79 129 587,-7 12 101,1 0-1,0 0 1,-1-1 0,0 1-1,0-1 1,0 0-1,-1 1 1,0-1-1,0 0 1,1-9 0,-2 13 362,-1 152 417,17 402 573,-11-505-1234,62 493 1191,-63-520-1182,1 1 0,0-1 1,2 0-1,0 0 0,11 21 0,-10-31-559,-5-15-1750,-9-19-1786,-11-4-1219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25.3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1 329 8708,'0'0'9191,"21"-3"-8866,-10 1-280,7 0-23,0-1-1,0 0 1,0-1-1,-1-2 0,1 1 1,-1-2-1,20-11 0,-13 5-269,-1-2-1,-1-1 0,0-1 1,-1-1-1,-1 0 0,0-2 0,-2 0 1,28-39-1,-44 54 209,1 1 1,-1-1-1,0 0 1,-1 0-1,1 0 0,-1 0 1,0 0-1,0 0 1,-1 0-1,0 0 0,1 0 1,-2-7-1,1 10 99,0 2-49,0-1-1,0 1 1,0 0 0,0 0-1,0 0 1,0 0 0,1 0-1,-1-1 1,0 1 0,0 0 0,0 0-1,0 0 1,0 0 0,0-1-1,0 1 1,0 0 0,0 0-1,0 0 1,0 0 0,0-1 0,-1 1-1,1 0 1,0 0 0,0 0-1,0 0 1,0 0 0,0-1-1,0 1 1,0 0 0,0 0 0,0 0-1,0 0 1,-1 0 0,1 0-1,0-1 1,0 1 0,0 0 0,0 0-1,0 0 1,-1 0 0,1 0-1,0 0 1,0 0 0,0 0-1,0 0 1,-1 0 0,1 0 0,0 0-1,0 0 1,0 0 0,0 0-1,-1 0 1,1 0 0,0 0-1,0 0 1,0 0 0,0 0 0,-1 0-1,1 0 1,0 0 0,0 0-1,0 0 1,0 0 0,0 0-1,-1 1 1,1-1 0,0 0 0,0 0-1,-8 14 90,-2 36 223,-7 84 1,9 56 710,6-114-590,-14 680 1467,16-731-1925,1 33 57,-1-55-67,1 1-1,-1 0 1,1 0 0,0 0-1,0-1 1,1 1 0,-1-1-1,1 1 1,0-1 0,0 1-1,4 4 1,3 0-1296,-2-6-3131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3.2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612 142 5394,'0'-3'12202,"-5"-13"-11595,2 12-581,-1 0 0,1 0-1,-1 1 1,0-1 0,0 1-1,0 0 1,-1 1 0,1-1 0,-1 1-1,0 0 1,-9-3 0,-6-1 169,-35-6 0,11 4-96,27 5-24,1 2 0,0-1 0,0 2 1,-30 3-1,40-2-53,1 0-1,0 0 1,-1 1-1,1-1 1,0 1 0,0 1-1,0-1 1,0 1 0,1 0-1,-1 0 1,1 0-1,0 0 1,-1 1 0,-5 7-1,-5 6 55,0 2-1,-13 22 0,17-25-33,-6 11-15,1 1 1,2 1-1,0 0 0,-15 53 0,11-28 50,4-16-81,2 1-1,1 0 0,3 0 0,-6 51 1,11 61 228,3-124-139,1-17-74,0 0 1,0 0-1,1-1 0,1 1 1,-1-1-1,2 0 0,-1 0 0,1 0 1,0 0-1,8 11 0,5 6 90,40 45 0,-32-45 19,2 0 1,1-2-1,2-1 1,46 28-1,-61-42-46,-1-1-1,1-1 0,1 0 0,-1-2 0,1 1 1,0-2-1,21 4 0,3-3 194,74-1 1,-105-4-257,-1-1 1,1 0-1,-1-1 0,1 1 0,-1-2 1,0 1-1,0-1 0,0-1 1,0 1-1,-1-1 0,1-1 0,-1 1 1,0-1-1,0-1 0,-1 1 0,7-7 1,-3 0-4,1 0 0,-1-1 0,-1 1 0,0-2 0,-1 1 0,0-2 0,10-26 0,-8 13 22,50-147-209,-53 145 111,0 1-1,-2-1 1,-1 0 0,0-35-1,-3 5 29,1 26-12,-2 1-1,-5-38 1,-1 44-45,-2 0 0,0 0 1,-2 0-1,-26-48 0,6 11 125,14 27-1,5 8-22,-22-37 0,27 57-16,0 0 1,0 0 0,-1 1-1,0 0 1,0 0 0,-1 0 0,-17-12-1,18 14 27,-1 1-1,0-1 1,0 1 0,0 1-1,-1 0 1,0 0 0,0 0-1,0 1 1,0 1-1,0-1 1,-1 1 0,1 1-1,-15-1 1,19 2-9,-1 0-1,1 1 1,-1-1-1,1 1 1,0 0 0,0 0-1,-1 1 1,1 0-1,0-1 1,0 2 0,0-1-1,1 1 1,-1-1-1,0 1 1,1 1 0,0-1-1,0 1 1,-6 6-1,-9 10-110,-13 12 56,10-19-3033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6.1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583 43 2321,'0'0'13481,"-7"-9"-12080,0 4-1307,0 1 0,0 0 0,-1 1 0,1 0 0,-1 0 0,1 1 0,-1 0 0,0 0 0,0 0 0,-8 1 0,-16-2 168,-38 3 0,34 1-25,25 0-179,0 0 0,0 1 0,0 0 0,1 1 0,-1 0 0,1 0 0,0 1 0,-19 10 0,10-3 128,0 1 0,1 1 1,-23 20-1,33-27-135,1 0-1,1 0 0,-1 1 1,1 0-1,1 0 0,-1 1 0,1-1 1,0 1-1,1 0 0,0 0 1,0 1-1,1-1 0,-4 15 1,-34 299 691,32-226-649,3-26 147,4 0 0,6 75 0,-1-118-78,1-1 0,1 0 0,1 0 0,2-1 0,15 36 0,-14-41-55,1 0-1,0-1 0,2 0 0,0-1 1,1 0-1,1-1 0,16 15 0,-21-24-84,-1-1 0,1 0 0,1-1 0,-1 0 0,1 0 0,0-1 0,0 0 1,0-1-1,12 3 0,-4-2-12,0-1 0,1-1 1,-1-1-1,31-1 0,-39 0-16,-1-1-1,1-1 1,0 0-1,-1 0 1,1-1-1,-1-1 1,1 1-1,-1-1 1,0-1-1,0 0 1,0 0-1,-1-1 1,1 0-1,-1 0 1,13-12-1,2-2-288,-1-1 0,-2-2-1,23-27 1,-32 35-35,-1-1-1,-1 0 1,0 0-1,-1-1 0,0 0 1,8-27-1,-14 34 44,-1 1 0,1 0-1,-1-1 1,-1-15 0,0 20 155,-3 3 47,0 1 0,-1 0 1,1 0-1,0 0 1,0 0-1,-5 1 0,6 0-178,0 0 1,0 0-1,0 0 0,0 0 0,0 1 0,0-1 1,0 0-1,0 1 0,0 0 0,1-1 0,-3 4 1,-1 0-1507,-8 6-5637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7.8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218 10 8420,'0'0'5808,"-6"-6"-2777,-23 4-2663,-15 1-447,41 1 77,1 0 1,-1 1-1,1-1 1,-1 1-1,1 0 0,0 0 1,-1 0-1,1 0 1,0 0-1,0 0 1,0 1-1,0-1 0,0 1 1,0-1-1,-2 4 1,-7 7 9,2 1 1,0 1-1,0 0 1,1 0-1,1 0 1,0 1-1,1 0 1,-5 21-1,4-5 307,1-1-1,2 1 0,-1 46 1,4 79 1600,1-153-1864,0 0 0,0 0-1,0 0 1,0 0 0,0 0-1,1-1 1,0 1 0,-1 0-1,3 5 1,-2-7-40,0 0 0,0 0 0,0 0 0,0 0 0,0 0-1,1-1 1,-1 1 0,0 0 0,0-1 0,1 1 0,-1-1 0,0 1 0,1-1 0,-1 0 0,0 1 0,1-1 0,-1 0-1,1 0 1,-1 0 0,0 0 0,3 0 0,2-1-1,0 0-1,-1 0 1,1 0-1,-1 0 0,1-1 1,-1 0-1,1 0 1,-1 0-1,0-1 1,0 0-1,0 0 1,0 0-1,-1-1 0,1 1 1,-1-1-1,0 0 1,0 0-1,0-1 1,5-7-1,1-3-311,-1 0 0,-1 0-1,0 0 1,-1-1 0,8-25-1,-8 9-929,-1 0-1,-2 0 0,-1-1 1,-2-64-1,-1 71 1188,0 25 918,0 3-356,0 27 557,7 311 4322,-6-322-5326,-1-9-70,0-1 0,1 1 0,0-1 0,0 1 0,1-1-1,0 1 1,0-1 0,1 0 0,4 9 0,-7-16-135,1 0-1,-1-1 1,0 1-1,1-1 1,-1 1-1,0 0 1,1-1 0,-1 1-1,1-1 1,-1 1-1,1-1 1,0 1-1,-1-1 1,1 1-1,-1-1 1,1 1-1,0-1 1,-1 0-1,1 0 1,0 1 0,0-1-1,-1 0 1,1 0-1,0 0 1,-1 0-1,1 1 1,0-1-1,0 0 1,-1 0-1,1-1 1,0 1-1,0 0 1,-1 0-1,1 0 1,0 0 0,0-1-1,-1 1 1,1 0-1,1-1 1,2-14-3624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8.2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12294,'0'0'2494,"0"29"-973,0 186 915,0 42 1395,0-255-3722,0-6-5,0-17-152,5-155-2503,-3 149 1493,2 0 0,0 0 0,2 1 0,15-41 0,-20 61 1098,2 0 0,-1 1 0,1-1 0,0 1 0,0-1 0,0 1 0,1 0 0,0 0-1,0 1 1,0-1 0,0 1 0,1 0 0,0 0 0,0 0 0,0 0 0,0 1 0,1 0 0,-1 0 0,1 1 0,0-1 0,-1 1-1,1 1 1,0-1 0,0 1 0,0 0 0,1 0 0,6 0 0,20 1-1363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8.6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7619,'0'0'8642,"10"35"-6935,31 117 62,-35-126-1181,-1 0 1,-1 1-1,-2 0 0,0 30 0,2 20 798,-4-75-1344,0 0-1,0 0 1,1 0-1,-1 0 0,1 0 1,0 0-1,0 0 0,-1 0 1,1 0-1,2 3 1,-3-5-40,1 0-1,-1 0 1,0 0 0,0 0 0,0 0 0,0 0 0,0 0 0,0 0 0,1 0 0,-1 1 0,0-1-1,0 0 1,0 0 0,0 0 0,0 0 0,1 0 0,-1 0 0,0 0 0,0 0 0,0 0-1,0 0 1,0 0 0,1 0 0,-1 0 0,0 0 0,0 0 0,0 0 0,0-1 0,0 1 0,1 0-1,-1 0 1,0 0 0,0 0 0,0 0 0,0 0 0,0 0 0,0 0 0,1 0 0,-1-1-1,0 1 1,0 0 0,0 0 0,0 0 0,0 0 0,5-18-44,1-39-1126,-2-71-1,4-54-3889,-8 180 5035,0-1 0,1 1 0,-1 0-1,1-1 1,-1 1 0,1 0 0,0 0 0,0-1 0,-1 1 0,2 0 0,-1 0-1,0 0 1,0 0 0,1 0 0,-1 1 0,1-1 0,0 0 0,-1 1 0,1-1-1,0 1 1,4-3 0,-3 3 177,1-1 1,0 1-1,0 1 0,0-1 0,1 0 1,-1 1-1,0 0 0,0 0 0,0 0 0,0 1 1,7 1-1,-4 0 96,-1-1 0,1 2 0,-1-1-1,1 1 1,-1 0 0,11 7 0,-13-6-149,1-1 1,0 0-1,0-1 0,0 1 0,0-1 0,0 0 1,1-1-1,-1 1 0,0-1 0,12 1 0,-16-1-144,1-1 1,-1 0-1,1 0 0,-1 0 0,0 0 0,1 0 0,-1-1 0,0 1 0,1 0 0,-1-1 0,0 1 0,1 0 0,-1-1 0,0 0 0,0 1 0,0-1 0,1 0 0,-1 0 0,0 1 0,0-1 0,1-1 0,-1-1-511,0 1 0,0-1 0,-1 1 0,1-1 0,0 1-1,-1-1 1,0 0 0,0 1 0,0-1 0,0-4 0,0-17-8592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39.2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0 11397,'0'0'5680,"-3"29"-3839,0-1-1388,-8 160 1693,12-145-1340,7 54 0,-6-81-701,1 0 0,1 0 0,0 0 0,1 0 0,1-1 0,11 23 0,-14-34-99,-1-1 1,1 1-1,-1-1 0,1 0 0,0 0 0,0 0 0,0 0 0,1 0 1,-1 0-1,1-1 0,0 0 0,6 4 0,-8-5-13,0-1-1,1 1 1,-1 0-1,0-1 1,0 0-1,1 1 1,-1-1-1,0 0 1,0 0-1,1 0 1,-1 0-1,0-1 1,0 1-1,1 0 1,-1-1-1,0 0 1,0 0-1,0 1 1,0-1-1,0 0 1,0-1-1,0 1 1,0 0-1,0-1 1,0 1-1,2-3 1,2-4-140,1 0 0,-2 0 0,1-1 1,-1 1-1,-1-1 0,1-1 0,2-9 0,21-72-1747,-19 40-647,-2 1 0,-1-1 0,-4-78 0,1 115 3561,2 18 3029,2 12-106,-4-6-4661,56 228 4804,-48-176-3511,7 122-1,-22 146-54,0-294-521,-1 0-1,-1 0 1,-2 0 0,-2-1 0,-1 0 0,-32 66 0,36-88-6,-1 0-1,0 0 1,-1-1 0,0 0-1,-1-1 1,-21 20 0,27-27-32,-1-1 0,1 1 1,-1-1-1,0 0 0,1-1 1,-1 1-1,-1-1 0,1 0 1,0 0-1,0 0 0,-1-1 1,1 0-1,-1 0 0,1 0 1,-1-1-1,0 1 0,1-1 1,-1-1-1,1 1 0,-1-1 1,-7-2-1,9 2-47,1-1 1,-1 0-1,1 0 0,-1 0 0,1 0 1,0 0-1,-1-1 0,2 0 1,-1 1-1,0-1 0,0 0 0,1 0 1,-1-1-1,1 1 0,0 0 0,0-1 1,0 1-1,1-1 0,-1 0 0,1 1 1,-1-7-1,-2-7-292,1-1 1,0 1-1,1-26 0,2 42 363,-2-37-752,6-50-1,-2 70 440,1 1-1,0-1 1,2 1-1,12-33 0,14-16-1093,-13 27-1686,14-43 0,-23 46-3943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40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4610,'0'0'9895,"2"-1"-8987,-1 7 1663,-1 59-1913,5 140 1785,-3-182-2151,2-1 0,0 1 0,1-1-1,1 0 1,2-1 0,18 40 0,-23-55-242,0-1 0,0 1 0,1-1 0,-1 0 0,1 0 0,0-1 0,1 1 0,6 5 0,-8-8-41,0 0 0,1 0 1,0 0-1,-1-1 0,1 1 1,0-1-1,0 0 0,0 0 1,0 0-1,0-1 0,0 1 1,8-1-1,-8-1-25,0 1 0,0-1 0,-1 0 0,1 0 0,0 0 0,0 0 0,0-1 0,-1 0 0,1 0 0,-1 0 0,0 0 0,1 0 0,-1-1 0,0 1 0,0-1 0,0 0 0,-1 0 0,1 0 1,-1 0-1,1 0 0,-1-1 0,0 1 0,2-7 0,4-7-505,-1 0 1,-1 0-1,7-34 1,-8 22-508,-1-1 0,-2-1 1,-1-37-1,-1 50 691,0 8 202,-1-1 0,0 1 0,-4-19 0,4 24 203,0 1-1,-1 0 1,0 0-1,0-1 1,0 1-1,0 0 1,0 0-1,-1 1 0,0-1 1,1 0-1,-5-3 1,6 7 52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40.9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58 4066,'0'0'6915,"0"-4"-5597,0-16 2382,2 18-3374,1 8 34,17 95 2268,10 163 0,-17-126-969,-13-132-1577,5 26 297,-5-31-360,0 0 0,0 0 1,0 0-1,0 0 0,0 0 0,0 0 0,1 0 0,-1 0 1,0 0-1,1 0 0,-1-1 0,1 1 0,-1 0 0,1 0 1,-1 0-1,1-1 0,-1 1 0,1 0 0,0-1 0,-1 1 1,1 0-1,1 0 0,-1-1-14,-1 0 0,1 0 0,-1-1 1,0 1-1,1 0 0,-1 0 0,0 0 1,1-1-1,-1 1 0,0 0 0,1 0 0,-1-1 1,0 1-1,1 0 0,-1-1 0,0 1 0,0 0 1,1-1-1,-1 1 0,0 0 0,0-1 0,0 1 1,1-1-1,-1 1 0,0-1 0,0 1 0,0 0 1,0-1-1,0 1 0,0-1 0,0 1 0,0 0 1,0-1-1,0 1 0,0-1 0,0 1 0,-1-1 1,2-2 4,7-339-4337,-10 214 1557,2 118 2667,1 1-1,-1 0 1,1-1-1,1 1 0,3-12 1,-4 19 117,0 0 1,-1-1-1,1 1 0,1-1 1,-1 1-1,0 0 0,1 0 1,-1 0-1,1-1 0,-1 1 1,1 1-1,0-1 0,0 0 1,0 0-1,0 1 0,0-1 1,0 1-1,0 0 0,1-1 1,-1 1-1,1 0 0,-1 1 1,4-2-1,-3 1 95,1 1-1,-1 0 1,1-1-1,0 1 1,-1 1-1,1-1 1,-1 0 0,1 1-1,0 0 1,-1 0-1,0 0 1,1 0 0,-1 1-1,0-1 1,1 1-1,-1 0 1,0 0 0,0 0-1,0 0 1,-1 0-1,1 1 1,0-1 0,-1 1-1,0 0 1,1 0-1,-1 0 1,-1 0 0,4 4-1,3 10 300,0 0-1,-2 0 1,1 1-1,4 23 1,-10-37-334,8 36 835,-2 0 1,4 68-1,-9 83 1110,-3-109-1412,1-79-607,0-11-74,11-230-2722,-8 211 2264,1 0-1,2 0 1,1 1-1,1 0 1,1 0-1,24-48 1,-28 67 523,0 0 1,0-1 0,0 2-1,1-1 1,0 1 0,0 0-1,1 0 1,0 0 0,0 1-1,0 0 1,0 1 0,9-5-1,-12 8 53,0-1 0,0 1 0,0-1 0,0 1 1,0 0-1,0 0 0,1 1 0,-1 0 0,0-1 0,0 1 0,1 1 0,-1-1 0,0 0 0,0 1 0,0 0 0,1 0 0,-1 1 0,0-1 0,0 1 0,0-1 0,-1 1 0,1 0 0,0 1 0,-1-1 0,0 1 0,7 5 0,-1 3 135,0 0 1,0 1-1,-1 0 0,0 0 0,-1 0 0,0 1 1,-1 0-1,7 24 0,-5-11 145,-2 1 0,0 0-1,3 46 1,-8 49 960,-2-92-2884,1-15-3513,-8-47-2106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46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401 36 5907,'0'0'8334,"5"-15"-3366,-19 15-4712,-2-1-208,1 1 0,-1 1-1,0 0 1,0 1 0,1 1-1,-1 0 1,-22 9-1,20-5 4,1 1-1,0 1 1,1 1-1,-21 15 0,28-17 42,0 0-1,0 1 0,0 0 0,1 0 0,1 1 1,-1 0-1,-9 19 0,7-7 17,1 0-1,0 1 1,2-1-1,1 2 1,1-1 0,-4 36-1,1 148 917,8-202-989,0 23 91,1 0 1,1 0-1,2 0 1,1-1-1,0 1 1,3-1-1,0 0 1,1-1-1,2 0 1,0-1-1,19 29 1,-18-34-23,2-1 0,0-1 0,1 0 0,27 24 0,-35-35-81,0-1 0,1 0 0,0 0 0,0-1 0,0 0 0,1-1 0,0 0 1,0 0-1,0-1 0,0 0 0,0 0 0,1-1 0,13 2 0,-12-4-10,-5 1-5,-1 0 0,1-1-1,-1 0 1,1 0-1,0-1 1,-1 1 0,1-1-1,0 0 1,-1-1-1,0 1 1,1-1 0,-1 0-1,10-6 1,5-9-71,0-1 1,-1-1 0,27-36-1,-15 18-119,-10 12 157,-1 0 0,18-29 0,-31 41 24,0 1-1,-1-1 1,-1-1 0,0 1-1,0-1 1,-2 0 0,3-16-1,1-45-260,-3-102-1,-4 127 167,0 37 62,-1 0 1,0 0-1,-1 0 1,-1 1-1,0-1 1,0 1-1,-7-16 1,0 7 24,-1 0 0,-1 1 0,-16-21 0,-4-7 100,9 13-10,-41-47 0,48 68-89,14 12 1,0 0 0,0 1 0,0-1 0,0-1 0,0 1 0,0 0 0,1 0 0,-1-1 0,1 1 0,-3-5 0,4 6 209,-4-7-692,4 8 344,0 0 0,0 0 0,0-1 0,0 1 0,-1 0 0,1 0 0,0-1 0,0 1 0,0 0 0,-1 0 0,1 0 0,0 0 0,0-1 0,-1 1 0,1 0 0,0 0 0,-1 0 0,1 0 0,0 0 0,0 0 0,-1 0 0,1 0 0,0 0 0,-1 0 0,1 0 0,0 0 0,0 0 0,-1 0 0,1 0 0,0 0 0,-1 0 0,1 0 0,0 0 0,0 0 0,-1 0 0,1 0-1,0 1 1,0-1 0,-1 0 0,-11 10-4989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48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58 2881,'0'0'13238,"-15"0"-12379,-18-1-635,15 0-121,-1 1 0,-18 2 0,32-1-54,0-1-1,0 2 1,0-1 0,0 0 0,0 1 0,0 0-1,0 0 1,1 0 0,-1 1 0,1 0-1,-9 6 1,-1 3 155,1 0 0,0 2 0,1-1 0,0 2 0,1 0 0,1 0 0,1 1 0,0 0 0,0 0 0,-9 29 0,5 2 184,2 0-1,2 0 1,-4 59-1,6 146 304,7-241-674,-1 2 54,1 1-1,1 0 0,0 0 0,1-1 0,0 1 1,1-1-1,6 19 0,-1-13-1,0-1 1,1 0-1,1-1 0,1 0 1,0 0-1,2-1 0,17 18 1,-22-26-44,1 0 0,0-1 0,1 0 0,-1 0 0,1-1 0,0 0 0,1-1 1,-1 0-1,1-1 0,0 0 0,0-1 0,1 0 0,20 2 0,-6-2 10,0-2 0,0 0 0,44-6 0,-55 2-34,-1 0-1,1-1 1,-1 0 0,1-1 0,-1-1-1,-1 0 1,23-14 0,-18 9-62,0-2 0,-1 0 0,-1-1 0,0 0 0,-1-1 0,-1-1 0,15-20 0,-20 22-25,0 0 1,-1-1-1,-1 0 1,0 0-1,-1-1 0,-1 0 1,0 0-1,-1 0 0,3-29 1,-2-222-761,-6 234 807,-1-7 54,-2 1 0,-1 0 0,-3 0 0,-1 1 0,-26-72 0,27 92 25,0 0 1,-1 0 0,-1 1 0,-18-26-1,24 38-25,0 1-1,0-1 1,0 0 0,-1 1-1,1 0 1,-1 0-1,0 0 1,0 1-1,0-1 1,-1 1-1,1 1 1,-1-1 0,0 1-1,1 0 1,-1 0-1,0 0 1,0 1-1,-11-1 1,7 2-33,3-1 11,0 1 0,0 0 0,-1 1 0,1-1 0,0 1 0,0 1 0,0 0 0,0 0 0,0 0 0,-8 4 0,3 1-414,1 0 0,-18 14-1,24-16-935,-1 0 0,1 0 0,-7 12 0,-2 3-5333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51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523 116 4370,'0'0'13051,"-27"0"-12773,-33-2-133,-68 4 187,119 0-311,0 0 0,0 0 0,1 1 0,-1 0 0,1 0 0,0 1 0,-14 9 0,8-4 119,0 1-1,1 0 1,-17 16-1,18-13-48,1 1 0,1 0 0,0 0 1,1 1-1,0 0 0,-10 26 0,2 3 310,-14 58 1,23-63-214,0 0 0,-2 76 1,11 81 481,0-181-625,1 0 0,1-1-1,0 1 1,1-1 0,0 1 0,2-1 0,-1 0 0,2-1-1,0 0 1,0 0 0,1 0 0,1-1 0,0 0 0,1 0-1,0-1 1,1-1 0,0 0 0,0 0 0,1-1 0,0-1-1,1 0 1,0 0 0,0-1 0,1-1 0,0 0 0,0-1-1,0-1 1,1 0 0,-1-1 0,27 3 0,-20-6 2,0 0 0,32-4 0,-43 2-33,0 0 0,0-1 1,0 0-1,0-1 1,-1 0-1,0 0 1,11-7-1,16-12-65,-1-1-1,-1-2 1,-2-1 0,31-33-1,-48 43 17,1 0-1,-2-2 0,-1 0 1,0 0-1,-1-1 0,-1-1 0,-1 0 1,-1 0-1,6-24 0,-7 5-68,-2-1-1,-1 0 0,-3 0 0,-3-56 1,1 43-77,-1 27 114,-2 1 0,-1-1 0,-1 0 0,-1 1 0,-1 0 0,-1 0 0,-2 1 1,0 0-1,-2 1 0,-26-42 0,30 54 82,0 1 1,-1-1-1,0 1 1,-1 1-1,0 0 1,-15-11-1,19 16 9,-1 0-1,0 1 1,1 0 0,-1 1-1,-1-1 1,1 1 0,-1 1 0,1-1-1,-1 1 1,0 1 0,1-1-1,-15 0 1,15 2-18,0 0 1,0 0-1,0 1 0,1-1 1,-1 2-1,0-1 0,1 1 1,-1 0-1,1 0 0,-1 0 1,1 1-1,-10 6 1,8-4-67,1 1 0,-1 0 0,1 0 0,-9 10 0,-5 17-4141,11-11-1858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52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0 337 10757,'0'0'6926,"21"-16"-6630,70-59-261,-77 62-96,0 0 0,-1-1 0,-1-1 1,0 0-1,17-31 0,-12 19-44,12-31-129,-8 13 161,-21 80 885,0-7-730,-26 1139 3714,17-1174-6928,-12-19-1513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19 8036,'0'0'6651,"0"-3"-5931,0-9-74,0 9-59,-1 2 106,-7 7-522,-2 5-91,1 1 0,0 1-1,0-1 1,1 2 0,-7 15 0,-31 81 4,44-106-76,-132 417 757,84-246-244,-31 77 305,-9 32 648,87-274-1296,0 0 1,1 1 0,0-1 0,1 1-1,0 14 1,1-24-192,2-5-206,19-25-1257,-1 0 0,24-50 1,2-22-4908,-22 39 70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8:5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2513,'0'0'12667,"0"-1"-12622,0 1-1,0-1 1,0 1-1,1-1 1,-1 1-1,0-1 1,0 1-1,0-1 0,0 1 1,0-1-1,1 1 1,-1-1-1,0 1 1,1-1-1,-1 1 1,0 0-1,1-1 1,-1 1-1,0-1 1,1 1-1,2-1 96,0 0 0,0 0 1,1 0-1,-1 1 0,0 0 0,0-1 0,0 1 1,0 0-1,0 1 0,1-1 0,-1 0 0,0 1 1,0 0-1,0 0 0,0 0 0,0 0 0,0 0 1,0 0-1,4 4 0,6 13 34,-1 2 1,-1-1-1,0 2 1,-2-1-1,11 34 1,-6-17-85,73 236 898,-21 7 214,-36-146-703,-4-17-41,-2-6 161,65 190 1,-85-292-586,-1 1 0,1-1-1,0 1 1,0-1-1,1 0 1,1 0-1,-1 0 1,1-1-1,13 15 1,-19-23-37,1 0 1,-1 0-1,0 1 1,0-1-1,0 0 1,0 0-1,0 0 0,0 0 1,0 1-1,1-1 1,-1 0-1,0 0 1,0 0-1,0 0 1,0 0-1,1 0 1,-1 1-1,0-1 1,0 0-1,0 0 1,0 0-1,1 0 1,-1 0-1,0 0 0,0 0 1,0 0-1,1 0 1,-1 0-1,0 0 1,0 0-1,0 0 1,1 0-1,-1 0 1,0 0-1,0 0 1,0 0-1,1 0 1,-1 0-1,0 0 1,0-1-1,0 1 1,1 0-1,0-9-452,-1 8 432,-1-5-281,0 0 1,0-1 0,0 1 0,-1 0-1,0 1 1,0-1 0,-1 0-1,1 1 1,-1-1 0,0 1-1,-1 0 1,-7-9 0,-8-9-2277,-32-27 0,33 32 782,-22-21-3151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9877,'0'0'9076,"221"-9"-7972,-101-12-480,0-6-431,-6 0-193,-24 0-161,-20 12-1583,-29 12-2706,-25 3-4819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91 96,'0'0'10514,"-3"-9"-9399,0-3-756,2 8-193,0-1-1,-1 1 1,1-1-1,-1 1 1,0 0 0,0 0-1,-5-7 1,1 3 771,-7-11 1741,13 18-2339,-1 1-339,1 0 0,-1 0 0,1 0 1,-1 0-1,1 0 0,0 0 0,-1 0 1,1 0-1,-1 0 0,1 0 0,-1 0 1,1 0-1,-1 0 0,1 0 0,0 0 0,-1 1 1,1-1-1,-1 0 0,1 0 0,0 0 1,-1 1-1,-1 1-3,1 0 0,0-1 0,0 1 0,0 0 0,0 0 0,1 0 0,-1 0 0,0 0 0,1 0 0,0 0 0,-1 0 0,1 1 1,0-1-1,0 4 0,-1 6 7,-5 77 509,5 96 1,2-82 142,-3 60 616,12 287 1279,-7-411-2154,17 71-1,-9-80-157,-10-29-235,-1 0-1,1 0 1,0 0 0,0 0-1,-1-1 1,1 1-1,0 0 1,0 0 0,0-1-1,0 1 1,0 0 0,0-1-1,0 1 1,0-1 0,0 1-1,0-1 1,0 0-1,0 1 1,0-1 0,1 0-1,-1 0 1,2 0 0,-2-5-92,-1-24-251,1 3-454,-1 0 0,-1 0 0,-2 0 0,-10-49 0,-1 28-2598,3 1 1,2-1-1,-5-75 0,11 71-235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19:0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15 393 2721,'0'0'3642,"-2"-28"-3111,-7-90 77,6 24 2844,4 63-2272,-1 28-1136,0 0 0,0 0 1,1-1-1,0 1 1,-1 0-1,1 0 1,1 0-1,-1 0 1,0 0-1,1 0 0,-1 0 1,1 0-1,0 0 1,4-4-1,-2 2 4,1 0 1,1 1-1,-1-1 0,1 1 1,-1 1-1,12-7 0,-3 4-9,0 0 1,1 1-1,0 0 0,0 1 1,27-3-1,-33 6 58,0 0 0,0 1 0,0 0 0,18 2 0,-23-1-25,-1 0 0,1 0 0,0 0 0,-1 1 0,1 0 0,-1-1 0,0 1 1,1 0-1,-1 1 0,0-1 0,0 0 0,0 1 0,-1 0 0,4 3 0,7 10 309,-1 2 1,0-1-1,-2 1 0,0 1 0,-1 0 1,0 1-1,-2-1 0,0 2 0,4 25 1,-4-11 163,-2 1 0,-2 0 1,-2 0-1,-4 60 0,1-71-423,-2-1 0,-1 1 1,-1-1-1,-1-1 0,0 1 0,-2-1 0,-1 0 0,-1-1 1,-1-1-1,-1 1 0,0-2 0,-2 0 0,-19 21 0,32-39-123,0 0 1,0 0-1,0 0 0,0 0 0,-1 0 0,1-1 0,0 1 0,-1-1 0,1 1 0,-1-1 1,-3 1-1,6-2-1,0 0 1,-1 0-1,1 0 0,-1 0 1,1 0-1,0 0 1,-1 0-1,1 0 1,0-1-1,-1 1 1,1 0-1,0 0 0,-1 0 1,1 0-1,0-1 1,-1 1-1,1 0 1,0 0-1,-1-1 1,1 1-1,0 0 1,0-1-1,-1 1 0,1 0 1,0 0-1,0-1 1,-1 0-1,-2-20-93,4 10-145,0 1 0,1 0 0,1 0 1,-1 0-1,1 1 0,1-1 0,0 0 1,0 1-1,1 0 0,0 0 0,1 1 0,-1-1 1,2 1-1,-1 0 0,11-9 0,-11 11 182,-1 1 1,1 0-1,-1 1 0,1-1 1,1 1-1,-1 0 0,0 1 1,1-1-1,0 1 0,0 1 1,0-1-1,0 1 0,0 1 1,0-1-1,1 1 0,-1 0 1,1 1-1,-1-1 0,1 2 1,-1-1-1,0 1 0,1 0 0,7 3 1,-10-3 108,-1 1 0,1 0 0,-1 1-1,0-1 1,0 1 0,0 0 0,0-1 0,-1 2 0,1-1 0,5 7 0,-1 0 262,0 1 0,10 20 0,-10-14-33,0 1-1,-1-1 1,-1 1-1,0 0 1,-2 1-1,4 26 1,-3 7 605,-2 57 0,-3-98-818,-1 0 1,0 0-1,0 0 0,-1 1 1,0-1-1,-1-1 0,-5 15 0,4-17-52,0 0-1,0 0 1,-1-1-1,0 0 1,-1 0-1,1 0 1,-1 0-1,-1-1 1,-11 10-1,7-9-7,1 1 0,-1-1 0,0-1 0,-1 0-1,0-1 1,0 0 0,0 0 0,-23 4 0,11-5-113,0-1 0,0-1-1,-43-3 1,58 1-70,1-1-1,0 0 1,0 0-1,0-1 0,0 0 1,0-1-1,1 1 1,-1-2-1,-13-7 1,12 5-537,0-1 0,0 0 0,1 0 1,0-1-1,1 0 0,-13-17 0,-12-23-4932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0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3185,'0'0'2730,"2"-6"-2434,-1-2-1234,5-11 7270,-5 31-5827,-1 97 359,17 423 75,23-72-907,-11 69-13,-25 1-14,-4-437 6,23 428 47,-17-127 12,-8-229-4,1 10-15,3 202-27,14-124-56,0 39-3,-16-213 33,-19 917-140,4 7 403,16-691-217,-1 422 262,7-483-266,-7 1404 510,-18-1418-684,2-54 44,11 432 638,7-355-330,-2 461 1220,-1-704-1295,-1 0 1,0 0 0,-7 23 0,-4 23-87,6 192-735,7-174-3505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02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1313,'0'0'6464,"0"-10"-2500,3 7-3891,0 1-1,0 0 0,1 0 0,-1 0 1,1 0-1,-1 0 0,1 0 0,0 1 1,0 0-1,0 0 0,0 0 0,0 0 0,4 1 1,15-6 28,52-16 320,139-23 1,72 24-428,2 22 168,-117 0 50,-155-1-150,55 0 207,-1 2 0,85 14 1,-65-2-217,118 2-1,94-16 481,7 1 710,211 10-1123,-446-7-105,0 3-1,133 30 1,-193-34-11,67 9 26,1-4 0,135-3 0,-174-5-14,155-9-9,-2 0-8,-190 9 1,273 8-8,34-3-482,-189-6 241,-62 0 223,335 13 41,17 2-49,-185-11 20,94 30-11,-5 28-34,101 15-25,-340-66-10,351 31-762,14-41 312,-69-36-780,-77 4 1434,23 24-109,86-6-7,171-23-240,277-18 334,-771 48-45,276-19 251,39-3-337,837-16 659,-754 38-505,2-1 485,452 36-508,-346 25-116,246 17-45,-708-61 110,260 9 347,-385-18 950,-7 0-1046,-147-12 587,88 12-2211,23 3-1879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0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 7043,'0'0'4175,"0"0"-4157,0 0 0,0 0 0,0 0 0,0 0 0,0 0 0,0 0 0,0 0 0,0 0 0,0 1 0,0-1 0,0 0 0,0 0 0,0 0 0,0 0 0,0 0 0,0 0 0,0 0 0,0 0 0,0 0 0,0 1 0,0-1 0,0 0 0,0 0 0,0 0 0,0 0 0,0 0 0,0 0 0,0 0 0,0 0 0,0 0 0,0 0 0,0 0 0,0 1 0,0-1 0,-1 0 0,1 0 0,0 0 0,0 0-1,0 0 1,0 0 0,0 0 0,0 0 0,0 0 0,0 0 0,0 0 0,0 0 0,-1 0 0,1 0 0,0 0 0,0 0 0,0 0 0,0 0 0,0 0 0,0 0 0,0 0 0,0 0 0,0 0 0,-1 0 0,1 0 0,0 0 0,0 10 238,0-1 1,0 1-1,1 0 0,0 0 1,1 0-1,4 15 0,4 26 215,1 321 1571,-12-259-1768,-33 393 651,1-103-284,24 197-379,4-161-265,3 260 56,5-624-48,18 104 0,29 72-15,18 145-308,10 274 33,-52-442 253,-2 320 0,-23-331 8,-3 249-262,-44 53-474,13-234 784,16-41-20,-27 207-149,-39-52-188,27-142-103,6 107 225,29 5 285,20-363-73,-2 78 122,-29 508-735,-32-2 16,-37 35 993,67-233-166,16-136 344,-15-40-120,1-16 85,19 25-39,13-223-426,0-11 112,1-67-475,0-28-308,-3 34-4736,-1 43-276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0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4274,'0'0'4479,"0"-6"-3219,0 4-1041,0 5 1160,0 835 1862,17-838-4220,5-1 902,1-1 0,44-11 1,-39 7-69,40-4 0,216 7-361,-147 5 358,135-1 233,521-8-108,-538 3 75,138-8-14,-170-7-107,272-12 114,-127 11-2,-262 11 6,112 7 0,-124 3-35,74 6-32,2 1-20,-97-8-39,0-3 1,88-15-1,198-36-499,-76 13-408,-111 14 1547,251-7 0,538 36-1054,-643 8 749,87 1-1519,113-26 2013,147-12-704,-526 26-40,267 9 8,371 7 22,-549-16 7,1029 1 512,-815-13 154,1-1-352,-378 14-114,448-12 388,-157-25-500,-248 24 46,194 3 175,-78 7-148,77-3 31,-275 6-215,-5 1 31,1 1 1,40 10-1,1 1 22,138 3 127,-11-1 191,198 45-27,-386-60-364,81 10 55,0-4 0,85-5 0,-95-2 388,-72 1-378,0 0 0,0 0 0,0 0 0,0 0 0,-1-1 0,1 1-1,0 0 1,0-1 0,-1 1 0,1 0 0,0-1 0,-1 1 0,1-1 0,0 1 0,-1-1-1,1 1 1,-1-1 0,1 0 0,0 1 0,-1-1 0,0 0 0,1 1 0,-1-1 0,1 0-1,-1 0 1,0 1 0,1-3 1227,-1 3-1206,0 0-135,0 0-1,0 0 1,0 0-1,0 0 0,0 0 1,0 0-1,0 0 1,0 0-1,0 0 0,0 0 1,0 0-1,0-1 1,0 1-1,0 0 1,0 0-1,0 0 0,0 0 1,0 0-1,0 0 1,0 0-1,0 0 1,0 0-1,0 0 0,0 0 1,0 0-1,0-1 1,0 1-1,0 0 0,0 0 1,0 0-1,1 0-190,-15-5-1280,-35-10-2537,-23-8-2665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1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48 1569,'0'0'9858,"0"-8"-8791,0-24-230,0 24 1709,4 723-423,6-457-2099,-4-142-24,27 193 14,-15-167-22,39 339-62,-33-308 76,-5-46-9,4 178 0,-22-219-21,-11 228-48,-1-36 39,1-9-46,-18 16-238,-10 92 333,12-101-328,11-40 131,6-69 289,-4 143 123,-11 124-245,-66 272-53,76-559 291,7 204 1,7-245-285,4-23 59,14 83 0,0-9 6,11 244-65,39 428-117,-3-447 40,-27-185-364,-26-115 434,2 106 1,-14 85 62,-2-120 37,17 163-36,0-2 318,-15 554 1139,-1-838-1233,-2-1-1,-11 50 1,7-50-84,2 0 0,-2 49 0,6-52-111,-2-1 0,-8 39 0,6-39 37,1 0 0,-2 38-1,6-62 64,-3 9 74,2 54-117,2-33-73,-3-160-1858,-13-99-5068,9 176-1208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1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3874,'0'0'6571,"-21"0"-5634,15 1 2554,16 432-1140,-10 733-1263,-3-1104-1034,-20 104 1,15-118-65,-3 32 113,-1 140 0,12 1129-480,3-1166-507,-4 145 565,-19-190 294,2-19 63,-2 184 24,12 135-22,9-289 32,12 69-86,0 3-495,-12-153 194,1-27 210,-2-1 1,-2 1-1,-9 54 0,-1-30 303,3 0 0,-1 88 1,15 133-57,-5-280-148,25 233 43,-4-51-28,-5-32-2,2 25 2,55 358 34,-23-220-17,-26-129 127,49 298-58,-57-398-80,9 169 0,-24 93 38,-3-171 48,2-166-84,1 18 87,-2 1-1,-1-1 0,-9 44 0,-4 2 250,-5 83 0,8-61-128,-13 265 256,25 1 325,2-156-447,-11-66-114,1-4-231,8-105 56,-1 0 0,-2 0 0,-9 41 0,9-60-57,1 1 0,0 25 0,3-29-3,-2 0 0,0-1 0,0 1 0,-2-1 0,-5 23 0,4-16-5,4-17-4,0-1 1,-1 1 0,1 0-1,-1 0 1,1-1 0,-1 1-1,0-1 1,0 1 0,0 0-1,0-1 1,-1 0 0,-2 5-1,-2-5 196,2 3 60,-2 21-247,6-23-11,-1 1-1,1 0 1,-1 0-1,0 0 1,0 0-1,-3 5 1,3-9-8,1 1 1,0-1-1,0 0 1,0 0 0,-1 0-1,1 0 1,0 0-1,0 0 1,-1 0-1,1 0 1,0 0-1,0 0 1,-1 0 0,1 0-1,0 0 1,-1 0-1,1 0 1,0 0-1,0 0 1,-1 0-1,1 0 1,0 0-1,0 0 1,-1 0 0,1 0-1,0 0 1,0-1-1,0 1 1,-1 0-1,1 0 1,0 0-1,0 0 1,0-1 0,-1 1-1,1 0 1,0 0-1,0 0 1,0-1-1,0 1 1,0 0-1,0 0 1,-1-1-1,1 1 1,0 0 0,0 0-1,0-1 1,0 1-1,0 0 1,0 0-1,0-1 1,0 1-1,0 0 1,0-1 0,-7-27-726,2-1 0,1 0 1,-1-43-1,3 38-224,-4-74-3716,2-6-3719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1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24 151 4114,'0'0'4679,"-4"-3"-3230,-15-12 3841,21 14-4945,11-3-116,1 1 1,-1 0-1,1 1 0,22-1 1,62 3 6,-43 1-104,1585 2 199,-856-30-969,-240 14 638,-138 10 67,-260-8-64,78-1-76,-65 14 92,225-8 0,-238-9-137,98-5-335,832 26-449,-780-16 760,-1-1 68,-218 11 109,445 12-177,-164-3-424,12 1 818,-150 19-208,-127-14-117,110 3 0,474-12 735,-259 9-345,53 0-360,-270-12 30,396-1-767,-18-1 72,-470 1 747,160 5-28,506 17 1134,-601-23-1143,201-2 487,-153-14-437,38 0-48,1246 15 2210,-1159-15-818,-258 10-1365,-63 4-33,-20 1 71,-1 0 0,1 0 1,-1 0-1,1-1 0,-1 1 1,1-1-1,-1-1 1,0 1-1,1-1 0,-1 0 1,0 0-1,0-1 0,7-4 1,-7 4-19,0 0 0,0 0-1,0 1 1,0 0 0,1 0 0,-1 0 0,1 0 0,0 1 0,-1 0-1,7 0 1,9 0 495,32 2 0,-13 0 305,-32-1-752,-1 0-1,1 0 0,0 1 1,0 0-1,0 0 1,-1 1-1,13 4 0,-16-5-50,-3-1-58,-16 0-380,-48-3-1009,-93-18-1,111 14 101,-59-10-3418,-8-4-3633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2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5138,'0'0'7967,"18"-15"-6025,242 15-1214,-163 12-565,55-11-129,167-3 33,-285-1-61,51-10 0,-50 6-3,47-3 1,210-22-2,11-1 4,-174 30-72,137-6-175,-90 2 153,160-16 120,-241 13-28,128 3-1,13 0 70,349-6-130,-100 7 50,66-3-660,-445 9 502,373 12 85,-43 4 7,-311-13 23,173 22-250,5 0 331,119 9-1728,-330-26 1666,120-4 1,-145-4-56,224-12 190,-26 9 131,209 3 250,-355 8-332,39 2 49,113 0-191,3 1-16,-15-4-246,3 1-37,1806-8-569,-1565-35-8,-332 19 1133,-140 13-240,170-9 141,324-9-33,-91 16 496,-247 7-586,288 12 157,-235 0 222,214 23 377,-302-24-700,-98-10 58,-1 2 0,87 20-1,-99-16 74,1-2 0,0-1-1,1-3 1,45-1 0,90 1 3579,-151-3-1976,-5 0-1284,-12 1-442,0-1 0,0 0 1,0-1-1,0 0 0,0 0 0,0-1 1,0 0-1,10-5 0,-19 7-109,-1-1-1,0 0 1,0 1-1,1-1 1,-1 0-1,0 0 1,0 1-1,0-1 1,0 0-1,0 0 0,0 1 1,0-1-1,0 0 1,0 0-1,0 1 1,0-1-1,-1 0 1,1 1-1,0-1 1,0 0-1,-1 1 1,1-1-1,-1 0 1,1 1-1,0-1 1,-1 0-1,0 0 1,-8-1-223,1 1 1,-1-1-1,1 2 0,-1-1 1,-10 1-1,-3 0-404,-61 0-2298,-23 0-1553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27.1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1 425 5330,'0'0'6598,"8"2"-432,31 8-5750,15 1-143,0-2-1,0-2 1,91-1 0,-37-4-61,132-5 70,-57-25-164,-129 16-105,106-6 0,-84 16-2,10 1 98,131-18 0,254-51-8,205 19-167,-628 48 63,456-46 46,-182 14-17,-39 5 220,192-15 301,-206 18-527,41-3 69,223-11-67,-269 34 95,-183 7-74,115 17 35,-17-1-87,-10-10 21,189 30 0,-1-4 37,2-32 57,-165-2-130,588 2-99,-730 3 109,89 16 0,29 1 2,184-2-71,-108-13 88,36 2-44,-183 0-83,85 2 249,42-9 1039,-226 0-1185,-7 0-1176,-57 0-4528,18 0-3449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2.2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428 224 6611,'0'0'8836,"5"-21"-8020,13-69-319,-16 82-419,-1-1-1,0 0 1,0-1 0,0 1 0,-2-13 0,0 2-6,1 19-79,0 0 0,-1 0 0,1-1 0,-1 1 1,1 0-1,-1 0 0,1 0 0,-1 0 0,0 0 1,1 0-1,-1 0 0,0 0 0,0 0 0,0 0 1,1 0-1,-1 0 0,0 1 0,0-1 1,-1 0-1,1 1 0,0-1 0,0 1 0,0-1 1,0 1-1,0-1 0,-1 1 0,1 0 0,0 0 1,0-1-1,0 1 0,-3 0 0,-8-1-123,0 1-1,-17 0 0,15 1-25,7-1 130,1 0-1,-1 1 1,1 0-1,0 0 1,-1 0 0,1 1-1,0 0 1,0 0 0,0 1-1,-8 4 1,3 0 15,1 1 1,0 0 0,0 0 0,-12 15-1,-6 7 2,1 1-1,1 1 1,2 1-1,2 2 1,1 0-1,-30 70 1,46-87 11,1-1 0,0 1 1,1 0-1,1 0 0,1 0 1,2 25-1,-1-35 3,0 4 12,1 1-1,1-1 1,0 1 0,1-1-1,0 0 1,1 1 0,0-2-1,1 1 1,10 18 0,6 5 127,43 52 1,-44-61-67,109 131 159,13 17-186,-128-154-5,0 0 0,-1 1 0,-2 1 0,0 0 0,12 35 1,-18-39 63,0 0 1,-1 0-1,-1 1 0,-1-1 1,-1 1-1,0-1 1,-4 36-1,1-46-89,1-1-1,-1 1 1,0-1-1,-1 0 0,0 0 1,0 0-1,-1 0 1,1-1-1,-1 1 1,-1-1-1,1 0 1,-1 0-1,0-1 0,0 1 1,-7 4-1,-1 0-12,0 0-1,-1-1 0,0 0 1,0-1-1,-28 10 0,37-16 14,-13 4 35,18-6-49,-1 0 1,1 0-1,0 0 1,-1 0-1,1 0 0,-1 0 1,1-1-1,-1 1 0,1 0 1,0 0-1,-1 0 0,1-1 1,-1 1-1,1 0 1,0 0-1,-1-1 0,1 1 1,0 0-1,0-1 0,-1 1 1,1 0-1,0-1 0,0 1 1,-1-1-1,1 1 1,0 0-1,0-1 0,0 1 1,0-1-1,-1 1 0,1-1 1,0 1-1,0 0 0,0-1 1,0 1-1,0-1 1,0 1-1,0-1 0,0 1 1,1-1-1,0-16-29,1 0 0,0 0 1,1 0-1,1 0 0,1 0 0,12-26 1,52-98-895,-65 134 869,-1 2 1,68-121-1823,-55 100 587,1 1 0,35-38 1,-49 59 1195,0 1 0,0-1 0,1 1 0,-1 0-1,1 0 1,0 0 0,0 1 0,0-1 0,0 1 0,0 0 0,1 0 0,-1 1 0,0-1 0,1 1 0,0 0 0,-1 0 0,1 0-1,7 0 1,-11 2 160,-1-1 0,1 0 0,0 0 0,0 1 0,-1-1 0,1 0 0,0 1 0,-1-1 0,1 0 0,0 1 0,-1-1 0,1 1 0,-1-1 0,1 1 0,-1 0 0,1-1-1,-1 1 1,1-1 0,-1 1 0,0 0 0,1-1 0,-1 1 0,0 0 0,0 0 0,1 0 0,5 23 957,-6-21-847,10 63 1905,7 33-483,-14-86-1481,41 153 1206,-33-134-1143,0-1-1,2-1 1,19 34-1,-28-57-159,0-1 0,1 1-1,-1-1 1,1 0 0,1 0 0,-1 0-1,11 8 1,-13-12-18,0 0 1,0-1-1,0 1 0,0-1 0,0 1 1,1-1-1,-1 0 0,0 0 0,1-1 1,-1 1-1,0-1 0,1 1 0,-1-1 1,1 0-1,-1 0 0,1-1 0,-1 1 1,0-1-1,6-1 0,-6 1 1,0 0 0,-1 0-1,1 0 1,-1-1 0,1 1-1,-1-1 1,0 0 0,0 1 0,0-1-1,0 0 1,0 0 0,0-1 0,0 1-1,2-3 1,0-3-10,0 0-1,0 0 0,3-12 1,2-7-254,-2-1 0,-1 0 1,-1 0-1,1-31 0,-3-117-2058,-3 122 1561,0 32 550,1 13 60,0-1 0,-2 0 0,1 1 0,-3-16 0,3 24 113,-1-1 0,1 0 0,-1 1 0,1-1 0,-1 1 0,1-1 0,-1 1 0,0-1 0,0 1 0,0-1 0,0 1 0,0 0-1,0 0 1,0-1 0,0 1 0,-1 0 0,1 0 0,0 0 0,-1 0 0,1 0 0,-1 1 0,1-1 0,-1 0 0,1 1 0,-1-1-1,1 1 1,-1-1 0,0 1 0,1 0 0,-1 0 0,-3-1 0,-22 1-2732,5 0-2048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3.1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5 192,'0'0'10026,"0"8"-8865,0 32-280,0 29 799,11 104 0,47 117 2298,-56-283-3823,6 21 365,-8-28-502,1 1 1,-1 0-1,0-1 1,1 1-1,-1-1 1,0 1-1,1 0 1,-1-1-1,0 1 1,1-1-1,-1 1 1,1-1 0,-1 0-1,1 1 1,-1-1-1,1 1 1,0-1-1,-1 0 1,1 1-1,-1-1 1,1 0-1,0 0 1,-1 0 0,1 1-1,0-1 1,-1 0-1,1 0 1,0 0-1,-1 0 1,1 0-1,0 0 1,-1 0-1,2-1 1,3-7 232,-2-8-280,-1 0 0,-1 0 0,0 0 0,-3-19 1,1-5-573,-1-12-822,-3 0-1,-15-69 0,14 73 669,1-1 1,3-67-1,2 99 1082,0 16-269,0 0 0,0 0 0,1 0 0,-1-1 0,0 1 0,1 0 0,-1 0 0,0 0 0,1 0 0,-1 0 0,1-1 0,0 1 0,-1 0 0,1 0 0,0 0 0,0 1 0,0-1 0,-1 0 0,1 0 0,0 0 0,0 1 0,0-1 0,0 0 0,0 1 0,1-1 0,-1 1 0,0-1 0,0 1 0,0 0 0,0-1 0,1 1 0,-1 0 0,0 0 0,0 0 0,2 0 0,3-1 53,1 1 0,0 1 0,0-1 0,-1 1 0,9 2-1,-10-2-21,0 1-1,0 0 1,0 0-1,0 0 1,0 1-1,-1 0 0,1 0 1,-1 0-1,0 0 1,0 1-1,7 7 1,2 4 615,21 32 1,-26-34-396,23 41 934,-1 2 0,39 107-1,-34-74-698,-34-86-537,0-2-2,-1 0-1,0 0 0,0 0 0,0-1 1,1 1-1,-1 0 0,0 0 1,1 0-1,-1-1 0,1 1 1,-1 0-1,1-1 0,-1 1 0,1 0 1,-1-1-1,1 1 0,0-1 1,-1 1-1,1-1 0,0 1 1,-1-1-1,1 1 0,0-1 0,0 0 1,0 1-1,-1-1 0,3 1 1,0-9-88,1-90-1433,3-44-2005,-4 118 2624,0 0 0,2 1 0,14-44 0,-17 62 849,0 0 0,0 0 0,0 0 1,0 0-1,1 1 0,0-1 0,0 1 1,0-1-1,0 1 0,1 0 0,0 0 1,0 1-1,0-1 0,0 1 0,0 0 1,1 0-1,-1 0 0,1 0 0,0 1 1,0 0-1,0 0 0,0 0 0,0 1 1,0 0-1,1 0 0,-1 0 0,0 0 1,1 1-1,9 0 0,-9 1 164,-1-1-1,1 1 1,-1 0-1,1 0 1,-1 0-1,1 1 1,-1 0-1,0 0 1,0 0 0,0 1-1,6 3 1,-3 0 185,0 0 1,-1 0 0,1 1-1,-1 0 1,11 15 0,-7-6 190,-1 0 1,0 0-1,-2 1 0,0 0 0,0 0 1,5 25-1,-5-7-2,-3 0 0,-1-1 0,-1 2 0,-3 48 0,-1-44-1022,-2-57-9216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3.5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5282,'0'0'13078,"167"0"-12918,-110 0-47,-10 0-113,-14 0-16,-9 0-257,-11 0-1007,-10 0-817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3.9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42 8180,'0'0'6387,"204"-42"-6387,-174 42-32,-7 3-224,-10 12-1969,-13-3-4851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7.5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364 84 1985,'0'0'13369,"3"-10"-12305,2-5-760,9-31 689,-13 45-912,-1 1 0,0-1 0,0 1 0,0-1 0,0 1 0,0-1 0,0 1 0,0-1 0,0 1 0,0 0 0,0-1 0,0 1 0,0-1 0,0 1 0,0-1 0,0 1 0,0-1 0,-1 1 0,1-1 0,0 1 0,0 0 0,-1-1 0,1 0 0,-1 1-62,0 0-1,1 0 1,-1 0 0,1 0 0,-1 0 0,1 0-1,-1 0 1,1 0 0,-1 0 0,0 0 0,1 0 0,-1 0-1,1 0 1,-1 0 0,1 1 0,-1-1 0,1 0 0,-1 0-1,1 1 1,-1-1 0,1 0 0,-1 1 0,0 0 0,-11 10 14,-1 0 0,2 1 1,-1 1-1,2 0 0,0 0 1,0 1-1,-14 28 0,-5 14-4,3 1 0,-32 99 0,-21 128 80,34-111 53,13-46 329,42-166-1494,16-42 0,1-3-1020,30-83-7933,-37 114 5484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7.8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0 191 3474,'0'0'2523,"9"-26"-1210,30-81-302,-38 106-1000,16-42 1261,-17 42-1153,1 1 0,-1-1-1,1 0 1,0 0 0,-1 1 0,1-1 0,0 0-1,-1 1 1,1-1 0,0 0 0,0 1 0,0-1 0,-1 1-1,1 0 1,0-1 0,2 0 0,1 0 428,-4 0-452,1 1 1,-1 0-1,1 0 1,0 0-1,-1 0 1,1 0-1,-1 0 1,1 0-1,0 0 0,-1 0 1,1 0-1,-1 0 1,1 0-1,0 0 1,-1 0-1,1 1 1,-1-1-1,1 0 1,-1 0-1,1 1 0,0-1 1,-1 0-1,1 1 1,-1-1-1,0 1 1,1-1-1,-1 0 1,1 1-1,-1-1 1,0 1-1,1-1 0,0 2 1,10 21 53,-9-17 143,176 489 4133,-30-76-1593,-141-399-2727,32 71 220,-33-79-289,0-1 0,1 1 1,0-2-1,1 1 0,11 11 1,-18-21-41,0 1 0,0-1 1,1 0-1,-1 1 0,0-1 0,1 0 0,-1 0 1,1 0-1,0 0 0,-1 0 0,1 0 1,0 0-1,0 0 0,-1-1 0,1 1 1,4 0-1,-5-1-362,0-1 171,-1 0-1,0-1 0,0 1 0,0 0 0,0 0 1,0-1-1,0 1 0,0 0 0,-1 0 1,1-1-1,0 1 0,-1 0 0,1 0 1,-1-2-1,0 2-80,-19-37-3315,-17-8-2134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8.2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1237 12614,'0'0'2785,"201"0"-1456,-114-24-561,-7 0-768,-13 0-656,-14 6-1489,-19 3-3666</inkml:trace>
  <inkml:trace contextRef="#ctx0" brushRef="#br0" timeOffset="1">27 1 12854,'0'0'2129,"251"15"-1153,-161-15-976,-13 0-912,-14 0-4258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9.0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0 3426,'0'0'5658,"-2"2"-5122,0 5-291,0 0-1,1 1 1,0-1-1,0 0 0,0 1 1,1-1-1,0 0 0,2 15 1,-1 7 365,-1 19 64,12 254 2907,3-179-1353,45 167-1,-58-282-2118,11 32 435,-12-38-521,0 0 0,0 0 0,0 0 0,0 0 0,0-1 0,0 1 0,1 0 0,-1-1 1,0 1-1,1-1 0,-1 1 0,1-1 0,0 1 0,-1-1 0,4 2 0,-4-3-20,-1 0 0,1 0 0,-1 0 0,0 0-1,1 0 1,-1 1 0,1-1 0,-1 0 0,1 0 0,-1 0 0,0 0-1,1 0 1,-1 0 0,1 0 0,-1 0 0,1-1 0,-1 1-1,0 0 1,1 0 0,-1 0 0,1 0 0,-1-1 0,0 1 0,1 0-1,-1 0 1,0-1 0,1 1 0,-1 0 0,0 0 0,1-1-1,-1 1 1,0-1 0,0 1 0,1 0 0,-1-1 0,0 1 0,0 0-1,0-1 1,1 1 0,-1-1 0,0 1 0,0-1 0,2-23-77,-2 17 46,1-15-134,0-114-2011,-2 117 1654,-1 0 1,-1-1 0,0 1 0,-2 0 0,-6-18-1,-10-16-565,-23-67-1699,38 99 1904,0-1 1,1-1-1,-2-36 0,6-60-1103,1 111 1959,1 0 1,-1 0-1,2 0 0,-1 0 1,1 0-1,0 0 0,1 1 1,0-1-1,0 1 1,0 0-1,1-1 0,0 2 1,1-1-1,10-12 0,-11 14 302,1 1-1,-1 0 1,1 0-1,0 0 0,0 1 1,1-1-1,-1 1 1,1 1-1,-1-1 1,1 1-1,0 0 1,0 0-1,0 0 0,0 1 1,1 0-1,-1 0 1,0 1-1,0 0 1,12 1-1,-14-1-89,0 1 0,0 0-1,0 0 1,-1 0 0,1 0 0,0 1 0,-1 0-1,1 0 1,-1 0 0,1 0 0,-1 0 0,0 0-1,5 6 1,-2-3 75,-2 1-1,1 0 0,-1 0 1,0 1-1,0-1 0,5 14 1,-2-1 286,-1 1 1,0-1 0,-2 1 0,3 35 0,-1 188 1559,-7-167-2022,2-48-261,-1-27 98,0 0 1,1-1-1,-1 1 1,0-1 0,1 1-1,-1 0 1,1-1-1,-1 1 1,1-1 0,-1 1-1,1-1 1,-1 1-1,1-1 1,-1 1 0,1-1-1,-1 0 1,1 1-1,0-1 1,-1 0-1,1 1 1,0-1 0,-1 0-1,1 0 1,0 0-1,-1 0 1,1 0 0,0 1-1,0-1 1,-1 0-1,1-1 1,0 1 0,-1 0-1,1 0 1,0 0-1,0 0 1,0-1-1,4 1-506,20-2-1341,21 0 833,-44 2 1117,0 1 0,1-1 0,-1 1 0,1-1 0,-1 1 0,0 0-1,1 0 1,-1 0 0,0 0 0,0 0 0,0 0 0,0 1 0,0-1 0,0 1 0,3 2 0,1 4 190,-1 0 1,0 0-1,0 1 1,-1 0-1,0-1 1,0 2-1,-1-1 0,0 0 1,-1 0-1,2 12 1,0 8 406,-1 1 1,-1 32-1,-2-41-413,1-6-122,-1 0 0,-1-1 1,-1 1-1,-3 17 0,4-28-116,0 1 1,-1-1-1,0 0 0,0 1 1,0-1-1,0 0 0,-1 0 0,1 0 1,-1-1-1,0 1 0,0 0 1,-1-1-1,1 0 0,-1 0 0,1 0 1,-1 0-1,-6 2 0,4-2-347,0 0 0,0-1-1,0 0 1,0 0 0,0-1-1,0 1 1,-1-1-1,1-1 1,-1 1 0,1-1-1,-1 0 1,1-1 0,-1 1-1,1-1 1,0-1 0,-1 1-1,1-1 1,-6-3-1,6 1-595,0 0 0,1-1 0,0 0 0,0 0 0,-6-7 0,11 12 935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9.4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0 9636,'0'0'8095,"-7"9"-6948,-18 26-320,25-35-819,0 0-1,0 0 1,-1 0-1,1 1 1,0-1-1,0 0 0,0 0 1,-1 0-1,1 1 1,0-1-1,0 0 1,0 1-1,0-1 1,0 0-1,0 0 1,0 1-1,0-1 1,0 0-1,0 0 1,0 1-1,0-1 1,0 0-1,0 1 1,0-1-1,0 0 1,0 0-1,0 1 1,0-1-1,0 0 1,0 1-1,0-1 1,0 0-1,1 0 1,-1 1-1,0-1 1,0 0-1,0 0 1,0 0-1,1 1 1,-1-1-1,0 0 1,0 0-1,1 0 1,-1 1-1,0-1 1,0 0-1,1 0 1,-1 0-1,0 0 1,0 0-1,1 0 1,-1 0-1,0 0 1,1 0-1,-1 0 1,0 0-1,0 0 1,1 0-1,-1 0 1,0 0-1,1 0 1,-1 0-1,50 6 446,1-2 0,90-4-1,-55-1-1242,-61 1-524,-8 0-3441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49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10517,'0'0'4130,"6"189"-2466,8-90-591,2 13-305,-2-4-448,-4-12-272,0-21-48,0-26-1376,-7-25-2994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0.8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241 27 1857,'0'0'9356,"0"-4"-8382,0-14-150,0 13-93,0 7-274,-1 7-298,0 1 0,0 0 0,-1 0 0,-1-1 0,1 1 0,-2-1 0,-5 14 0,-5 11-47,-112 387 464,101-328-458,6-22 341,-13 86 0,31-119 138,1-36-461,2-10 6,14-27-2072,-3-1 0,15-60 0,-17 43-2586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1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4594,'0'0'5539,"5"29"-4184,-2-11-1127,50 197 2012,9-25 988,121 252 0,-176-429-3159,0 0 1,12 17-1,-17-28 152,-8-3-3635,-21-15-100,-14-17-2203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1.5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1 127 12310,'0'0'2097,"207"-30"-1009,-140-4-1088,-11 4-2337,-16-3-5811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2.0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128 9 5635,'0'0'5549,"0"6"-4487,-8 43 1117,-20 69 1,14-57-1358,4 0 1,2 1-1,-1 123 0,9-169-718,0 25 379,6 43-1,-5-70-342,2-1 0,0 0 1,1 0-1,0 0 0,0 0 0,2-1 1,7 15-1,-8-18-79,1 0 1,-1 0-1,2 0 0,-1-1 1,1 0-1,0 0 0,1-1 1,0 0-1,0-1 0,0 1 1,1-1-1,0-1 0,0 0 1,0 0-1,1-1 1,0 0-1,0 0 0,0-1 1,0-1-1,0 0 0,1 0 1,-1-1-1,16 0 0,-14 0-58,0-2 0,0 0 0,0 0-1,17-5 1,-24 4-21,1 1-1,-1-2 1,0 1-1,0-1 1,0 1-1,0-1 1,0-1-1,-1 1 1,0-1-1,1 1 1,4-8-1,-2 4-242,-1-1-1,0 0 1,-1-1 0,0 0-1,-1 1 1,1-1-1,-2-1 1,1 1-1,-1 0 1,-1-1-1,1 0 1,-2 0-1,0 0 1,0 1 0,0-1-1,-1 0 1,-3-17-1,2 20 156,-1 0 0,0 0 0,0 1-1,-1-1 1,0 1 0,0 0 0,-1 0 0,0 0-1,0 0 1,0 0 0,-1 1 0,1 0-1,-1 0 1,-1 0 0,1 1 0,0-1 0,-1 1-1,-9-4 1,2 0 272,-1 1-1,0 0 1,0 1-1,0 1 1,-1 0-1,1 1 1,-25-4 0,-41 6 2429,79 2-2520,-21 3 922,22-3-947,-1 0 0,1 0 0,-1 0 0,1 1 0,-1-1 0,1 0 0,-1 1 0,1-1 0,-1 0 0,1 1 0,-1-1 0,1 1 0,0-1 0,-1 0 0,1 1 0,0-1 0,-1 1 0,1-1 0,0 1 0,0-1 0,-1 1 0,1 0 0,0-1 0,0 1 0,0-1 0,0 1 0,0-1 0,0 1 0,0 0 0,0-1 0,0 1 0,0-1 0,0 1 0,5-3 20,2-2-69,0 0 1,0 0-1,-1-1 1,0 0-1,0-1 1,0 1-1,0-1 1,-1 0-1,0 0 0,0-1 1,-1 0-1,4-7 1,8-15-228,20-51 1,-29 63-231,-1-2 0,-1 1 1,-1-1-1,0 1 1,-1-1-1,-1 0 1,-1-32-1,-2 48 351,1 1-1,0-1 0,0 1 1,-1-1-1,0 1 0,1 0 1,-1-1-1,0 1 1,0-1-1,0 1 0,-1 0 1,1 0-1,0 0 1,-1 0-1,1 0 0,-4-4 1,1 4 39,1-1 1,-1 1-1,0-1 1,0 1-1,0 0 1,0 0-1,0 1 1,0-1 0,-5 0-1,-10-1 119,1 0 1,-1 2-1,-32 0 0,35 1-25,11 0 38,-15 0 346,0 1 1,-23 3 0,38-3-226,0 0-1,0 0 0,1 1 0,-1-1 0,0 1 1,0 0-1,1 1 0,-1-1 0,1 1 0,0-1 1,0 1-1,0 1 0,-5 4 0,9-8-178,0 0 0,0 0 0,0 0 0,0 0 0,0 0-1,0 0 1,1 0 0,-1 0 0,0 0 0,0 0 0,0 0 0,0 0-1,0 0 1,0 0 0,0 0 0,0 0 0,0 0 0,0 0 0,0 0 0,0 0-1,0 0 1,0 0 0,0 0 0,0 0 0,0 0 0,1 0 0,-1 0-1,0 0 1,0 0 0,0 0 0,0 0 0,0 0 0,0 1 0,0-1-1,0 0 1,0 0 0,0 0 0,0 0 0,0 0 0,0 0 0,0 0-1,0 0 1,0 0 0,0 0 0,0 0 0,0 0 0,0 0 0,0 0-1,0 0 1,0 1 0,10-6-129,11-9-730,0-1 0,-2 0 0,32-33 0,13-20-4279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2.4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10517,'0'0'10389,"261"123"-9525,-158-99-496,-9-9-368,-14-9-160,-20 0-1777,-33 3-3649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5.4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4594,'0'0'7841,"0"3"-6680,-1-3-1012,1 1 1,0 0 0,0-1 0,0 1-1,0-1 1,0 1 0,0 0-1,0-1 1,1 1 0,-1 0 0,0-1-1,0 1 1,0-1 0,1 1 0,-1-1-1,0 1 1,0-1 0,1 1 0,0 0-1,16 2 3085,-11-3-3532,63 5 953,166 5-331,-16-10-2287,-215 0 1503,13-1-1264,-17 1 1477,0-1 0,1 1 0,-1 0 0,1 0 0,-1 0 0,0 0 0,1-1 0,-1 1 0,1 0 0,-1 0 1,0-1-1,1 1 0,-1 0 0,0 0 0,0-1 0,1 1 0,-1 0 0,0-1 0,0 1 0,1-1 0,-1 1 0,0 0 0,0-1 0,0 1 0,0-1 0,1 1 0,-1 0 0,0-1 1,0 1-1,0-2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5.8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72 7235,'0'0'7460,"180"-72"-6084,-129 72-479,5 0-81,1 9-144,-3 3-415,-8-6-225,-2-3-64,-7-3 16,-7 0-881,0 0-1008,0-6-2865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6.1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151 1 3650,'0'2'7170,"-1"25"-5779,-4 1-608,-10 40 0,-2 3-268,-37 291 1567,33-204-1269,11-86-355,-3 7 381,-2 111 1,17-186-679,2-9-153,5-14-148,8-25-1555,14-69 1,-22 73-980,-3 0 0,2-46 0,-7 6-4115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6.5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 6979,'0'0'4682,"3"-1"-4388,1 1-301,-4-1 48,1 1 0,0 0 0,0 0 0,0-1 0,0 1 0,-1 0 0,1 0 0,0 0 0,0 0 1,0 0-1,0 0 0,0 0 0,-1 0 0,1 1 0,0-1 0,0 0 0,0 0 0,-1 1 0,1-1 0,0 0 1,0 1-1,-1-1 0,1 1 0,0-1 0,0 1 0,-1 0 0,1-1 0,-1 1 0,1-1 0,-1 1 0,1 0 1,-1 0-1,1-1 0,-1 1 0,1 0 0,-1 0 0,0-1 0,1 2 0,113 398 5679,-91-310-4829,-12-46-479,8 32 326,37 97 1,-52-163-690,0 0 1,1-1-1,7 11 0,-11-18-56,0 0 1,1 0 0,-1-1-1,0 1 1,1 0-1,-1-1 1,1 1-1,0-1 1,0 0-1,-1 0 1,1 1 0,0-1-1,0 0 1,0-1-1,0 1 1,0 0-1,1 0 1,-1-1-1,0 0 1,3 1-1,-3-5-697,-2-11-90,1 7 73,-1 1 0,0 0 0,0 0 0,-1 0 0,0-1-1,0 1 1,-1 0 0,1 0 0,-2 1 0,-4-12-1,2 10-950,-1 0-1,-1 0 1,-7-7-1,14 15 1670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6.9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99 12902,'0'0'3842,"180"-39"-3826,-126 21-16,-4-3-1889,-7 0-4690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7.2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1 277 4786,'0'0'10981,"46"6"-10068,-5-6-81,5 0-224,8 0-288,-1-3-95,-9 3-225,-8 0 0,-12 0-64,-14 0-945</inkml:trace>
  <inkml:trace contextRef="#ctx0" brushRef="#br0" timeOffset="1">57 0 400,'0'0'10197,"24"181"-8020,-1-94 32,1 9-416,-4 0-625,-4-15-95,-2-20-737,-4-25-240,-4-21-96,1-15 0,0 0-961,-7-36-1552,0-22-5490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7.9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478 77 4914,'0'0'4085,"-19"-5"-3816,-92-26 502,98 29-316,0 0-1,0 1 0,-1 0 0,1 1 1,0 1-1,-18 2 0,24-1-409,0 0 0,0 0-1,0 1 1,0 0 0,1 0-1,-1 1 1,-9 7 0,-41 34 232,43-32 37,0 1-1,1 0 1,1 0-1,-13 20 0,20-26-214,0-1 0,1 1-1,0 1 1,1-1-1,0 0 1,0 1 0,1 0-1,0 0 1,0-1 0,1 1-1,0 11 1,0 42 451,-1-31-228,2 0 0,1 1 0,9 53 0,-3-58-47,2 0 1,1 0-1,1-1 0,1-1 1,1 0-1,2-1 0,0 0 0,2-1 1,0-1-1,24 23 0,-33-36-215,1-1 1,0 1-1,1-2 0,0 1 0,0-2 0,1 1 1,0-1-1,0-1 0,0 0 0,0 0 0,1-1 0,0-1 1,0 0-1,0-1 0,14 2 0,-11-3-30,-1-1 1,0 0-1,1 0 0,25-6 0,-33 4-16,0 1 0,-1-2 0,1 1 0,-1-1-1,0 0 1,0-1 0,0 1 0,0-1 0,-1 0 0,1-1 0,8-8 0,-1-3-114,1-2 0,-2 1 0,0-1 0,-1-1 0,-1 0 0,-1-1 0,11-32 0,-3-5-718,15-88 0,-26 106 745,-2 0 1,-2 1-1,-3-47 0,0 71 77,-1 1 0,-1 0 0,0 0 1,0 1-1,-1-1 0,-7-14 0,-40-71 19,43 83-27,5 11 3,-2-7-35,-1 1 0,-1 0 1,-13-16-1,18 23-23,0 1-1,-1 0 1,0-1 0,1 1 0,-1 0-1,0 0 1,0 1 0,0-1-1,0 1 1,-1-1 0,1 1 0,0 0-1,-1 0 1,1 0 0,0 1 0,-1-1-1,-5 1 1,-3-1-992,-7 1-1228,8 2-2413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0:58.8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98 4562,'0'0'8223,"0"-4"-7533,0-10-303,0 11 1102,0 5-1345,-1 177 1617,3 198 2110,-1-357-3566,1 0 0,8 34 0,-10-53-280,0 0 0,1 1-1,-1-1 1,1 0 0,0 0 0,-1 0 0,1 1-1,0-1 1,0 0 0,-1 0 0,1 0-1,0 0 1,0 0 0,0-1 0,0 1 0,2 1-1,-3-2-17,1 0-1,-1 0 0,1 1 0,-1-1 0,1 0 0,0 0 1,-1 0-1,1 0 0,-1 0 0,1 0 0,0 0 1,-1 0-1,1 0 0,-1 0 0,1 0 0,0 0 1,-1-1-1,1 1 0,-1 0 0,1 0 0,-1-1 0,1 1 1,-1 0-1,1 0 0,-1-1 0,1 1 0,-1-1 1,1 1-1,-1 0 0,1-1 0,-1 1 0,0-1 0,1 1 1,-1-1-1,0 1 0,0-1 0,1-1 0,2-5-36,0 0-1,0 0 0,-1-1 0,0 1 1,-1-1-1,0 1 0,1-13 0,-2-63-1133,0 47 163,0 24 652,0-5-158,0 1 0,-1-1 0,0 0 0,-2 0 0,-5-19 0,4 13 663,0 0 1,0 1-1,2-1 0,1 0 1,4-40-1,-2 5-475,-1-34-460,1 89 750,-1 0 1,1 0 0,0 0 0,0 0 0,0 1 0,1-1-1,-1 0 1,0 1 0,1-1 0,0 1 0,-1-1-1,1 1 1,0 0 0,1-1 0,2-1 0,3-3 12,0 0 0,0 1 0,9-5 0,-14 9 24,1 0 0,-1 0 0,0 1 0,1-1 1,-1 1-1,1 0 0,0 0 0,-1 0 0,1 0 1,0 1-1,-1-1 0,1 1 0,0 0 0,0 0 0,0 0 1,4 2-1,-5-1 35,0 0 0,1 0 0,-1 1 0,0 0 0,0-1 0,0 1 0,0 0-1,-1 0 1,1 1 0,0-1 0,-1 1 0,0-1 0,1 1 0,1 4 0,3 4 180,-1 1 1,0 0-1,-1 1 0,-1-1 0,0 1 1,-1 0-1,4 22 0,-1 37 811,-2 0 0,-7 81-1,3-153-1031,-2 41 338,-12 51-1,3-18-205,9-61-288,2-18-507,3-19-562,0 14 785,-1 1 0,2-1 0,-1 1 0,1 0 0,1 0 0,6-10 0,-9 15 373,0 1 1,0-1-1,1 1 0,-1 0 1,1 0-1,0 0 1,0 0-1,0 1 1,1-1-1,-1 1 1,1 0-1,-1 0 1,1 0-1,0 0 1,-1 1-1,1-1 1,0 1-1,5-1 0,-7 2 105,0 0 0,0 0-1,0 0 1,0 0 0,0 0-1,0 0 1,0 1 0,0-1-1,0 1 1,-1-1 0,1 1-1,0 0 1,0 0 0,0 0-1,-1 0 1,1 0-1,-1 0 1,1 0 0,2 3-1,-1-1 41,0 1 0,-1 0 0,1-1 0,-1 1 0,0 0 0,0 0 0,0 1 0,1 5 0,2 8 309,-2 0-1,0 0 0,1 24 0,-2-17-113,-2 1-1,0-1 1,-2 0 0,-1 1-1,-1-1 1,-11 40 0,12-54-281,-1-1 1,0 1-1,-1-1 1,0 0-1,-1 0 0,0-1 1,0 1-1,-1-2 0,0 1 1,0-1-1,-1 0 1,-1 0-1,1-1 0,-1 0 1,0 0-1,-1-1 1,-15 8-1,14-10-268,0 0 0,0-1-1,0 0 1,0-1 0,-1 0 0,1 0 0,-14-1 0,16-1-539,1-1 0,-1 1 0,1-2 0,0 1 0,-1-1 0,-9-3 0,9 0-1811,0 1-1,0-1 1,-15-12-1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2.9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332 115 7876,'0'0'8233,"3"-9"-7622,-3 8-603,4-9 372,-1-1-1,0 1 1,-1-1 0,0 0-1,1-16 1,-4 26-374,1 0 0,0 0 0,-1 0 0,1 0 0,-1 0 0,1 0-1,-1 0 1,0 0 0,1 1 0,-1-1 0,0 0 0,0 0 0,0 1 0,1-1 0,-1 0 0,0 1 0,0-1 0,0 1 0,0-1-1,0 1 1,0-1 0,0 1 0,0 0 0,0 0 0,0-1 0,-2 1 0,-31-5-41,33 5 35,-9-1-20,-1 0 0,1 1-1,0 1 1,-1-1 0,1 2-1,-1-1 1,-19 7 0,23-5 3,0 0-1,0 1 1,0 0 0,0 0 0,0 1 0,1-1 0,-1 2 0,1-1 0,1 1-1,-1-1 1,-4 8 0,-2 4 1,0 0 1,1 1-1,2 0 0,-1 0 0,2 1 1,1 1-1,0-1 0,1 1 0,-3 21 0,1 10 124,3 1 0,1 75 0,4-92 50,1-1-1,2 1 1,2-1 0,1 0 0,1-1 0,2 1 0,1-1 0,2-1 0,1 0 0,29 51-1,-34-70-55,0-1 0,1 1 0,1-1-1,0-1 1,0 0 0,1 0 0,23 17-1,-25-23-57,1 1 1,-1-1-1,1 0 0,1-1 0,-1 0 1,1-1-1,-1 0 0,1-1 0,0 0 1,0-1-1,13 1 0,-10-2-43,0-1 1,-1 0-1,1 0 0,-1-2 0,1 0 1,-1 0-1,0-1 0,0-1 0,0 0 1,0 0-1,-1-2 0,0 1 0,-1-2 1,1 1-1,-1-2 0,-1 1 1,1-2-1,16-19 0,-16 17-543,0-1 0,-1 0 0,-1-1 0,0 0 1,-1 0-1,-1-1 0,12-31 0,-6-13-4191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3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24 8788,'0'0'5021,"-4"-9"-3410,-3 6-1554,0 1-1,0 0 1,0 0-1,0 0 1,0 1-1,0-1 0,0 2 1,0-1-1,-1 1 1,1 0-1,0 1 1,-10 1-1,15-1-57,0-1 0,0 1 0,0 0 0,0 0 0,0 0 0,1 0 0,-1 0 0,0 0 0,0 0 1,1 1-1,-1-1 0,1 0 0,0 1 0,-1 0 0,1-1 0,0 1 0,0 0 0,-2 2 0,-16 38 34,15-31-24,-7 18 167,2 1 0,1 0 0,1 1 0,-6 58 1,8 124 2092,5-155-1540,0-39-451,1 28 326,-1-44-544,0 0 0,1 0 0,-1 0 0,1 0 0,0 0 0,0 0 0,0 0 0,0-1 0,0 1 0,4 5 0,-4-7-33,1 0 0,-1 1 0,0-1 0,1 0 0,-1 0 0,1-1 0,-1 1 0,1 0 0,0 0 0,-1-1 0,1 1 0,0-1 0,-1 0 0,1 1 0,0-1 0,0 0 0,-1 0 0,4 0 0,-2 0-10,0 0 0,0-1 0,1 1-1,-1-1 1,0 0 0,0 0-1,0 0 1,0 0 0,4-2 0,0-2-6,-1 0 1,0-1-1,0 1 1,0-1 0,0 0-1,-1-1 1,6-8 0,32-56-152,-36 59 64,15-30-956,-1 0 0,-2-2 0,-2 0-1,13-55 1,-22 65-1105,-1-1-1,-3 0 1,2-54 0,-6 29-2692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3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0 70 2865</inkml:trace>
  <inkml:trace contextRef="#ctx0" brushRef="#br0" timeOffset="1">0 70 2865,'90'-69'3538,"-90"111"-305,0 21 81,0 18-1137,0 6-608,0 7-289,0-4 81,7-12-737,0-12-352,3-21-240,-3-9-32,-1-24-16,-6-3-720,0-36-16216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4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11045,'0'0'3164,"5"40"-704,18 132-211,14 35 1036,-35-196-3152,-1-7-61,-1-3-56,0 0 0,0 0 1,0 0-1,0 0 0,0 0 0,0 0 1,1 1-1,-1-1 0,0 0 0,1 0 1,-1 0-1,1 0 0,-1-1 0,1 1 1,0 0-1,-1 0 0,1 0 1,0 0-1,1 1 0,1-9 37,1-24-357,-2 0 0,-3-46 0,-1 16-747,2-1-198,6-141-4692,-6 193 5511,2 0-1,0 0 1,0 0 0,1 0-1,0 1 1,6-14 0,-8 21 403,1-1 1,0 0 0,-1 1-1,1-1 1,0 1 0,0 0-1,0 0 1,0 0-1,1 0 1,-1 0 0,1 0-1,-1 0 1,1 1 0,-1-1-1,1 1 1,0 0 0,0 0-1,0 0 1,0 0 0,0 0-1,0 1 1,0-1 0,0 1-1,4 0 1,4 0 562,0 0 0,0 1-1,21 4 1,-26-3-313,-1 0-1,1 0 0,-1 0 1,0 1-1,0 0 1,0 0-1,0 0 0,-1 1 1,6 4-1,1 1 183,-8-6-408,0-1 1,0 1-1,0 0 1,0-1-1,-1 1 1,4 5-1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4.5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10629,'0'0'5464,"0"35"-3845,3 118-205,-1-120-853,2-1 0,10 43 0,-4-28 2,-4-4-99,-4-25-310,1-1 1,1 1-1,0-1 1,1 1-1,11 26 0,-15-43-151,-1 0-1,0 0 1,1 0 0,-1 0-1,1 0 1,-1 0-1,1 0 1,0 0-1,-1-1 1,1 1-1,0 0 1,0 0-1,-1-1 1,1 1-1,0 0 1,0-1-1,0 1 1,0-1-1,0 1 1,0-1-1,0 1 1,0-1-1,0 0 1,0 1 0,0-1-1,0 0 1,0 0-1,0 0 1,1 0-1,-1 0 1,0 0-1,0 0 1,0 0-1,0 0 1,1-1-1,1 0-16,-1-1-1,0 1 1,0-1-1,0 1 1,1-1-1,-2 0 1,1 0-1,0 0 1,0 0-1,-1 0 1,1 0-1,-1-1 1,3-3-1,9-27-982,0-1 1,-2 0-1,13-70 0,-12 48-789,17-79-3147,-28 120 6875,-1 17-1736,-2 21 1358,1-22-1712,1-1-1,-1 1 1,1 0-1,-1 0 1,1-1 0,-1 1-1,0 0 1,1-1-1,-1 1 1,0 0 0,0-1-1,1 1 1,-1-1-1,0 1 1,0-1 0,0 0-1,0 1 1,1-1 0,-1 0-1,0 0 1,0 1-1,-1-1 1,-8 2-3947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4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55 3730,'0'0'5253,"-3"-9"-3914,-10-27 14,6 27-128,7 9-1155,0 0 1,0 0-1,-1 0 1,1 0-1,0 0 1,0 0-1,0 0 1,0 0-1,-1 0 1,1 0-1,0 0 1,0 0-1,0 0 1,0 0-1,-1 0 1,1 0-1,0 0 1,0 0-1,0 0 1,0 0-1,0 0 0,-1 1 1,1-1-1,0 0 1,0 0-1,0 0 1,0 0-1,0 0 1,0 0-1,0 1 1,0-1-1,0 0 1,-1 0-1,1 0 1,0 0-1,0 1 1,0-1-1,0 0 1,0 0-1,0 0 1,0 0-1,0 1 1,0-1-1,0 0 1,0 0-1,0 0 1,0 0-1,0 1 1,0-1-1,0 0 1,1 0-1,-1 0 1,0 1-1,0 12 164,4 257 3641,1-187-2612,19 103 0,-23-175-1168,8 26 243,-8-36-326,-1 0-1,0 0 0,1 1 0,-1-1 0,1 0 0,0 0 0,-1-1 0,1 1 1,0 0-1,-1 0 0,1 0 0,0 0 0,0 0 0,0-1 0,0 1 1,0 0-1,0-1 0,0 1 0,0-1 0,0 1 0,0-1 0,0 0 0,0 1 1,0-1-1,0 0 0,2 1 0,-2-1-10,-1 0-1,1 0 1,0 0-1,-1 0 1,1-1-1,-1 1 1,1 0-1,-1 0 1,1 0-1,0 0 1,-1-1-1,1 1 1,-1 0-1,1-1 1,-1 1-1,1 0 1,-1-1-1,1 1 1,-1 0-1,0-1 1,1 1-1,-1-1 1,1 1-1,-1-1 1,1 0-1,4-11-37,0 1 0,-1-1-1,0-1 1,-1 1-1,3-24 1,-4 24-37,18-171-2022,-9 63 222,-10 109 1710,1 1 1,0-1 0,0 1-1,5-12 1,-6 20 159,0 0 0,-1 0 0,1 0 0,0 0 0,0 0 0,1 0 0,-1 1 0,0-1 0,1 0 0,-1 1 0,1-1 0,-1 1 0,1 0 0,-1-1-1,1 1 1,0 0 0,0 0 0,0 0 0,0 0 0,0 0 0,0 1 0,0-1 0,0 1 0,0-1 0,0 1 0,4-1 0,-2 1 108,1 0 0,-1 0 0,0 0 0,1 0-1,-1 1 1,0-1 0,0 1 0,1 0 0,-1 1 0,0-1 0,0 1 0,0 0 0,0 0-1,0 0 1,-1 0 0,8 6 0,-5-3-150,0-1 0,0 1 0,1-1 1,-1 0-1,1-1 0,0 0 0,1 0 0,-1 0 0,0-1 0,1 0 0,-1-1 0,1 1 1,0-1-1,10-1 0,-6-3-3740,-7-12-3036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5.4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11461,'0'0'5381,"3"34"-3204,13 112-576,-12-122-1244,1 0 1,1 0-1,17 40 1,-13-37-190,-7-19-112,20 47 143,-21-52-196,0 1 1,0-1 0,0 0 0,0 0 0,1 0 0,-1 0-1,1 0 1,0-1 0,0 1 0,-1-1 0,2 1-1,4 2 1,-7-5-17,0 1-1,0-1 0,0 1 0,0-1 1,0 0-1,1 0 0,-1 1 0,0-1 1,0 0-1,0 0 0,1 0 0,-1 0 1,0 0-1,0-1 0,0 1 1,1 0-1,-1 0 0,0-1 0,0 1 1,0-1-1,0 1 0,0-1 0,0 1 1,0-1-1,0 0 0,0 0 0,0 1 1,0-1-1,0 0 0,0 0 0,0-1 1,2-3-133,0 0 0,0 1 0,-1-1 0,1 0 0,1-7 0,11-37-1731,-3-1 1,9-75-1,-2 8-4165,-9 89 5227,-10 28 874,0-1 0,0 1 1,0-1-1,1 1 1,-1-1-1,0 1 1,1-1-1,-1 1 0,0-1 1,1 1-1,-1 0 1,1-1-1,-1 1 0,1 0 1,-1-1-1,1 1 1,-1 0-1,1 0 0,0-1 1,-1 1 88,1 1 0,-1-1 0,1 0 0,0 0 0,-1 1 0,1-1 0,-1 0 0,0 1 0,1-1 0,-1 0 0,1 1 0,-1-1 0,0 1 0,1-1 0,-1 0 1,0 1-1,1-1 0,-1 1 0,0 0 0,0-1 0,1 1 0,-1-1 0,0 1 0,0 0 0,14 42 2497,14 69 1,-9-27-1355,115 502 2232,-109-435-2981,12 287 0,-36-384-509,0-21-38,0 1 1,-3-1 0,-7 45 0,8-73-6,0-1 1,-1 1-1,0-1 1,0 0-1,-1 1 1,1-1-1,-1 0 1,0-1-1,0 1 0,-1-1 1,1 1-1,-1-1 1,0 0-1,0 0 1,-1 0-1,-5 3 0,8-6-10,-1 1 0,0-1 0,0 0 0,0 0 0,0 0 0,0 0-1,0 0 1,0-1 0,-1 1 0,1-1 0,0 0 0,0 0 0,0 0-1,0-1 1,-1 1 0,1-1 0,0 1 0,0-1 0,0 0 0,0 0-1,0-1 1,0 1 0,1 0 0,-1-1 0,0 0 0,1 0 0,-1 0-1,1 0 1,-1 0 0,-3-4 0,0-2-51,-1 0-1,1 0 1,0-1-1,1 0 1,0 1-1,0-2 1,-4-12-1,0-4-286,-10-49-1,9 19-331,-4-109-1,19-62-414,-3 190 759,3 0-1,1 0 1,2 1-1,1 0 1,2 1-1,2 0 1,1 0 0,1 2-1,2 0 1,1 0-1,2 2 1,37-46 0,-44 62-1515,27-22 0,20-7-5172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5.9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7251,'0'0'11750,"150"54"-11590,-96-54-32,-8 0-128,-5 0-160,-15 0-945,-9 0-1024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6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11557,'0'0'3858,"183"0"-3298,-122 0-560,-5 12-736,-9 0-2305,-17 6-5395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8.9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325 135 5250,'0'0'6529,"-1"-10"-5299,2-115 5541,-1 126-6713,0 1-56,-1 0 0,1 0 0,-1-1 0,1 1 0,-1 0 0,0 0-1,1-1 1,-1 1 0,0 0 0,0-1 0,0 1 0,0-1 0,-3 3 0,-3 7-2,-25 47 14,4 2 1,2 2-1,-19 66 0,-40 196 46,67-252-20,-1 2 23,3-11 36,2 1 1,-7 71-1,21-123-65,1-19-27,0 0-1,0 0 0,1 0 0,0 0 0,1 0 0,5-11 1,4-9-117,-2-6-1391,12-64 1,-10 6-4786,-6 43 472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9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6451,'0'0'6368,"5"0"-5527,-3 0-781,-1 0 1,1 0 0,-1 0-1,0 0 1,1 1 0,-1-1-1,0 0 1,1 1 0,-1-1 0,0 1-1,1-1 1,-1 1 0,0 0-1,0-1 1,1 1 0,-1 0-1,0 0 1,0 0 0,0 0 0,1 1-1,1 3 152,0 0-1,-1 0 0,1 0 1,2 9-1,-3-8-152,152 488 5085,-43-118-3424,-104-354-1601,-2-8-32,0 1 0,0-1 1,1 0-1,15 24 0,-21-38-92,1 1-1,-1 0 0,0-1 1,1 1-1,-1-1 0,1 1 1,-1-1-1,1 0 0,-1 1 0,1-1 1,-1 1-1,1-1 0,-1 0 1,1 1-1,0-1 0,-1 0 1,1 0-1,-1 0 0,1 1 0,0-1 1,0 0-1,0 0-341,-7-9-3920,2 4 3238,0-1 0,-1 1 1,0 0-1,0 0 0,-8-6 1,-25-18-4567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09.6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1 187 5410,'0'0'12598,"204"-75"-10821,-128 42-1041,-5 3-736,-15 6-32,-5 6-1664,-25 12-2450</inkml:trace>
  <inkml:trace contextRef="#ctx0" brushRef="#br0" timeOffset="1">1070 389 14231,'0'0'2769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10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81 6355,'0'0'5723,"-1"-10"-5478,-4-29-122,5 37-49,-1 1 0,1-1 0,0 1 0,0-1 0,0 0 0,0 1 0,0-1-1,1 1 1,-1-1 0,0 1 0,1-1 0,-1 1 0,1-1 0,-1 1 0,1-1 0,1 0 0,-2 1 31,1 1-1,-1-1 1,1 1 0,-1 0-1,1-1 1,-1 1-1,1 0 1,-1 0-1,1 0 1,0-1-1,-1 1 1,1 0 0,-1 0-1,1 0 1,0 0-1,-1 0 1,1 0-1,0 0 1,-1 0 0,1 0-1,-1 0 1,1 0-1,0 0 1,-1 1-1,1-1 1,-1 0 0,1 0-1,0 1 1,1 3-62,-1 0 0,0 0 0,0 1 0,0-1 0,0 0 0,-1 0 0,0 1 0,0 7 0,0 17-51,3 360 1500,21-3 972,-22-365-2330,-1-10-13,0-1 1,0 0 0,1 0 0,1 0 0,3 12-1,-6-23-110,0 1-1,1-1 0,-1 1 0,0-1 1,0 1-1,0 0 0,0-1 0,0 1 0,0-1 1,0 1-1,1 0 0,-1-1 0,0 1 1,0-1-1,1 1 0,-1 0 0,0 0 0,0-1 1,1 1-1,-1 0 0,0-1 0,1 1 1,-1 0-1,1 0 0,-1-1 0,0 1 0,1 0 1,-1 0-1,1 0 0,-1 0 0,0 0 1,1 0-1,-1 0 0,1-1 0,-1 1 1,1 0-1,-1 0 0,0 0 0,1 1 0,-1-1 1,1 0-1,-1 0 0,0 0 0,1 0 1,-1 0-1,1 0 0,-1 1 0,0-1 0,1 0 1,-1 0-1,1 1 0,-1-1 0,0 0 1,0 0-1,1 1 0,-1-1 0,0 0 1,1 1-1,-1-1 0,0 1 0,0-1 0,0 0 1,1 1-1,-1-1 0,0 1 0,3-29-253,0 0 0,-4-56 0,0 29-852,-1 28 178,-1 0 1,-1 1-1,-1 0 1,-2 0 0,-12-32-1,-15-65-2434,24 71 3095,2 15 315,2 0 1,-3-66 0,8 95 46,1-1 1,0 1 0,1 0 0,0 0-1,0 0 1,1 0 0,0 0-1,0 0 1,1 0 0,0 0 0,6-11-1,-4 11 0,1 0 0,0 0-1,0 0 1,0 1 0,1 0-1,0 0 1,0 1-1,1 0 1,9-7 0,-11 10 29,-1 1 1,1-1-1,0 1 0,0 0 1,0 0-1,0 0 1,0 1-1,0 0 0,0 0 1,0 1-1,0 0 1,1 0-1,-1 0 0,0 1 1,9 2-1,-11-2-31,0 0-1,0 1 1,0-1 0,0 1-1,0 0 1,0 0 0,-1 1-1,1-1 1,-1 1 0,0-1-1,0 1 1,0 0-1,0 0 1,0 1 0,0-1-1,-1 1 1,0-1 0,0 1-1,3 5 1,0 3 190,-1 0 1,0 0-1,0 1 0,-1 0 1,2 16-1,0 37 752,-4 88 0,-1-83-838,0-45-205,-2 0 1,0 0-1,-6 27 0,6-45-100,1-6-21,0-1-1,1 0 1,0 1-1,-1-1 0,1 1 1,0-1-1,0 0 1,-1 1-1,1-1 1,0 1-1,1-1 1,-1 2-1,3-4-1666,63-24-94,-56 22 2160,1 1 0,-1 0 0,1 0-1,0 1 1,0 0 0,0 1 0,0 1 0,11 1 0,-18-1-208,0 0 0,0 0 0,0 0 0,0 1 0,0-1 0,0 1 0,0 0 0,0 0 0,-1 0 0,1 1 0,-1-1-1,0 1 1,0 0 0,0 0 0,0 0 0,0 0 0,-1 1 0,1-1 0,-1 1 0,0 0 0,0-1 0,0 1 0,-1 0 0,1 0 0,0 5 0,2 5 109,-1 1-1,-1-1 0,0 1 1,-1-1-1,-1 1 0,-2 18 0,2-28-216,-1 0 0,0 1 0,0-1 0,-1 0 0,1 0-1,-1 0 1,0 0 0,-1 0 0,1 0 0,-1-1-1,0 1 1,-3 3 0,0-1-126,-1 0 0,1-1 0,-1 0-1,0 0 1,0-1 0,-14 8 0,5-5-239,0 0 1,0-1-1,-1-1 0,0-1 1,0 0-1,-35 4 0,30-7-1252,0-1 0,-1-1 0,-39-4 0,10-11-4853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13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26 7155,'0'0'5200,"6"-2"-4498,17-5-474,1 2-1,-1 1 1,48-3 0,81 6-94,-73 3 83,9-3-140,289 9 360,-37 2-447,-235-8 11,-54-3-5,94 13-1,39 11 16,40 7 7,147 62 33,-328-85-46,87 5 1,46-12 17,-71-2-17,86 2 1579,-192 1-2131,1-1 468,0 0 0,-1 0 1,1 0-1,0 0 0,0 0 1,0 0-1,-1 0 0,1 0 0,0 0 1,0 0-1,-1 0 0,1 0 1,0 0-1,0 0 0,0 0 0,-1 0 1,1 0-1,0 0 0,0 0 1,0 0-1,-1 0 0,1-1 0,0 1 1,0 0-1,0 0 0,0 0 1,-1 0-1,1 0 0,0 0 0,0-1 1,0 1-1,0 0 0,0 0 1,-1 0-1,1 0 0,0-1 0,0 1 1,0 0-1,0 0 0,0 0 1,0-1-1,-12-14-5237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14.8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4482,'0'0'4263,"14"9"-3318,3 2-462,23 19 0,-38-28-416,0 0 0,-1 0 0,1 0 1,0 0-1,-1 0 0,1 1 0,-1-1 1,0 1-1,1-1 0,-1 1 0,0-1 1,-1 1-1,1-1 0,0 1 0,-1 0 1,0-1-1,1 1 0,-1 0 0,0 0 1,0-1-1,-1 5 0,1 7 118,19 605 3164,-15-138-979,-4-363-1163,-1-118-1205,1 1-1,0-1 1,-1 1-1,1-1 1,-1 1 0,1-1-1,0 1 1,-1-1-1,1 1 1,-1-1-1,1 1 1,-1-1 0,0 0-1,1 1 1,-1-1-1,1 0 1,-1 0-1,0 1 1,1-1 0,-1 0-1,1 0 1,-1 0-1,0 0 1,1 0-1,-1 0 1,0 0 0,1 0-1,-2 0 1,-27 0-421,21-1-126,1 2-151,-14-1-605,21 0 1170,-1 0 0,0 0 0,1 0 1,-1 0-1,0 0 0,1 0 0,-1 0 1,0 0-1,1 0 0,-1-1 0,0 1 1,1 0-1,-1-1 0,0 1 0,1 0 1,-1-1-1,1 1 0,-1-1 0,1 1 1,-1-1-1,1 1 0,-1-1 0,-3-28-4185,3-9-2882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15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11 6851,'0'0'5912,"-2"-2"-5288,-4-5-363,8 6 106,15 14 393,-6 0-497,0 1 0,-1 1 1,0 0-1,-1 0 0,10 25 1,-4-4-49,15 56 1,-22-57-167,-1 1 1,-2 0-1,0 36 0,-5 113 41,-1-115-62,-1-16 6,-3 0 1,-2 0-1,-2 0 0,-3-2 1,-2 1-1,-40 97 0,49-135 70,-2 0 0,0-1-1,-1 0 1,0 0 0,-1 0-1,-20 22 1,28-35-90,1-1-3,0 1 0,-1 0 0,1-1 0,-1 1 0,1-1 0,-1 1-1,0-1 1,1 0 0,-1 1 0,0-1 0,1 1 0,-1-1 0,0 0 0,1 0 0,-1 1-1,0-1 1,1 0 0,-1 0 0,-1 0 0,1 0-25,1-1 0,-1 0 0,1 0 0,0 0 0,-1 1 0,1-1 1,0 0-1,-1 0 0,1 0 0,0 0 0,0 0 0,0 0 0,0 1 0,0-1 0,0 0 0,0 0 0,0 0 0,0 0 0,1-1 0,-1 1-80,0-95-7238,0 58 1460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18.8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0 800,'0'0'224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0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559 61 0,'-114'-33'0,"90"24"124,24 9-106,0 0 1,0 0-1,0 0 0,0 0 1,0 0-1,-1 0 0,1 0 1,0-1-1,0 1 0,0 0 1,0 0-1,0 0 0,0 0 1,0 0-1,0 0 1,0 0-1,0 0 0,0 0 1,0 0-1,0 0 0,0 0 1,0-1-1,0 1 0,0 0 1,-1 0-1,1 0 0,0 0 1,0 0-1,0 0 0,0 0 1,0 0-1,0 0 0,0-1 1,0 1-1,1 0 0,-1 0 1,0 0-1,0 0 0,0 0 1,0 0-1,0 0 0,0 0 1,0 0-1,0-1 0,0 1 1,0 0-1,0 0 0,0 0 1,0 0-1,2-3 2329,-2 3-2094,0 0 0,0-1 1,0 1-1,0-1 0,0 1 0,0 0 0,0-1 0,-1 1 0,1 0 0,0-1 0,0 1 1,0-1-1,-1 1 0,1 0 0,0 0 0,0-1 0,-1 1 0,1 0 0,0-1 1,-1 1-1,1 0 0,0 0 0,-1 0 0,1-1 0,-1 1 0,-15-4 2265,-24 4-2956,28 1 627,10-1-232,0 0 1,-1 1 0,1-1-1,-1 1 1,1 0 0,0 0-1,0 0 1,-4 2 0,5-3 49,0 1 0,0-1 0,0 1 0,0-1-1,0 1 1,0 0 0,0-1 0,1 1 0,-1 0 0,0 0 0,1-1 0,-1 1 0,0 0 0,1 0 0,-1 0 0,1 0 0,-1 0 0,1 0 0,0 0 0,-1 3 2043,24-2-1643,0-2-1,25-1 1,-25-1-201,48 4 1,2 2 146,-44-3-172,38 6 0,-57-5-128,1 1-1,19 8 0,-1 0 18,-3-1 77,39 20 1,-6-1 123,-45-23-219,-2 0 0,1 1 0,-1 1 0,0 0 0,0 0 0,-1 1 0,-1 1 0,11 11 0,5 10 153,33 52 1,-29-39-64,-23-33-103,-1 0-1,1 0 1,-2 1 0,0 0-1,0 0 1,5 23-1,-6-14 5,0 1-1,-2 0 1,-1 27 0,0-37-29,-1-1 0,0 0 0,-1 1 0,-1-1 0,0 0 0,0 0 0,-1 0 0,-1 0 0,1 0 0,-11 19 0,-37 53 120,-3-1-1,-98 112 0,138-180-118,0 0 0,0-1-1,-2-1 1,0-1-1,-30 17 1,-16 11 18,52-32-20,0-1 0,-1 0 0,0-1 0,0 0 0,0-1 0,-21 5 1,-74 8 144,16-4-91,34-2-54,-1-4-1,0-1 1,-58-3 0,-8-3 136,122 0-148,0 0 1,1 0-1,-1 0 0,1 0 0,-1 0 0,0-1 1,1 1-1,-1 0 0,1 0 0,-1-1 0,0 1 1,1 0-1,-1-1 0,1 1 0,-1 0 1,1-1-1,-1 1 0,1-1 0,0 1 0,-1-1 1,1 1-1,-1-1 0,1 1 0,0-1 1,0 0-1,-1 1 0,1-1 0,0 1 0,0-1 1,0 0-1,0 1 0,-1-1 0,1 0 1,0 1-1,0-1 0,0 0 0,0 1 0,1-2 1,-1 1-79,0-1 0,0 0 1,0 1-1,1-1 0,-1 0 1,1 1-1,-1-1 0,1 1 1,0-1-1,0 1 0,-1-1 1,1 1-1,0-1 0,0 1 1,3-2-1,70-46-6838,-23 16-3711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1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67 3874,'0'0'10487,"12"0"-9609,418 0 595,-409-2-1466,40-6 0,-3-1-16,36-3 4,-53 6 8,65-3-1,271 6 1908,-377-8-1846,0 10-160,-31-5-2236,4 6-1162,-5 0-3336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3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 1313,'0'0'10626,"12"-2"-10119,21-3 89,42 0 0,13 4 550,99 3-696,-150 3-285,64 18 0,-68-15-109,-1 0 0,63 5 1,-28-10-84,109 20 0,-162-20 35,25 6 2,2-3 0,59 3 0,151-3-192,136-6 198,-217-12-27,553 12 134,-591 6 512,-104-6 379,-31 0-1118,-29 0-3935,3 0-1398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6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424 116 3922,'0'0'5445,"3"-7"-4567,0-5-30,0-1-1,-1 1 1,-1 0 0,1-13 0,-2 23-831,0 1-1,0 0 1,0 0 0,0-1-1,0 1 1,0 0 0,-1-1-1,1 1 1,0 0 0,-1 0-1,1 0 1,-1-1 0,1 1-1,-1 0 1,1 0 0,-1 0-1,0 0 1,0 0-1,0 0 1,1 0 0,-2-1-1,0 1-18,-1 0-1,1 0 1,0 1-1,0-1 1,-1 0-1,1 1 1,0-1-1,-1 1 1,1 0-1,-1 0 1,-2 0-1,-17 0-14,15-1 10,0 0 1,-1 1-1,1 0 1,0 1-1,-1 0 1,1 0-1,0 0 0,0 1 1,0 0-1,0 0 1,-9 5-1,-7 9 3,1 1 0,0 1 1,1 1-1,1 1 0,1 1 0,-32 46 0,46-59 7,1 0 0,0 0 0,0 0 0,1 1 0,0-1 0,1 1 0,-1 0-1,2 0 1,-1 0 0,1 0 0,1 0 0,0 15 0,1-20 8,-1 0 0,1-1 0,0 1 0,-1 0 0,2-1 0,-1 1 1,0-1-1,1 0 0,0 1 0,-1-1 0,1 0 0,1 0 0,-1 0 0,0 0 0,1-1 1,-1 1-1,1 0 0,0-1 0,0 0 0,4 3 0,9 5 114,1 0-1,32 12 0,-22-10 19,18 11 50,68 46-1,-108-65-167,1 0 0,-1 0 0,0 0 1,0 0-1,-1 1 0,1 0 1,-1 0-1,0 0 0,0 0 0,-1 1 1,1 0-1,-1 0 0,0-1 1,-1 2-1,0-1 0,0 0 0,0 0 1,-1 1-1,1-1 0,-2 1 1,1-1-1,-1 12 0,0-13-4,-1-1-1,0 1 0,0-1 1,0 0-1,0 1 1,-1-1-1,1 0 0,-1 0 1,0 0-1,-1 0 1,1 0-1,-1-1 1,1 1-1,-1-1 0,0 1 1,-1-1-1,1 0 1,-7 5-1,-7 4 16,-2 0 0,-32 16-1,39-22-31,-32 13-368,0-1-1,-80 20 1,53-18-5434,47-12-434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8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31 2721,'0'0'721,"-11"-6"4187,11 6-4513,0-1-284,0 1 0,0-1 0,-1 0 1,1 0-1,0 1 0,0-1 0,0 0 0,0 0 0,0 0 0,0 1 0,0-1 0,0 0 0,0 0 0,0 1 0,1-1 0,-1 0 0,0 0 0,0 1 0,1-1 0,-1 0 0,0 1 0,1-1 0,-1 0 0,1 1 0,-1-1 0,1 1 0,-1-1 1,1 1-1,-1-1 0,1 1 0,0-1 0,-1 1 0,1-1 0,0 1 0,-1 0 0,2-1 0,-1 1-104,1 1-1,-1-1 1,0 1 0,1-1-1,-1 1 1,0 0 0,0 0 0,0-1-1,0 1 1,0 0 0,0 0-1,0 0 1,0 0 0,0 0 0,0 1-1,0-1 1,-1 0 0,1 0-1,0 2 1,17 32 242,-15-26-168,3 5 14,0 2 0,-1-1-1,-1 0 1,-1 1 0,2 22 0,0 83 160,-4-70-148,6 247 907,-3-251-755,2 0 1,20 75-1,-14-75-172,-3 0-1,6 69 1,-14 57-3,-1-94-61,0-78-20,0 0 1,0 1-1,0-1 1,0 0 0,0 0-1,1 1 1,-1-1-1,1 0 1,-1 0 0,1 1-1,-1-1 1,1 0-1,0 0 1,-1 0 0,1 0-1,0 0 1,0 0-1,0 0 1,0 0 0,0 0-1,0-1 1,0 1 0,0 0-1,0-1 1,0 1-1,1 0 1,-1-1 0,0 1-1,0-1 1,2 1-1,4 0 31,1 1 0,-1-2 0,1 1 0,9-1 0,0 1-6,162 7-4,-128-8-31,0 2-1,-1 2 1,81 17 0,-64-10 7,-61-9 28,-5-2-55,-1 0-1,0 0 0,0 0 0,0 0 1,0 0-1,1 0 0,-1 0 1,0 0-1,0 0 0,0 0 1,0 0-1,1 0 0,-1 0 0,0 0 1,0 0-1,0 0 0,0 0 1,0 0-1,1 0 0,-1 1 0,0-1 1,0 0-1,0 0 0,0 0 1,0 0-1,0 0 0,0 0 0,1 1 1,-1-1-1,0 0 0,0 0 1,0 0-1,0 0 0,0 0 1,0 1-1,0-1 0,0 0 0,0 0 1,0 0-1,0 0 0,0 1 1,0-1-1,0 0 0,0 0 0,0 0 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29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16 3570,'0'0'6549,"0"-3"-5788,0-7-270,0 8 818,0 5-1132,12 160 878,-1-19-592,-1 427 1706,-6-461-2140,-4-109 54,11-1-59,119-6-497,-71 7 512,62-2 100,-100 0-100,-1-2 0,1 0 0,37-11 0,-53 12-33,1 0-1,0-1 1,0 1-1,-1-1 1,1 0 0,-1-1-1,0 1 1,0-1-1,0 0 1,0-1 0,-1 1-1,0-1 1,0 1 0,0-1-1,5-9 1,-5 5-85,0-1 0,0 0 0,-1 0 1,0 0-1,0 0 0,-1-1 0,-1 1 1,1-20-1,-2-196-1842,0 207 1747,-2-1 0,0 1 0,-1 0 0,-1 0 0,-1 0-1,-7-19 1,-2 4 345,-2 0 0,-23-39-1,26 55 273,0 0-1,-25-26 1,3 3-7,32 38-405,-13-18 142,-31-29 0,41 44-153,0 1 0,-1 0 0,1 1 0,-1-1 0,0 1-1,0 0 1,0 1 0,-1 0 0,-14-5 0,-20-1 27,-1 2 0,0 1 0,-1 3 0,-66 2 0,108 1-42,0 0 0,0 0 0,0 1 0,0-1 0,0 0 0,0 1 0,0-1 0,0 1 0,0 0 1,0 0-1,1 0 0,-1-1 0,0 2 0,0-1 0,1 0 0,-1 0 0,1 0 0,-1 1 0,1-1 1,-1 1-1,1-1 0,0 1 0,0 0 0,0-1 0,0 1 0,-2 4 0,2 0-134,-1 2-1,1-1 1,0 0-1,0 0 1,1 0 0,1 9-1,-1-2-577,0 12-2705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0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 9 560,'0'0'6168,"-7"0"-5610,-110-3 6603,124 3-6340,590-6-629,-29 6-528,-443 10 276,2 1-208,-81-12 262,-19 0 103,0 1-1,0 1 0,38 7 0,-64-8-77,-1 0-1,1 0 1,0 0 0,-1 0-1,1 0 1,-1 0 0,1 1-1,0-1 1,-1 0 0,1 0-1,-1 1 1,1-1 0,-1 0-1,1 0 1,-1 1 0,1-1-1,-1 0 1,1 1 0,-1-1-1,0 1 1,1-1 0,-1 1-1,1-1 1,-1 1 0,0-1 0,0 1-1,1-1 1,-1 1 0,0-1-1,0 1 1,0 0 0,1-1-1,-1 1 1,0-1 0,0 1-1,0 0 1,-16-1-3871,8 0-1039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1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478 95 6147,'0'0'6982,"-5"-11"-6334,-15-35-253,19 44-345,-1 0 0,0-1 0,0 1 0,0 0-1,0 0 1,0 0 0,0 0 0,0 1 0,-1-1 0,1 0 0,-1 1 0,1 0 0,-1 0 0,1-1 0,-1 2 0,0-1 0,0 0 0,0 0-1,1 1 1,-5-1 0,1 0 97,-24-2 163,0 1 0,-45 2-1,30 0-149,40 1-138,-1-1 0,0 1 1,1 0-1,-1 1 1,1-1-1,-1 1 1,1 0-1,0 1 1,0-1-1,0 1 0,0 0 1,0 0-1,0 1 1,1-1-1,0 1 1,0 0-1,0 0 1,0 0-1,-3 6 1,-5 7 97,0 0 1,2 1-1,-16 36 1,16-27 123,0 0 1,2 0-1,2 1 0,0 0 1,-2 40-1,4 140 1761,4-190-1825,1 0 0,1-1 0,0 1 1,2-1-1,0 1 0,0-1 1,9 17-1,-10-26-104,1-1 0,0 1 0,0-1 0,1 0 0,0 0 0,0 0 0,1-1 0,0 1 0,0-1 0,0-1 0,1 1 0,0-1 0,0 0 0,0-1 0,1 0 0,14 6 0,-8-6-36,0 0 1,0-1-1,1 0 0,-1-1 0,1-1 0,0 0 1,-1-1-1,1-1 0,0 0 0,-1-1 1,1-1-1,17-5 0,-20 3-56,0-1 0,0-1 0,-1 0 0,0 0-1,-1-1 1,1 0 0,-1-1 0,-1 0 0,11-13 0,-13 13-416,0 0 1,0-1-1,-1 1 0,0-1 1,-1 0-1,6-18 0,-3-5-2703,-7 5-1536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2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0 720,'0'0'1777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3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73 944,'0'0'7825,"0"-8"-6669,0-43 418,0 50-1511,0 1 1,0-1-1,-1 0 1,1 1-1,0-1 1,0 1 0,0-1-1,-1 0 1,1 1-1,0-1 1,0 1-1,-1-1 1,1 1 0,-1-1-1,1 1 1,0-1-1,-1 1 1,1 0-1,-1-1 1,1 1 0,-1 0-1,1-1 1,-1 1-1,1 0 1,-1-1-1,0 1 1,1 0 0,-1 0-1,1 0 1,-1 0-1,0 0 1,1-1-1,-2 1 1,-26 1 991,17-1-771,10 0-243,1 1 1,-1-1-1,0 0 0,0 1 1,0-1-1,0 0 1,1 1-1,-1-1 0,0 1 1,0-1-1,1 1 1,-1-1-1,0 1 0,1 0 1,-1-1-1,1 1 1,-1 0-1,1 0 0,-1-1 1,1 1-1,-1 0 0,1 0 1,0 0-1,-1-1 1,1 1-1,0 0 0,0 0 1,0 0-1,0 0 1,0 0-1,0 0 0,0 0 1,-1 39 856,2-29-561,-2-10-309,1 1 0,0-1 0,0 0 0,1 1 0,-1-1 0,0 0 0,0 1 0,0-1 0,1 0 0,-1 1 0,1-1 0,-1 0 0,1 0 0,0 1 0,-1-1 1,1 0-1,0 0 0,0 0 0,0 0 0,0 0 0,0 0 0,1 1 0,1-1 3,-1 0 0,1 0 0,0 0 0,0 0 0,-1 0 1,1-1-1,0 0 0,0 1 0,0-1 0,4 0 0,2 0-84,-1 0 184,0 0 1,1 0 0,11-2-1,-19 2-199,0-1 0,0 1 1,0 0-1,0 0 0,1 0 0,-1-1 0,0 1 0,0-1 0,0 1 0,0-1 0,0 1 0,0-1 0,0 0 0,0 1 0,0-1 0,0 0 0,-1 0 0,1 0 0,0 0 0,0 0 0,-1 0 0,1 0 0,0 0 0,-1 0 0,1 0 0,-1 0 0,0 0 0,1 0 0,-1 0 0,0 0 0,1-3 0,-10 4-860,5 1 929,1 0 1,-1 0 0,1 0-1,0 1 1,-1-1 0,1 1-1,0 0 1,0 0 0,0 0-1,0 0 1,0 0 0,1 1 0,-1-1-1,1 1 1,-1 0 0,-3 5-1,0 1 130,0-1-1,0 2 0,1-1 1,-8 20-1,11-22-13,0 1 1,1-1-1,0 1 0,0 0 1,1 13-1,1-18-99,1-1 0,0 0 0,0 0 0,0-1 0,0 1 0,0 0 0,0 0 0,0-1 0,1 0 0,3 2-1,7 6 82,-10-5-102,0-1-1,0 0 0,0 1 1,-1 0-1,0 0 1,0-1-1,0 1 0,0 0 1,0 1-1,-1-1 0,0 0 1,0 0-1,1 9 0,0 6 15,-1 0 0,-2 18 0,1-11 23,0 302 100,-14-106 63,15-192-190,-1 15 9,-1 1 1,-2-1-1,-9 46 0,9-80-14,0 5 11,0 0 0,0 0 0,2 0 0,-1 19 0,29-35 0,283 0-167,-287 1 137,-1 1 1,37 9-1,12 1-5,207-5-279,-195-7 236,114 6 12,261-6-267,-454 0 317,1 1 0,0-1 1,-1 1-1,1 0 1,-1 0-1,1 1 1,5 2-1,-6-2 24,1 0 0,0 0 0,0-1 0,0 0 0,-1 0 0,1 0-1,7 0 1,11-1-58,-41 0-3631,-11 0-1220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4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 3121,'0'0'3816,"-13"26"-3283,-38 86 65,5 10 1468,25-60-832,-54 155 965,52-148-2080,19-56-111,4-10-7,0-1 0,0 0-1,-1 0 1,1 1-1,-1-1 1,0 0 0,0 0-1,0 0 1,0 0-1,0 0 1,0 0 0,-2 3-1,2-5-4,1 0 0,0 0 0,0 0 0,0 0 0,-1 0 0,1 0 0,0 0 0,0 0 0,0 0 0,-1 0 0,1 0 0,0 0 0,0 0 0,0 0 0,-1 0 0,1 0 0,0 0 0,0 0 0,0-1 0,-1 1 0,1 0 0,0 0 0,0 0 0,0 0 0,0 0 0,-1 0 0,1-1 0,0 1 0,0 0 0,0 0 0,0 0 0,0 0 0,0-1 0,0 1 0,-1 0 0,1 0 0,0 0 0,0-1 0,0 1 0,0 0 0,0 0 0,0 0 0,0-1 0,0 1 0,0 0 0,0 0 0,0 0 0,0-1 0,0 1 0,0 0 0,0 0 0,1-1 0,-2 0-80,1-100-6340,0 60 1267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5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4018,'0'0'4068,"3"2"-3486,1 0-416,-1 2-1,1-1 1,-1 0-1,0 1 1,0-1-1,0 1 1,0 0-1,-1 0 1,0 0-1,1 0 1,1 6-1,20 59 1764,-18-47-1306,44 145 2720,26 79-1233,-75-242-2065,6 21-247,-7-25 139,0 1 0,0 0 0,-1-1 0,1 1 0,0-1 0,0 1 0,0 0 0,0-1 0,-1 1 0,1-1 0,0 1 0,0-1 0,-1 1 0,1-1 0,0 1 0,-1-1 0,1 1 0,-1-1 0,1 0 0,-1 1 0,1-1 0,-1 1 0,1-1 0,-1 0 0,1 0 0,-1 1 0,1-1 0,-1 0 1,1 0-1,-1 0 0,0 1 0,1-1 0,-1 0 0,1 0 0,-1 0 0,0 0 0,0 0 0,-24 0-3149,-1 0-1649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5.4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70 8932,'0'0'3346,"187"-69"-2594,-134 69-752,-9 0-192,-21 0-4034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6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49 3522,'0'0'6256,"0"-8"-5491,0-24-143,0 24 178,0 475 5259,-1-459-5932,2 10 151,-1-17-260,0-1-1,1 1 1,-1-1-1,0 1 1,0-1 0,0 0-1,1 1 1,-1-1-1,0 1 1,0-1 0,1 0-1,-1 1 1,0-1 0,1 0-1,-1 1 1,1-1-1,-1 0 1,0 0 0,1 1-1,-1-1 1,1 0 0,-1 0-1,0 0 1,1 0-1,-1 1 1,1-1 0,-1 0-1,1 0 1,-1 0-1,1 0 1,0 0 0,0 0 208,-2-95-1247,-9-46-5689,8 108 5248,-1-126 590,3 156 964,0 0 0,0 1 0,1-1 0,-1 0 1,1 0-1,-1 0 0,1 1 0,0-1 1,0 0-1,1 1 0,-1-1 0,0 1 0,1-1 1,0 1-1,-1-1 0,1 1 0,0 0 1,0 0-1,0 0 0,1 0 0,-1 0 0,0 1 1,1-1-1,-1 1 0,1 0 0,-1-1 1,1 1-1,0 0 0,-1 0 0,1 1 0,0-1 1,0 0-1,0 1 0,0 0 0,0 0 1,5 0-1,-5 1-22,-1 0 1,1 0-1,-1 0 1,1 0-1,0 1 1,-1-1-1,0 1 1,1-1-1,-1 1 1,0 0-1,0 0 1,0 0-1,0 0 1,0 0-1,-1 1 1,1-1-1,-1 1 1,1-1-1,0 4 1,4 8 400,0-1 1,5 22 0,-9-25-205,15 70 632,-14-60-748,1 0 1,1 0-1,1 0 1,11 27 0,-16-45-169,0 0-1,0 0 1,0 0 0,1 0 0,-1 0 0,0 0 0,1-1 0,-1 1 0,1-1 0,0 1 0,-1-1 0,1 1 0,0-1 0,0 0 0,0 0 0,0 0 0,2 1 0,2-1-45,-1 0 1,0 0 0,1-1-1,-1 1 1,9-1 0,-6-1 53,-7 2 10,-1-1 0,1 0 0,-1 0 0,1 1 1,-1-1-1,1 0 0,-1 0 0,1 1 1,-1-1-1,0 0 0,1 1 0,-1-1 0,1 1 1,-1-1-1,0 1 0,1-1 0,-1 1 0,0-1 1,0 1-1,1-1 0,-1 1 0,0-1 1,0 1-1,0-1 0,0 1 0,0-1 0,0 1 1,0-1-1,0 1 0,0 0 0,0-1 0,0 1 1,0-1-1,0 1 0,0-1 0,0 1 1,0-1-1,-1 2 0,1-1 5,0 8 4,0 0-1,0 0 1,-1 0-1,-1 0 1,1 0-1,-2 0 1,1 0-1,-7 14 1,7-20-46,0 1 0,0-1 0,0 1 0,-1-1-1,0 0 1,1 0 0,-1-1 0,0 1 0,-1 0 0,1-1 0,0 0 0,-1 0 0,1 0 0,-1 0-1,0 0 1,1-1 0,-1 1 0,0-1 0,0 0 0,0-1 0,0 1 0,-5 0 0,-24 0-2230,3-1-2871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3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33 3169,'0'0'5259,"-1"-5"-4163,-1-17-98,1 16 3153,1 28-3929,1 232 783,-2 290 359,-12-354-1314,3-57-44,-21 324 31,24-383-42,-19 85-1,3-25 52,17-88-55,-9 53 20,-1 131 0,16 319 35,2-521-48,5 34 0,-3-34 3,0 33-1,-6 11 3,5 80 15,6-87-39,-9-66 21,0 1-1,0 0 1,0 0 0,0-1-1,0 1 1,1 0 0,-1 0-1,0-1 1,0 1 0,0 0-1,0 0 1,0-1 0,1 1-1,-1 0 1,0 0 0,0 0-1,0-1 1,1 1 0,-1 0 0,0 0-1,0 0 1,1 0 0,-1 0-1,0 0 1,0-1 0,1 1-1,-1 0 1,0 0 0,1 0-1,-1 0 1,0 0 0,0 0-1,1 0 1,-1 0 0,0 0-1,1 0 1,-1 0 0,0 0-1,0 1 1,1-1 0,-1 0-1,0 0 1,0 0 0,1 0-1,-1 0 1,0 0 0,0 1-1,1-1 1,-1 0 0,0 0-1,0 0 1,0 1 0,1-1-1,-1 0 1,0 0 0,0 0 0,0 1-1,0-1 1,0 0 0,0 1-1,1-1 1,-1 0 0,0 0-1,0 1 1,0-1 0,3-17-545,0-1 1,0-29 0,-2-14-3719,-1-9-3858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4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5523,'0'0'5061,"19"0"-3941,62 1-285,-63 0-597,0 1 1,0 1-1,25 6 0,11 3 50,57 0 147,145 24 250,44 6-255,-124-22-297,212 11-125,5-28-3,-245-4-10,-11 9-31,7 0 93,393-8-582,-253-9 541,-71 9 59,-198-2-77,0 1 1,-1-2 0,29-7-1,18-4-32,-26 9-17,39 0 0,-19-4-168,-55 15 446,-2 14-208,-1 0 0,0 0-1,-2-1 1,0 1 0,-1-1-1,-13 27 1,9-21-7,1 1-1,-11 51 1,11 0 0,3 100 0,2-30 1,0-72-20,-12 320-82,20-296 90,26 166 1,4 110 403,-31 7-401,-4-253 43,1 715-461,1-848 94,-1-7 526,-1 5-5548,-2 1 1421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4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16,'0'0'976,"5"10"-178,0 2-517,2-1 0,0 0 0,0 0 0,1 0 0,16 17 0,-19-24-59,-5-4-108,1 1 1,-1 0-1,1-1 0,0 1 1,-1 0-1,1-1 0,0 1 1,0-1-1,0 0 0,-1 1 1,1-1-1,0 1 0,0-1 1,0 0-1,0 0 0,0 0 1,0 1-1,0-1 1,-1 0-1,1 0 0,2 0 1,110 0 6360,0 0-3429,420 0-3401,-426-9 371,1 0-90,-80 8 10,61 4 24,-78-2 37,-1 1 0,1 0-1,-1 1 1,0 0 0,0 0 0,13 7 0,-7-1-13,0-1-1,0-1 0,1 0 1,0-1-1,0-1 1,1-1-1,0 0 0,21 1 1,-1-5 22,0-1 0,42-8 1,-40 5-57,0 1 1,64 3 0,-36 2 125,510-2-1176,-570 0 1104,0 1 0,0 0 0,14 4 0,-14-3 0,0 0 0,1 0 0,14 0 0,163 4-4,-152-6-21,113 5-182,-113-3 206,0 0 0,55-6-1,-33-6-9,-38 7 7,-1 0 1,28-1 0,160 4 306,-158 9-329,320-9 2965,-385-6-5437,-5 2-1055,-6-1-3771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3:21:4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0 304,'0'0'2484,"-3"0"-2327,-17 0 113,20 0-179,-1 0-25,0 0-81,0 0 0,-1 0 0,1 0 0,0 0 0,0 0 0,0 1 0,-1-1 0,1 0 0,0 0 0,0 1 0,0-1 0,0 1 0,0-1 0,0 1 0,0 0 0,0-1 0,0 1 0,0 0 0,0-1 0,0 1 0,0 0 0,0 0 0,0 0 0,1 0 0,-1 0 0,0 0 0,1 0 0,-1 2 0,1-3-377,0 3-1449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3E05-E3EA-FBB3-BEA2-9D7F288AD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005E4-2920-AF41-1F22-C8D5DF559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64813-44B2-A284-6A3B-338BBEE5C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AC7F3-E55F-373C-F18C-73C15355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E730E-7BE0-8531-BC7E-6E357BB2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7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C48A-5375-48BC-BB8C-732A3EEE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EE68-0253-C137-4285-D4FB84B74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D8755-6512-F362-800F-D81D843D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390FD-6DCD-DF53-EA26-6A880D28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724D-D6BB-1C70-A299-6D4DB871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5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884A-96D3-CD30-4B08-589E64EE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57D67-4E01-84A4-C4C4-AF8D418A8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1C4A-2C8F-3740-F08F-DC84CA3F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1A09C-79E7-806B-A75E-DC63A9E9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7DB35-4930-4DF0-BB9A-23F67EB2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2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39F2-DF81-40FE-30FD-572BBD1F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36AF-FA78-793A-71D3-F8470CA1D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C55E7-C8CF-E5CD-EC81-B8A3D0FCE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C12C7-CA8D-4C67-7A07-10739746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07262-58B9-4F4D-71C6-2D1D74B9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5970E-AE6B-D2DF-3A56-ED06580E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2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B656-DE8C-6F34-D67D-671411A7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1987B-AC00-CC83-223D-BD8E4605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5D4C-5229-79E1-7974-95FBFCF46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F30D5-2985-1C38-AAFA-63F4267C9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D4BC9-E6FB-B16D-0752-295315ED7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7CD741-571F-FD83-8CCD-359A7E0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04D04-4D50-E2AE-C6BE-F8E8BBC9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58D68-0A39-62AA-3FA6-4546FB35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1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9C04-AC34-380D-09D3-4306DE1A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01789-C8D2-E18F-0114-760C7D5D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156F0-A2CA-D89D-45B6-FC3F1256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90CCF-1721-6A18-A932-8F71B2E3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7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EAF47-31AE-36F5-1591-826F955B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9D6E1-AE08-F50E-1019-25151479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85145-0ABB-74EA-2277-7F8382EB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9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41B2-FA36-6F12-C14B-33D7C3E54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55137-784D-89B9-AC10-E97D4935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0205C-C56F-57BB-8F30-D6EEF8495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77399-08CA-2686-6DBF-102B5600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A3126-074E-7DD4-77BD-27EA9320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9F1BE-90D9-ACB1-21BE-DC86F3AD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54B3-3BBF-7E22-9781-52964B888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7E2CC-9DD2-9811-05AC-FE19B08F3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9E2B5-E07C-20B5-37C4-B0BA20E2B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42EE5-9E59-70EC-83B4-6739A2CE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BC95F-0015-A7D5-8DF2-CF7E84C0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5E36D-6A58-67C7-905C-9E45ABE9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4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874A-BA4C-6371-B138-B5CB0A0B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930DE-35A1-B7D7-2573-E1FBF909B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292CC-D8D4-9FF7-C6FE-A51468AB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3FCC4-42B3-ECF4-A293-448E63AF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FB730-DF46-7FE5-46CA-BA0D538A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0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AD041-D398-FEBD-D578-0C3178DEB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4EB2D-DCE5-28D9-F91F-A3CA2459B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95FB-AFC2-40B6-179E-D2F1F9E8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775A0-28A1-D442-BB7E-2BD76B2A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49D90-E23D-8783-C32D-A329F2F2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C2316-D717-A252-1CF0-AF3A9EF8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6E59A-413E-C51F-CC43-31B5AF79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6874B-C726-2073-5416-E49BF0AE3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5D894-115C-4A99-91DF-E02CDB123CF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40E74-507C-DB2F-7601-2CF887FAB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46723-7F72-8F43-3B4B-F4E938B79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7CC46-C025-4E85-AE53-035DE64E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.png"/><Relationship Id="rId671" Type="http://schemas.openxmlformats.org/officeDocument/2006/relationships/customXml" Target="../ink/ink346.xml"/><Relationship Id="rId769" Type="http://schemas.openxmlformats.org/officeDocument/2006/relationships/image" Target="../media/image373.png"/><Relationship Id="rId21" Type="http://schemas.openxmlformats.org/officeDocument/2006/relationships/image" Target="../media/image10.png"/><Relationship Id="rId324" Type="http://schemas.openxmlformats.org/officeDocument/2006/relationships/image" Target="../media/image156.png"/><Relationship Id="rId531" Type="http://schemas.openxmlformats.org/officeDocument/2006/relationships/customXml" Target="../ink/ink275.xml"/><Relationship Id="rId629" Type="http://schemas.openxmlformats.org/officeDocument/2006/relationships/image" Target="../media/image304.png"/><Relationship Id="rId170" Type="http://schemas.openxmlformats.org/officeDocument/2006/relationships/image" Target="../media/image83.png"/><Relationship Id="rId836" Type="http://schemas.openxmlformats.org/officeDocument/2006/relationships/image" Target="../media/image406.png"/><Relationship Id="rId268" Type="http://schemas.openxmlformats.org/officeDocument/2006/relationships/customXml" Target="../ink/ink138.xml"/><Relationship Id="rId475" Type="http://schemas.openxmlformats.org/officeDocument/2006/relationships/customXml" Target="../ink/ink245.xml"/><Relationship Id="rId682" Type="http://schemas.openxmlformats.org/officeDocument/2006/relationships/image" Target="../media/image330.png"/><Relationship Id="rId32" Type="http://schemas.openxmlformats.org/officeDocument/2006/relationships/customXml" Target="../ink/ink16.xml"/><Relationship Id="rId128" Type="http://schemas.openxmlformats.org/officeDocument/2006/relationships/image" Target="../media/image62.png"/><Relationship Id="rId335" Type="http://schemas.openxmlformats.org/officeDocument/2006/relationships/customXml" Target="../ink/ink174.xml"/><Relationship Id="rId542" Type="http://schemas.openxmlformats.org/officeDocument/2006/relationships/image" Target="../media/image261.png"/><Relationship Id="rId181" Type="http://schemas.openxmlformats.org/officeDocument/2006/relationships/customXml" Target="../ink/ink92.xml"/><Relationship Id="rId402" Type="http://schemas.openxmlformats.org/officeDocument/2006/relationships/image" Target="../media/image194.png"/><Relationship Id="rId847" Type="http://schemas.openxmlformats.org/officeDocument/2006/relationships/image" Target="../media/image411.png"/><Relationship Id="rId279" Type="http://schemas.openxmlformats.org/officeDocument/2006/relationships/customXml" Target="../ink/ink144.xml"/><Relationship Id="rId486" Type="http://schemas.openxmlformats.org/officeDocument/2006/relationships/customXml" Target="../ink/ink251.xml"/><Relationship Id="rId693" Type="http://schemas.openxmlformats.org/officeDocument/2006/relationships/customXml" Target="../ink/ink357.xml"/><Relationship Id="rId707" Type="http://schemas.openxmlformats.org/officeDocument/2006/relationships/customXml" Target="../ink/ink364.xml"/><Relationship Id="rId43" Type="http://schemas.openxmlformats.org/officeDocument/2006/relationships/image" Target="../media/image21.png"/><Relationship Id="rId139" Type="http://schemas.openxmlformats.org/officeDocument/2006/relationships/customXml" Target="../ink/ink71.xml"/><Relationship Id="rId346" Type="http://schemas.openxmlformats.org/officeDocument/2006/relationships/image" Target="../media/image166.png"/><Relationship Id="rId553" Type="http://schemas.openxmlformats.org/officeDocument/2006/relationships/image" Target="../media/image266.png"/><Relationship Id="rId760" Type="http://schemas.openxmlformats.org/officeDocument/2006/relationships/customXml" Target="../ink/ink391.xml"/><Relationship Id="rId192" Type="http://schemas.openxmlformats.org/officeDocument/2006/relationships/image" Target="../media/image93.png"/><Relationship Id="rId206" Type="http://schemas.openxmlformats.org/officeDocument/2006/relationships/customXml" Target="../ink/ink106.xml"/><Relationship Id="rId413" Type="http://schemas.openxmlformats.org/officeDocument/2006/relationships/customXml" Target="../ink/ink213.xml"/><Relationship Id="rId858" Type="http://schemas.openxmlformats.org/officeDocument/2006/relationships/image" Target="../media/image416.png"/><Relationship Id="rId497" Type="http://schemas.openxmlformats.org/officeDocument/2006/relationships/image" Target="../media/image240.png"/><Relationship Id="rId620" Type="http://schemas.openxmlformats.org/officeDocument/2006/relationships/customXml" Target="../ink/ink320.xml"/><Relationship Id="rId718" Type="http://schemas.openxmlformats.org/officeDocument/2006/relationships/customXml" Target="../ink/ink370.xml"/><Relationship Id="rId357" Type="http://schemas.openxmlformats.org/officeDocument/2006/relationships/customXml" Target="../ink/ink185.xml"/><Relationship Id="rId54" Type="http://schemas.openxmlformats.org/officeDocument/2006/relationships/customXml" Target="../ink/ink27.xml"/><Relationship Id="rId217" Type="http://schemas.openxmlformats.org/officeDocument/2006/relationships/image" Target="../media/image105.png"/><Relationship Id="rId564" Type="http://schemas.openxmlformats.org/officeDocument/2006/relationships/customXml" Target="../ink/ink292.xml"/><Relationship Id="rId771" Type="http://schemas.openxmlformats.org/officeDocument/2006/relationships/image" Target="../media/image374.png"/><Relationship Id="rId869" Type="http://schemas.openxmlformats.org/officeDocument/2006/relationships/customXml" Target="../ink/ink447.xml"/><Relationship Id="rId424" Type="http://schemas.openxmlformats.org/officeDocument/2006/relationships/customXml" Target="../ink/ink219.xml"/><Relationship Id="rId631" Type="http://schemas.openxmlformats.org/officeDocument/2006/relationships/image" Target="../media/image305.png"/><Relationship Id="rId729" Type="http://schemas.openxmlformats.org/officeDocument/2006/relationships/image" Target="../media/image353.png"/><Relationship Id="rId270" Type="http://schemas.openxmlformats.org/officeDocument/2006/relationships/image" Target="../media/image130.png"/><Relationship Id="rId65" Type="http://schemas.openxmlformats.org/officeDocument/2006/relationships/image" Target="../media/image32.png"/><Relationship Id="rId130" Type="http://schemas.openxmlformats.org/officeDocument/2006/relationships/image" Target="../media/image63.png"/><Relationship Id="rId368" Type="http://schemas.openxmlformats.org/officeDocument/2006/relationships/image" Target="../media/image177.png"/><Relationship Id="rId575" Type="http://schemas.openxmlformats.org/officeDocument/2006/relationships/image" Target="../media/image277.png"/><Relationship Id="rId782" Type="http://schemas.openxmlformats.org/officeDocument/2006/relationships/image" Target="../media/image379.png"/><Relationship Id="rId228" Type="http://schemas.openxmlformats.org/officeDocument/2006/relationships/image" Target="../media/image110.png"/><Relationship Id="rId435" Type="http://schemas.openxmlformats.org/officeDocument/2006/relationships/customXml" Target="../ink/ink225.xml"/><Relationship Id="rId642" Type="http://schemas.openxmlformats.org/officeDocument/2006/relationships/customXml" Target="../ink/ink331.xml"/><Relationship Id="rId281" Type="http://schemas.openxmlformats.org/officeDocument/2006/relationships/customXml" Target="../ink/ink145.xml"/><Relationship Id="rId502" Type="http://schemas.openxmlformats.org/officeDocument/2006/relationships/customXml" Target="../ink/ink259.xml"/><Relationship Id="rId76" Type="http://schemas.openxmlformats.org/officeDocument/2006/relationships/customXml" Target="../ink/ink38.xml"/><Relationship Id="rId141" Type="http://schemas.openxmlformats.org/officeDocument/2006/relationships/customXml" Target="../ink/ink72.xml"/><Relationship Id="rId379" Type="http://schemas.openxmlformats.org/officeDocument/2006/relationships/customXml" Target="../ink/ink196.xml"/><Relationship Id="rId586" Type="http://schemas.openxmlformats.org/officeDocument/2006/relationships/customXml" Target="../ink/ink303.xml"/><Relationship Id="rId793" Type="http://schemas.openxmlformats.org/officeDocument/2006/relationships/customXml" Target="../ink/ink408.xml"/><Relationship Id="rId807" Type="http://schemas.openxmlformats.org/officeDocument/2006/relationships/customXml" Target="../ink/ink415.xml"/><Relationship Id="rId7" Type="http://schemas.openxmlformats.org/officeDocument/2006/relationships/image" Target="../media/image3.png"/><Relationship Id="rId239" Type="http://schemas.openxmlformats.org/officeDocument/2006/relationships/image" Target="../media/image115.png"/><Relationship Id="rId446" Type="http://schemas.openxmlformats.org/officeDocument/2006/relationships/image" Target="../media/image215.png"/><Relationship Id="rId653" Type="http://schemas.openxmlformats.org/officeDocument/2006/relationships/image" Target="../media/image316.png"/><Relationship Id="rId292" Type="http://schemas.openxmlformats.org/officeDocument/2006/relationships/customXml" Target="../ink/ink151.xml"/><Relationship Id="rId306" Type="http://schemas.openxmlformats.org/officeDocument/2006/relationships/customXml" Target="../ink/ink158.xml"/><Relationship Id="rId860" Type="http://schemas.openxmlformats.org/officeDocument/2006/relationships/image" Target="../media/image417.png"/><Relationship Id="rId87" Type="http://schemas.openxmlformats.org/officeDocument/2006/relationships/customXml" Target="../ink/ink44.xml"/><Relationship Id="rId513" Type="http://schemas.openxmlformats.org/officeDocument/2006/relationships/image" Target="../media/image248.png"/><Relationship Id="rId597" Type="http://schemas.openxmlformats.org/officeDocument/2006/relationships/image" Target="../media/image288.png"/><Relationship Id="rId720" Type="http://schemas.openxmlformats.org/officeDocument/2006/relationships/customXml" Target="../ink/ink371.xml"/><Relationship Id="rId818" Type="http://schemas.openxmlformats.org/officeDocument/2006/relationships/image" Target="../media/image397.png"/><Relationship Id="rId152" Type="http://schemas.openxmlformats.org/officeDocument/2006/relationships/image" Target="../media/image74.png"/><Relationship Id="rId457" Type="http://schemas.openxmlformats.org/officeDocument/2006/relationships/customXml" Target="../ink/ink236.xml"/><Relationship Id="rId664" Type="http://schemas.openxmlformats.org/officeDocument/2006/relationships/image" Target="../media/image321.png"/><Relationship Id="rId871" Type="http://schemas.openxmlformats.org/officeDocument/2006/relationships/customXml" Target="../ink/ink448.xml"/><Relationship Id="rId14" Type="http://schemas.openxmlformats.org/officeDocument/2006/relationships/customXml" Target="../ink/ink7.xml"/><Relationship Id="rId317" Type="http://schemas.openxmlformats.org/officeDocument/2006/relationships/customXml" Target="../ink/ink164.xml"/><Relationship Id="rId524" Type="http://schemas.openxmlformats.org/officeDocument/2006/relationships/customXml" Target="../ink/ink271.xml"/><Relationship Id="rId731" Type="http://schemas.openxmlformats.org/officeDocument/2006/relationships/image" Target="../media/image354.png"/><Relationship Id="rId98" Type="http://schemas.openxmlformats.org/officeDocument/2006/relationships/image" Target="../media/image48.png"/><Relationship Id="rId163" Type="http://schemas.openxmlformats.org/officeDocument/2006/relationships/customXml" Target="../ink/ink83.xml"/><Relationship Id="rId370" Type="http://schemas.openxmlformats.org/officeDocument/2006/relationships/image" Target="../media/image178.png"/><Relationship Id="rId829" Type="http://schemas.openxmlformats.org/officeDocument/2006/relationships/customXml" Target="../ink/ink426.xml"/><Relationship Id="rId230" Type="http://schemas.openxmlformats.org/officeDocument/2006/relationships/image" Target="../media/image111.png"/><Relationship Id="rId468" Type="http://schemas.openxmlformats.org/officeDocument/2006/relationships/image" Target="../media/image226.png"/><Relationship Id="rId675" Type="http://schemas.openxmlformats.org/officeDocument/2006/relationships/customXml" Target="../ink/ink348.xml"/><Relationship Id="rId25" Type="http://schemas.openxmlformats.org/officeDocument/2006/relationships/image" Target="../media/image12.png"/><Relationship Id="rId328" Type="http://schemas.openxmlformats.org/officeDocument/2006/relationships/customXml" Target="../ink/ink170.xml"/><Relationship Id="rId535" Type="http://schemas.openxmlformats.org/officeDocument/2006/relationships/customXml" Target="../ink/ink277.xml"/><Relationship Id="rId742" Type="http://schemas.openxmlformats.org/officeDocument/2006/relationships/customXml" Target="../ink/ink382.xml"/><Relationship Id="rId174" Type="http://schemas.openxmlformats.org/officeDocument/2006/relationships/image" Target="../media/image85.png"/><Relationship Id="rId381" Type="http://schemas.openxmlformats.org/officeDocument/2006/relationships/customXml" Target="../ink/ink197.xml"/><Relationship Id="rId602" Type="http://schemas.openxmlformats.org/officeDocument/2006/relationships/customXml" Target="../ink/ink311.xml"/><Relationship Id="rId241" Type="http://schemas.openxmlformats.org/officeDocument/2006/relationships/image" Target="../media/image116.png"/><Relationship Id="rId479" Type="http://schemas.openxmlformats.org/officeDocument/2006/relationships/customXml" Target="../ink/ink247.xml"/><Relationship Id="rId686" Type="http://schemas.openxmlformats.org/officeDocument/2006/relationships/image" Target="../media/image332.png"/><Relationship Id="rId36" Type="http://schemas.openxmlformats.org/officeDocument/2006/relationships/customXml" Target="../ink/ink18.xml"/><Relationship Id="rId339" Type="http://schemas.openxmlformats.org/officeDocument/2006/relationships/customXml" Target="../ink/ink176.xml"/><Relationship Id="rId546" Type="http://schemas.openxmlformats.org/officeDocument/2006/relationships/customXml" Target="../ink/ink283.xml"/><Relationship Id="rId753" Type="http://schemas.openxmlformats.org/officeDocument/2006/relationships/image" Target="../media/image365.png"/><Relationship Id="rId101" Type="http://schemas.openxmlformats.org/officeDocument/2006/relationships/customXml" Target="../ink/ink51.xml"/><Relationship Id="rId185" Type="http://schemas.openxmlformats.org/officeDocument/2006/relationships/image" Target="../media/image90.png"/><Relationship Id="rId406" Type="http://schemas.openxmlformats.org/officeDocument/2006/relationships/image" Target="../media/image196.png"/><Relationship Id="rId392" Type="http://schemas.openxmlformats.org/officeDocument/2006/relationships/image" Target="../media/image189.png"/><Relationship Id="rId613" Type="http://schemas.openxmlformats.org/officeDocument/2006/relationships/image" Target="../media/image296.png"/><Relationship Id="rId697" Type="http://schemas.openxmlformats.org/officeDocument/2006/relationships/customXml" Target="../ink/ink359.xml"/><Relationship Id="rId820" Type="http://schemas.openxmlformats.org/officeDocument/2006/relationships/image" Target="../media/image398.png"/><Relationship Id="rId252" Type="http://schemas.openxmlformats.org/officeDocument/2006/relationships/customXml" Target="../ink/ink130.xml"/><Relationship Id="rId47" Type="http://schemas.openxmlformats.org/officeDocument/2006/relationships/image" Target="../media/image23.png"/><Relationship Id="rId112" Type="http://schemas.openxmlformats.org/officeDocument/2006/relationships/image" Target="../media/image55.png"/><Relationship Id="rId557" Type="http://schemas.openxmlformats.org/officeDocument/2006/relationships/image" Target="../media/image268.png"/><Relationship Id="rId764" Type="http://schemas.openxmlformats.org/officeDocument/2006/relationships/customXml" Target="../ink/ink393.xml"/><Relationship Id="rId196" Type="http://schemas.openxmlformats.org/officeDocument/2006/relationships/image" Target="../media/image95.png"/><Relationship Id="rId417" Type="http://schemas.openxmlformats.org/officeDocument/2006/relationships/customXml" Target="../ink/ink215.xml"/><Relationship Id="rId624" Type="http://schemas.openxmlformats.org/officeDocument/2006/relationships/customXml" Target="../ink/ink322.xml"/><Relationship Id="rId831" Type="http://schemas.openxmlformats.org/officeDocument/2006/relationships/customXml" Target="../ink/ink427.xml"/><Relationship Id="rId263" Type="http://schemas.openxmlformats.org/officeDocument/2006/relationships/image" Target="../media/image127.png"/><Relationship Id="rId470" Type="http://schemas.openxmlformats.org/officeDocument/2006/relationships/image" Target="../media/image227.png"/><Relationship Id="rId58" Type="http://schemas.openxmlformats.org/officeDocument/2006/relationships/customXml" Target="../ink/ink29.xml"/><Relationship Id="rId123" Type="http://schemas.openxmlformats.org/officeDocument/2006/relationships/customXml" Target="../ink/ink63.xml"/><Relationship Id="rId330" Type="http://schemas.openxmlformats.org/officeDocument/2006/relationships/customXml" Target="../ink/ink171.xml"/><Relationship Id="rId568" Type="http://schemas.openxmlformats.org/officeDocument/2006/relationships/customXml" Target="../ink/ink294.xml"/><Relationship Id="rId775" Type="http://schemas.openxmlformats.org/officeDocument/2006/relationships/image" Target="../media/image376.png"/><Relationship Id="rId428" Type="http://schemas.openxmlformats.org/officeDocument/2006/relationships/image" Target="../media/image206.png"/><Relationship Id="rId635" Type="http://schemas.openxmlformats.org/officeDocument/2006/relationships/image" Target="../media/image307.png"/><Relationship Id="rId842" Type="http://schemas.openxmlformats.org/officeDocument/2006/relationships/image" Target="../media/image409.png"/><Relationship Id="rId274" Type="http://schemas.openxmlformats.org/officeDocument/2006/relationships/image" Target="../media/image132.png"/><Relationship Id="rId481" Type="http://schemas.openxmlformats.org/officeDocument/2006/relationships/customXml" Target="../ink/ink248.xml"/><Relationship Id="rId702" Type="http://schemas.openxmlformats.org/officeDocument/2006/relationships/image" Target="../media/image340.png"/><Relationship Id="rId69" Type="http://schemas.openxmlformats.org/officeDocument/2006/relationships/image" Target="../media/image34.png"/><Relationship Id="rId134" Type="http://schemas.openxmlformats.org/officeDocument/2006/relationships/image" Target="../media/image65.png"/><Relationship Id="rId579" Type="http://schemas.openxmlformats.org/officeDocument/2006/relationships/image" Target="../media/image279.png"/><Relationship Id="rId786" Type="http://schemas.openxmlformats.org/officeDocument/2006/relationships/image" Target="../media/image381.png"/><Relationship Id="rId341" Type="http://schemas.openxmlformats.org/officeDocument/2006/relationships/customXml" Target="../ink/ink177.xml"/><Relationship Id="rId439" Type="http://schemas.openxmlformats.org/officeDocument/2006/relationships/customXml" Target="../ink/ink227.xml"/><Relationship Id="rId646" Type="http://schemas.openxmlformats.org/officeDocument/2006/relationships/customXml" Target="../ink/ink333.xml"/><Relationship Id="rId201" Type="http://schemas.openxmlformats.org/officeDocument/2006/relationships/image" Target="../media/image97.png"/><Relationship Id="rId285" Type="http://schemas.openxmlformats.org/officeDocument/2006/relationships/image" Target="../media/image137.png"/><Relationship Id="rId506" Type="http://schemas.openxmlformats.org/officeDocument/2006/relationships/customXml" Target="../ink/ink261.xml"/><Relationship Id="rId853" Type="http://schemas.openxmlformats.org/officeDocument/2006/relationships/customXml" Target="../ink/ink439.xml"/><Relationship Id="rId492" Type="http://schemas.openxmlformats.org/officeDocument/2006/relationships/customXml" Target="../ink/ink254.xml"/><Relationship Id="rId713" Type="http://schemas.openxmlformats.org/officeDocument/2006/relationships/image" Target="../media/image345.png"/><Relationship Id="rId797" Type="http://schemas.openxmlformats.org/officeDocument/2006/relationships/customXml" Target="../ink/ink410.xml"/><Relationship Id="rId145" Type="http://schemas.openxmlformats.org/officeDocument/2006/relationships/customXml" Target="../ink/ink74.xml"/><Relationship Id="rId352" Type="http://schemas.openxmlformats.org/officeDocument/2006/relationships/image" Target="../media/image169.png"/><Relationship Id="rId212" Type="http://schemas.openxmlformats.org/officeDocument/2006/relationships/customXml" Target="../ink/ink109.xml"/><Relationship Id="rId657" Type="http://schemas.openxmlformats.org/officeDocument/2006/relationships/image" Target="../media/image318.png"/><Relationship Id="rId864" Type="http://schemas.openxmlformats.org/officeDocument/2006/relationships/image" Target="../media/image419.png"/><Relationship Id="rId296" Type="http://schemas.openxmlformats.org/officeDocument/2006/relationships/customXml" Target="../ink/ink153.xml"/><Relationship Id="rId517" Type="http://schemas.openxmlformats.org/officeDocument/2006/relationships/image" Target="../media/image250.png"/><Relationship Id="rId724" Type="http://schemas.openxmlformats.org/officeDocument/2006/relationships/customXml" Target="../ink/ink373.xml"/><Relationship Id="rId60" Type="http://schemas.openxmlformats.org/officeDocument/2006/relationships/customXml" Target="../ink/ink30.xml"/><Relationship Id="rId156" Type="http://schemas.openxmlformats.org/officeDocument/2006/relationships/image" Target="../media/image76.png"/><Relationship Id="rId363" Type="http://schemas.openxmlformats.org/officeDocument/2006/relationships/customXml" Target="../ink/ink188.xml"/><Relationship Id="rId570" Type="http://schemas.openxmlformats.org/officeDocument/2006/relationships/customXml" Target="../ink/ink295.xml"/><Relationship Id="rId223" Type="http://schemas.openxmlformats.org/officeDocument/2006/relationships/customXml" Target="../ink/ink115.xml"/><Relationship Id="rId430" Type="http://schemas.openxmlformats.org/officeDocument/2006/relationships/image" Target="../media/image207.png"/><Relationship Id="rId668" Type="http://schemas.openxmlformats.org/officeDocument/2006/relationships/image" Target="../media/image323.png"/><Relationship Id="rId875" Type="http://schemas.openxmlformats.org/officeDocument/2006/relationships/customXml" Target="../ink/ink450.xml"/><Relationship Id="rId18" Type="http://schemas.openxmlformats.org/officeDocument/2006/relationships/customXml" Target="../ink/ink9.xml"/><Relationship Id="rId528" Type="http://schemas.openxmlformats.org/officeDocument/2006/relationships/image" Target="../media/image254.png"/><Relationship Id="rId735" Type="http://schemas.openxmlformats.org/officeDocument/2006/relationships/image" Target="../media/image356.png"/><Relationship Id="rId167" Type="http://schemas.openxmlformats.org/officeDocument/2006/relationships/customXml" Target="../ink/ink85.xml"/><Relationship Id="rId374" Type="http://schemas.openxmlformats.org/officeDocument/2006/relationships/image" Target="../media/image180.png"/><Relationship Id="rId581" Type="http://schemas.openxmlformats.org/officeDocument/2006/relationships/image" Target="../media/image280.png"/><Relationship Id="rId71" Type="http://schemas.openxmlformats.org/officeDocument/2006/relationships/image" Target="../media/image35.png"/><Relationship Id="rId234" Type="http://schemas.openxmlformats.org/officeDocument/2006/relationships/customXml" Target="../ink/ink121.xml"/><Relationship Id="rId679" Type="http://schemas.openxmlformats.org/officeDocument/2006/relationships/customXml" Target="../ink/ink350.xml"/><Relationship Id="rId802" Type="http://schemas.openxmlformats.org/officeDocument/2006/relationships/image" Target="../media/image389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41" Type="http://schemas.openxmlformats.org/officeDocument/2006/relationships/customXml" Target="../ink/ink228.xml"/><Relationship Id="rId539" Type="http://schemas.openxmlformats.org/officeDocument/2006/relationships/customXml" Target="../ink/ink279.xml"/><Relationship Id="rId746" Type="http://schemas.openxmlformats.org/officeDocument/2006/relationships/customXml" Target="../ink/ink384.xml"/><Relationship Id="rId178" Type="http://schemas.openxmlformats.org/officeDocument/2006/relationships/image" Target="../media/image87.png"/><Relationship Id="rId301" Type="http://schemas.openxmlformats.org/officeDocument/2006/relationships/image" Target="../media/image145.png"/><Relationship Id="rId82" Type="http://schemas.openxmlformats.org/officeDocument/2006/relationships/customXml" Target="../ink/ink41.xml"/><Relationship Id="rId385" Type="http://schemas.openxmlformats.org/officeDocument/2006/relationships/customXml" Target="../ink/ink199.xml"/><Relationship Id="rId592" Type="http://schemas.openxmlformats.org/officeDocument/2006/relationships/customXml" Target="../ink/ink306.xml"/><Relationship Id="rId606" Type="http://schemas.openxmlformats.org/officeDocument/2006/relationships/customXml" Target="../ink/ink313.xml"/><Relationship Id="rId813" Type="http://schemas.openxmlformats.org/officeDocument/2006/relationships/customXml" Target="../ink/ink418.xml"/><Relationship Id="rId245" Type="http://schemas.openxmlformats.org/officeDocument/2006/relationships/image" Target="../media/image118.png"/><Relationship Id="rId452" Type="http://schemas.openxmlformats.org/officeDocument/2006/relationships/image" Target="../media/image218.png"/><Relationship Id="rId105" Type="http://schemas.openxmlformats.org/officeDocument/2006/relationships/customXml" Target="../ink/ink53.xml"/><Relationship Id="rId312" Type="http://schemas.openxmlformats.org/officeDocument/2006/relationships/image" Target="../media/image150.png"/><Relationship Id="rId757" Type="http://schemas.openxmlformats.org/officeDocument/2006/relationships/image" Target="../media/image367.png"/><Relationship Id="rId93" Type="http://schemas.openxmlformats.org/officeDocument/2006/relationships/customXml" Target="../ink/ink47.xml"/><Relationship Id="rId189" Type="http://schemas.openxmlformats.org/officeDocument/2006/relationships/customXml" Target="../ink/ink97.xml"/><Relationship Id="rId396" Type="http://schemas.openxmlformats.org/officeDocument/2006/relationships/image" Target="../media/image191.png"/><Relationship Id="rId617" Type="http://schemas.openxmlformats.org/officeDocument/2006/relationships/image" Target="../media/image298.png"/><Relationship Id="rId824" Type="http://schemas.openxmlformats.org/officeDocument/2006/relationships/image" Target="../media/image400.png"/><Relationship Id="rId256" Type="http://schemas.openxmlformats.org/officeDocument/2006/relationships/customXml" Target="../ink/ink132.xml"/><Relationship Id="rId463" Type="http://schemas.openxmlformats.org/officeDocument/2006/relationships/customXml" Target="../ink/ink239.xml"/><Relationship Id="rId670" Type="http://schemas.openxmlformats.org/officeDocument/2006/relationships/image" Target="../media/image324.png"/><Relationship Id="rId116" Type="http://schemas.openxmlformats.org/officeDocument/2006/relationships/customXml" Target="../ink/ink59.xml"/><Relationship Id="rId323" Type="http://schemas.openxmlformats.org/officeDocument/2006/relationships/customXml" Target="../ink/ink167.xml"/><Relationship Id="rId530" Type="http://schemas.openxmlformats.org/officeDocument/2006/relationships/image" Target="../media/image255.png"/><Relationship Id="rId768" Type="http://schemas.openxmlformats.org/officeDocument/2006/relationships/customXml" Target="../ink/ink395.xml"/><Relationship Id="rId20" Type="http://schemas.openxmlformats.org/officeDocument/2006/relationships/customXml" Target="../ink/ink10.xml"/><Relationship Id="rId628" Type="http://schemas.openxmlformats.org/officeDocument/2006/relationships/customXml" Target="../ink/ink324.xml"/><Relationship Id="rId835" Type="http://schemas.openxmlformats.org/officeDocument/2006/relationships/customXml" Target="../ink/ink429.xml"/><Relationship Id="rId267" Type="http://schemas.openxmlformats.org/officeDocument/2006/relationships/image" Target="../media/image129.png"/><Relationship Id="rId474" Type="http://schemas.openxmlformats.org/officeDocument/2006/relationships/image" Target="../media/image229.png"/><Relationship Id="rId127" Type="http://schemas.openxmlformats.org/officeDocument/2006/relationships/customXml" Target="../ink/ink65.xml"/><Relationship Id="rId681" Type="http://schemas.openxmlformats.org/officeDocument/2006/relationships/customXml" Target="../ink/ink351.xml"/><Relationship Id="rId779" Type="http://schemas.openxmlformats.org/officeDocument/2006/relationships/customXml" Target="../ink/ink401.xml"/><Relationship Id="rId31" Type="http://schemas.openxmlformats.org/officeDocument/2006/relationships/image" Target="../media/image15.png"/><Relationship Id="rId334" Type="http://schemas.openxmlformats.org/officeDocument/2006/relationships/image" Target="../media/image160.png"/><Relationship Id="rId541" Type="http://schemas.openxmlformats.org/officeDocument/2006/relationships/customXml" Target="../ink/ink280.xml"/><Relationship Id="rId639" Type="http://schemas.openxmlformats.org/officeDocument/2006/relationships/image" Target="../media/image309.png"/><Relationship Id="rId180" Type="http://schemas.openxmlformats.org/officeDocument/2006/relationships/image" Target="../media/image88.png"/><Relationship Id="rId278" Type="http://schemas.openxmlformats.org/officeDocument/2006/relationships/image" Target="../media/image134.png"/><Relationship Id="rId401" Type="http://schemas.openxmlformats.org/officeDocument/2006/relationships/customXml" Target="../ink/ink207.xml"/><Relationship Id="rId846" Type="http://schemas.openxmlformats.org/officeDocument/2006/relationships/customXml" Target="../ink/ink435.xml"/><Relationship Id="rId485" Type="http://schemas.openxmlformats.org/officeDocument/2006/relationships/image" Target="../media/image234.png"/><Relationship Id="rId692" Type="http://schemas.openxmlformats.org/officeDocument/2006/relationships/image" Target="../media/image335.png"/><Relationship Id="rId706" Type="http://schemas.openxmlformats.org/officeDocument/2006/relationships/image" Target="../media/image342.png"/><Relationship Id="rId42" Type="http://schemas.openxmlformats.org/officeDocument/2006/relationships/customXml" Target="../ink/ink21.xml"/><Relationship Id="rId138" Type="http://schemas.openxmlformats.org/officeDocument/2006/relationships/image" Target="../media/image67.png"/><Relationship Id="rId345" Type="http://schemas.openxmlformats.org/officeDocument/2006/relationships/customXml" Target="../ink/ink179.xml"/><Relationship Id="rId552" Type="http://schemas.openxmlformats.org/officeDocument/2006/relationships/customXml" Target="../ink/ink286.xml"/><Relationship Id="rId191" Type="http://schemas.openxmlformats.org/officeDocument/2006/relationships/customXml" Target="../ink/ink98.xml"/><Relationship Id="rId205" Type="http://schemas.openxmlformats.org/officeDocument/2006/relationships/image" Target="../media/image99.png"/><Relationship Id="rId412" Type="http://schemas.openxmlformats.org/officeDocument/2006/relationships/image" Target="../media/image199.png"/><Relationship Id="rId857" Type="http://schemas.openxmlformats.org/officeDocument/2006/relationships/customXml" Target="../ink/ink441.xml"/><Relationship Id="rId289" Type="http://schemas.openxmlformats.org/officeDocument/2006/relationships/image" Target="../media/image139.png"/><Relationship Id="rId496" Type="http://schemas.openxmlformats.org/officeDocument/2006/relationships/customXml" Target="../ink/ink256.xml"/><Relationship Id="rId717" Type="http://schemas.openxmlformats.org/officeDocument/2006/relationships/image" Target="../media/image347.png"/><Relationship Id="rId53" Type="http://schemas.openxmlformats.org/officeDocument/2006/relationships/image" Target="../media/image26.png"/><Relationship Id="rId149" Type="http://schemas.openxmlformats.org/officeDocument/2006/relationships/customXml" Target="../ink/ink76.xml"/><Relationship Id="rId356" Type="http://schemas.openxmlformats.org/officeDocument/2006/relationships/image" Target="../media/image171.png"/><Relationship Id="rId563" Type="http://schemas.openxmlformats.org/officeDocument/2006/relationships/image" Target="../media/image271.png"/><Relationship Id="rId770" Type="http://schemas.openxmlformats.org/officeDocument/2006/relationships/customXml" Target="../ink/ink396.xml"/><Relationship Id="rId216" Type="http://schemas.openxmlformats.org/officeDocument/2006/relationships/customXml" Target="../ink/ink111.xml"/><Relationship Id="rId423" Type="http://schemas.openxmlformats.org/officeDocument/2006/relationships/image" Target="../media/image204.png"/><Relationship Id="rId868" Type="http://schemas.openxmlformats.org/officeDocument/2006/relationships/image" Target="../media/image421.png"/><Relationship Id="rId630" Type="http://schemas.openxmlformats.org/officeDocument/2006/relationships/customXml" Target="../ink/ink325.xml"/><Relationship Id="rId728" Type="http://schemas.openxmlformats.org/officeDocument/2006/relationships/customXml" Target="../ink/ink375.xml"/><Relationship Id="rId64" Type="http://schemas.openxmlformats.org/officeDocument/2006/relationships/customXml" Target="../ink/ink32.xml"/><Relationship Id="rId367" Type="http://schemas.openxmlformats.org/officeDocument/2006/relationships/customXml" Target="../ink/ink190.xml"/><Relationship Id="rId574" Type="http://schemas.openxmlformats.org/officeDocument/2006/relationships/customXml" Target="../ink/ink297.xml"/><Relationship Id="rId227" Type="http://schemas.openxmlformats.org/officeDocument/2006/relationships/customXml" Target="../ink/ink117.xml"/><Relationship Id="rId781" Type="http://schemas.openxmlformats.org/officeDocument/2006/relationships/customXml" Target="../ink/ink402.xml"/><Relationship Id="rId879" Type="http://schemas.openxmlformats.org/officeDocument/2006/relationships/customXml" Target="../ink/ink452.xml"/><Relationship Id="rId434" Type="http://schemas.openxmlformats.org/officeDocument/2006/relationships/image" Target="../media/image209.png"/><Relationship Id="rId641" Type="http://schemas.openxmlformats.org/officeDocument/2006/relationships/image" Target="../media/image310.png"/><Relationship Id="rId739" Type="http://schemas.openxmlformats.org/officeDocument/2006/relationships/image" Target="../media/image358.png"/><Relationship Id="rId280" Type="http://schemas.openxmlformats.org/officeDocument/2006/relationships/image" Target="../media/image135.png"/><Relationship Id="rId501" Type="http://schemas.openxmlformats.org/officeDocument/2006/relationships/image" Target="../media/image242.png"/><Relationship Id="rId75" Type="http://schemas.openxmlformats.org/officeDocument/2006/relationships/image" Target="../media/image37.png"/><Relationship Id="rId140" Type="http://schemas.openxmlformats.org/officeDocument/2006/relationships/image" Target="../media/image68.png"/><Relationship Id="rId378" Type="http://schemas.openxmlformats.org/officeDocument/2006/relationships/image" Target="../media/image182.png"/><Relationship Id="rId585" Type="http://schemas.openxmlformats.org/officeDocument/2006/relationships/image" Target="../media/image282.png"/><Relationship Id="rId792" Type="http://schemas.openxmlformats.org/officeDocument/2006/relationships/image" Target="../media/image384.png"/><Relationship Id="rId806" Type="http://schemas.openxmlformats.org/officeDocument/2006/relationships/image" Target="../media/image391.png"/><Relationship Id="rId6" Type="http://schemas.openxmlformats.org/officeDocument/2006/relationships/customXml" Target="../ink/ink3.xml"/><Relationship Id="rId238" Type="http://schemas.openxmlformats.org/officeDocument/2006/relationships/customXml" Target="../ink/ink123.xml"/><Relationship Id="rId445" Type="http://schemas.openxmlformats.org/officeDocument/2006/relationships/customXml" Target="../ink/ink230.xml"/><Relationship Id="rId652" Type="http://schemas.openxmlformats.org/officeDocument/2006/relationships/customXml" Target="../ink/ink336.xml"/><Relationship Id="rId291" Type="http://schemas.openxmlformats.org/officeDocument/2006/relationships/image" Target="../media/image140.png"/><Relationship Id="rId305" Type="http://schemas.openxmlformats.org/officeDocument/2006/relationships/image" Target="../media/image147.png"/><Relationship Id="rId512" Type="http://schemas.openxmlformats.org/officeDocument/2006/relationships/customXml" Target="../ink/ink264.xml"/><Relationship Id="rId86" Type="http://schemas.openxmlformats.org/officeDocument/2006/relationships/customXml" Target="../ink/ink43.xml"/><Relationship Id="rId151" Type="http://schemas.openxmlformats.org/officeDocument/2006/relationships/customXml" Target="../ink/ink77.xml"/><Relationship Id="rId389" Type="http://schemas.openxmlformats.org/officeDocument/2006/relationships/customXml" Target="../ink/ink201.xml"/><Relationship Id="rId596" Type="http://schemas.openxmlformats.org/officeDocument/2006/relationships/customXml" Target="../ink/ink308.xml"/><Relationship Id="rId817" Type="http://schemas.openxmlformats.org/officeDocument/2006/relationships/customXml" Target="../ink/ink420.xml"/><Relationship Id="rId249" Type="http://schemas.openxmlformats.org/officeDocument/2006/relationships/image" Target="../media/image120.png"/><Relationship Id="rId456" Type="http://schemas.openxmlformats.org/officeDocument/2006/relationships/image" Target="../media/image220.png"/><Relationship Id="rId663" Type="http://schemas.openxmlformats.org/officeDocument/2006/relationships/customXml" Target="../ink/ink342.xml"/><Relationship Id="rId870" Type="http://schemas.openxmlformats.org/officeDocument/2006/relationships/image" Target="../media/image422.png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316" Type="http://schemas.openxmlformats.org/officeDocument/2006/relationships/image" Target="../media/image152.png"/><Relationship Id="rId523" Type="http://schemas.openxmlformats.org/officeDocument/2006/relationships/image" Target="../media/image252.png"/><Relationship Id="rId97" Type="http://schemas.openxmlformats.org/officeDocument/2006/relationships/customXml" Target="../ink/ink49.xml"/><Relationship Id="rId730" Type="http://schemas.openxmlformats.org/officeDocument/2006/relationships/customXml" Target="../ink/ink376.xml"/><Relationship Id="rId828" Type="http://schemas.openxmlformats.org/officeDocument/2006/relationships/image" Target="../media/image402.png"/><Relationship Id="rId162" Type="http://schemas.openxmlformats.org/officeDocument/2006/relationships/image" Target="../media/image79.png"/><Relationship Id="rId467" Type="http://schemas.openxmlformats.org/officeDocument/2006/relationships/customXml" Target="../ink/ink241.xml"/><Relationship Id="rId674" Type="http://schemas.openxmlformats.org/officeDocument/2006/relationships/image" Target="../media/image326.png"/><Relationship Id="rId24" Type="http://schemas.openxmlformats.org/officeDocument/2006/relationships/customXml" Target="../ink/ink12.xml"/><Relationship Id="rId327" Type="http://schemas.openxmlformats.org/officeDocument/2006/relationships/image" Target="../media/image157.png"/><Relationship Id="rId534" Type="http://schemas.openxmlformats.org/officeDocument/2006/relationships/image" Target="../media/image257.png"/><Relationship Id="rId741" Type="http://schemas.openxmlformats.org/officeDocument/2006/relationships/image" Target="../media/image359.png"/><Relationship Id="rId839" Type="http://schemas.openxmlformats.org/officeDocument/2006/relationships/customXml" Target="../ink/ink431.xml"/><Relationship Id="rId173" Type="http://schemas.openxmlformats.org/officeDocument/2006/relationships/customXml" Target="../ink/ink88.xml"/><Relationship Id="rId380" Type="http://schemas.openxmlformats.org/officeDocument/2006/relationships/image" Target="../media/image183.png"/><Relationship Id="rId601" Type="http://schemas.openxmlformats.org/officeDocument/2006/relationships/image" Target="../media/image290.png"/><Relationship Id="rId240" Type="http://schemas.openxmlformats.org/officeDocument/2006/relationships/customXml" Target="../ink/ink124.xml"/><Relationship Id="rId478" Type="http://schemas.openxmlformats.org/officeDocument/2006/relationships/image" Target="../media/image231.png"/><Relationship Id="rId685" Type="http://schemas.openxmlformats.org/officeDocument/2006/relationships/customXml" Target="../ink/ink353.xml"/><Relationship Id="rId35" Type="http://schemas.openxmlformats.org/officeDocument/2006/relationships/image" Target="../media/image17.png"/><Relationship Id="rId100" Type="http://schemas.openxmlformats.org/officeDocument/2006/relationships/image" Target="../media/image49.png"/><Relationship Id="rId338" Type="http://schemas.openxmlformats.org/officeDocument/2006/relationships/image" Target="../media/image162.png"/><Relationship Id="rId545" Type="http://schemas.openxmlformats.org/officeDocument/2006/relationships/customXml" Target="../ink/ink282.xml"/><Relationship Id="rId752" Type="http://schemas.openxmlformats.org/officeDocument/2006/relationships/customXml" Target="../ink/ink387.xml"/><Relationship Id="rId184" Type="http://schemas.openxmlformats.org/officeDocument/2006/relationships/customXml" Target="../ink/ink94.xml"/><Relationship Id="rId391" Type="http://schemas.openxmlformats.org/officeDocument/2006/relationships/customXml" Target="../ink/ink202.xml"/><Relationship Id="rId405" Type="http://schemas.openxmlformats.org/officeDocument/2006/relationships/customXml" Target="../ink/ink209.xml"/><Relationship Id="rId612" Type="http://schemas.openxmlformats.org/officeDocument/2006/relationships/customXml" Target="../ink/ink316.xml"/><Relationship Id="rId251" Type="http://schemas.openxmlformats.org/officeDocument/2006/relationships/image" Target="../media/image121.png"/><Relationship Id="rId489" Type="http://schemas.openxmlformats.org/officeDocument/2006/relationships/image" Target="../media/image236.png"/><Relationship Id="rId696" Type="http://schemas.openxmlformats.org/officeDocument/2006/relationships/image" Target="../media/image337.png"/><Relationship Id="rId46" Type="http://schemas.openxmlformats.org/officeDocument/2006/relationships/customXml" Target="../ink/ink23.xml"/><Relationship Id="rId349" Type="http://schemas.openxmlformats.org/officeDocument/2006/relationships/customXml" Target="../ink/ink181.xml"/><Relationship Id="rId556" Type="http://schemas.openxmlformats.org/officeDocument/2006/relationships/customXml" Target="../ink/ink288.xml"/><Relationship Id="rId763" Type="http://schemas.openxmlformats.org/officeDocument/2006/relationships/image" Target="../media/image370.png"/><Relationship Id="rId111" Type="http://schemas.openxmlformats.org/officeDocument/2006/relationships/customXml" Target="../ink/ink56.xml"/><Relationship Id="rId195" Type="http://schemas.openxmlformats.org/officeDocument/2006/relationships/customXml" Target="../ink/ink100.xml"/><Relationship Id="rId209" Type="http://schemas.openxmlformats.org/officeDocument/2006/relationships/image" Target="../media/image101.png"/><Relationship Id="rId416" Type="http://schemas.openxmlformats.org/officeDocument/2006/relationships/image" Target="../media/image201.png"/><Relationship Id="rId220" Type="http://schemas.openxmlformats.org/officeDocument/2006/relationships/customXml" Target="../ink/ink113.xml"/><Relationship Id="rId458" Type="http://schemas.openxmlformats.org/officeDocument/2006/relationships/image" Target="../media/image221.png"/><Relationship Id="rId623" Type="http://schemas.openxmlformats.org/officeDocument/2006/relationships/image" Target="../media/image301.png"/><Relationship Id="rId665" Type="http://schemas.openxmlformats.org/officeDocument/2006/relationships/customXml" Target="../ink/ink343.xml"/><Relationship Id="rId830" Type="http://schemas.openxmlformats.org/officeDocument/2006/relationships/image" Target="../media/image403.png"/><Relationship Id="rId872" Type="http://schemas.openxmlformats.org/officeDocument/2006/relationships/image" Target="../media/image423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5.xml"/><Relationship Id="rId318" Type="http://schemas.openxmlformats.org/officeDocument/2006/relationships/image" Target="../media/image153.png"/><Relationship Id="rId525" Type="http://schemas.openxmlformats.org/officeDocument/2006/relationships/customXml" Target="../ink/ink272.xml"/><Relationship Id="rId567" Type="http://schemas.openxmlformats.org/officeDocument/2006/relationships/image" Target="../media/image273.png"/><Relationship Id="rId732" Type="http://schemas.openxmlformats.org/officeDocument/2006/relationships/customXml" Target="../ink/ink377.xml"/><Relationship Id="rId99" Type="http://schemas.openxmlformats.org/officeDocument/2006/relationships/customXml" Target="../ink/ink50.xml"/><Relationship Id="rId122" Type="http://schemas.openxmlformats.org/officeDocument/2006/relationships/customXml" Target="../ink/ink62.xml"/><Relationship Id="rId164" Type="http://schemas.openxmlformats.org/officeDocument/2006/relationships/image" Target="../media/image80.png"/><Relationship Id="rId371" Type="http://schemas.openxmlformats.org/officeDocument/2006/relationships/customXml" Target="../ink/ink192.xml"/><Relationship Id="rId774" Type="http://schemas.openxmlformats.org/officeDocument/2006/relationships/customXml" Target="../ink/ink398.xml"/><Relationship Id="rId427" Type="http://schemas.openxmlformats.org/officeDocument/2006/relationships/customXml" Target="../ink/ink221.xml"/><Relationship Id="rId469" Type="http://schemas.openxmlformats.org/officeDocument/2006/relationships/customXml" Target="../ink/ink242.xml"/><Relationship Id="rId634" Type="http://schemas.openxmlformats.org/officeDocument/2006/relationships/customXml" Target="../ink/ink327.xml"/><Relationship Id="rId676" Type="http://schemas.openxmlformats.org/officeDocument/2006/relationships/image" Target="../media/image327.png"/><Relationship Id="rId841" Type="http://schemas.openxmlformats.org/officeDocument/2006/relationships/customXml" Target="../ink/ink432.xml"/><Relationship Id="rId26" Type="http://schemas.openxmlformats.org/officeDocument/2006/relationships/customXml" Target="../ink/ink13.xml"/><Relationship Id="rId231" Type="http://schemas.openxmlformats.org/officeDocument/2006/relationships/customXml" Target="../ink/ink119.xml"/><Relationship Id="rId273" Type="http://schemas.openxmlformats.org/officeDocument/2006/relationships/customXml" Target="../ink/ink141.xml"/><Relationship Id="rId329" Type="http://schemas.openxmlformats.org/officeDocument/2006/relationships/image" Target="../media/image158.png"/><Relationship Id="rId480" Type="http://schemas.openxmlformats.org/officeDocument/2006/relationships/image" Target="../media/image232.png"/><Relationship Id="rId536" Type="http://schemas.openxmlformats.org/officeDocument/2006/relationships/image" Target="../media/image258.png"/><Relationship Id="rId701" Type="http://schemas.openxmlformats.org/officeDocument/2006/relationships/customXml" Target="../ink/ink361.xml"/><Relationship Id="rId68" Type="http://schemas.openxmlformats.org/officeDocument/2006/relationships/customXml" Target="../ink/ink34.xml"/><Relationship Id="rId133" Type="http://schemas.openxmlformats.org/officeDocument/2006/relationships/customXml" Target="../ink/ink68.xml"/><Relationship Id="rId175" Type="http://schemas.openxmlformats.org/officeDocument/2006/relationships/customXml" Target="../ink/ink89.xml"/><Relationship Id="rId340" Type="http://schemas.openxmlformats.org/officeDocument/2006/relationships/image" Target="../media/image163.png"/><Relationship Id="rId578" Type="http://schemas.openxmlformats.org/officeDocument/2006/relationships/customXml" Target="../ink/ink299.xml"/><Relationship Id="rId743" Type="http://schemas.openxmlformats.org/officeDocument/2006/relationships/image" Target="../media/image360.png"/><Relationship Id="rId785" Type="http://schemas.openxmlformats.org/officeDocument/2006/relationships/customXml" Target="../ink/ink404.xml"/><Relationship Id="rId200" Type="http://schemas.openxmlformats.org/officeDocument/2006/relationships/customXml" Target="../ink/ink103.xml"/><Relationship Id="rId382" Type="http://schemas.openxmlformats.org/officeDocument/2006/relationships/image" Target="../media/image184.png"/><Relationship Id="rId438" Type="http://schemas.openxmlformats.org/officeDocument/2006/relationships/image" Target="../media/image211.png"/><Relationship Id="rId603" Type="http://schemas.openxmlformats.org/officeDocument/2006/relationships/image" Target="../media/image291.png"/><Relationship Id="rId645" Type="http://schemas.openxmlformats.org/officeDocument/2006/relationships/image" Target="../media/image312.png"/><Relationship Id="rId687" Type="http://schemas.openxmlformats.org/officeDocument/2006/relationships/customXml" Target="../ink/ink354.xml"/><Relationship Id="rId810" Type="http://schemas.openxmlformats.org/officeDocument/2006/relationships/image" Target="../media/image393.png"/><Relationship Id="rId852" Type="http://schemas.openxmlformats.org/officeDocument/2006/relationships/image" Target="../media/image413.png"/><Relationship Id="rId242" Type="http://schemas.openxmlformats.org/officeDocument/2006/relationships/customXml" Target="../ink/ink125.xml"/><Relationship Id="rId284" Type="http://schemas.openxmlformats.org/officeDocument/2006/relationships/customXml" Target="../ink/ink147.xml"/><Relationship Id="rId491" Type="http://schemas.openxmlformats.org/officeDocument/2006/relationships/image" Target="../media/image237.png"/><Relationship Id="rId505" Type="http://schemas.openxmlformats.org/officeDocument/2006/relationships/image" Target="../media/image244.png"/><Relationship Id="rId712" Type="http://schemas.openxmlformats.org/officeDocument/2006/relationships/customXml" Target="../ink/ink367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image" Target="../media/image50.png"/><Relationship Id="rId144" Type="http://schemas.openxmlformats.org/officeDocument/2006/relationships/image" Target="../media/image70.png"/><Relationship Id="rId547" Type="http://schemas.openxmlformats.org/officeDocument/2006/relationships/image" Target="../media/image263.png"/><Relationship Id="rId589" Type="http://schemas.openxmlformats.org/officeDocument/2006/relationships/image" Target="../media/image284.png"/><Relationship Id="rId754" Type="http://schemas.openxmlformats.org/officeDocument/2006/relationships/customXml" Target="../ink/ink388.xml"/><Relationship Id="rId796" Type="http://schemas.openxmlformats.org/officeDocument/2006/relationships/image" Target="../media/image386.png"/><Relationship Id="rId90" Type="http://schemas.openxmlformats.org/officeDocument/2006/relationships/image" Target="../media/image44.png"/><Relationship Id="rId186" Type="http://schemas.openxmlformats.org/officeDocument/2006/relationships/customXml" Target="../ink/ink95.xml"/><Relationship Id="rId351" Type="http://schemas.openxmlformats.org/officeDocument/2006/relationships/customXml" Target="../ink/ink182.xml"/><Relationship Id="rId393" Type="http://schemas.openxmlformats.org/officeDocument/2006/relationships/customXml" Target="../ink/ink203.xml"/><Relationship Id="rId407" Type="http://schemas.openxmlformats.org/officeDocument/2006/relationships/customXml" Target="../ink/ink210.xml"/><Relationship Id="rId449" Type="http://schemas.openxmlformats.org/officeDocument/2006/relationships/customXml" Target="../ink/ink232.xml"/><Relationship Id="rId614" Type="http://schemas.openxmlformats.org/officeDocument/2006/relationships/customXml" Target="../ink/ink317.xml"/><Relationship Id="rId656" Type="http://schemas.openxmlformats.org/officeDocument/2006/relationships/customXml" Target="../ink/ink338.xml"/><Relationship Id="rId821" Type="http://schemas.openxmlformats.org/officeDocument/2006/relationships/customXml" Target="../ink/ink422.xml"/><Relationship Id="rId863" Type="http://schemas.openxmlformats.org/officeDocument/2006/relationships/customXml" Target="../ink/ink444.xml"/><Relationship Id="rId211" Type="http://schemas.openxmlformats.org/officeDocument/2006/relationships/image" Target="../media/image102.png"/><Relationship Id="rId253" Type="http://schemas.openxmlformats.org/officeDocument/2006/relationships/image" Target="../media/image122.png"/><Relationship Id="rId295" Type="http://schemas.openxmlformats.org/officeDocument/2006/relationships/image" Target="../media/image142.png"/><Relationship Id="rId309" Type="http://schemas.openxmlformats.org/officeDocument/2006/relationships/customXml" Target="../ink/ink160.xml"/><Relationship Id="rId460" Type="http://schemas.openxmlformats.org/officeDocument/2006/relationships/image" Target="../media/image222.png"/><Relationship Id="rId516" Type="http://schemas.openxmlformats.org/officeDocument/2006/relationships/customXml" Target="../ink/ink266.xml"/><Relationship Id="rId698" Type="http://schemas.openxmlformats.org/officeDocument/2006/relationships/image" Target="../media/image338.png"/><Relationship Id="rId48" Type="http://schemas.openxmlformats.org/officeDocument/2006/relationships/customXml" Target="../ink/ink24.xml"/><Relationship Id="rId113" Type="http://schemas.openxmlformats.org/officeDocument/2006/relationships/customXml" Target="../ink/ink57.xml"/><Relationship Id="rId320" Type="http://schemas.openxmlformats.org/officeDocument/2006/relationships/image" Target="../media/image154.png"/><Relationship Id="rId558" Type="http://schemas.openxmlformats.org/officeDocument/2006/relationships/customXml" Target="../ink/ink289.xml"/><Relationship Id="rId723" Type="http://schemas.openxmlformats.org/officeDocument/2006/relationships/image" Target="../media/image350.png"/><Relationship Id="rId765" Type="http://schemas.openxmlformats.org/officeDocument/2006/relationships/image" Target="../media/image371.png"/><Relationship Id="rId155" Type="http://schemas.openxmlformats.org/officeDocument/2006/relationships/customXml" Target="../ink/ink79.xml"/><Relationship Id="rId197" Type="http://schemas.openxmlformats.org/officeDocument/2006/relationships/customXml" Target="../ink/ink101.xml"/><Relationship Id="rId362" Type="http://schemas.openxmlformats.org/officeDocument/2006/relationships/image" Target="../media/image174.png"/><Relationship Id="rId418" Type="http://schemas.openxmlformats.org/officeDocument/2006/relationships/customXml" Target="../ink/ink216.xml"/><Relationship Id="rId625" Type="http://schemas.openxmlformats.org/officeDocument/2006/relationships/image" Target="../media/image302.png"/><Relationship Id="rId832" Type="http://schemas.openxmlformats.org/officeDocument/2006/relationships/image" Target="../media/image404.png"/><Relationship Id="rId222" Type="http://schemas.openxmlformats.org/officeDocument/2006/relationships/customXml" Target="../ink/ink114.xml"/><Relationship Id="rId264" Type="http://schemas.openxmlformats.org/officeDocument/2006/relationships/customXml" Target="../ink/ink136.xml"/><Relationship Id="rId471" Type="http://schemas.openxmlformats.org/officeDocument/2006/relationships/customXml" Target="../ink/ink243.xml"/><Relationship Id="rId667" Type="http://schemas.openxmlformats.org/officeDocument/2006/relationships/customXml" Target="../ink/ink344.xml"/><Relationship Id="rId874" Type="http://schemas.openxmlformats.org/officeDocument/2006/relationships/image" Target="../media/image424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image" Target="../media/image60.png"/><Relationship Id="rId527" Type="http://schemas.openxmlformats.org/officeDocument/2006/relationships/customXml" Target="../ink/ink273.xml"/><Relationship Id="rId569" Type="http://schemas.openxmlformats.org/officeDocument/2006/relationships/image" Target="../media/image274.png"/><Relationship Id="rId734" Type="http://schemas.openxmlformats.org/officeDocument/2006/relationships/customXml" Target="../ink/ink378.xml"/><Relationship Id="rId776" Type="http://schemas.openxmlformats.org/officeDocument/2006/relationships/customXml" Target="../ink/ink399.xml"/><Relationship Id="rId70" Type="http://schemas.openxmlformats.org/officeDocument/2006/relationships/customXml" Target="../ink/ink35.xml"/><Relationship Id="rId166" Type="http://schemas.openxmlformats.org/officeDocument/2006/relationships/image" Target="../media/image81.png"/><Relationship Id="rId331" Type="http://schemas.openxmlformats.org/officeDocument/2006/relationships/image" Target="../media/image159.png"/><Relationship Id="rId373" Type="http://schemas.openxmlformats.org/officeDocument/2006/relationships/customXml" Target="../ink/ink193.xml"/><Relationship Id="rId429" Type="http://schemas.openxmlformats.org/officeDocument/2006/relationships/customXml" Target="../ink/ink222.xml"/><Relationship Id="rId580" Type="http://schemas.openxmlformats.org/officeDocument/2006/relationships/customXml" Target="../ink/ink300.xml"/><Relationship Id="rId636" Type="http://schemas.openxmlformats.org/officeDocument/2006/relationships/customXml" Target="../ink/ink328.xml"/><Relationship Id="rId801" Type="http://schemas.openxmlformats.org/officeDocument/2006/relationships/customXml" Target="../ink/ink412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20.xml"/><Relationship Id="rId440" Type="http://schemas.openxmlformats.org/officeDocument/2006/relationships/image" Target="../media/image212.png"/><Relationship Id="rId678" Type="http://schemas.openxmlformats.org/officeDocument/2006/relationships/image" Target="../media/image328.png"/><Relationship Id="rId843" Type="http://schemas.openxmlformats.org/officeDocument/2006/relationships/customXml" Target="../ink/ink433.xml"/><Relationship Id="rId28" Type="http://schemas.openxmlformats.org/officeDocument/2006/relationships/customXml" Target="../ink/ink14.xml"/><Relationship Id="rId275" Type="http://schemas.openxmlformats.org/officeDocument/2006/relationships/customXml" Target="../ink/ink142.xml"/><Relationship Id="rId300" Type="http://schemas.openxmlformats.org/officeDocument/2006/relationships/customXml" Target="../ink/ink155.xml"/><Relationship Id="rId482" Type="http://schemas.openxmlformats.org/officeDocument/2006/relationships/customXml" Target="../ink/ink249.xml"/><Relationship Id="rId538" Type="http://schemas.openxmlformats.org/officeDocument/2006/relationships/image" Target="../media/image259.png"/><Relationship Id="rId703" Type="http://schemas.openxmlformats.org/officeDocument/2006/relationships/customXml" Target="../ink/ink362.xml"/><Relationship Id="rId745" Type="http://schemas.openxmlformats.org/officeDocument/2006/relationships/image" Target="../media/image361.png"/><Relationship Id="rId81" Type="http://schemas.openxmlformats.org/officeDocument/2006/relationships/image" Target="../media/image40.png"/><Relationship Id="rId135" Type="http://schemas.openxmlformats.org/officeDocument/2006/relationships/customXml" Target="../ink/ink69.xml"/><Relationship Id="rId177" Type="http://schemas.openxmlformats.org/officeDocument/2006/relationships/customXml" Target="../ink/ink90.xml"/><Relationship Id="rId342" Type="http://schemas.openxmlformats.org/officeDocument/2006/relationships/image" Target="../media/image164.png"/><Relationship Id="rId384" Type="http://schemas.openxmlformats.org/officeDocument/2006/relationships/image" Target="../media/image185.png"/><Relationship Id="rId591" Type="http://schemas.openxmlformats.org/officeDocument/2006/relationships/image" Target="../media/image285.png"/><Relationship Id="rId605" Type="http://schemas.openxmlformats.org/officeDocument/2006/relationships/image" Target="../media/image292.png"/><Relationship Id="rId787" Type="http://schemas.openxmlformats.org/officeDocument/2006/relationships/customXml" Target="../ink/ink405.xml"/><Relationship Id="rId812" Type="http://schemas.openxmlformats.org/officeDocument/2006/relationships/image" Target="../media/image394.png"/><Relationship Id="rId202" Type="http://schemas.openxmlformats.org/officeDocument/2006/relationships/customXml" Target="../ink/ink104.xml"/><Relationship Id="rId244" Type="http://schemas.openxmlformats.org/officeDocument/2006/relationships/customXml" Target="../ink/ink126.xml"/><Relationship Id="rId647" Type="http://schemas.openxmlformats.org/officeDocument/2006/relationships/image" Target="../media/image313.png"/><Relationship Id="rId689" Type="http://schemas.openxmlformats.org/officeDocument/2006/relationships/customXml" Target="../ink/ink355.xml"/><Relationship Id="rId854" Type="http://schemas.openxmlformats.org/officeDocument/2006/relationships/image" Target="../media/image414.png"/><Relationship Id="rId39" Type="http://schemas.openxmlformats.org/officeDocument/2006/relationships/image" Target="../media/image19.png"/><Relationship Id="rId286" Type="http://schemas.openxmlformats.org/officeDocument/2006/relationships/customXml" Target="../ink/ink148.xml"/><Relationship Id="rId451" Type="http://schemas.openxmlformats.org/officeDocument/2006/relationships/customXml" Target="../ink/ink233.xml"/><Relationship Id="rId493" Type="http://schemas.openxmlformats.org/officeDocument/2006/relationships/image" Target="../media/image238.png"/><Relationship Id="rId507" Type="http://schemas.openxmlformats.org/officeDocument/2006/relationships/image" Target="../media/image245.png"/><Relationship Id="rId549" Type="http://schemas.openxmlformats.org/officeDocument/2006/relationships/image" Target="../media/image264.png"/><Relationship Id="rId714" Type="http://schemas.openxmlformats.org/officeDocument/2006/relationships/customXml" Target="../ink/ink368.xml"/><Relationship Id="rId756" Type="http://schemas.openxmlformats.org/officeDocument/2006/relationships/customXml" Target="../ink/ink389.xml"/><Relationship Id="rId50" Type="http://schemas.openxmlformats.org/officeDocument/2006/relationships/customXml" Target="../ink/ink25.xml"/><Relationship Id="rId104" Type="http://schemas.openxmlformats.org/officeDocument/2006/relationships/image" Target="../media/image51.png"/><Relationship Id="rId146" Type="http://schemas.openxmlformats.org/officeDocument/2006/relationships/image" Target="../media/image71.png"/><Relationship Id="rId188" Type="http://schemas.openxmlformats.org/officeDocument/2006/relationships/image" Target="../media/image91.png"/><Relationship Id="rId311" Type="http://schemas.openxmlformats.org/officeDocument/2006/relationships/customXml" Target="../ink/ink161.xml"/><Relationship Id="rId353" Type="http://schemas.openxmlformats.org/officeDocument/2006/relationships/customXml" Target="../ink/ink183.xml"/><Relationship Id="rId395" Type="http://schemas.openxmlformats.org/officeDocument/2006/relationships/customXml" Target="../ink/ink204.xml"/><Relationship Id="rId409" Type="http://schemas.openxmlformats.org/officeDocument/2006/relationships/customXml" Target="../ink/ink211.xml"/><Relationship Id="rId560" Type="http://schemas.openxmlformats.org/officeDocument/2006/relationships/customXml" Target="../ink/ink290.xml"/><Relationship Id="rId798" Type="http://schemas.openxmlformats.org/officeDocument/2006/relationships/image" Target="../media/image387.png"/><Relationship Id="rId92" Type="http://schemas.openxmlformats.org/officeDocument/2006/relationships/image" Target="../media/image45.png"/><Relationship Id="rId213" Type="http://schemas.openxmlformats.org/officeDocument/2006/relationships/image" Target="../media/image103.png"/><Relationship Id="rId420" Type="http://schemas.openxmlformats.org/officeDocument/2006/relationships/customXml" Target="../ink/ink217.xml"/><Relationship Id="rId616" Type="http://schemas.openxmlformats.org/officeDocument/2006/relationships/customXml" Target="../ink/ink318.xml"/><Relationship Id="rId658" Type="http://schemas.openxmlformats.org/officeDocument/2006/relationships/customXml" Target="../ink/ink339.xml"/><Relationship Id="rId823" Type="http://schemas.openxmlformats.org/officeDocument/2006/relationships/customXml" Target="../ink/ink423.xml"/><Relationship Id="rId865" Type="http://schemas.openxmlformats.org/officeDocument/2006/relationships/customXml" Target="../ink/ink445.xml"/><Relationship Id="rId255" Type="http://schemas.openxmlformats.org/officeDocument/2006/relationships/image" Target="../media/image123.png"/><Relationship Id="rId297" Type="http://schemas.openxmlformats.org/officeDocument/2006/relationships/image" Target="../media/image143.png"/><Relationship Id="rId462" Type="http://schemas.openxmlformats.org/officeDocument/2006/relationships/image" Target="../media/image223.png"/><Relationship Id="rId518" Type="http://schemas.openxmlformats.org/officeDocument/2006/relationships/customXml" Target="../ink/ink267.xml"/><Relationship Id="rId725" Type="http://schemas.openxmlformats.org/officeDocument/2006/relationships/image" Target="../media/image351.png"/><Relationship Id="rId115" Type="http://schemas.openxmlformats.org/officeDocument/2006/relationships/customXml" Target="../ink/ink58.xml"/><Relationship Id="rId157" Type="http://schemas.openxmlformats.org/officeDocument/2006/relationships/customXml" Target="../ink/ink80.xml"/><Relationship Id="rId322" Type="http://schemas.openxmlformats.org/officeDocument/2006/relationships/image" Target="../media/image155.png"/><Relationship Id="rId364" Type="http://schemas.openxmlformats.org/officeDocument/2006/relationships/image" Target="../media/image175.png"/><Relationship Id="rId767" Type="http://schemas.openxmlformats.org/officeDocument/2006/relationships/image" Target="../media/image372.png"/><Relationship Id="rId61" Type="http://schemas.openxmlformats.org/officeDocument/2006/relationships/image" Target="../media/image30.png"/><Relationship Id="rId199" Type="http://schemas.openxmlformats.org/officeDocument/2006/relationships/image" Target="../media/image96.png"/><Relationship Id="rId571" Type="http://schemas.openxmlformats.org/officeDocument/2006/relationships/image" Target="../media/image275.png"/><Relationship Id="rId627" Type="http://schemas.openxmlformats.org/officeDocument/2006/relationships/image" Target="../media/image303.png"/><Relationship Id="rId669" Type="http://schemas.openxmlformats.org/officeDocument/2006/relationships/customXml" Target="../ink/ink345.xml"/><Relationship Id="rId834" Type="http://schemas.openxmlformats.org/officeDocument/2006/relationships/image" Target="../media/image405.png"/><Relationship Id="rId876" Type="http://schemas.openxmlformats.org/officeDocument/2006/relationships/image" Target="../media/image425.png"/><Relationship Id="rId19" Type="http://schemas.openxmlformats.org/officeDocument/2006/relationships/image" Target="../media/image9.png"/><Relationship Id="rId224" Type="http://schemas.openxmlformats.org/officeDocument/2006/relationships/image" Target="../media/image108.png"/><Relationship Id="rId266" Type="http://schemas.openxmlformats.org/officeDocument/2006/relationships/customXml" Target="../ink/ink137.xml"/><Relationship Id="rId431" Type="http://schemas.openxmlformats.org/officeDocument/2006/relationships/customXml" Target="../ink/ink223.xml"/><Relationship Id="rId473" Type="http://schemas.openxmlformats.org/officeDocument/2006/relationships/customXml" Target="../ink/ink244.xml"/><Relationship Id="rId529" Type="http://schemas.openxmlformats.org/officeDocument/2006/relationships/customXml" Target="../ink/ink274.xml"/><Relationship Id="rId680" Type="http://schemas.openxmlformats.org/officeDocument/2006/relationships/image" Target="../media/image329.png"/><Relationship Id="rId736" Type="http://schemas.openxmlformats.org/officeDocument/2006/relationships/customXml" Target="../ink/ink379.xml"/><Relationship Id="rId30" Type="http://schemas.openxmlformats.org/officeDocument/2006/relationships/customXml" Target="../ink/ink15.xml"/><Relationship Id="rId126" Type="http://schemas.openxmlformats.org/officeDocument/2006/relationships/image" Target="../media/image61.png"/><Relationship Id="rId168" Type="http://schemas.openxmlformats.org/officeDocument/2006/relationships/image" Target="../media/image82.png"/><Relationship Id="rId333" Type="http://schemas.openxmlformats.org/officeDocument/2006/relationships/customXml" Target="../ink/ink173.xml"/><Relationship Id="rId540" Type="http://schemas.openxmlformats.org/officeDocument/2006/relationships/image" Target="../media/image260.png"/><Relationship Id="rId778" Type="http://schemas.openxmlformats.org/officeDocument/2006/relationships/customXml" Target="../ink/ink400.xml"/><Relationship Id="rId72" Type="http://schemas.openxmlformats.org/officeDocument/2006/relationships/customXml" Target="../ink/ink36.xml"/><Relationship Id="rId375" Type="http://schemas.openxmlformats.org/officeDocument/2006/relationships/customXml" Target="../ink/ink194.xml"/><Relationship Id="rId582" Type="http://schemas.openxmlformats.org/officeDocument/2006/relationships/customXml" Target="../ink/ink301.xml"/><Relationship Id="rId638" Type="http://schemas.openxmlformats.org/officeDocument/2006/relationships/customXml" Target="../ink/ink329.xml"/><Relationship Id="rId803" Type="http://schemas.openxmlformats.org/officeDocument/2006/relationships/customXml" Target="../ink/ink413.xml"/><Relationship Id="rId845" Type="http://schemas.openxmlformats.org/officeDocument/2006/relationships/customXml" Target="../ink/ink434.xml"/><Relationship Id="rId3" Type="http://schemas.openxmlformats.org/officeDocument/2006/relationships/image" Target="../media/image1.png"/><Relationship Id="rId235" Type="http://schemas.openxmlformats.org/officeDocument/2006/relationships/image" Target="../media/image113.png"/><Relationship Id="rId277" Type="http://schemas.openxmlformats.org/officeDocument/2006/relationships/customXml" Target="../ink/ink143.xml"/><Relationship Id="rId400" Type="http://schemas.openxmlformats.org/officeDocument/2006/relationships/image" Target="../media/image193.png"/><Relationship Id="rId442" Type="http://schemas.openxmlformats.org/officeDocument/2006/relationships/image" Target="../media/image213.png"/><Relationship Id="rId484" Type="http://schemas.openxmlformats.org/officeDocument/2006/relationships/customXml" Target="../ink/ink250.xml"/><Relationship Id="rId705" Type="http://schemas.openxmlformats.org/officeDocument/2006/relationships/customXml" Target="../ink/ink363.xml"/><Relationship Id="rId137" Type="http://schemas.openxmlformats.org/officeDocument/2006/relationships/customXml" Target="../ink/ink70.xml"/><Relationship Id="rId302" Type="http://schemas.openxmlformats.org/officeDocument/2006/relationships/customXml" Target="../ink/ink156.xml"/><Relationship Id="rId344" Type="http://schemas.openxmlformats.org/officeDocument/2006/relationships/image" Target="../media/image165.png"/><Relationship Id="rId691" Type="http://schemas.openxmlformats.org/officeDocument/2006/relationships/customXml" Target="../ink/ink356.xml"/><Relationship Id="rId747" Type="http://schemas.openxmlformats.org/officeDocument/2006/relationships/image" Target="../media/image362.png"/><Relationship Id="rId789" Type="http://schemas.openxmlformats.org/officeDocument/2006/relationships/customXml" Target="../ink/ink406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customXml" Target="../ink/ink91.xml"/><Relationship Id="rId386" Type="http://schemas.openxmlformats.org/officeDocument/2006/relationships/image" Target="../media/image186.png"/><Relationship Id="rId551" Type="http://schemas.openxmlformats.org/officeDocument/2006/relationships/image" Target="../media/image265.png"/><Relationship Id="rId593" Type="http://schemas.openxmlformats.org/officeDocument/2006/relationships/image" Target="../media/image286.png"/><Relationship Id="rId607" Type="http://schemas.openxmlformats.org/officeDocument/2006/relationships/image" Target="../media/image293.png"/><Relationship Id="rId649" Type="http://schemas.openxmlformats.org/officeDocument/2006/relationships/image" Target="../media/image314.png"/><Relationship Id="rId814" Type="http://schemas.openxmlformats.org/officeDocument/2006/relationships/image" Target="../media/image395.png"/><Relationship Id="rId856" Type="http://schemas.openxmlformats.org/officeDocument/2006/relationships/image" Target="../media/image415.png"/><Relationship Id="rId190" Type="http://schemas.openxmlformats.org/officeDocument/2006/relationships/image" Target="../media/image92.png"/><Relationship Id="rId204" Type="http://schemas.openxmlformats.org/officeDocument/2006/relationships/customXml" Target="../ink/ink105.xml"/><Relationship Id="rId246" Type="http://schemas.openxmlformats.org/officeDocument/2006/relationships/customXml" Target="../ink/ink127.xml"/><Relationship Id="rId288" Type="http://schemas.openxmlformats.org/officeDocument/2006/relationships/customXml" Target="../ink/ink149.xml"/><Relationship Id="rId411" Type="http://schemas.openxmlformats.org/officeDocument/2006/relationships/customXml" Target="../ink/ink212.xml"/><Relationship Id="rId453" Type="http://schemas.openxmlformats.org/officeDocument/2006/relationships/customXml" Target="../ink/ink234.xml"/><Relationship Id="rId509" Type="http://schemas.openxmlformats.org/officeDocument/2006/relationships/image" Target="../media/image246.png"/><Relationship Id="rId660" Type="http://schemas.openxmlformats.org/officeDocument/2006/relationships/customXml" Target="../ink/ink340.xml"/><Relationship Id="rId106" Type="http://schemas.openxmlformats.org/officeDocument/2006/relationships/image" Target="../media/image52.png"/><Relationship Id="rId313" Type="http://schemas.openxmlformats.org/officeDocument/2006/relationships/customXml" Target="../ink/ink162.xml"/><Relationship Id="rId495" Type="http://schemas.openxmlformats.org/officeDocument/2006/relationships/image" Target="../media/image239.png"/><Relationship Id="rId716" Type="http://schemas.openxmlformats.org/officeDocument/2006/relationships/customXml" Target="../ink/ink369.xml"/><Relationship Id="rId758" Type="http://schemas.openxmlformats.org/officeDocument/2006/relationships/customXml" Target="../ink/ink390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image" Target="../media/image46.png"/><Relationship Id="rId148" Type="http://schemas.openxmlformats.org/officeDocument/2006/relationships/image" Target="../media/image72.png"/><Relationship Id="rId355" Type="http://schemas.openxmlformats.org/officeDocument/2006/relationships/customXml" Target="../ink/ink184.xml"/><Relationship Id="rId397" Type="http://schemas.openxmlformats.org/officeDocument/2006/relationships/customXml" Target="../ink/ink205.xml"/><Relationship Id="rId520" Type="http://schemas.openxmlformats.org/officeDocument/2006/relationships/customXml" Target="../ink/ink268.xml"/><Relationship Id="rId562" Type="http://schemas.openxmlformats.org/officeDocument/2006/relationships/customXml" Target="../ink/ink291.xml"/><Relationship Id="rId618" Type="http://schemas.openxmlformats.org/officeDocument/2006/relationships/customXml" Target="../ink/ink319.xml"/><Relationship Id="rId825" Type="http://schemas.openxmlformats.org/officeDocument/2006/relationships/customXml" Target="../ink/ink424.xml"/><Relationship Id="rId215" Type="http://schemas.openxmlformats.org/officeDocument/2006/relationships/image" Target="../media/image104.png"/><Relationship Id="rId257" Type="http://schemas.openxmlformats.org/officeDocument/2006/relationships/image" Target="../media/image124.png"/><Relationship Id="rId422" Type="http://schemas.openxmlformats.org/officeDocument/2006/relationships/customXml" Target="../ink/ink218.xml"/><Relationship Id="rId464" Type="http://schemas.openxmlformats.org/officeDocument/2006/relationships/image" Target="../media/image224.png"/><Relationship Id="rId867" Type="http://schemas.openxmlformats.org/officeDocument/2006/relationships/customXml" Target="../ink/ink446.xml"/><Relationship Id="rId299" Type="http://schemas.openxmlformats.org/officeDocument/2006/relationships/image" Target="../media/image144.png"/><Relationship Id="rId727" Type="http://schemas.openxmlformats.org/officeDocument/2006/relationships/image" Target="../media/image352.png"/><Relationship Id="rId63" Type="http://schemas.openxmlformats.org/officeDocument/2006/relationships/image" Target="../media/image31.png"/><Relationship Id="rId159" Type="http://schemas.openxmlformats.org/officeDocument/2006/relationships/customXml" Target="../ink/ink81.xml"/><Relationship Id="rId366" Type="http://schemas.openxmlformats.org/officeDocument/2006/relationships/image" Target="../media/image176.png"/><Relationship Id="rId573" Type="http://schemas.openxmlformats.org/officeDocument/2006/relationships/image" Target="../media/image276.png"/><Relationship Id="rId780" Type="http://schemas.openxmlformats.org/officeDocument/2006/relationships/image" Target="../media/image378.png"/><Relationship Id="rId226" Type="http://schemas.openxmlformats.org/officeDocument/2006/relationships/image" Target="../media/image109.png"/><Relationship Id="rId433" Type="http://schemas.openxmlformats.org/officeDocument/2006/relationships/customXml" Target="../ink/ink224.xml"/><Relationship Id="rId878" Type="http://schemas.openxmlformats.org/officeDocument/2006/relationships/image" Target="../media/image426.png"/><Relationship Id="rId640" Type="http://schemas.openxmlformats.org/officeDocument/2006/relationships/customXml" Target="../ink/ink330.xml"/><Relationship Id="rId738" Type="http://schemas.openxmlformats.org/officeDocument/2006/relationships/customXml" Target="../ink/ink380.xml"/><Relationship Id="rId74" Type="http://schemas.openxmlformats.org/officeDocument/2006/relationships/customXml" Target="../ink/ink37.xml"/><Relationship Id="rId377" Type="http://schemas.openxmlformats.org/officeDocument/2006/relationships/customXml" Target="../ink/ink195.xml"/><Relationship Id="rId500" Type="http://schemas.openxmlformats.org/officeDocument/2006/relationships/customXml" Target="../ink/ink258.xml"/><Relationship Id="rId584" Type="http://schemas.openxmlformats.org/officeDocument/2006/relationships/customXml" Target="../ink/ink302.xml"/><Relationship Id="rId805" Type="http://schemas.openxmlformats.org/officeDocument/2006/relationships/customXml" Target="../ink/ink414.xml"/><Relationship Id="rId5" Type="http://schemas.openxmlformats.org/officeDocument/2006/relationships/image" Target="../media/image2.png"/><Relationship Id="rId237" Type="http://schemas.openxmlformats.org/officeDocument/2006/relationships/image" Target="../media/image114.png"/><Relationship Id="rId791" Type="http://schemas.openxmlformats.org/officeDocument/2006/relationships/customXml" Target="../ink/ink407.xml"/><Relationship Id="rId444" Type="http://schemas.openxmlformats.org/officeDocument/2006/relationships/image" Target="../media/image214.png"/><Relationship Id="rId651" Type="http://schemas.openxmlformats.org/officeDocument/2006/relationships/image" Target="../media/image315.png"/><Relationship Id="rId749" Type="http://schemas.openxmlformats.org/officeDocument/2006/relationships/image" Target="../media/image363.png"/><Relationship Id="rId290" Type="http://schemas.openxmlformats.org/officeDocument/2006/relationships/customXml" Target="../ink/ink150.xml"/><Relationship Id="rId304" Type="http://schemas.openxmlformats.org/officeDocument/2006/relationships/customXml" Target="../ink/ink157.xml"/><Relationship Id="rId388" Type="http://schemas.openxmlformats.org/officeDocument/2006/relationships/image" Target="../media/image187.png"/><Relationship Id="rId511" Type="http://schemas.openxmlformats.org/officeDocument/2006/relationships/image" Target="../media/image247.png"/><Relationship Id="rId609" Type="http://schemas.openxmlformats.org/officeDocument/2006/relationships/image" Target="../media/image294.png"/><Relationship Id="rId85" Type="http://schemas.openxmlformats.org/officeDocument/2006/relationships/image" Target="../media/image42.png"/><Relationship Id="rId150" Type="http://schemas.openxmlformats.org/officeDocument/2006/relationships/image" Target="../media/image73.png"/><Relationship Id="rId595" Type="http://schemas.openxmlformats.org/officeDocument/2006/relationships/image" Target="../media/image287.png"/><Relationship Id="rId816" Type="http://schemas.openxmlformats.org/officeDocument/2006/relationships/image" Target="../media/image396.png"/><Relationship Id="rId248" Type="http://schemas.openxmlformats.org/officeDocument/2006/relationships/customXml" Target="../ink/ink128.xml"/><Relationship Id="rId455" Type="http://schemas.openxmlformats.org/officeDocument/2006/relationships/customXml" Target="../ink/ink235.xml"/><Relationship Id="rId662" Type="http://schemas.openxmlformats.org/officeDocument/2006/relationships/customXml" Target="../ink/ink341.xml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customXml" Target="../ink/ink163.xml"/><Relationship Id="rId522" Type="http://schemas.openxmlformats.org/officeDocument/2006/relationships/customXml" Target="../ink/ink270.xml"/><Relationship Id="rId96" Type="http://schemas.openxmlformats.org/officeDocument/2006/relationships/image" Target="../media/image47.png"/><Relationship Id="rId161" Type="http://schemas.openxmlformats.org/officeDocument/2006/relationships/customXml" Target="../ink/ink82.xml"/><Relationship Id="rId399" Type="http://schemas.openxmlformats.org/officeDocument/2006/relationships/customXml" Target="../ink/ink206.xml"/><Relationship Id="rId827" Type="http://schemas.openxmlformats.org/officeDocument/2006/relationships/customXml" Target="../ink/ink425.xml"/><Relationship Id="rId259" Type="http://schemas.openxmlformats.org/officeDocument/2006/relationships/image" Target="../media/image125.png"/><Relationship Id="rId466" Type="http://schemas.openxmlformats.org/officeDocument/2006/relationships/image" Target="../media/image225.png"/><Relationship Id="rId673" Type="http://schemas.openxmlformats.org/officeDocument/2006/relationships/customXml" Target="../ink/ink347.xml"/><Relationship Id="rId880" Type="http://schemas.openxmlformats.org/officeDocument/2006/relationships/image" Target="../media/image427.png"/><Relationship Id="rId23" Type="http://schemas.openxmlformats.org/officeDocument/2006/relationships/image" Target="../media/image11.png"/><Relationship Id="rId119" Type="http://schemas.openxmlformats.org/officeDocument/2006/relationships/image" Target="../media/image58.png"/><Relationship Id="rId326" Type="http://schemas.openxmlformats.org/officeDocument/2006/relationships/customXml" Target="../ink/ink169.xml"/><Relationship Id="rId533" Type="http://schemas.openxmlformats.org/officeDocument/2006/relationships/customXml" Target="../ink/ink276.xml"/><Relationship Id="rId740" Type="http://schemas.openxmlformats.org/officeDocument/2006/relationships/customXml" Target="../ink/ink381.xml"/><Relationship Id="rId838" Type="http://schemas.openxmlformats.org/officeDocument/2006/relationships/image" Target="../media/image407.png"/><Relationship Id="rId172" Type="http://schemas.openxmlformats.org/officeDocument/2006/relationships/image" Target="../media/image84.png"/><Relationship Id="rId477" Type="http://schemas.openxmlformats.org/officeDocument/2006/relationships/customXml" Target="../ink/ink246.xml"/><Relationship Id="rId600" Type="http://schemas.openxmlformats.org/officeDocument/2006/relationships/customXml" Target="../ink/ink310.xml"/><Relationship Id="rId684" Type="http://schemas.openxmlformats.org/officeDocument/2006/relationships/image" Target="../media/image331.png"/><Relationship Id="rId337" Type="http://schemas.openxmlformats.org/officeDocument/2006/relationships/customXml" Target="../ink/ink175.xml"/><Relationship Id="rId34" Type="http://schemas.openxmlformats.org/officeDocument/2006/relationships/customXml" Target="../ink/ink17.xml"/><Relationship Id="rId544" Type="http://schemas.openxmlformats.org/officeDocument/2006/relationships/image" Target="../media/image262.png"/><Relationship Id="rId751" Type="http://schemas.openxmlformats.org/officeDocument/2006/relationships/image" Target="../media/image364.png"/><Relationship Id="rId849" Type="http://schemas.openxmlformats.org/officeDocument/2006/relationships/image" Target="../media/image412.png"/><Relationship Id="rId183" Type="http://schemas.openxmlformats.org/officeDocument/2006/relationships/customXml" Target="../ink/ink93.xml"/><Relationship Id="rId390" Type="http://schemas.openxmlformats.org/officeDocument/2006/relationships/image" Target="../media/image188.png"/><Relationship Id="rId404" Type="http://schemas.openxmlformats.org/officeDocument/2006/relationships/image" Target="../media/image195.png"/><Relationship Id="rId611" Type="http://schemas.openxmlformats.org/officeDocument/2006/relationships/image" Target="../media/image295.png"/><Relationship Id="rId250" Type="http://schemas.openxmlformats.org/officeDocument/2006/relationships/customXml" Target="../ink/ink129.xml"/><Relationship Id="rId488" Type="http://schemas.openxmlformats.org/officeDocument/2006/relationships/customXml" Target="../ink/ink252.xml"/><Relationship Id="rId695" Type="http://schemas.openxmlformats.org/officeDocument/2006/relationships/customXml" Target="../ink/ink358.xml"/><Relationship Id="rId709" Type="http://schemas.openxmlformats.org/officeDocument/2006/relationships/customXml" Target="../ink/ink365.xml"/><Relationship Id="rId45" Type="http://schemas.openxmlformats.org/officeDocument/2006/relationships/image" Target="../media/image22.png"/><Relationship Id="rId110" Type="http://schemas.openxmlformats.org/officeDocument/2006/relationships/image" Target="../media/image54.png"/><Relationship Id="rId348" Type="http://schemas.openxmlformats.org/officeDocument/2006/relationships/image" Target="../media/image167.png"/><Relationship Id="rId555" Type="http://schemas.openxmlformats.org/officeDocument/2006/relationships/image" Target="../media/image267.png"/><Relationship Id="rId762" Type="http://schemas.openxmlformats.org/officeDocument/2006/relationships/customXml" Target="../ink/ink392.xml"/><Relationship Id="rId194" Type="http://schemas.openxmlformats.org/officeDocument/2006/relationships/image" Target="../media/image94.png"/><Relationship Id="rId208" Type="http://schemas.openxmlformats.org/officeDocument/2006/relationships/customXml" Target="../ink/ink107.xml"/><Relationship Id="rId415" Type="http://schemas.openxmlformats.org/officeDocument/2006/relationships/customXml" Target="../ink/ink214.xml"/><Relationship Id="rId622" Type="http://schemas.openxmlformats.org/officeDocument/2006/relationships/customXml" Target="../ink/ink321.xml"/><Relationship Id="rId261" Type="http://schemas.openxmlformats.org/officeDocument/2006/relationships/image" Target="../media/image126.png"/><Relationship Id="rId499" Type="http://schemas.openxmlformats.org/officeDocument/2006/relationships/image" Target="../media/image241.png"/><Relationship Id="rId56" Type="http://schemas.openxmlformats.org/officeDocument/2006/relationships/customXml" Target="../ink/ink28.xml"/><Relationship Id="rId359" Type="http://schemas.openxmlformats.org/officeDocument/2006/relationships/customXml" Target="../ink/ink186.xml"/><Relationship Id="rId566" Type="http://schemas.openxmlformats.org/officeDocument/2006/relationships/customXml" Target="../ink/ink293.xml"/><Relationship Id="rId773" Type="http://schemas.openxmlformats.org/officeDocument/2006/relationships/image" Target="../media/image375.png"/><Relationship Id="rId121" Type="http://schemas.openxmlformats.org/officeDocument/2006/relationships/image" Target="../media/image59.png"/><Relationship Id="rId219" Type="http://schemas.openxmlformats.org/officeDocument/2006/relationships/image" Target="../media/image106.png"/><Relationship Id="rId426" Type="http://schemas.openxmlformats.org/officeDocument/2006/relationships/image" Target="../media/image205.png"/><Relationship Id="rId633" Type="http://schemas.openxmlformats.org/officeDocument/2006/relationships/image" Target="../media/image306.png"/><Relationship Id="rId840" Type="http://schemas.openxmlformats.org/officeDocument/2006/relationships/image" Target="../media/image408.png"/><Relationship Id="rId67" Type="http://schemas.openxmlformats.org/officeDocument/2006/relationships/image" Target="../media/image33.png"/><Relationship Id="rId272" Type="http://schemas.openxmlformats.org/officeDocument/2006/relationships/image" Target="../media/image131.png"/><Relationship Id="rId577" Type="http://schemas.openxmlformats.org/officeDocument/2006/relationships/image" Target="../media/image278.png"/><Relationship Id="rId700" Type="http://schemas.openxmlformats.org/officeDocument/2006/relationships/image" Target="../media/image339.png"/><Relationship Id="rId132" Type="http://schemas.openxmlformats.org/officeDocument/2006/relationships/image" Target="../media/image64.png"/><Relationship Id="rId784" Type="http://schemas.openxmlformats.org/officeDocument/2006/relationships/image" Target="../media/image380.png"/><Relationship Id="rId437" Type="http://schemas.openxmlformats.org/officeDocument/2006/relationships/customXml" Target="../ink/ink226.xml"/><Relationship Id="rId644" Type="http://schemas.openxmlformats.org/officeDocument/2006/relationships/customXml" Target="../ink/ink332.xml"/><Relationship Id="rId851" Type="http://schemas.openxmlformats.org/officeDocument/2006/relationships/customXml" Target="../ink/ink438.xml"/><Relationship Id="rId283" Type="http://schemas.openxmlformats.org/officeDocument/2006/relationships/customXml" Target="../ink/ink146.xml"/><Relationship Id="rId490" Type="http://schemas.openxmlformats.org/officeDocument/2006/relationships/customXml" Target="../ink/ink253.xml"/><Relationship Id="rId504" Type="http://schemas.openxmlformats.org/officeDocument/2006/relationships/customXml" Target="../ink/ink260.xml"/><Relationship Id="rId711" Type="http://schemas.openxmlformats.org/officeDocument/2006/relationships/customXml" Target="../ink/ink366.xml"/><Relationship Id="rId78" Type="http://schemas.openxmlformats.org/officeDocument/2006/relationships/customXml" Target="../ink/ink39.xml"/><Relationship Id="rId143" Type="http://schemas.openxmlformats.org/officeDocument/2006/relationships/customXml" Target="../ink/ink73.xml"/><Relationship Id="rId350" Type="http://schemas.openxmlformats.org/officeDocument/2006/relationships/image" Target="../media/image168.png"/><Relationship Id="rId588" Type="http://schemas.openxmlformats.org/officeDocument/2006/relationships/customXml" Target="../ink/ink304.xml"/><Relationship Id="rId795" Type="http://schemas.openxmlformats.org/officeDocument/2006/relationships/customXml" Target="../ink/ink409.xml"/><Relationship Id="rId809" Type="http://schemas.openxmlformats.org/officeDocument/2006/relationships/customXml" Target="../ink/ink416.xml"/><Relationship Id="rId9" Type="http://schemas.openxmlformats.org/officeDocument/2006/relationships/image" Target="../media/image4.png"/><Relationship Id="rId210" Type="http://schemas.openxmlformats.org/officeDocument/2006/relationships/customXml" Target="../ink/ink108.xml"/><Relationship Id="rId448" Type="http://schemas.openxmlformats.org/officeDocument/2006/relationships/image" Target="../media/image216.png"/><Relationship Id="rId655" Type="http://schemas.openxmlformats.org/officeDocument/2006/relationships/image" Target="../media/image317.png"/><Relationship Id="rId862" Type="http://schemas.openxmlformats.org/officeDocument/2006/relationships/image" Target="../media/image418.png"/><Relationship Id="rId294" Type="http://schemas.openxmlformats.org/officeDocument/2006/relationships/customXml" Target="../ink/ink152.xml"/><Relationship Id="rId308" Type="http://schemas.openxmlformats.org/officeDocument/2006/relationships/image" Target="../media/image148.png"/><Relationship Id="rId515" Type="http://schemas.openxmlformats.org/officeDocument/2006/relationships/image" Target="../media/image249.png"/><Relationship Id="rId722" Type="http://schemas.openxmlformats.org/officeDocument/2006/relationships/customXml" Target="../ink/ink372.xml"/><Relationship Id="rId89" Type="http://schemas.openxmlformats.org/officeDocument/2006/relationships/customXml" Target="../ink/ink45.xml"/><Relationship Id="rId154" Type="http://schemas.openxmlformats.org/officeDocument/2006/relationships/image" Target="../media/image75.png"/><Relationship Id="rId361" Type="http://schemas.openxmlformats.org/officeDocument/2006/relationships/customXml" Target="../ink/ink187.xml"/><Relationship Id="rId599" Type="http://schemas.openxmlformats.org/officeDocument/2006/relationships/image" Target="../media/image289.png"/><Relationship Id="rId459" Type="http://schemas.openxmlformats.org/officeDocument/2006/relationships/customXml" Target="../ink/ink237.xml"/><Relationship Id="rId666" Type="http://schemas.openxmlformats.org/officeDocument/2006/relationships/image" Target="../media/image322.png"/><Relationship Id="rId873" Type="http://schemas.openxmlformats.org/officeDocument/2006/relationships/customXml" Target="../ink/ink449.xml"/><Relationship Id="rId16" Type="http://schemas.openxmlformats.org/officeDocument/2006/relationships/customXml" Target="../ink/ink8.xml"/><Relationship Id="rId221" Type="http://schemas.openxmlformats.org/officeDocument/2006/relationships/image" Target="../media/image107.png"/><Relationship Id="rId319" Type="http://schemas.openxmlformats.org/officeDocument/2006/relationships/customXml" Target="../ink/ink165.xml"/><Relationship Id="rId526" Type="http://schemas.openxmlformats.org/officeDocument/2006/relationships/image" Target="../media/image253.png"/><Relationship Id="rId733" Type="http://schemas.openxmlformats.org/officeDocument/2006/relationships/image" Target="../media/image355.png"/><Relationship Id="rId165" Type="http://schemas.openxmlformats.org/officeDocument/2006/relationships/customXml" Target="../ink/ink84.xml"/><Relationship Id="rId372" Type="http://schemas.openxmlformats.org/officeDocument/2006/relationships/image" Target="../media/image179.png"/><Relationship Id="rId677" Type="http://schemas.openxmlformats.org/officeDocument/2006/relationships/customXml" Target="../ink/ink349.xml"/><Relationship Id="rId800" Type="http://schemas.openxmlformats.org/officeDocument/2006/relationships/image" Target="../media/image388.png"/><Relationship Id="rId232" Type="http://schemas.openxmlformats.org/officeDocument/2006/relationships/image" Target="../media/image112.png"/><Relationship Id="rId27" Type="http://schemas.openxmlformats.org/officeDocument/2006/relationships/image" Target="../media/image13.png"/><Relationship Id="rId537" Type="http://schemas.openxmlformats.org/officeDocument/2006/relationships/customXml" Target="../ink/ink278.xml"/><Relationship Id="rId744" Type="http://schemas.openxmlformats.org/officeDocument/2006/relationships/customXml" Target="../ink/ink383.xml"/><Relationship Id="rId80" Type="http://schemas.openxmlformats.org/officeDocument/2006/relationships/customXml" Target="../ink/ink40.xml"/><Relationship Id="rId176" Type="http://schemas.openxmlformats.org/officeDocument/2006/relationships/image" Target="../media/image86.png"/><Relationship Id="rId383" Type="http://schemas.openxmlformats.org/officeDocument/2006/relationships/customXml" Target="../ink/ink198.xml"/><Relationship Id="rId590" Type="http://schemas.openxmlformats.org/officeDocument/2006/relationships/customXml" Target="../ink/ink305.xml"/><Relationship Id="rId604" Type="http://schemas.openxmlformats.org/officeDocument/2006/relationships/customXml" Target="../ink/ink312.xml"/><Relationship Id="rId811" Type="http://schemas.openxmlformats.org/officeDocument/2006/relationships/customXml" Target="../ink/ink417.xml"/><Relationship Id="rId243" Type="http://schemas.openxmlformats.org/officeDocument/2006/relationships/image" Target="../media/image117.png"/><Relationship Id="rId450" Type="http://schemas.openxmlformats.org/officeDocument/2006/relationships/image" Target="../media/image217.png"/><Relationship Id="rId688" Type="http://schemas.openxmlformats.org/officeDocument/2006/relationships/image" Target="../media/image333.png"/><Relationship Id="rId38" Type="http://schemas.openxmlformats.org/officeDocument/2006/relationships/customXml" Target="../ink/ink19.xml"/><Relationship Id="rId103" Type="http://schemas.openxmlformats.org/officeDocument/2006/relationships/customXml" Target="../ink/ink52.xml"/><Relationship Id="rId310" Type="http://schemas.openxmlformats.org/officeDocument/2006/relationships/image" Target="../media/image149.png"/><Relationship Id="rId548" Type="http://schemas.openxmlformats.org/officeDocument/2006/relationships/customXml" Target="../ink/ink284.xml"/><Relationship Id="rId755" Type="http://schemas.openxmlformats.org/officeDocument/2006/relationships/image" Target="../media/image366.png"/><Relationship Id="rId91" Type="http://schemas.openxmlformats.org/officeDocument/2006/relationships/customXml" Target="../ink/ink46.xml"/><Relationship Id="rId187" Type="http://schemas.openxmlformats.org/officeDocument/2006/relationships/customXml" Target="../ink/ink96.xml"/><Relationship Id="rId394" Type="http://schemas.openxmlformats.org/officeDocument/2006/relationships/image" Target="../media/image190.png"/><Relationship Id="rId408" Type="http://schemas.openxmlformats.org/officeDocument/2006/relationships/image" Target="../media/image197.png"/><Relationship Id="rId615" Type="http://schemas.openxmlformats.org/officeDocument/2006/relationships/image" Target="../media/image297.png"/><Relationship Id="rId822" Type="http://schemas.openxmlformats.org/officeDocument/2006/relationships/image" Target="../media/image399.png"/><Relationship Id="rId254" Type="http://schemas.openxmlformats.org/officeDocument/2006/relationships/customXml" Target="../ink/ink131.xml"/><Relationship Id="rId699" Type="http://schemas.openxmlformats.org/officeDocument/2006/relationships/customXml" Target="../ink/ink360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461" Type="http://schemas.openxmlformats.org/officeDocument/2006/relationships/customXml" Target="../ink/ink238.xml"/><Relationship Id="rId559" Type="http://schemas.openxmlformats.org/officeDocument/2006/relationships/image" Target="../media/image269.png"/><Relationship Id="rId766" Type="http://schemas.openxmlformats.org/officeDocument/2006/relationships/customXml" Target="../ink/ink394.xml"/><Relationship Id="rId198" Type="http://schemas.openxmlformats.org/officeDocument/2006/relationships/customXml" Target="../ink/ink102.xml"/><Relationship Id="rId321" Type="http://schemas.openxmlformats.org/officeDocument/2006/relationships/customXml" Target="../ink/ink166.xml"/><Relationship Id="rId419" Type="http://schemas.openxmlformats.org/officeDocument/2006/relationships/image" Target="../media/image202.png"/><Relationship Id="rId626" Type="http://schemas.openxmlformats.org/officeDocument/2006/relationships/customXml" Target="../ink/ink323.xml"/><Relationship Id="rId833" Type="http://schemas.openxmlformats.org/officeDocument/2006/relationships/customXml" Target="../ink/ink428.xml"/><Relationship Id="rId265" Type="http://schemas.openxmlformats.org/officeDocument/2006/relationships/image" Target="../media/image128.png"/><Relationship Id="rId472" Type="http://schemas.openxmlformats.org/officeDocument/2006/relationships/image" Target="../media/image228.png"/><Relationship Id="rId125" Type="http://schemas.openxmlformats.org/officeDocument/2006/relationships/customXml" Target="../ink/ink64.xml"/><Relationship Id="rId332" Type="http://schemas.openxmlformats.org/officeDocument/2006/relationships/customXml" Target="../ink/ink172.xml"/><Relationship Id="rId777" Type="http://schemas.openxmlformats.org/officeDocument/2006/relationships/image" Target="../media/image377.png"/><Relationship Id="rId637" Type="http://schemas.openxmlformats.org/officeDocument/2006/relationships/image" Target="../media/image308.png"/><Relationship Id="rId844" Type="http://schemas.openxmlformats.org/officeDocument/2006/relationships/image" Target="../media/image410.png"/><Relationship Id="rId276" Type="http://schemas.openxmlformats.org/officeDocument/2006/relationships/image" Target="../media/image133.png"/><Relationship Id="rId483" Type="http://schemas.openxmlformats.org/officeDocument/2006/relationships/image" Target="../media/image233.png"/><Relationship Id="rId690" Type="http://schemas.openxmlformats.org/officeDocument/2006/relationships/image" Target="../media/image334.png"/><Relationship Id="rId704" Type="http://schemas.openxmlformats.org/officeDocument/2006/relationships/image" Target="../media/image341.png"/><Relationship Id="rId40" Type="http://schemas.openxmlformats.org/officeDocument/2006/relationships/customXml" Target="../ink/ink20.xml"/><Relationship Id="rId136" Type="http://schemas.openxmlformats.org/officeDocument/2006/relationships/image" Target="../media/image66.png"/><Relationship Id="rId343" Type="http://schemas.openxmlformats.org/officeDocument/2006/relationships/customXml" Target="../ink/ink178.xml"/><Relationship Id="rId550" Type="http://schemas.openxmlformats.org/officeDocument/2006/relationships/customXml" Target="../ink/ink285.xml"/><Relationship Id="rId788" Type="http://schemas.openxmlformats.org/officeDocument/2006/relationships/image" Target="../media/image382.png"/><Relationship Id="rId203" Type="http://schemas.openxmlformats.org/officeDocument/2006/relationships/image" Target="../media/image98.png"/><Relationship Id="rId648" Type="http://schemas.openxmlformats.org/officeDocument/2006/relationships/customXml" Target="../ink/ink334.xml"/><Relationship Id="rId855" Type="http://schemas.openxmlformats.org/officeDocument/2006/relationships/customXml" Target="../ink/ink440.xml"/><Relationship Id="rId287" Type="http://schemas.openxmlformats.org/officeDocument/2006/relationships/image" Target="../media/image138.png"/><Relationship Id="rId410" Type="http://schemas.openxmlformats.org/officeDocument/2006/relationships/image" Target="../media/image198.png"/><Relationship Id="rId494" Type="http://schemas.openxmlformats.org/officeDocument/2006/relationships/customXml" Target="../ink/ink255.xml"/><Relationship Id="rId508" Type="http://schemas.openxmlformats.org/officeDocument/2006/relationships/customXml" Target="../ink/ink262.xml"/><Relationship Id="rId715" Type="http://schemas.openxmlformats.org/officeDocument/2006/relationships/image" Target="../media/image346.png"/><Relationship Id="rId147" Type="http://schemas.openxmlformats.org/officeDocument/2006/relationships/customXml" Target="../ink/ink75.xml"/><Relationship Id="rId354" Type="http://schemas.openxmlformats.org/officeDocument/2006/relationships/image" Target="../media/image170.png"/><Relationship Id="rId799" Type="http://schemas.openxmlformats.org/officeDocument/2006/relationships/customXml" Target="../ink/ink411.xml"/><Relationship Id="rId51" Type="http://schemas.openxmlformats.org/officeDocument/2006/relationships/image" Target="../media/image25.png"/><Relationship Id="rId561" Type="http://schemas.openxmlformats.org/officeDocument/2006/relationships/image" Target="../media/image270.png"/><Relationship Id="rId659" Type="http://schemas.openxmlformats.org/officeDocument/2006/relationships/image" Target="../media/image319.png"/><Relationship Id="rId866" Type="http://schemas.openxmlformats.org/officeDocument/2006/relationships/image" Target="../media/image420.png"/><Relationship Id="rId214" Type="http://schemas.openxmlformats.org/officeDocument/2006/relationships/customXml" Target="../ink/ink110.xml"/><Relationship Id="rId298" Type="http://schemas.openxmlformats.org/officeDocument/2006/relationships/customXml" Target="../ink/ink154.xml"/><Relationship Id="rId421" Type="http://schemas.openxmlformats.org/officeDocument/2006/relationships/image" Target="../media/image203.png"/><Relationship Id="rId519" Type="http://schemas.openxmlformats.org/officeDocument/2006/relationships/image" Target="../media/image251.png"/><Relationship Id="rId158" Type="http://schemas.openxmlformats.org/officeDocument/2006/relationships/image" Target="../media/image77.png"/><Relationship Id="rId726" Type="http://schemas.openxmlformats.org/officeDocument/2006/relationships/customXml" Target="../ink/ink374.xml"/><Relationship Id="rId62" Type="http://schemas.openxmlformats.org/officeDocument/2006/relationships/customXml" Target="../ink/ink31.xml"/><Relationship Id="rId365" Type="http://schemas.openxmlformats.org/officeDocument/2006/relationships/customXml" Target="../ink/ink189.xml"/><Relationship Id="rId572" Type="http://schemas.openxmlformats.org/officeDocument/2006/relationships/customXml" Target="../ink/ink296.xml"/><Relationship Id="rId225" Type="http://schemas.openxmlformats.org/officeDocument/2006/relationships/customXml" Target="../ink/ink116.xml"/><Relationship Id="rId432" Type="http://schemas.openxmlformats.org/officeDocument/2006/relationships/image" Target="../media/image208.png"/><Relationship Id="rId877" Type="http://schemas.openxmlformats.org/officeDocument/2006/relationships/customXml" Target="../ink/ink451.xml"/><Relationship Id="rId737" Type="http://schemas.openxmlformats.org/officeDocument/2006/relationships/image" Target="../media/image357.png"/><Relationship Id="rId73" Type="http://schemas.openxmlformats.org/officeDocument/2006/relationships/image" Target="../media/image36.png"/><Relationship Id="rId169" Type="http://schemas.openxmlformats.org/officeDocument/2006/relationships/customXml" Target="../ink/ink86.xml"/><Relationship Id="rId376" Type="http://schemas.openxmlformats.org/officeDocument/2006/relationships/image" Target="../media/image181.png"/><Relationship Id="rId583" Type="http://schemas.openxmlformats.org/officeDocument/2006/relationships/image" Target="../media/image281.png"/><Relationship Id="rId790" Type="http://schemas.openxmlformats.org/officeDocument/2006/relationships/image" Target="../media/image383.png"/><Relationship Id="rId804" Type="http://schemas.openxmlformats.org/officeDocument/2006/relationships/image" Target="../media/image390.png"/><Relationship Id="rId4" Type="http://schemas.openxmlformats.org/officeDocument/2006/relationships/customXml" Target="../ink/ink2.xml"/><Relationship Id="rId236" Type="http://schemas.openxmlformats.org/officeDocument/2006/relationships/customXml" Target="../ink/ink122.xml"/><Relationship Id="rId443" Type="http://schemas.openxmlformats.org/officeDocument/2006/relationships/customXml" Target="../ink/ink229.xml"/><Relationship Id="rId650" Type="http://schemas.openxmlformats.org/officeDocument/2006/relationships/customXml" Target="../ink/ink335.xml"/><Relationship Id="rId303" Type="http://schemas.openxmlformats.org/officeDocument/2006/relationships/image" Target="../media/image146.png"/><Relationship Id="rId748" Type="http://schemas.openxmlformats.org/officeDocument/2006/relationships/customXml" Target="../ink/ink385.xml"/><Relationship Id="rId84" Type="http://schemas.openxmlformats.org/officeDocument/2006/relationships/customXml" Target="../ink/ink42.xml"/><Relationship Id="rId387" Type="http://schemas.openxmlformats.org/officeDocument/2006/relationships/customXml" Target="../ink/ink200.xml"/><Relationship Id="rId510" Type="http://schemas.openxmlformats.org/officeDocument/2006/relationships/customXml" Target="../ink/ink263.xml"/><Relationship Id="rId594" Type="http://schemas.openxmlformats.org/officeDocument/2006/relationships/customXml" Target="../ink/ink307.xml"/><Relationship Id="rId608" Type="http://schemas.openxmlformats.org/officeDocument/2006/relationships/customXml" Target="../ink/ink314.xml"/><Relationship Id="rId815" Type="http://schemas.openxmlformats.org/officeDocument/2006/relationships/customXml" Target="../ink/ink419.xml"/><Relationship Id="rId247" Type="http://schemas.openxmlformats.org/officeDocument/2006/relationships/image" Target="../media/image119.png"/><Relationship Id="rId107" Type="http://schemas.openxmlformats.org/officeDocument/2006/relationships/customXml" Target="../ink/ink54.xml"/><Relationship Id="rId454" Type="http://schemas.openxmlformats.org/officeDocument/2006/relationships/image" Target="../media/image219.png"/><Relationship Id="rId661" Type="http://schemas.openxmlformats.org/officeDocument/2006/relationships/image" Target="../media/image320.png"/><Relationship Id="rId759" Type="http://schemas.openxmlformats.org/officeDocument/2006/relationships/image" Target="../media/image368.png"/><Relationship Id="rId11" Type="http://schemas.openxmlformats.org/officeDocument/2006/relationships/image" Target="../media/image5.png"/><Relationship Id="rId314" Type="http://schemas.openxmlformats.org/officeDocument/2006/relationships/image" Target="../media/image151.png"/><Relationship Id="rId398" Type="http://schemas.openxmlformats.org/officeDocument/2006/relationships/image" Target="../media/image192.png"/><Relationship Id="rId521" Type="http://schemas.openxmlformats.org/officeDocument/2006/relationships/customXml" Target="../ink/ink269.xml"/><Relationship Id="rId619" Type="http://schemas.openxmlformats.org/officeDocument/2006/relationships/image" Target="../media/image299.png"/><Relationship Id="rId95" Type="http://schemas.openxmlformats.org/officeDocument/2006/relationships/customXml" Target="../ink/ink48.xml"/><Relationship Id="rId160" Type="http://schemas.openxmlformats.org/officeDocument/2006/relationships/image" Target="../media/image78.png"/><Relationship Id="rId826" Type="http://schemas.openxmlformats.org/officeDocument/2006/relationships/image" Target="../media/image401.png"/><Relationship Id="rId258" Type="http://schemas.openxmlformats.org/officeDocument/2006/relationships/customXml" Target="../ink/ink133.xml"/><Relationship Id="rId465" Type="http://schemas.openxmlformats.org/officeDocument/2006/relationships/customXml" Target="../ink/ink240.xml"/><Relationship Id="rId672" Type="http://schemas.openxmlformats.org/officeDocument/2006/relationships/image" Target="../media/image325.png"/><Relationship Id="rId22" Type="http://schemas.openxmlformats.org/officeDocument/2006/relationships/customXml" Target="../ink/ink11.xml"/><Relationship Id="rId118" Type="http://schemas.openxmlformats.org/officeDocument/2006/relationships/customXml" Target="../ink/ink60.xml"/><Relationship Id="rId325" Type="http://schemas.openxmlformats.org/officeDocument/2006/relationships/customXml" Target="../ink/ink168.xml"/><Relationship Id="rId532" Type="http://schemas.openxmlformats.org/officeDocument/2006/relationships/image" Target="../media/image256.png"/><Relationship Id="rId171" Type="http://schemas.openxmlformats.org/officeDocument/2006/relationships/customXml" Target="../ink/ink87.xml"/><Relationship Id="rId837" Type="http://schemas.openxmlformats.org/officeDocument/2006/relationships/customXml" Target="../ink/ink430.xml"/><Relationship Id="rId269" Type="http://schemas.openxmlformats.org/officeDocument/2006/relationships/customXml" Target="../ink/ink139.xml"/><Relationship Id="rId476" Type="http://schemas.openxmlformats.org/officeDocument/2006/relationships/image" Target="../media/image230.png"/><Relationship Id="rId683" Type="http://schemas.openxmlformats.org/officeDocument/2006/relationships/customXml" Target="../ink/ink352.xml"/><Relationship Id="rId33" Type="http://schemas.openxmlformats.org/officeDocument/2006/relationships/image" Target="../media/image16.png"/><Relationship Id="rId129" Type="http://schemas.openxmlformats.org/officeDocument/2006/relationships/customXml" Target="../ink/ink66.xml"/><Relationship Id="rId336" Type="http://schemas.openxmlformats.org/officeDocument/2006/relationships/image" Target="../media/image161.png"/><Relationship Id="rId543" Type="http://schemas.openxmlformats.org/officeDocument/2006/relationships/customXml" Target="../ink/ink281.xml"/><Relationship Id="rId182" Type="http://schemas.openxmlformats.org/officeDocument/2006/relationships/image" Target="../media/image89.png"/><Relationship Id="rId403" Type="http://schemas.openxmlformats.org/officeDocument/2006/relationships/customXml" Target="../ink/ink208.xml"/><Relationship Id="rId750" Type="http://schemas.openxmlformats.org/officeDocument/2006/relationships/customXml" Target="../ink/ink386.xml"/><Relationship Id="rId848" Type="http://schemas.openxmlformats.org/officeDocument/2006/relationships/customXml" Target="../ink/ink436.xml"/><Relationship Id="rId487" Type="http://schemas.openxmlformats.org/officeDocument/2006/relationships/image" Target="../media/image235.png"/><Relationship Id="rId610" Type="http://schemas.openxmlformats.org/officeDocument/2006/relationships/customXml" Target="../ink/ink315.xml"/><Relationship Id="rId694" Type="http://schemas.openxmlformats.org/officeDocument/2006/relationships/image" Target="../media/image336.png"/><Relationship Id="rId708" Type="http://schemas.openxmlformats.org/officeDocument/2006/relationships/image" Target="../media/image343.png"/><Relationship Id="rId347" Type="http://schemas.openxmlformats.org/officeDocument/2006/relationships/customXml" Target="../ink/ink180.xml"/><Relationship Id="rId44" Type="http://schemas.openxmlformats.org/officeDocument/2006/relationships/customXml" Target="../ink/ink22.xml"/><Relationship Id="rId554" Type="http://schemas.openxmlformats.org/officeDocument/2006/relationships/customXml" Target="../ink/ink287.xml"/><Relationship Id="rId761" Type="http://schemas.openxmlformats.org/officeDocument/2006/relationships/image" Target="../media/image369.png"/><Relationship Id="rId859" Type="http://schemas.openxmlformats.org/officeDocument/2006/relationships/customXml" Target="../ink/ink442.xml"/><Relationship Id="rId193" Type="http://schemas.openxmlformats.org/officeDocument/2006/relationships/customXml" Target="../ink/ink99.xml"/><Relationship Id="rId207" Type="http://schemas.openxmlformats.org/officeDocument/2006/relationships/image" Target="../media/image100.png"/><Relationship Id="rId414" Type="http://schemas.openxmlformats.org/officeDocument/2006/relationships/image" Target="../media/image200.png"/><Relationship Id="rId498" Type="http://schemas.openxmlformats.org/officeDocument/2006/relationships/customXml" Target="../ink/ink257.xml"/><Relationship Id="rId621" Type="http://schemas.openxmlformats.org/officeDocument/2006/relationships/image" Target="../media/image300.png"/><Relationship Id="rId260" Type="http://schemas.openxmlformats.org/officeDocument/2006/relationships/customXml" Target="../ink/ink134.xml"/><Relationship Id="rId719" Type="http://schemas.openxmlformats.org/officeDocument/2006/relationships/image" Target="../media/image348.png"/><Relationship Id="rId55" Type="http://schemas.openxmlformats.org/officeDocument/2006/relationships/image" Target="../media/image27.png"/><Relationship Id="rId120" Type="http://schemas.openxmlformats.org/officeDocument/2006/relationships/customXml" Target="../ink/ink61.xml"/><Relationship Id="rId358" Type="http://schemas.openxmlformats.org/officeDocument/2006/relationships/image" Target="../media/image172.png"/><Relationship Id="rId565" Type="http://schemas.openxmlformats.org/officeDocument/2006/relationships/image" Target="../media/image272.png"/><Relationship Id="rId772" Type="http://schemas.openxmlformats.org/officeDocument/2006/relationships/customXml" Target="../ink/ink397.xml"/><Relationship Id="rId218" Type="http://schemas.openxmlformats.org/officeDocument/2006/relationships/customXml" Target="../ink/ink112.xml"/><Relationship Id="rId425" Type="http://schemas.openxmlformats.org/officeDocument/2006/relationships/customXml" Target="../ink/ink220.xml"/><Relationship Id="rId632" Type="http://schemas.openxmlformats.org/officeDocument/2006/relationships/customXml" Target="../ink/ink326.xml"/><Relationship Id="rId271" Type="http://schemas.openxmlformats.org/officeDocument/2006/relationships/customXml" Target="../ink/ink140.xml"/><Relationship Id="rId66" Type="http://schemas.openxmlformats.org/officeDocument/2006/relationships/customXml" Target="../ink/ink33.xml"/><Relationship Id="rId131" Type="http://schemas.openxmlformats.org/officeDocument/2006/relationships/customXml" Target="../ink/ink67.xml"/><Relationship Id="rId369" Type="http://schemas.openxmlformats.org/officeDocument/2006/relationships/customXml" Target="../ink/ink191.xml"/><Relationship Id="rId576" Type="http://schemas.openxmlformats.org/officeDocument/2006/relationships/customXml" Target="../ink/ink298.xml"/><Relationship Id="rId783" Type="http://schemas.openxmlformats.org/officeDocument/2006/relationships/customXml" Target="../ink/ink403.xml"/><Relationship Id="rId229" Type="http://schemas.openxmlformats.org/officeDocument/2006/relationships/customXml" Target="../ink/ink118.xml"/><Relationship Id="rId436" Type="http://schemas.openxmlformats.org/officeDocument/2006/relationships/image" Target="../media/image210.png"/><Relationship Id="rId643" Type="http://schemas.openxmlformats.org/officeDocument/2006/relationships/image" Target="../media/image311.png"/><Relationship Id="rId850" Type="http://schemas.openxmlformats.org/officeDocument/2006/relationships/customXml" Target="../ink/ink437.xml"/><Relationship Id="rId77" Type="http://schemas.openxmlformats.org/officeDocument/2006/relationships/image" Target="../media/image38.png"/><Relationship Id="rId282" Type="http://schemas.openxmlformats.org/officeDocument/2006/relationships/image" Target="../media/image136.png"/><Relationship Id="rId503" Type="http://schemas.openxmlformats.org/officeDocument/2006/relationships/image" Target="../media/image243.png"/><Relationship Id="rId587" Type="http://schemas.openxmlformats.org/officeDocument/2006/relationships/image" Target="../media/image283.png"/><Relationship Id="rId710" Type="http://schemas.openxmlformats.org/officeDocument/2006/relationships/image" Target="../media/image344.png"/><Relationship Id="rId808" Type="http://schemas.openxmlformats.org/officeDocument/2006/relationships/image" Target="../media/image392.png"/><Relationship Id="rId8" Type="http://schemas.openxmlformats.org/officeDocument/2006/relationships/customXml" Target="../ink/ink4.xml"/><Relationship Id="rId142" Type="http://schemas.openxmlformats.org/officeDocument/2006/relationships/image" Target="../media/image69.png"/><Relationship Id="rId447" Type="http://schemas.openxmlformats.org/officeDocument/2006/relationships/customXml" Target="../ink/ink231.xml"/><Relationship Id="rId794" Type="http://schemas.openxmlformats.org/officeDocument/2006/relationships/image" Target="../media/image385.png"/><Relationship Id="rId654" Type="http://schemas.openxmlformats.org/officeDocument/2006/relationships/customXml" Target="../ink/ink337.xml"/><Relationship Id="rId861" Type="http://schemas.openxmlformats.org/officeDocument/2006/relationships/customXml" Target="../ink/ink443.xml"/><Relationship Id="rId293" Type="http://schemas.openxmlformats.org/officeDocument/2006/relationships/image" Target="../media/image141.png"/><Relationship Id="rId307" Type="http://schemas.openxmlformats.org/officeDocument/2006/relationships/customXml" Target="../ink/ink159.xml"/><Relationship Id="rId514" Type="http://schemas.openxmlformats.org/officeDocument/2006/relationships/customXml" Target="../ink/ink265.xml"/><Relationship Id="rId721" Type="http://schemas.openxmlformats.org/officeDocument/2006/relationships/image" Target="../media/image349.png"/><Relationship Id="rId88" Type="http://schemas.openxmlformats.org/officeDocument/2006/relationships/image" Target="../media/image43.png"/><Relationship Id="rId153" Type="http://schemas.openxmlformats.org/officeDocument/2006/relationships/customXml" Target="../ink/ink78.xml"/><Relationship Id="rId360" Type="http://schemas.openxmlformats.org/officeDocument/2006/relationships/image" Target="../media/image173.png"/><Relationship Id="rId598" Type="http://schemas.openxmlformats.org/officeDocument/2006/relationships/customXml" Target="../ink/ink309.xml"/><Relationship Id="rId819" Type="http://schemas.openxmlformats.org/officeDocument/2006/relationships/customXml" Target="../ink/ink42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11.xml"/><Relationship Id="rId21" Type="http://schemas.openxmlformats.org/officeDocument/2006/relationships/image" Target="../media/image436.png"/><Relationship Id="rId324" Type="http://schemas.openxmlformats.org/officeDocument/2006/relationships/image" Target="../media/image584.png"/><Relationship Id="rId531" Type="http://schemas.openxmlformats.org/officeDocument/2006/relationships/image" Target="../media/image684.png"/><Relationship Id="rId170" Type="http://schemas.openxmlformats.org/officeDocument/2006/relationships/customXml" Target="../ink/ink538.xml"/><Relationship Id="rId268" Type="http://schemas.openxmlformats.org/officeDocument/2006/relationships/customXml" Target="../ink/ink588.xml"/><Relationship Id="rId475" Type="http://schemas.openxmlformats.org/officeDocument/2006/relationships/customXml" Target="../ink/ink694.xml"/><Relationship Id="rId32" Type="http://schemas.openxmlformats.org/officeDocument/2006/relationships/image" Target="../media/image441.png"/><Relationship Id="rId128" Type="http://schemas.openxmlformats.org/officeDocument/2006/relationships/image" Target="../media/image488.png"/><Relationship Id="rId335" Type="http://schemas.openxmlformats.org/officeDocument/2006/relationships/customXml" Target="../ink/ink622.xml"/><Relationship Id="rId542" Type="http://schemas.openxmlformats.org/officeDocument/2006/relationships/image" Target="../media/image689.png"/><Relationship Id="rId181" Type="http://schemas.openxmlformats.org/officeDocument/2006/relationships/image" Target="../media/image514.png"/><Relationship Id="rId402" Type="http://schemas.openxmlformats.org/officeDocument/2006/relationships/image" Target="../media/image622.png"/><Relationship Id="rId279" Type="http://schemas.openxmlformats.org/officeDocument/2006/relationships/image" Target="../media/image562.png"/><Relationship Id="rId486" Type="http://schemas.openxmlformats.org/officeDocument/2006/relationships/customXml" Target="../ink/ink700.xml"/><Relationship Id="rId43" Type="http://schemas.openxmlformats.org/officeDocument/2006/relationships/customXml" Target="../ink/ink474.xml"/><Relationship Id="rId139" Type="http://schemas.openxmlformats.org/officeDocument/2006/relationships/customXml" Target="../ink/ink522.xml"/><Relationship Id="rId346" Type="http://schemas.openxmlformats.org/officeDocument/2006/relationships/image" Target="../media/image595.png"/><Relationship Id="rId553" Type="http://schemas.openxmlformats.org/officeDocument/2006/relationships/customXml" Target="../ink/ink734.xml"/><Relationship Id="rId192" Type="http://schemas.openxmlformats.org/officeDocument/2006/relationships/customXml" Target="../ink/ink549.xml"/><Relationship Id="rId206" Type="http://schemas.openxmlformats.org/officeDocument/2006/relationships/image" Target="../media/image526.png"/><Relationship Id="rId413" Type="http://schemas.openxmlformats.org/officeDocument/2006/relationships/image" Target="../media/image627.png"/><Relationship Id="rId497" Type="http://schemas.openxmlformats.org/officeDocument/2006/relationships/image" Target="../media/image668.png"/><Relationship Id="rId357" Type="http://schemas.openxmlformats.org/officeDocument/2006/relationships/customXml" Target="../ink/ink634.xml"/><Relationship Id="rId54" Type="http://schemas.openxmlformats.org/officeDocument/2006/relationships/image" Target="../media/image452.png"/><Relationship Id="rId217" Type="http://schemas.openxmlformats.org/officeDocument/2006/relationships/customXml" Target="../ink/ink562.xml"/><Relationship Id="rId564" Type="http://schemas.openxmlformats.org/officeDocument/2006/relationships/image" Target="../media/image699.png"/><Relationship Id="rId424" Type="http://schemas.openxmlformats.org/officeDocument/2006/relationships/customXml" Target="../ink/ink668.xml"/><Relationship Id="rId270" Type="http://schemas.openxmlformats.org/officeDocument/2006/relationships/customXml" Target="../ink/ink589.xml"/><Relationship Id="rId65" Type="http://schemas.openxmlformats.org/officeDocument/2006/relationships/customXml" Target="../ink/ink485.xml"/><Relationship Id="rId130" Type="http://schemas.openxmlformats.org/officeDocument/2006/relationships/image" Target="../media/image489.png"/><Relationship Id="rId368" Type="http://schemas.openxmlformats.org/officeDocument/2006/relationships/image" Target="../media/image605.png"/><Relationship Id="rId575" Type="http://schemas.openxmlformats.org/officeDocument/2006/relationships/customXml" Target="../ink/ink746.xml"/><Relationship Id="rId228" Type="http://schemas.openxmlformats.org/officeDocument/2006/relationships/image" Target="../media/image537.png"/><Relationship Id="rId435" Type="http://schemas.openxmlformats.org/officeDocument/2006/relationships/image" Target="../media/image638.png"/><Relationship Id="rId281" Type="http://schemas.openxmlformats.org/officeDocument/2006/relationships/image" Target="../media/image563.png"/><Relationship Id="rId502" Type="http://schemas.openxmlformats.org/officeDocument/2006/relationships/customXml" Target="../ink/ink708.xml"/><Relationship Id="rId76" Type="http://schemas.openxmlformats.org/officeDocument/2006/relationships/image" Target="../media/image463.png"/><Relationship Id="rId141" Type="http://schemas.openxmlformats.org/officeDocument/2006/relationships/customXml" Target="../ink/ink523.xml"/><Relationship Id="rId379" Type="http://schemas.openxmlformats.org/officeDocument/2006/relationships/customXml" Target="../ink/ink645.xml"/><Relationship Id="rId586" Type="http://schemas.openxmlformats.org/officeDocument/2006/relationships/image" Target="../media/image710.png"/><Relationship Id="rId7" Type="http://schemas.openxmlformats.org/officeDocument/2006/relationships/image" Target="../media/image430.png"/><Relationship Id="rId239" Type="http://schemas.openxmlformats.org/officeDocument/2006/relationships/customXml" Target="../ink/ink573.xml"/><Relationship Id="rId446" Type="http://schemas.openxmlformats.org/officeDocument/2006/relationships/customXml" Target="../ink/ink679.xml"/><Relationship Id="rId292" Type="http://schemas.openxmlformats.org/officeDocument/2006/relationships/image" Target="../media/image568.png"/><Relationship Id="rId306" Type="http://schemas.openxmlformats.org/officeDocument/2006/relationships/image" Target="../media/image575.png"/><Relationship Id="rId87" Type="http://schemas.openxmlformats.org/officeDocument/2006/relationships/customXml" Target="../ink/ink496.xml"/><Relationship Id="rId513" Type="http://schemas.openxmlformats.org/officeDocument/2006/relationships/image" Target="../media/image676.png"/><Relationship Id="rId597" Type="http://schemas.openxmlformats.org/officeDocument/2006/relationships/customXml" Target="../ink/ink757.xml"/><Relationship Id="rId152" Type="http://schemas.openxmlformats.org/officeDocument/2006/relationships/customXml" Target="../ink/ink529.xml"/><Relationship Id="rId457" Type="http://schemas.openxmlformats.org/officeDocument/2006/relationships/customXml" Target="../ink/ink685.xml"/><Relationship Id="rId261" Type="http://schemas.openxmlformats.org/officeDocument/2006/relationships/image" Target="../media/image553.png"/><Relationship Id="rId499" Type="http://schemas.openxmlformats.org/officeDocument/2006/relationships/image" Target="../media/image669.png"/><Relationship Id="rId14" Type="http://schemas.openxmlformats.org/officeDocument/2006/relationships/customXml" Target="../ink/ink459.xml"/><Relationship Id="rId56" Type="http://schemas.openxmlformats.org/officeDocument/2006/relationships/image" Target="../media/image453.png"/><Relationship Id="rId317" Type="http://schemas.openxmlformats.org/officeDocument/2006/relationships/customXml" Target="../ink/ink613.xml"/><Relationship Id="rId359" Type="http://schemas.openxmlformats.org/officeDocument/2006/relationships/customXml" Target="../ink/ink635.xml"/><Relationship Id="rId524" Type="http://schemas.openxmlformats.org/officeDocument/2006/relationships/customXml" Target="../ink/ink719.xml"/><Relationship Id="rId566" Type="http://schemas.openxmlformats.org/officeDocument/2006/relationships/image" Target="../media/image700.png"/><Relationship Id="rId98" Type="http://schemas.openxmlformats.org/officeDocument/2006/relationships/image" Target="../media/image474.png"/><Relationship Id="rId121" Type="http://schemas.openxmlformats.org/officeDocument/2006/relationships/customXml" Target="../ink/ink513.xml"/><Relationship Id="rId163" Type="http://schemas.openxmlformats.org/officeDocument/2006/relationships/image" Target="../media/image505.png"/><Relationship Id="rId219" Type="http://schemas.openxmlformats.org/officeDocument/2006/relationships/customXml" Target="../ink/ink563.xml"/><Relationship Id="rId370" Type="http://schemas.openxmlformats.org/officeDocument/2006/relationships/image" Target="../media/image606.png"/><Relationship Id="rId426" Type="http://schemas.openxmlformats.org/officeDocument/2006/relationships/customXml" Target="../ink/ink669.xml"/><Relationship Id="rId230" Type="http://schemas.openxmlformats.org/officeDocument/2006/relationships/image" Target="../media/image538.png"/><Relationship Id="rId468" Type="http://schemas.openxmlformats.org/officeDocument/2006/relationships/image" Target="../media/image654.png"/><Relationship Id="rId25" Type="http://schemas.openxmlformats.org/officeDocument/2006/relationships/customXml" Target="../ink/ink465.xml"/><Relationship Id="rId67" Type="http://schemas.openxmlformats.org/officeDocument/2006/relationships/customXml" Target="../ink/ink486.xml"/><Relationship Id="rId272" Type="http://schemas.openxmlformats.org/officeDocument/2006/relationships/customXml" Target="../ink/ink590.xml"/><Relationship Id="rId328" Type="http://schemas.openxmlformats.org/officeDocument/2006/relationships/image" Target="../media/image586.png"/><Relationship Id="rId535" Type="http://schemas.openxmlformats.org/officeDocument/2006/relationships/customXml" Target="../ink/ink725.xml"/><Relationship Id="rId577" Type="http://schemas.openxmlformats.org/officeDocument/2006/relationships/customXml" Target="../ink/ink747.xml"/><Relationship Id="rId132" Type="http://schemas.openxmlformats.org/officeDocument/2006/relationships/image" Target="../media/image490.png"/><Relationship Id="rId174" Type="http://schemas.openxmlformats.org/officeDocument/2006/relationships/customXml" Target="../ink/ink540.xml"/><Relationship Id="rId381" Type="http://schemas.openxmlformats.org/officeDocument/2006/relationships/customXml" Target="../ink/ink646.xml"/><Relationship Id="rId241" Type="http://schemas.openxmlformats.org/officeDocument/2006/relationships/customXml" Target="../ink/ink574.xml"/><Relationship Id="rId437" Type="http://schemas.openxmlformats.org/officeDocument/2006/relationships/image" Target="../media/image639.png"/><Relationship Id="rId479" Type="http://schemas.openxmlformats.org/officeDocument/2006/relationships/customXml" Target="../ink/ink696.xml"/><Relationship Id="rId36" Type="http://schemas.openxmlformats.org/officeDocument/2006/relationships/image" Target="../media/image443.png"/><Relationship Id="rId283" Type="http://schemas.openxmlformats.org/officeDocument/2006/relationships/image" Target="../media/image564.png"/><Relationship Id="rId339" Type="http://schemas.openxmlformats.org/officeDocument/2006/relationships/customXml" Target="../ink/ink624.xml"/><Relationship Id="rId490" Type="http://schemas.openxmlformats.org/officeDocument/2006/relationships/customXml" Target="../ink/ink702.xml"/><Relationship Id="rId504" Type="http://schemas.openxmlformats.org/officeDocument/2006/relationships/customXml" Target="../ink/ink709.xml"/><Relationship Id="rId546" Type="http://schemas.openxmlformats.org/officeDocument/2006/relationships/image" Target="../media/image691.png"/><Relationship Id="rId78" Type="http://schemas.openxmlformats.org/officeDocument/2006/relationships/image" Target="../media/image464.png"/><Relationship Id="rId101" Type="http://schemas.openxmlformats.org/officeDocument/2006/relationships/customXml" Target="../ink/ink503.xml"/><Relationship Id="rId143" Type="http://schemas.openxmlformats.org/officeDocument/2006/relationships/customXml" Target="../ink/ink524.xml"/><Relationship Id="rId185" Type="http://schemas.openxmlformats.org/officeDocument/2006/relationships/image" Target="../media/image516.png"/><Relationship Id="rId350" Type="http://schemas.openxmlformats.org/officeDocument/2006/relationships/customXml" Target="../ink/ink630.xml"/><Relationship Id="rId406" Type="http://schemas.openxmlformats.org/officeDocument/2006/relationships/image" Target="../media/image624.png"/><Relationship Id="rId588" Type="http://schemas.openxmlformats.org/officeDocument/2006/relationships/image" Target="../media/image711.png"/><Relationship Id="rId9" Type="http://schemas.openxmlformats.org/officeDocument/2006/relationships/image" Target="../media/image431.png"/><Relationship Id="rId210" Type="http://schemas.openxmlformats.org/officeDocument/2006/relationships/image" Target="../media/image528.png"/><Relationship Id="rId392" Type="http://schemas.openxmlformats.org/officeDocument/2006/relationships/image" Target="../media/image617.png"/><Relationship Id="rId448" Type="http://schemas.openxmlformats.org/officeDocument/2006/relationships/customXml" Target="../ink/ink680.xml"/><Relationship Id="rId252" Type="http://schemas.openxmlformats.org/officeDocument/2006/relationships/image" Target="../media/image549.png"/><Relationship Id="rId294" Type="http://schemas.openxmlformats.org/officeDocument/2006/relationships/image" Target="../media/image569.png"/><Relationship Id="rId308" Type="http://schemas.openxmlformats.org/officeDocument/2006/relationships/image" Target="../media/image576.png"/><Relationship Id="rId515" Type="http://schemas.openxmlformats.org/officeDocument/2006/relationships/image" Target="../media/image677.png"/><Relationship Id="rId47" Type="http://schemas.openxmlformats.org/officeDocument/2006/relationships/customXml" Target="../ink/ink476.xml"/><Relationship Id="rId89" Type="http://schemas.openxmlformats.org/officeDocument/2006/relationships/customXml" Target="../ink/ink497.xml"/><Relationship Id="rId112" Type="http://schemas.openxmlformats.org/officeDocument/2006/relationships/image" Target="../media/image51.png"/><Relationship Id="rId154" Type="http://schemas.openxmlformats.org/officeDocument/2006/relationships/customXml" Target="../ink/ink530.xml"/><Relationship Id="rId361" Type="http://schemas.openxmlformats.org/officeDocument/2006/relationships/customXml" Target="../ink/ink636.xml"/><Relationship Id="rId557" Type="http://schemas.openxmlformats.org/officeDocument/2006/relationships/customXml" Target="../ink/ink736.xml"/><Relationship Id="rId196" Type="http://schemas.openxmlformats.org/officeDocument/2006/relationships/customXml" Target="../ink/ink551.xml"/><Relationship Id="rId417" Type="http://schemas.openxmlformats.org/officeDocument/2006/relationships/image" Target="../media/image629.png"/><Relationship Id="rId459" Type="http://schemas.openxmlformats.org/officeDocument/2006/relationships/customXml" Target="../ink/ink686.xml"/><Relationship Id="rId16" Type="http://schemas.openxmlformats.org/officeDocument/2006/relationships/customXml" Target="../ink/ink460.xml"/><Relationship Id="rId221" Type="http://schemas.openxmlformats.org/officeDocument/2006/relationships/customXml" Target="../ink/ink564.xml"/><Relationship Id="rId263" Type="http://schemas.openxmlformats.org/officeDocument/2006/relationships/image" Target="../media/image554.png"/><Relationship Id="rId319" Type="http://schemas.openxmlformats.org/officeDocument/2006/relationships/customXml" Target="../ink/ink614.xml"/><Relationship Id="rId470" Type="http://schemas.openxmlformats.org/officeDocument/2006/relationships/image" Target="../media/image655.png"/><Relationship Id="rId526" Type="http://schemas.openxmlformats.org/officeDocument/2006/relationships/customXml" Target="../ink/ink720.xml"/><Relationship Id="rId58" Type="http://schemas.openxmlformats.org/officeDocument/2006/relationships/image" Target="../media/image454.png"/><Relationship Id="rId123" Type="http://schemas.openxmlformats.org/officeDocument/2006/relationships/customXml" Target="../ink/ink514.xml"/><Relationship Id="rId330" Type="http://schemas.openxmlformats.org/officeDocument/2006/relationships/image" Target="../media/image587.png"/><Relationship Id="rId568" Type="http://schemas.openxmlformats.org/officeDocument/2006/relationships/image" Target="../media/image701.png"/><Relationship Id="rId165" Type="http://schemas.openxmlformats.org/officeDocument/2006/relationships/image" Target="../media/image506.png"/><Relationship Id="rId372" Type="http://schemas.openxmlformats.org/officeDocument/2006/relationships/image" Target="../media/image607.png"/><Relationship Id="rId428" Type="http://schemas.openxmlformats.org/officeDocument/2006/relationships/customXml" Target="../ink/ink670.xml"/><Relationship Id="rId232" Type="http://schemas.openxmlformats.org/officeDocument/2006/relationships/image" Target="../media/image539.png"/><Relationship Id="rId274" Type="http://schemas.openxmlformats.org/officeDocument/2006/relationships/customXml" Target="../ink/ink591.xml"/><Relationship Id="rId481" Type="http://schemas.openxmlformats.org/officeDocument/2006/relationships/customXml" Target="../ink/ink697.xml"/><Relationship Id="rId27" Type="http://schemas.openxmlformats.org/officeDocument/2006/relationships/customXml" Target="../ink/ink466.xml"/><Relationship Id="rId69" Type="http://schemas.openxmlformats.org/officeDocument/2006/relationships/customXml" Target="../ink/ink487.xml"/><Relationship Id="rId134" Type="http://schemas.openxmlformats.org/officeDocument/2006/relationships/image" Target="../media/image491.png"/><Relationship Id="rId537" Type="http://schemas.openxmlformats.org/officeDocument/2006/relationships/customXml" Target="../ink/ink726.xml"/><Relationship Id="rId579" Type="http://schemas.openxmlformats.org/officeDocument/2006/relationships/customXml" Target="../ink/ink748.xml"/><Relationship Id="rId80" Type="http://schemas.openxmlformats.org/officeDocument/2006/relationships/image" Target="../media/image465.png"/><Relationship Id="rId176" Type="http://schemas.openxmlformats.org/officeDocument/2006/relationships/customXml" Target="../ink/ink541.xml"/><Relationship Id="rId341" Type="http://schemas.openxmlformats.org/officeDocument/2006/relationships/customXml" Target="../ink/ink625.xml"/><Relationship Id="rId383" Type="http://schemas.openxmlformats.org/officeDocument/2006/relationships/customXml" Target="../ink/ink647.xml"/><Relationship Id="rId439" Type="http://schemas.openxmlformats.org/officeDocument/2006/relationships/image" Target="../media/image640.png"/><Relationship Id="rId590" Type="http://schemas.openxmlformats.org/officeDocument/2006/relationships/image" Target="../media/image712.png"/><Relationship Id="rId201" Type="http://schemas.openxmlformats.org/officeDocument/2006/relationships/image" Target="../media/image524.png"/><Relationship Id="rId243" Type="http://schemas.openxmlformats.org/officeDocument/2006/relationships/customXml" Target="../ink/ink575.xml"/><Relationship Id="rId285" Type="http://schemas.openxmlformats.org/officeDocument/2006/relationships/image" Target="../media/image565.png"/><Relationship Id="rId450" Type="http://schemas.openxmlformats.org/officeDocument/2006/relationships/customXml" Target="../ink/ink681.xml"/><Relationship Id="rId506" Type="http://schemas.openxmlformats.org/officeDocument/2006/relationships/customXml" Target="../ink/ink710.xml"/><Relationship Id="rId38" Type="http://schemas.openxmlformats.org/officeDocument/2006/relationships/image" Target="../media/image444.png"/><Relationship Id="rId103" Type="http://schemas.openxmlformats.org/officeDocument/2006/relationships/customXml" Target="../ink/ink504.xml"/><Relationship Id="rId310" Type="http://schemas.openxmlformats.org/officeDocument/2006/relationships/image" Target="../media/image577.png"/><Relationship Id="rId492" Type="http://schemas.openxmlformats.org/officeDocument/2006/relationships/customXml" Target="../ink/ink703.xml"/><Relationship Id="rId548" Type="http://schemas.openxmlformats.org/officeDocument/2006/relationships/image" Target="../media/image692.png"/><Relationship Id="rId91" Type="http://schemas.openxmlformats.org/officeDocument/2006/relationships/customXml" Target="../ink/ink498.xml"/><Relationship Id="rId145" Type="http://schemas.openxmlformats.org/officeDocument/2006/relationships/image" Target="../media/image496.png"/><Relationship Id="rId187" Type="http://schemas.openxmlformats.org/officeDocument/2006/relationships/image" Target="../media/image517.png"/><Relationship Id="rId352" Type="http://schemas.openxmlformats.org/officeDocument/2006/relationships/customXml" Target="../ink/ink631.xml"/><Relationship Id="rId394" Type="http://schemas.openxmlformats.org/officeDocument/2006/relationships/image" Target="../media/image618.png"/><Relationship Id="rId408" Type="http://schemas.openxmlformats.org/officeDocument/2006/relationships/customXml" Target="../ink/ink660.xml"/><Relationship Id="rId212" Type="http://schemas.openxmlformats.org/officeDocument/2006/relationships/image" Target="../media/image529.png"/><Relationship Id="rId254" Type="http://schemas.openxmlformats.org/officeDocument/2006/relationships/image" Target="../media/image550.png"/><Relationship Id="rId49" Type="http://schemas.openxmlformats.org/officeDocument/2006/relationships/customXml" Target="../ink/ink477.xml"/><Relationship Id="rId114" Type="http://schemas.openxmlformats.org/officeDocument/2006/relationships/image" Target="../media/image481.png"/><Relationship Id="rId296" Type="http://schemas.openxmlformats.org/officeDocument/2006/relationships/image" Target="../media/image570.png"/><Relationship Id="rId461" Type="http://schemas.openxmlformats.org/officeDocument/2006/relationships/customXml" Target="../ink/ink687.xml"/><Relationship Id="rId517" Type="http://schemas.openxmlformats.org/officeDocument/2006/relationships/image" Target="../media/image678.png"/><Relationship Id="rId559" Type="http://schemas.openxmlformats.org/officeDocument/2006/relationships/customXml" Target="../ink/ink737.xml"/><Relationship Id="rId60" Type="http://schemas.openxmlformats.org/officeDocument/2006/relationships/image" Target="../media/image455.png"/><Relationship Id="rId156" Type="http://schemas.openxmlformats.org/officeDocument/2006/relationships/customXml" Target="../ink/ink531.xml"/><Relationship Id="rId198" Type="http://schemas.openxmlformats.org/officeDocument/2006/relationships/customXml" Target="../ink/ink552.xml"/><Relationship Id="rId321" Type="http://schemas.openxmlformats.org/officeDocument/2006/relationships/customXml" Target="../ink/ink615.xml"/><Relationship Id="rId363" Type="http://schemas.openxmlformats.org/officeDocument/2006/relationships/customXml" Target="../ink/ink637.xml"/><Relationship Id="rId419" Type="http://schemas.openxmlformats.org/officeDocument/2006/relationships/image" Target="../media/image630.png"/><Relationship Id="rId570" Type="http://schemas.openxmlformats.org/officeDocument/2006/relationships/image" Target="../media/image702.png"/><Relationship Id="rId223" Type="http://schemas.openxmlformats.org/officeDocument/2006/relationships/customXml" Target="../ink/ink565.xml"/><Relationship Id="rId430" Type="http://schemas.openxmlformats.org/officeDocument/2006/relationships/customXml" Target="../ink/ink671.xml"/><Relationship Id="rId18" Type="http://schemas.openxmlformats.org/officeDocument/2006/relationships/customXml" Target="../ink/ink461.xml"/><Relationship Id="rId265" Type="http://schemas.openxmlformats.org/officeDocument/2006/relationships/image" Target="../media/image555.png"/><Relationship Id="rId472" Type="http://schemas.openxmlformats.org/officeDocument/2006/relationships/image" Target="../media/image656.png"/><Relationship Id="rId528" Type="http://schemas.openxmlformats.org/officeDocument/2006/relationships/customXml" Target="../ink/ink721.xml"/><Relationship Id="rId125" Type="http://schemas.openxmlformats.org/officeDocument/2006/relationships/customXml" Target="../ink/ink515.xml"/><Relationship Id="rId167" Type="http://schemas.openxmlformats.org/officeDocument/2006/relationships/image" Target="../media/image507.png"/><Relationship Id="rId332" Type="http://schemas.openxmlformats.org/officeDocument/2006/relationships/image" Target="../media/image588.png"/><Relationship Id="rId374" Type="http://schemas.openxmlformats.org/officeDocument/2006/relationships/image" Target="../media/image608.png"/><Relationship Id="rId581" Type="http://schemas.openxmlformats.org/officeDocument/2006/relationships/customXml" Target="../ink/ink749.xml"/><Relationship Id="rId71" Type="http://schemas.openxmlformats.org/officeDocument/2006/relationships/customXml" Target="../ink/ink488.xml"/><Relationship Id="rId234" Type="http://schemas.openxmlformats.org/officeDocument/2006/relationships/image" Target="../media/image540.png"/><Relationship Id="rId2" Type="http://schemas.openxmlformats.org/officeDocument/2006/relationships/customXml" Target="../ink/ink453.xml"/><Relationship Id="rId29" Type="http://schemas.openxmlformats.org/officeDocument/2006/relationships/customXml" Target="../ink/ink467.xml"/><Relationship Id="rId276" Type="http://schemas.openxmlformats.org/officeDocument/2006/relationships/customXml" Target="../ink/ink592.xml"/><Relationship Id="rId441" Type="http://schemas.openxmlformats.org/officeDocument/2006/relationships/image" Target="../media/image641.png"/><Relationship Id="rId483" Type="http://schemas.openxmlformats.org/officeDocument/2006/relationships/image" Target="../media/image661.png"/><Relationship Id="rId539" Type="http://schemas.openxmlformats.org/officeDocument/2006/relationships/customXml" Target="../ink/ink727.xml"/><Relationship Id="rId40" Type="http://schemas.openxmlformats.org/officeDocument/2006/relationships/image" Target="../media/image445.png"/><Relationship Id="rId136" Type="http://schemas.openxmlformats.org/officeDocument/2006/relationships/image" Target="../media/image492.png"/><Relationship Id="rId178" Type="http://schemas.openxmlformats.org/officeDocument/2006/relationships/customXml" Target="../ink/ink542.xml"/><Relationship Id="rId301" Type="http://schemas.openxmlformats.org/officeDocument/2006/relationships/customXml" Target="../ink/ink605.xml"/><Relationship Id="rId343" Type="http://schemas.openxmlformats.org/officeDocument/2006/relationships/customXml" Target="../ink/ink626.xml"/><Relationship Id="rId550" Type="http://schemas.openxmlformats.org/officeDocument/2006/relationships/image" Target="../media/image693.png"/><Relationship Id="rId82" Type="http://schemas.openxmlformats.org/officeDocument/2006/relationships/image" Target="../media/image466.png"/><Relationship Id="rId203" Type="http://schemas.openxmlformats.org/officeDocument/2006/relationships/customXml" Target="../ink/ink555.xml"/><Relationship Id="rId385" Type="http://schemas.openxmlformats.org/officeDocument/2006/relationships/customXml" Target="../ink/ink648.xml"/><Relationship Id="rId592" Type="http://schemas.openxmlformats.org/officeDocument/2006/relationships/image" Target="../media/image713.png"/><Relationship Id="rId245" Type="http://schemas.openxmlformats.org/officeDocument/2006/relationships/customXml" Target="../ink/ink576.xml"/><Relationship Id="rId287" Type="http://schemas.openxmlformats.org/officeDocument/2006/relationships/customXml" Target="../ink/ink598.xml"/><Relationship Id="rId410" Type="http://schemas.openxmlformats.org/officeDocument/2006/relationships/customXml" Target="../ink/ink661.xml"/><Relationship Id="rId452" Type="http://schemas.openxmlformats.org/officeDocument/2006/relationships/customXml" Target="../ink/ink682.xml"/><Relationship Id="rId494" Type="http://schemas.openxmlformats.org/officeDocument/2006/relationships/customXml" Target="../ink/ink704.xml"/><Relationship Id="rId508" Type="http://schemas.openxmlformats.org/officeDocument/2006/relationships/customXml" Target="../ink/ink711.xml"/><Relationship Id="rId105" Type="http://schemas.openxmlformats.org/officeDocument/2006/relationships/customXml" Target="../ink/ink505.xml"/><Relationship Id="rId147" Type="http://schemas.openxmlformats.org/officeDocument/2006/relationships/image" Target="../media/image497.png"/><Relationship Id="rId312" Type="http://schemas.openxmlformats.org/officeDocument/2006/relationships/image" Target="../media/image578.png"/><Relationship Id="rId354" Type="http://schemas.openxmlformats.org/officeDocument/2006/relationships/customXml" Target="../ink/ink632.xml"/><Relationship Id="rId51" Type="http://schemas.openxmlformats.org/officeDocument/2006/relationships/customXml" Target="../ink/ink478.xml"/><Relationship Id="rId93" Type="http://schemas.openxmlformats.org/officeDocument/2006/relationships/customXml" Target="../ink/ink499.xml"/><Relationship Id="rId189" Type="http://schemas.openxmlformats.org/officeDocument/2006/relationships/image" Target="../media/image518.png"/><Relationship Id="rId396" Type="http://schemas.openxmlformats.org/officeDocument/2006/relationships/image" Target="../media/image619.png"/><Relationship Id="rId561" Type="http://schemas.openxmlformats.org/officeDocument/2006/relationships/image" Target="../media/image698.png"/><Relationship Id="rId214" Type="http://schemas.openxmlformats.org/officeDocument/2006/relationships/image" Target="../media/image530.png"/><Relationship Id="rId256" Type="http://schemas.openxmlformats.org/officeDocument/2006/relationships/image" Target="../media/image551.png"/><Relationship Id="rId298" Type="http://schemas.openxmlformats.org/officeDocument/2006/relationships/image" Target="../media/image571.png"/><Relationship Id="rId421" Type="http://schemas.openxmlformats.org/officeDocument/2006/relationships/image" Target="../media/image631.png"/><Relationship Id="rId463" Type="http://schemas.openxmlformats.org/officeDocument/2006/relationships/customXml" Target="../ink/ink688.xml"/><Relationship Id="rId519" Type="http://schemas.openxmlformats.org/officeDocument/2006/relationships/image" Target="../media/image679.png"/><Relationship Id="rId116" Type="http://schemas.openxmlformats.org/officeDocument/2006/relationships/image" Target="../media/image482.png"/><Relationship Id="rId158" Type="http://schemas.openxmlformats.org/officeDocument/2006/relationships/customXml" Target="../ink/ink532.xml"/><Relationship Id="rId323" Type="http://schemas.openxmlformats.org/officeDocument/2006/relationships/customXml" Target="../ink/ink616.xml"/><Relationship Id="rId530" Type="http://schemas.openxmlformats.org/officeDocument/2006/relationships/customXml" Target="../ink/ink722.xml"/><Relationship Id="rId20" Type="http://schemas.openxmlformats.org/officeDocument/2006/relationships/customXml" Target="../ink/ink462.xml"/><Relationship Id="rId62" Type="http://schemas.openxmlformats.org/officeDocument/2006/relationships/image" Target="../media/image456.png"/><Relationship Id="rId365" Type="http://schemas.openxmlformats.org/officeDocument/2006/relationships/customXml" Target="../ink/ink638.xml"/><Relationship Id="rId572" Type="http://schemas.openxmlformats.org/officeDocument/2006/relationships/image" Target="../media/image703.png"/><Relationship Id="rId225" Type="http://schemas.openxmlformats.org/officeDocument/2006/relationships/customXml" Target="../ink/ink566.xml"/><Relationship Id="rId267" Type="http://schemas.openxmlformats.org/officeDocument/2006/relationships/image" Target="../media/image556.png"/><Relationship Id="rId432" Type="http://schemas.openxmlformats.org/officeDocument/2006/relationships/customXml" Target="../ink/ink672.xml"/><Relationship Id="rId474" Type="http://schemas.openxmlformats.org/officeDocument/2006/relationships/image" Target="../media/image657.png"/><Relationship Id="rId127" Type="http://schemas.openxmlformats.org/officeDocument/2006/relationships/customXml" Target="../ink/ink516.xml"/><Relationship Id="rId31" Type="http://schemas.openxmlformats.org/officeDocument/2006/relationships/customXml" Target="../ink/ink468.xml"/><Relationship Id="rId73" Type="http://schemas.openxmlformats.org/officeDocument/2006/relationships/customXml" Target="../ink/ink489.xml"/><Relationship Id="rId169" Type="http://schemas.openxmlformats.org/officeDocument/2006/relationships/image" Target="../media/image508.png"/><Relationship Id="rId334" Type="http://schemas.openxmlformats.org/officeDocument/2006/relationships/image" Target="../media/image589.png"/><Relationship Id="rId376" Type="http://schemas.openxmlformats.org/officeDocument/2006/relationships/image" Target="../media/image609.png"/><Relationship Id="rId541" Type="http://schemas.openxmlformats.org/officeDocument/2006/relationships/customXml" Target="../ink/ink728.xml"/><Relationship Id="rId583" Type="http://schemas.openxmlformats.org/officeDocument/2006/relationships/customXml" Target="../ink/ink750.xml"/><Relationship Id="rId4" Type="http://schemas.openxmlformats.org/officeDocument/2006/relationships/customXml" Target="../ink/ink454.xml"/><Relationship Id="rId180" Type="http://schemas.openxmlformats.org/officeDocument/2006/relationships/customXml" Target="../ink/ink543.xml"/><Relationship Id="rId236" Type="http://schemas.openxmlformats.org/officeDocument/2006/relationships/image" Target="../media/image541.png"/><Relationship Id="rId278" Type="http://schemas.openxmlformats.org/officeDocument/2006/relationships/customXml" Target="../ink/ink593.xml"/><Relationship Id="rId401" Type="http://schemas.openxmlformats.org/officeDocument/2006/relationships/customXml" Target="../ink/ink656.xml"/><Relationship Id="rId443" Type="http://schemas.openxmlformats.org/officeDocument/2006/relationships/image" Target="../media/image642.png"/><Relationship Id="rId303" Type="http://schemas.openxmlformats.org/officeDocument/2006/relationships/customXml" Target="../ink/ink606.xml"/><Relationship Id="rId485" Type="http://schemas.openxmlformats.org/officeDocument/2006/relationships/image" Target="../media/image662.png"/><Relationship Id="rId42" Type="http://schemas.openxmlformats.org/officeDocument/2006/relationships/image" Target="../media/image446.png"/><Relationship Id="rId84" Type="http://schemas.openxmlformats.org/officeDocument/2006/relationships/image" Target="../media/image467.png"/><Relationship Id="rId138" Type="http://schemas.openxmlformats.org/officeDocument/2006/relationships/image" Target="../media/image493.png"/><Relationship Id="rId345" Type="http://schemas.openxmlformats.org/officeDocument/2006/relationships/customXml" Target="../ink/ink627.xml"/><Relationship Id="rId387" Type="http://schemas.openxmlformats.org/officeDocument/2006/relationships/customXml" Target="../ink/ink649.xml"/><Relationship Id="rId510" Type="http://schemas.openxmlformats.org/officeDocument/2006/relationships/customXml" Target="../ink/ink712.xml"/><Relationship Id="rId552" Type="http://schemas.openxmlformats.org/officeDocument/2006/relationships/image" Target="../media/image694.png"/><Relationship Id="rId594" Type="http://schemas.openxmlformats.org/officeDocument/2006/relationships/image" Target="../media/image714.png"/><Relationship Id="rId191" Type="http://schemas.openxmlformats.org/officeDocument/2006/relationships/image" Target="../media/image519.png"/><Relationship Id="rId205" Type="http://schemas.openxmlformats.org/officeDocument/2006/relationships/customXml" Target="../ink/ink556.xml"/><Relationship Id="rId247" Type="http://schemas.openxmlformats.org/officeDocument/2006/relationships/customXml" Target="../ink/ink577.xml"/><Relationship Id="rId412" Type="http://schemas.openxmlformats.org/officeDocument/2006/relationships/customXml" Target="../ink/ink662.xml"/><Relationship Id="rId107" Type="http://schemas.openxmlformats.org/officeDocument/2006/relationships/customXml" Target="../ink/ink506.xml"/><Relationship Id="rId289" Type="http://schemas.openxmlformats.org/officeDocument/2006/relationships/customXml" Target="../ink/ink599.xml"/><Relationship Id="rId454" Type="http://schemas.openxmlformats.org/officeDocument/2006/relationships/image" Target="../media/image647.png"/><Relationship Id="rId496" Type="http://schemas.openxmlformats.org/officeDocument/2006/relationships/customXml" Target="../ink/ink705.xml"/><Relationship Id="rId11" Type="http://schemas.openxmlformats.org/officeDocument/2006/relationships/image" Target="../media/image432.png"/><Relationship Id="rId53" Type="http://schemas.openxmlformats.org/officeDocument/2006/relationships/customXml" Target="../ink/ink479.xml"/><Relationship Id="rId149" Type="http://schemas.openxmlformats.org/officeDocument/2006/relationships/image" Target="../media/image498.png"/><Relationship Id="rId314" Type="http://schemas.openxmlformats.org/officeDocument/2006/relationships/image" Target="../media/image579.png"/><Relationship Id="rId356" Type="http://schemas.openxmlformats.org/officeDocument/2006/relationships/image" Target="../media/image599.png"/><Relationship Id="rId398" Type="http://schemas.openxmlformats.org/officeDocument/2006/relationships/image" Target="../media/image620.png"/><Relationship Id="rId521" Type="http://schemas.openxmlformats.org/officeDocument/2006/relationships/image" Target="../media/image680.png"/><Relationship Id="rId563" Type="http://schemas.openxmlformats.org/officeDocument/2006/relationships/customXml" Target="../ink/ink740.xml"/><Relationship Id="rId95" Type="http://schemas.openxmlformats.org/officeDocument/2006/relationships/customXml" Target="../ink/ink500.xml"/><Relationship Id="rId160" Type="http://schemas.openxmlformats.org/officeDocument/2006/relationships/customXml" Target="../ink/ink533.xml"/><Relationship Id="rId216" Type="http://schemas.openxmlformats.org/officeDocument/2006/relationships/image" Target="../media/image531.png"/><Relationship Id="rId423" Type="http://schemas.openxmlformats.org/officeDocument/2006/relationships/image" Target="../media/image632.png"/><Relationship Id="rId258" Type="http://schemas.openxmlformats.org/officeDocument/2006/relationships/image" Target="../media/image552.png"/><Relationship Id="rId465" Type="http://schemas.openxmlformats.org/officeDocument/2006/relationships/customXml" Target="../ink/ink689.xml"/><Relationship Id="rId22" Type="http://schemas.openxmlformats.org/officeDocument/2006/relationships/customXml" Target="../ink/ink463.xml"/><Relationship Id="rId64" Type="http://schemas.openxmlformats.org/officeDocument/2006/relationships/image" Target="../media/image457.png"/><Relationship Id="rId118" Type="http://schemas.openxmlformats.org/officeDocument/2006/relationships/image" Target="../media/image483.png"/><Relationship Id="rId325" Type="http://schemas.openxmlformats.org/officeDocument/2006/relationships/customXml" Target="../ink/ink617.xml"/><Relationship Id="rId367" Type="http://schemas.openxmlformats.org/officeDocument/2006/relationships/customXml" Target="../ink/ink639.xml"/><Relationship Id="rId532" Type="http://schemas.openxmlformats.org/officeDocument/2006/relationships/customXml" Target="../ink/ink723.xml"/><Relationship Id="rId574" Type="http://schemas.openxmlformats.org/officeDocument/2006/relationships/image" Target="../media/image704.png"/><Relationship Id="rId171" Type="http://schemas.openxmlformats.org/officeDocument/2006/relationships/image" Target="../media/image509.png"/><Relationship Id="rId227" Type="http://schemas.openxmlformats.org/officeDocument/2006/relationships/customXml" Target="../ink/ink567.xml"/><Relationship Id="rId269" Type="http://schemas.openxmlformats.org/officeDocument/2006/relationships/image" Target="../media/image557.png"/><Relationship Id="rId434" Type="http://schemas.openxmlformats.org/officeDocument/2006/relationships/customXml" Target="../ink/ink673.xml"/><Relationship Id="rId476" Type="http://schemas.openxmlformats.org/officeDocument/2006/relationships/image" Target="../media/image658.png"/><Relationship Id="rId33" Type="http://schemas.openxmlformats.org/officeDocument/2006/relationships/customXml" Target="../ink/ink469.xml"/><Relationship Id="rId129" Type="http://schemas.openxmlformats.org/officeDocument/2006/relationships/customXml" Target="../ink/ink517.xml"/><Relationship Id="rId280" Type="http://schemas.openxmlformats.org/officeDocument/2006/relationships/customXml" Target="../ink/ink594.xml"/><Relationship Id="rId336" Type="http://schemas.openxmlformats.org/officeDocument/2006/relationships/image" Target="../media/image590.png"/><Relationship Id="rId501" Type="http://schemas.openxmlformats.org/officeDocument/2006/relationships/image" Target="../media/image670.png"/><Relationship Id="rId543" Type="http://schemas.openxmlformats.org/officeDocument/2006/relationships/customXml" Target="../ink/ink729.xml"/><Relationship Id="rId75" Type="http://schemas.openxmlformats.org/officeDocument/2006/relationships/customXml" Target="../ink/ink490.xml"/><Relationship Id="rId140" Type="http://schemas.openxmlformats.org/officeDocument/2006/relationships/image" Target="../media/image494.png"/><Relationship Id="rId182" Type="http://schemas.openxmlformats.org/officeDocument/2006/relationships/customXml" Target="../ink/ink544.xml"/><Relationship Id="rId378" Type="http://schemas.openxmlformats.org/officeDocument/2006/relationships/image" Target="../media/image610.png"/><Relationship Id="rId403" Type="http://schemas.openxmlformats.org/officeDocument/2006/relationships/customXml" Target="../ink/ink657.xml"/><Relationship Id="rId585" Type="http://schemas.openxmlformats.org/officeDocument/2006/relationships/customXml" Target="../ink/ink751.xml"/><Relationship Id="rId6" Type="http://schemas.openxmlformats.org/officeDocument/2006/relationships/customXml" Target="../ink/ink455.xml"/><Relationship Id="rId238" Type="http://schemas.openxmlformats.org/officeDocument/2006/relationships/image" Target="../media/image542.png"/><Relationship Id="rId445" Type="http://schemas.openxmlformats.org/officeDocument/2006/relationships/image" Target="../media/image643.png"/><Relationship Id="rId487" Type="http://schemas.openxmlformats.org/officeDocument/2006/relationships/image" Target="../media/image663.png"/><Relationship Id="rId291" Type="http://schemas.openxmlformats.org/officeDocument/2006/relationships/customXml" Target="../ink/ink600.xml"/><Relationship Id="rId305" Type="http://schemas.openxmlformats.org/officeDocument/2006/relationships/customXml" Target="../ink/ink607.xml"/><Relationship Id="rId347" Type="http://schemas.openxmlformats.org/officeDocument/2006/relationships/customXml" Target="../ink/ink628.xml"/><Relationship Id="rId512" Type="http://schemas.openxmlformats.org/officeDocument/2006/relationships/customXml" Target="../ink/ink713.xml"/><Relationship Id="rId44" Type="http://schemas.openxmlformats.org/officeDocument/2006/relationships/image" Target="../media/image447.png"/><Relationship Id="rId86" Type="http://schemas.openxmlformats.org/officeDocument/2006/relationships/image" Target="../media/image468.png"/><Relationship Id="rId151" Type="http://schemas.openxmlformats.org/officeDocument/2006/relationships/image" Target="../media/image499.png"/><Relationship Id="rId389" Type="http://schemas.openxmlformats.org/officeDocument/2006/relationships/customXml" Target="../ink/ink650.xml"/><Relationship Id="rId554" Type="http://schemas.openxmlformats.org/officeDocument/2006/relationships/image" Target="../media/image695.png"/><Relationship Id="rId596" Type="http://schemas.openxmlformats.org/officeDocument/2006/relationships/image" Target="../media/image715.png"/><Relationship Id="rId193" Type="http://schemas.openxmlformats.org/officeDocument/2006/relationships/image" Target="../media/image520.png"/><Relationship Id="rId207" Type="http://schemas.openxmlformats.org/officeDocument/2006/relationships/customXml" Target="../ink/ink557.xml"/><Relationship Id="rId249" Type="http://schemas.openxmlformats.org/officeDocument/2006/relationships/customXml" Target="../ink/ink578.xml"/><Relationship Id="rId414" Type="http://schemas.openxmlformats.org/officeDocument/2006/relationships/customXml" Target="../ink/ink663.xml"/><Relationship Id="rId456" Type="http://schemas.openxmlformats.org/officeDocument/2006/relationships/image" Target="../media/image648.png"/><Relationship Id="rId498" Type="http://schemas.openxmlformats.org/officeDocument/2006/relationships/customXml" Target="../ink/ink706.xml"/><Relationship Id="rId13" Type="http://schemas.openxmlformats.org/officeDocument/2006/relationships/image" Target="../media/image27.png"/><Relationship Id="rId109" Type="http://schemas.openxmlformats.org/officeDocument/2006/relationships/customXml" Target="../ink/ink507.xml"/><Relationship Id="rId260" Type="http://schemas.openxmlformats.org/officeDocument/2006/relationships/customXml" Target="../ink/ink584.xml"/><Relationship Id="rId316" Type="http://schemas.openxmlformats.org/officeDocument/2006/relationships/image" Target="../media/image580.png"/><Relationship Id="rId523" Type="http://schemas.openxmlformats.org/officeDocument/2006/relationships/image" Target="../media/image681.png"/><Relationship Id="rId55" Type="http://schemas.openxmlformats.org/officeDocument/2006/relationships/customXml" Target="../ink/ink480.xml"/><Relationship Id="rId97" Type="http://schemas.openxmlformats.org/officeDocument/2006/relationships/customXml" Target="../ink/ink501.xml"/><Relationship Id="rId120" Type="http://schemas.openxmlformats.org/officeDocument/2006/relationships/image" Target="../media/image484.png"/><Relationship Id="rId358" Type="http://schemas.openxmlformats.org/officeDocument/2006/relationships/image" Target="../media/image600.png"/><Relationship Id="rId565" Type="http://schemas.openxmlformats.org/officeDocument/2006/relationships/customXml" Target="../ink/ink741.xml"/><Relationship Id="rId162" Type="http://schemas.openxmlformats.org/officeDocument/2006/relationships/customXml" Target="../ink/ink534.xml"/><Relationship Id="rId218" Type="http://schemas.openxmlformats.org/officeDocument/2006/relationships/image" Target="../media/image532.png"/><Relationship Id="rId425" Type="http://schemas.openxmlformats.org/officeDocument/2006/relationships/image" Target="../media/image633.png"/><Relationship Id="rId467" Type="http://schemas.openxmlformats.org/officeDocument/2006/relationships/customXml" Target="../ink/ink690.xml"/><Relationship Id="rId271" Type="http://schemas.openxmlformats.org/officeDocument/2006/relationships/image" Target="../media/image558.png"/><Relationship Id="rId24" Type="http://schemas.openxmlformats.org/officeDocument/2006/relationships/image" Target="../media/image437.png"/><Relationship Id="rId66" Type="http://schemas.openxmlformats.org/officeDocument/2006/relationships/image" Target="../media/image458.png"/><Relationship Id="rId131" Type="http://schemas.openxmlformats.org/officeDocument/2006/relationships/customXml" Target="../ink/ink518.xml"/><Relationship Id="rId327" Type="http://schemas.openxmlformats.org/officeDocument/2006/relationships/customXml" Target="../ink/ink618.xml"/><Relationship Id="rId369" Type="http://schemas.openxmlformats.org/officeDocument/2006/relationships/customXml" Target="../ink/ink640.xml"/><Relationship Id="rId534" Type="http://schemas.openxmlformats.org/officeDocument/2006/relationships/customXml" Target="../ink/ink724.xml"/><Relationship Id="rId576" Type="http://schemas.openxmlformats.org/officeDocument/2006/relationships/image" Target="../media/image705.png"/><Relationship Id="rId173" Type="http://schemas.openxmlformats.org/officeDocument/2006/relationships/image" Target="../media/image510.png"/><Relationship Id="rId229" Type="http://schemas.openxmlformats.org/officeDocument/2006/relationships/customXml" Target="../ink/ink568.xml"/><Relationship Id="rId380" Type="http://schemas.openxmlformats.org/officeDocument/2006/relationships/image" Target="../media/image611.png"/><Relationship Id="rId436" Type="http://schemas.openxmlformats.org/officeDocument/2006/relationships/customXml" Target="../ink/ink674.xml"/><Relationship Id="rId240" Type="http://schemas.openxmlformats.org/officeDocument/2006/relationships/image" Target="../media/image543.png"/><Relationship Id="rId478" Type="http://schemas.openxmlformats.org/officeDocument/2006/relationships/image" Target="../media/image659.png"/><Relationship Id="rId35" Type="http://schemas.openxmlformats.org/officeDocument/2006/relationships/customXml" Target="../ink/ink470.xml"/><Relationship Id="rId77" Type="http://schemas.openxmlformats.org/officeDocument/2006/relationships/customXml" Target="../ink/ink491.xml"/><Relationship Id="rId100" Type="http://schemas.openxmlformats.org/officeDocument/2006/relationships/image" Target="../media/image475.png"/><Relationship Id="rId282" Type="http://schemas.openxmlformats.org/officeDocument/2006/relationships/customXml" Target="../ink/ink595.xml"/><Relationship Id="rId338" Type="http://schemas.openxmlformats.org/officeDocument/2006/relationships/image" Target="../media/image591.png"/><Relationship Id="rId503" Type="http://schemas.openxmlformats.org/officeDocument/2006/relationships/image" Target="../media/image671.png"/><Relationship Id="rId545" Type="http://schemas.openxmlformats.org/officeDocument/2006/relationships/customXml" Target="../ink/ink730.xml"/><Relationship Id="rId587" Type="http://schemas.openxmlformats.org/officeDocument/2006/relationships/customXml" Target="../ink/ink752.xml"/><Relationship Id="rId8" Type="http://schemas.openxmlformats.org/officeDocument/2006/relationships/customXml" Target="../ink/ink456.xml"/><Relationship Id="rId142" Type="http://schemas.openxmlformats.org/officeDocument/2006/relationships/image" Target="../media/image495.png"/><Relationship Id="rId184" Type="http://schemas.openxmlformats.org/officeDocument/2006/relationships/customXml" Target="../ink/ink545.xml"/><Relationship Id="rId391" Type="http://schemas.openxmlformats.org/officeDocument/2006/relationships/customXml" Target="../ink/ink651.xml"/><Relationship Id="rId405" Type="http://schemas.openxmlformats.org/officeDocument/2006/relationships/customXml" Target="../ink/ink658.xml"/><Relationship Id="rId447" Type="http://schemas.openxmlformats.org/officeDocument/2006/relationships/image" Target="../media/image644.png"/><Relationship Id="rId251" Type="http://schemas.openxmlformats.org/officeDocument/2006/relationships/customXml" Target="../ink/ink579.xml"/><Relationship Id="rId489" Type="http://schemas.openxmlformats.org/officeDocument/2006/relationships/image" Target="../media/image664.png"/><Relationship Id="rId46" Type="http://schemas.openxmlformats.org/officeDocument/2006/relationships/image" Target="../media/image448.png"/><Relationship Id="rId293" Type="http://schemas.openxmlformats.org/officeDocument/2006/relationships/customXml" Target="../ink/ink601.xml"/><Relationship Id="rId307" Type="http://schemas.openxmlformats.org/officeDocument/2006/relationships/customXml" Target="../ink/ink608.xml"/><Relationship Id="rId349" Type="http://schemas.openxmlformats.org/officeDocument/2006/relationships/image" Target="../media/image596.png"/><Relationship Id="rId514" Type="http://schemas.openxmlformats.org/officeDocument/2006/relationships/customXml" Target="../ink/ink714.xml"/><Relationship Id="rId556" Type="http://schemas.openxmlformats.org/officeDocument/2006/relationships/image" Target="../media/image696.png"/><Relationship Id="rId88" Type="http://schemas.openxmlformats.org/officeDocument/2006/relationships/image" Target="../media/image469.png"/><Relationship Id="rId111" Type="http://schemas.openxmlformats.org/officeDocument/2006/relationships/customXml" Target="../ink/ink508.xml"/><Relationship Id="rId153" Type="http://schemas.openxmlformats.org/officeDocument/2006/relationships/image" Target="../media/image500.png"/><Relationship Id="rId195" Type="http://schemas.openxmlformats.org/officeDocument/2006/relationships/image" Target="../media/image521.png"/><Relationship Id="rId209" Type="http://schemas.openxmlformats.org/officeDocument/2006/relationships/customXml" Target="../ink/ink558.xml"/><Relationship Id="rId360" Type="http://schemas.openxmlformats.org/officeDocument/2006/relationships/image" Target="../media/image601.png"/><Relationship Id="rId416" Type="http://schemas.openxmlformats.org/officeDocument/2006/relationships/customXml" Target="../ink/ink664.xml"/><Relationship Id="rId598" Type="http://schemas.openxmlformats.org/officeDocument/2006/relationships/image" Target="../media/image716.png"/><Relationship Id="rId220" Type="http://schemas.openxmlformats.org/officeDocument/2006/relationships/image" Target="../media/image533.png"/><Relationship Id="rId458" Type="http://schemas.openxmlformats.org/officeDocument/2006/relationships/image" Target="../media/image649.png"/><Relationship Id="rId15" Type="http://schemas.openxmlformats.org/officeDocument/2006/relationships/image" Target="../media/image433.png"/><Relationship Id="rId57" Type="http://schemas.openxmlformats.org/officeDocument/2006/relationships/customXml" Target="../ink/ink481.xml"/><Relationship Id="rId262" Type="http://schemas.openxmlformats.org/officeDocument/2006/relationships/customXml" Target="../ink/ink585.xml"/><Relationship Id="rId318" Type="http://schemas.openxmlformats.org/officeDocument/2006/relationships/image" Target="../media/image581.png"/><Relationship Id="rId525" Type="http://schemas.openxmlformats.org/officeDocument/2006/relationships/image" Target="../media/image682.png"/><Relationship Id="rId567" Type="http://schemas.openxmlformats.org/officeDocument/2006/relationships/customXml" Target="../ink/ink742.xml"/><Relationship Id="rId99" Type="http://schemas.openxmlformats.org/officeDocument/2006/relationships/customXml" Target="../ink/ink502.xml"/><Relationship Id="rId122" Type="http://schemas.openxmlformats.org/officeDocument/2006/relationships/image" Target="../media/image485.png"/><Relationship Id="rId164" Type="http://schemas.openxmlformats.org/officeDocument/2006/relationships/customXml" Target="../ink/ink535.xml"/><Relationship Id="rId371" Type="http://schemas.openxmlformats.org/officeDocument/2006/relationships/customXml" Target="../ink/ink641.xml"/><Relationship Id="rId427" Type="http://schemas.openxmlformats.org/officeDocument/2006/relationships/image" Target="../media/image634.png"/><Relationship Id="rId469" Type="http://schemas.openxmlformats.org/officeDocument/2006/relationships/customXml" Target="../ink/ink691.xml"/><Relationship Id="rId26" Type="http://schemas.openxmlformats.org/officeDocument/2006/relationships/image" Target="../media/image438.png"/><Relationship Id="rId231" Type="http://schemas.openxmlformats.org/officeDocument/2006/relationships/customXml" Target="../ink/ink569.xml"/><Relationship Id="rId273" Type="http://schemas.openxmlformats.org/officeDocument/2006/relationships/image" Target="../media/image559.png"/><Relationship Id="rId329" Type="http://schemas.openxmlformats.org/officeDocument/2006/relationships/customXml" Target="../ink/ink619.xml"/><Relationship Id="rId480" Type="http://schemas.openxmlformats.org/officeDocument/2006/relationships/image" Target="../media/image660.png"/><Relationship Id="rId536" Type="http://schemas.openxmlformats.org/officeDocument/2006/relationships/image" Target="../media/image686.png"/><Relationship Id="rId68" Type="http://schemas.openxmlformats.org/officeDocument/2006/relationships/image" Target="../media/image459.png"/><Relationship Id="rId133" Type="http://schemas.openxmlformats.org/officeDocument/2006/relationships/customXml" Target="../ink/ink519.xml"/><Relationship Id="rId175" Type="http://schemas.openxmlformats.org/officeDocument/2006/relationships/image" Target="../media/image511.png"/><Relationship Id="rId340" Type="http://schemas.openxmlformats.org/officeDocument/2006/relationships/image" Target="../media/image592.png"/><Relationship Id="rId578" Type="http://schemas.openxmlformats.org/officeDocument/2006/relationships/image" Target="../media/image706.png"/><Relationship Id="rId200" Type="http://schemas.openxmlformats.org/officeDocument/2006/relationships/customXml" Target="../ink/ink553.xml"/><Relationship Id="rId382" Type="http://schemas.openxmlformats.org/officeDocument/2006/relationships/image" Target="../media/image612.png"/><Relationship Id="rId438" Type="http://schemas.openxmlformats.org/officeDocument/2006/relationships/customXml" Target="../ink/ink675.xml"/><Relationship Id="rId242" Type="http://schemas.openxmlformats.org/officeDocument/2006/relationships/image" Target="../media/image544.png"/><Relationship Id="rId284" Type="http://schemas.openxmlformats.org/officeDocument/2006/relationships/customXml" Target="../ink/ink596.xml"/><Relationship Id="rId491" Type="http://schemas.openxmlformats.org/officeDocument/2006/relationships/image" Target="../media/image665.png"/><Relationship Id="rId505" Type="http://schemas.openxmlformats.org/officeDocument/2006/relationships/image" Target="../media/image672.png"/><Relationship Id="rId37" Type="http://schemas.openxmlformats.org/officeDocument/2006/relationships/customXml" Target="../ink/ink471.xml"/><Relationship Id="rId79" Type="http://schemas.openxmlformats.org/officeDocument/2006/relationships/customXml" Target="../ink/ink492.xml"/><Relationship Id="rId102" Type="http://schemas.openxmlformats.org/officeDocument/2006/relationships/image" Target="../media/image476.png"/><Relationship Id="rId144" Type="http://schemas.openxmlformats.org/officeDocument/2006/relationships/customXml" Target="../ink/ink525.xml"/><Relationship Id="rId547" Type="http://schemas.openxmlformats.org/officeDocument/2006/relationships/customXml" Target="../ink/ink731.xml"/><Relationship Id="rId589" Type="http://schemas.openxmlformats.org/officeDocument/2006/relationships/customXml" Target="../ink/ink753.xml"/><Relationship Id="rId90" Type="http://schemas.openxmlformats.org/officeDocument/2006/relationships/image" Target="../media/image470.png"/><Relationship Id="rId186" Type="http://schemas.openxmlformats.org/officeDocument/2006/relationships/customXml" Target="../ink/ink546.xml"/><Relationship Id="rId351" Type="http://schemas.openxmlformats.org/officeDocument/2006/relationships/image" Target="../media/image597.png"/><Relationship Id="rId393" Type="http://schemas.openxmlformats.org/officeDocument/2006/relationships/customXml" Target="../ink/ink652.xml"/><Relationship Id="rId407" Type="http://schemas.openxmlformats.org/officeDocument/2006/relationships/customXml" Target="../ink/ink659.xml"/><Relationship Id="rId449" Type="http://schemas.openxmlformats.org/officeDocument/2006/relationships/image" Target="../media/image645.png"/><Relationship Id="rId211" Type="http://schemas.openxmlformats.org/officeDocument/2006/relationships/customXml" Target="../ink/ink559.xml"/><Relationship Id="rId253" Type="http://schemas.openxmlformats.org/officeDocument/2006/relationships/customXml" Target="../ink/ink580.xml"/><Relationship Id="rId295" Type="http://schemas.openxmlformats.org/officeDocument/2006/relationships/customXml" Target="../ink/ink602.xml"/><Relationship Id="rId309" Type="http://schemas.openxmlformats.org/officeDocument/2006/relationships/customXml" Target="../ink/ink609.xml"/><Relationship Id="rId460" Type="http://schemas.openxmlformats.org/officeDocument/2006/relationships/image" Target="../media/image650.png"/><Relationship Id="rId516" Type="http://schemas.openxmlformats.org/officeDocument/2006/relationships/customXml" Target="../ink/ink715.xml"/><Relationship Id="rId48" Type="http://schemas.openxmlformats.org/officeDocument/2006/relationships/image" Target="../media/image449.png"/><Relationship Id="rId113" Type="http://schemas.openxmlformats.org/officeDocument/2006/relationships/customXml" Target="../ink/ink509.xml"/><Relationship Id="rId320" Type="http://schemas.openxmlformats.org/officeDocument/2006/relationships/image" Target="../media/image582.png"/><Relationship Id="rId558" Type="http://schemas.openxmlformats.org/officeDocument/2006/relationships/image" Target="../media/image697.png"/><Relationship Id="rId155" Type="http://schemas.openxmlformats.org/officeDocument/2006/relationships/image" Target="../media/image501.png"/><Relationship Id="rId197" Type="http://schemas.openxmlformats.org/officeDocument/2006/relationships/image" Target="../media/image522.png"/><Relationship Id="rId362" Type="http://schemas.openxmlformats.org/officeDocument/2006/relationships/image" Target="../media/image602.png"/><Relationship Id="rId418" Type="http://schemas.openxmlformats.org/officeDocument/2006/relationships/customXml" Target="../ink/ink665.xml"/><Relationship Id="rId222" Type="http://schemas.openxmlformats.org/officeDocument/2006/relationships/image" Target="../media/image534.png"/><Relationship Id="rId264" Type="http://schemas.openxmlformats.org/officeDocument/2006/relationships/customXml" Target="../ink/ink586.xml"/><Relationship Id="rId471" Type="http://schemas.openxmlformats.org/officeDocument/2006/relationships/customXml" Target="../ink/ink692.xml"/><Relationship Id="rId17" Type="http://schemas.openxmlformats.org/officeDocument/2006/relationships/image" Target="../media/image434.png"/><Relationship Id="rId59" Type="http://schemas.openxmlformats.org/officeDocument/2006/relationships/customXml" Target="../ink/ink482.xml"/><Relationship Id="rId124" Type="http://schemas.openxmlformats.org/officeDocument/2006/relationships/image" Target="../media/image486.png"/><Relationship Id="rId527" Type="http://schemas.openxmlformats.org/officeDocument/2006/relationships/image" Target="../media/image315.png"/><Relationship Id="rId569" Type="http://schemas.openxmlformats.org/officeDocument/2006/relationships/customXml" Target="../ink/ink743.xml"/><Relationship Id="rId70" Type="http://schemas.openxmlformats.org/officeDocument/2006/relationships/image" Target="../media/image460.png"/><Relationship Id="rId166" Type="http://schemas.openxmlformats.org/officeDocument/2006/relationships/customXml" Target="../ink/ink536.xml"/><Relationship Id="rId331" Type="http://schemas.openxmlformats.org/officeDocument/2006/relationships/customXml" Target="../ink/ink620.xml"/><Relationship Id="rId373" Type="http://schemas.openxmlformats.org/officeDocument/2006/relationships/customXml" Target="../ink/ink642.xml"/><Relationship Id="rId429" Type="http://schemas.openxmlformats.org/officeDocument/2006/relationships/image" Target="../media/image635.png"/><Relationship Id="rId580" Type="http://schemas.openxmlformats.org/officeDocument/2006/relationships/image" Target="../media/image707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570.xml"/><Relationship Id="rId440" Type="http://schemas.openxmlformats.org/officeDocument/2006/relationships/customXml" Target="../ink/ink676.xml"/><Relationship Id="rId28" Type="http://schemas.openxmlformats.org/officeDocument/2006/relationships/image" Target="../media/image439.png"/><Relationship Id="rId275" Type="http://schemas.openxmlformats.org/officeDocument/2006/relationships/image" Target="../media/image560.png"/><Relationship Id="rId300" Type="http://schemas.openxmlformats.org/officeDocument/2006/relationships/image" Target="../media/image572.png"/><Relationship Id="rId482" Type="http://schemas.openxmlformats.org/officeDocument/2006/relationships/customXml" Target="../ink/ink698.xml"/><Relationship Id="rId538" Type="http://schemas.openxmlformats.org/officeDocument/2006/relationships/image" Target="../media/image687.png"/><Relationship Id="rId81" Type="http://schemas.openxmlformats.org/officeDocument/2006/relationships/customXml" Target="../ink/ink493.xml"/><Relationship Id="rId135" Type="http://schemas.openxmlformats.org/officeDocument/2006/relationships/customXml" Target="../ink/ink520.xml"/><Relationship Id="rId177" Type="http://schemas.openxmlformats.org/officeDocument/2006/relationships/image" Target="../media/image512.png"/><Relationship Id="rId342" Type="http://schemas.openxmlformats.org/officeDocument/2006/relationships/image" Target="../media/image593.png"/><Relationship Id="rId384" Type="http://schemas.openxmlformats.org/officeDocument/2006/relationships/image" Target="../media/image613.png"/><Relationship Id="rId591" Type="http://schemas.openxmlformats.org/officeDocument/2006/relationships/customXml" Target="../ink/ink754.xml"/><Relationship Id="rId202" Type="http://schemas.openxmlformats.org/officeDocument/2006/relationships/customXml" Target="../ink/ink554.xml"/><Relationship Id="rId244" Type="http://schemas.openxmlformats.org/officeDocument/2006/relationships/image" Target="../media/image545.png"/><Relationship Id="rId39" Type="http://schemas.openxmlformats.org/officeDocument/2006/relationships/customXml" Target="../ink/ink472.xml"/><Relationship Id="rId286" Type="http://schemas.openxmlformats.org/officeDocument/2006/relationships/customXml" Target="../ink/ink597.xml"/><Relationship Id="rId451" Type="http://schemas.openxmlformats.org/officeDocument/2006/relationships/image" Target="../media/image646.png"/><Relationship Id="rId493" Type="http://schemas.openxmlformats.org/officeDocument/2006/relationships/image" Target="../media/image666.png"/><Relationship Id="rId507" Type="http://schemas.openxmlformats.org/officeDocument/2006/relationships/image" Target="../media/image673.png"/><Relationship Id="rId549" Type="http://schemas.openxmlformats.org/officeDocument/2006/relationships/customXml" Target="../ink/ink732.xml"/><Relationship Id="rId50" Type="http://schemas.openxmlformats.org/officeDocument/2006/relationships/image" Target="../media/image450.png"/><Relationship Id="rId104" Type="http://schemas.openxmlformats.org/officeDocument/2006/relationships/image" Target="../media/image477.png"/><Relationship Id="rId146" Type="http://schemas.openxmlformats.org/officeDocument/2006/relationships/customXml" Target="../ink/ink526.xml"/><Relationship Id="rId188" Type="http://schemas.openxmlformats.org/officeDocument/2006/relationships/customXml" Target="../ink/ink547.xml"/><Relationship Id="rId311" Type="http://schemas.openxmlformats.org/officeDocument/2006/relationships/customXml" Target="../ink/ink610.xml"/><Relationship Id="rId353" Type="http://schemas.openxmlformats.org/officeDocument/2006/relationships/image" Target="../media/image598.png"/><Relationship Id="rId395" Type="http://schemas.openxmlformats.org/officeDocument/2006/relationships/customXml" Target="../ink/ink653.xml"/><Relationship Id="rId409" Type="http://schemas.openxmlformats.org/officeDocument/2006/relationships/image" Target="../media/image625.png"/><Relationship Id="rId560" Type="http://schemas.openxmlformats.org/officeDocument/2006/relationships/customXml" Target="../ink/ink738.xml"/><Relationship Id="rId92" Type="http://schemas.openxmlformats.org/officeDocument/2006/relationships/image" Target="../media/image471.png"/><Relationship Id="rId213" Type="http://schemas.openxmlformats.org/officeDocument/2006/relationships/customXml" Target="../ink/ink560.xml"/><Relationship Id="rId420" Type="http://schemas.openxmlformats.org/officeDocument/2006/relationships/customXml" Target="../ink/ink666.xml"/><Relationship Id="rId255" Type="http://schemas.openxmlformats.org/officeDocument/2006/relationships/customXml" Target="../ink/ink581.xml"/><Relationship Id="rId297" Type="http://schemas.openxmlformats.org/officeDocument/2006/relationships/customXml" Target="../ink/ink603.xml"/><Relationship Id="rId462" Type="http://schemas.openxmlformats.org/officeDocument/2006/relationships/image" Target="../media/image651.png"/><Relationship Id="rId518" Type="http://schemas.openxmlformats.org/officeDocument/2006/relationships/customXml" Target="../ink/ink716.xml"/><Relationship Id="rId115" Type="http://schemas.openxmlformats.org/officeDocument/2006/relationships/customXml" Target="../ink/ink510.xml"/><Relationship Id="rId157" Type="http://schemas.openxmlformats.org/officeDocument/2006/relationships/image" Target="../media/image502.png"/><Relationship Id="rId322" Type="http://schemas.openxmlformats.org/officeDocument/2006/relationships/image" Target="../media/image583.png"/><Relationship Id="rId364" Type="http://schemas.openxmlformats.org/officeDocument/2006/relationships/image" Target="../media/image603.png"/><Relationship Id="rId61" Type="http://schemas.openxmlformats.org/officeDocument/2006/relationships/customXml" Target="../ink/ink483.xml"/><Relationship Id="rId199" Type="http://schemas.openxmlformats.org/officeDocument/2006/relationships/image" Target="../media/image523.png"/><Relationship Id="rId571" Type="http://schemas.openxmlformats.org/officeDocument/2006/relationships/customXml" Target="../ink/ink744.xml"/><Relationship Id="rId19" Type="http://schemas.openxmlformats.org/officeDocument/2006/relationships/image" Target="../media/image435.png"/><Relationship Id="rId224" Type="http://schemas.openxmlformats.org/officeDocument/2006/relationships/image" Target="../media/image535.png"/><Relationship Id="rId266" Type="http://schemas.openxmlformats.org/officeDocument/2006/relationships/customXml" Target="../ink/ink587.xml"/><Relationship Id="rId431" Type="http://schemas.openxmlformats.org/officeDocument/2006/relationships/image" Target="../media/image636.png"/><Relationship Id="rId473" Type="http://schemas.openxmlformats.org/officeDocument/2006/relationships/customXml" Target="../ink/ink693.xml"/><Relationship Id="rId529" Type="http://schemas.openxmlformats.org/officeDocument/2006/relationships/image" Target="../media/image683.png"/><Relationship Id="rId30" Type="http://schemas.openxmlformats.org/officeDocument/2006/relationships/image" Target="../media/image440.png"/><Relationship Id="rId126" Type="http://schemas.openxmlformats.org/officeDocument/2006/relationships/image" Target="../media/image487.png"/><Relationship Id="rId168" Type="http://schemas.openxmlformats.org/officeDocument/2006/relationships/customXml" Target="../ink/ink537.xml"/><Relationship Id="rId333" Type="http://schemas.openxmlformats.org/officeDocument/2006/relationships/customXml" Target="../ink/ink621.xml"/><Relationship Id="rId540" Type="http://schemas.openxmlformats.org/officeDocument/2006/relationships/image" Target="../media/image688.png"/><Relationship Id="rId72" Type="http://schemas.openxmlformats.org/officeDocument/2006/relationships/image" Target="../media/image461.png"/><Relationship Id="rId375" Type="http://schemas.openxmlformats.org/officeDocument/2006/relationships/customXml" Target="../ink/ink643.xml"/><Relationship Id="rId582" Type="http://schemas.openxmlformats.org/officeDocument/2006/relationships/image" Target="../media/image708.png"/><Relationship Id="rId3" Type="http://schemas.openxmlformats.org/officeDocument/2006/relationships/image" Target="../media/image428.png"/><Relationship Id="rId235" Type="http://schemas.openxmlformats.org/officeDocument/2006/relationships/customXml" Target="../ink/ink571.xml"/><Relationship Id="rId277" Type="http://schemas.openxmlformats.org/officeDocument/2006/relationships/image" Target="../media/image561.png"/><Relationship Id="rId400" Type="http://schemas.openxmlformats.org/officeDocument/2006/relationships/image" Target="../media/image621.png"/><Relationship Id="rId442" Type="http://schemas.openxmlformats.org/officeDocument/2006/relationships/customXml" Target="../ink/ink677.xml"/><Relationship Id="rId484" Type="http://schemas.openxmlformats.org/officeDocument/2006/relationships/customXml" Target="../ink/ink699.xml"/><Relationship Id="rId137" Type="http://schemas.openxmlformats.org/officeDocument/2006/relationships/customXml" Target="../ink/ink521.xml"/><Relationship Id="rId302" Type="http://schemas.openxmlformats.org/officeDocument/2006/relationships/image" Target="../media/image573.png"/><Relationship Id="rId344" Type="http://schemas.openxmlformats.org/officeDocument/2006/relationships/image" Target="../media/image594.png"/><Relationship Id="rId41" Type="http://schemas.openxmlformats.org/officeDocument/2006/relationships/customXml" Target="../ink/ink473.xml"/><Relationship Id="rId83" Type="http://schemas.openxmlformats.org/officeDocument/2006/relationships/customXml" Target="../ink/ink494.xml"/><Relationship Id="rId179" Type="http://schemas.openxmlformats.org/officeDocument/2006/relationships/image" Target="../media/image513.png"/><Relationship Id="rId386" Type="http://schemas.openxmlformats.org/officeDocument/2006/relationships/image" Target="../media/image614.png"/><Relationship Id="rId551" Type="http://schemas.openxmlformats.org/officeDocument/2006/relationships/customXml" Target="../ink/ink733.xml"/><Relationship Id="rId593" Type="http://schemas.openxmlformats.org/officeDocument/2006/relationships/customXml" Target="../ink/ink755.xml"/><Relationship Id="rId190" Type="http://schemas.openxmlformats.org/officeDocument/2006/relationships/customXml" Target="../ink/ink548.xml"/><Relationship Id="rId204" Type="http://schemas.openxmlformats.org/officeDocument/2006/relationships/image" Target="../media/image525.png"/><Relationship Id="rId246" Type="http://schemas.openxmlformats.org/officeDocument/2006/relationships/image" Target="../media/image546.png"/><Relationship Id="rId288" Type="http://schemas.openxmlformats.org/officeDocument/2006/relationships/image" Target="../media/image566.png"/><Relationship Id="rId411" Type="http://schemas.openxmlformats.org/officeDocument/2006/relationships/image" Target="../media/image626.png"/><Relationship Id="rId453" Type="http://schemas.openxmlformats.org/officeDocument/2006/relationships/customXml" Target="../ink/ink683.xml"/><Relationship Id="rId509" Type="http://schemas.openxmlformats.org/officeDocument/2006/relationships/image" Target="../media/image674.png"/><Relationship Id="rId106" Type="http://schemas.openxmlformats.org/officeDocument/2006/relationships/image" Target="../media/image478.png"/><Relationship Id="rId313" Type="http://schemas.openxmlformats.org/officeDocument/2006/relationships/customXml" Target="../ink/ink611.xml"/><Relationship Id="rId495" Type="http://schemas.openxmlformats.org/officeDocument/2006/relationships/image" Target="../media/image667.png"/><Relationship Id="rId10" Type="http://schemas.openxmlformats.org/officeDocument/2006/relationships/customXml" Target="../ink/ink457.xml"/><Relationship Id="rId52" Type="http://schemas.openxmlformats.org/officeDocument/2006/relationships/image" Target="../media/image451.png"/><Relationship Id="rId94" Type="http://schemas.openxmlformats.org/officeDocument/2006/relationships/image" Target="../media/image472.png"/><Relationship Id="rId148" Type="http://schemas.openxmlformats.org/officeDocument/2006/relationships/customXml" Target="../ink/ink527.xml"/><Relationship Id="rId355" Type="http://schemas.openxmlformats.org/officeDocument/2006/relationships/customXml" Target="../ink/ink633.xml"/><Relationship Id="rId397" Type="http://schemas.openxmlformats.org/officeDocument/2006/relationships/customXml" Target="../ink/ink654.xml"/><Relationship Id="rId520" Type="http://schemas.openxmlformats.org/officeDocument/2006/relationships/customXml" Target="../ink/ink717.xml"/><Relationship Id="rId562" Type="http://schemas.openxmlformats.org/officeDocument/2006/relationships/customXml" Target="../ink/ink739.xml"/><Relationship Id="rId215" Type="http://schemas.openxmlformats.org/officeDocument/2006/relationships/customXml" Target="../ink/ink561.xml"/><Relationship Id="rId257" Type="http://schemas.openxmlformats.org/officeDocument/2006/relationships/customXml" Target="../ink/ink582.xml"/><Relationship Id="rId422" Type="http://schemas.openxmlformats.org/officeDocument/2006/relationships/customXml" Target="../ink/ink667.xml"/><Relationship Id="rId464" Type="http://schemas.openxmlformats.org/officeDocument/2006/relationships/image" Target="../media/image652.png"/><Relationship Id="rId299" Type="http://schemas.openxmlformats.org/officeDocument/2006/relationships/customXml" Target="../ink/ink604.xml"/><Relationship Id="rId63" Type="http://schemas.openxmlformats.org/officeDocument/2006/relationships/customXml" Target="../ink/ink484.xml"/><Relationship Id="rId159" Type="http://schemas.openxmlformats.org/officeDocument/2006/relationships/image" Target="../media/image503.png"/><Relationship Id="rId366" Type="http://schemas.openxmlformats.org/officeDocument/2006/relationships/image" Target="../media/image604.png"/><Relationship Id="rId573" Type="http://schemas.openxmlformats.org/officeDocument/2006/relationships/customXml" Target="../ink/ink745.xml"/><Relationship Id="rId226" Type="http://schemas.openxmlformats.org/officeDocument/2006/relationships/image" Target="../media/image536.png"/><Relationship Id="rId433" Type="http://schemas.openxmlformats.org/officeDocument/2006/relationships/image" Target="../media/image637.png"/><Relationship Id="rId74" Type="http://schemas.openxmlformats.org/officeDocument/2006/relationships/image" Target="../media/image462.png"/><Relationship Id="rId377" Type="http://schemas.openxmlformats.org/officeDocument/2006/relationships/customXml" Target="../ink/ink644.xml"/><Relationship Id="rId500" Type="http://schemas.openxmlformats.org/officeDocument/2006/relationships/customXml" Target="../ink/ink707.xml"/><Relationship Id="rId584" Type="http://schemas.openxmlformats.org/officeDocument/2006/relationships/image" Target="../media/image709.png"/><Relationship Id="rId5" Type="http://schemas.openxmlformats.org/officeDocument/2006/relationships/image" Target="../media/image429.png"/><Relationship Id="rId237" Type="http://schemas.openxmlformats.org/officeDocument/2006/relationships/customXml" Target="../ink/ink572.xml"/><Relationship Id="rId444" Type="http://schemas.openxmlformats.org/officeDocument/2006/relationships/customXml" Target="../ink/ink678.xml"/><Relationship Id="rId290" Type="http://schemas.openxmlformats.org/officeDocument/2006/relationships/image" Target="../media/image567.png"/><Relationship Id="rId304" Type="http://schemas.openxmlformats.org/officeDocument/2006/relationships/image" Target="../media/image574.png"/><Relationship Id="rId388" Type="http://schemas.openxmlformats.org/officeDocument/2006/relationships/image" Target="../media/image615.png"/><Relationship Id="rId511" Type="http://schemas.openxmlformats.org/officeDocument/2006/relationships/image" Target="../media/image675.png"/><Relationship Id="rId85" Type="http://schemas.openxmlformats.org/officeDocument/2006/relationships/customXml" Target="../ink/ink495.xml"/><Relationship Id="rId150" Type="http://schemas.openxmlformats.org/officeDocument/2006/relationships/customXml" Target="../ink/ink528.xml"/><Relationship Id="rId595" Type="http://schemas.openxmlformats.org/officeDocument/2006/relationships/customXml" Target="../ink/ink756.xml"/><Relationship Id="rId248" Type="http://schemas.openxmlformats.org/officeDocument/2006/relationships/image" Target="../media/image547.png"/><Relationship Id="rId455" Type="http://schemas.openxmlformats.org/officeDocument/2006/relationships/customXml" Target="../ink/ink684.xml"/><Relationship Id="rId12" Type="http://schemas.openxmlformats.org/officeDocument/2006/relationships/customXml" Target="../ink/ink458.xml"/><Relationship Id="rId108" Type="http://schemas.openxmlformats.org/officeDocument/2006/relationships/image" Target="../media/image479.png"/><Relationship Id="rId315" Type="http://schemas.openxmlformats.org/officeDocument/2006/relationships/customXml" Target="../ink/ink612.xml"/><Relationship Id="rId522" Type="http://schemas.openxmlformats.org/officeDocument/2006/relationships/customXml" Target="../ink/ink718.xml"/><Relationship Id="rId96" Type="http://schemas.openxmlformats.org/officeDocument/2006/relationships/image" Target="../media/image473.png"/><Relationship Id="rId161" Type="http://schemas.openxmlformats.org/officeDocument/2006/relationships/image" Target="../media/image504.png"/><Relationship Id="rId399" Type="http://schemas.openxmlformats.org/officeDocument/2006/relationships/customXml" Target="../ink/ink655.xml"/><Relationship Id="rId259" Type="http://schemas.openxmlformats.org/officeDocument/2006/relationships/customXml" Target="../ink/ink583.xml"/><Relationship Id="rId466" Type="http://schemas.openxmlformats.org/officeDocument/2006/relationships/image" Target="../media/image653.png"/><Relationship Id="rId23" Type="http://schemas.openxmlformats.org/officeDocument/2006/relationships/customXml" Target="../ink/ink464.xml"/><Relationship Id="rId119" Type="http://schemas.openxmlformats.org/officeDocument/2006/relationships/customXml" Target="../ink/ink512.xml"/><Relationship Id="rId326" Type="http://schemas.openxmlformats.org/officeDocument/2006/relationships/image" Target="../media/image585.png"/><Relationship Id="rId533" Type="http://schemas.openxmlformats.org/officeDocument/2006/relationships/image" Target="../media/image685.png"/><Relationship Id="rId172" Type="http://schemas.openxmlformats.org/officeDocument/2006/relationships/customXml" Target="../ink/ink539.xml"/><Relationship Id="rId477" Type="http://schemas.openxmlformats.org/officeDocument/2006/relationships/customXml" Target="../ink/ink695.xml"/><Relationship Id="rId337" Type="http://schemas.openxmlformats.org/officeDocument/2006/relationships/customXml" Target="../ink/ink623.xml"/><Relationship Id="rId34" Type="http://schemas.openxmlformats.org/officeDocument/2006/relationships/image" Target="../media/image442.png"/><Relationship Id="rId544" Type="http://schemas.openxmlformats.org/officeDocument/2006/relationships/image" Target="../media/image690.png"/><Relationship Id="rId183" Type="http://schemas.openxmlformats.org/officeDocument/2006/relationships/image" Target="../media/image515.png"/><Relationship Id="rId390" Type="http://schemas.openxmlformats.org/officeDocument/2006/relationships/image" Target="../media/image616.png"/><Relationship Id="rId404" Type="http://schemas.openxmlformats.org/officeDocument/2006/relationships/image" Target="../media/image623.png"/><Relationship Id="rId250" Type="http://schemas.openxmlformats.org/officeDocument/2006/relationships/image" Target="../media/image548.png"/><Relationship Id="rId488" Type="http://schemas.openxmlformats.org/officeDocument/2006/relationships/customXml" Target="../ink/ink701.xml"/><Relationship Id="rId45" Type="http://schemas.openxmlformats.org/officeDocument/2006/relationships/customXml" Target="../ink/ink475.xml"/><Relationship Id="rId110" Type="http://schemas.openxmlformats.org/officeDocument/2006/relationships/image" Target="../media/image480.png"/><Relationship Id="rId348" Type="http://schemas.openxmlformats.org/officeDocument/2006/relationships/customXml" Target="../ink/ink629.xml"/><Relationship Id="rId555" Type="http://schemas.openxmlformats.org/officeDocument/2006/relationships/customXml" Target="../ink/ink735.xml"/><Relationship Id="rId194" Type="http://schemas.openxmlformats.org/officeDocument/2006/relationships/customXml" Target="../ink/ink550.xml"/><Relationship Id="rId208" Type="http://schemas.openxmlformats.org/officeDocument/2006/relationships/image" Target="../media/image527.png"/><Relationship Id="rId415" Type="http://schemas.openxmlformats.org/officeDocument/2006/relationships/image" Target="../media/image6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8.png"/><Relationship Id="rId2" Type="http://schemas.openxmlformats.org/officeDocument/2006/relationships/image" Target="../media/image7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9.png"/><Relationship Id="rId4" Type="http://schemas.openxmlformats.org/officeDocument/2006/relationships/customXml" Target="../ink/ink75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5.png"/><Relationship Id="rId21" Type="http://schemas.openxmlformats.org/officeDocument/2006/relationships/image" Target="../media/image729.png"/><Relationship Id="rId324" Type="http://schemas.openxmlformats.org/officeDocument/2006/relationships/image" Target="../media/image876.png"/><Relationship Id="rId170" Type="http://schemas.openxmlformats.org/officeDocument/2006/relationships/customXml" Target="../ink/ink844.xml"/><Relationship Id="rId268" Type="http://schemas.openxmlformats.org/officeDocument/2006/relationships/customXml" Target="../ink/ink893.xml"/><Relationship Id="rId475" Type="http://schemas.openxmlformats.org/officeDocument/2006/relationships/image" Target="../media/image951.png"/><Relationship Id="rId32" Type="http://schemas.openxmlformats.org/officeDocument/2006/relationships/customXml" Target="../ink/ink774.xml"/><Relationship Id="rId74" Type="http://schemas.openxmlformats.org/officeDocument/2006/relationships/customXml" Target="../ink/ink795.xml"/><Relationship Id="rId128" Type="http://schemas.openxmlformats.org/officeDocument/2006/relationships/image" Target="../media/image780.png"/><Relationship Id="rId335" Type="http://schemas.openxmlformats.org/officeDocument/2006/relationships/customXml" Target="../ink/ink927.xml"/><Relationship Id="rId377" Type="http://schemas.openxmlformats.org/officeDocument/2006/relationships/customXml" Target="../ink/ink948.xml"/><Relationship Id="rId500" Type="http://schemas.openxmlformats.org/officeDocument/2006/relationships/customXml" Target="../ink/ink1010.xml"/><Relationship Id="rId5" Type="http://schemas.openxmlformats.org/officeDocument/2006/relationships/image" Target="../media/image721.png"/><Relationship Id="rId181" Type="http://schemas.openxmlformats.org/officeDocument/2006/relationships/image" Target="../media/image806.png"/><Relationship Id="rId237" Type="http://schemas.openxmlformats.org/officeDocument/2006/relationships/image" Target="../media/image834.png"/><Relationship Id="rId402" Type="http://schemas.openxmlformats.org/officeDocument/2006/relationships/image" Target="../media/image915.png"/><Relationship Id="rId279" Type="http://schemas.openxmlformats.org/officeDocument/2006/relationships/image" Target="../media/image855.png"/><Relationship Id="rId444" Type="http://schemas.openxmlformats.org/officeDocument/2006/relationships/image" Target="../media/image936.png"/><Relationship Id="rId486" Type="http://schemas.openxmlformats.org/officeDocument/2006/relationships/customXml" Target="../ink/ink1003.xml"/><Relationship Id="rId43" Type="http://schemas.openxmlformats.org/officeDocument/2006/relationships/image" Target="../media/image739.png"/><Relationship Id="rId139" Type="http://schemas.openxmlformats.org/officeDocument/2006/relationships/customXml" Target="../ink/ink828.xml"/><Relationship Id="rId290" Type="http://schemas.openxmlformats.org/officeDocument/2006/relationships/customXml" Target="../ink/ink904.xml"/><Relationship Id="rId304" Type="http://schemas.openxmlformats.org/officeDocument/2006/relationships/customXml" Target="../ink/ink911.xml"/><Relationship Id="rId346" Type="http://schemas.openxmlformats.org/officeDocument/2006/relationships/image" Target="../media/image887.png"/><Relationship Id="rId388" Type="http://schemas.openxmlformats.org/officeDocument/2006/relationships/image" Target="../media/image908.png"/><Relationship Id="rId511" Type="http://schemas.openxmlformats.org/officeDocument/2006/relationships/image" Target="../media/image969.png"/><Relationship Id="rId85" Type="http://schemas.openxmlformats.org/officeDocument/2006/relationships/image" Target="../media/image760.png"/><Relationship Id="rId150" Type="http://schemas.openxmlformats.org/officeDocument/2006/relationships/customXml" Target="../ink/ink834.xml"/><Relationship Id="rId192" Type="http://schemas.openxmlformats.org/officeDocument/2006/relationships/customXml" Target="../ink/ink855.xml"/><Relationship Id="rId206" Type="http://schemas.openxmlformats.org/officeDocument/2006/relationships/customXml" Target="../ink/ink862.xml"/><Relationship Id="rId413" Type="http://schemas.openxmlformats.org/officeDocument/2006/relationships/customXml" Target="../ink/ink966.xml"/><Relationship Id="rId248" Type="http://schemas.openxmlformats.org/officeDocument/2006/relationships/customXml" Target="../ink/ink883.xml"/><Relationship Id="rId455" Type="http://schemas.openxmlformats.org/officeDocument/2006/relationships/customXml" Target="../ink/ink987.xml"/><Relationship Id="rId497" Type="http://schemas.openxmlformats.org/officeDocument/2006/relationships/image" Target="../media/image962.png"/><Relationship Id="rId12" Type="http://schemas.openxmlformats.org/officeDocument/2006/relationships/customXml" Target="../ink/ink764.xml"/><Relationship Id="rId108" Type="http://schemas.openxmlformats.org/officeDocument/2006/relationships/customXml" Target="../ink/ink812.xml"/><Relationship Id="rId315" Type="http://schemas.openxmlformats.org/officeDocument/2006/relationships/image" Target="../media/image872.png"/><Relationship Id="rId357" Type="http://schemas.openxmlformats.org/officeDocument/2006/relationships/customXml" Target="../ink/ink938.xml"/><Relationship Id="rId522" Type="http://schemas.openxmlformats.org/officeDocument/2006/relationships/image" Target="../media/image973.png"/><Relationship Id="rId54" Type="http://schemas.openxmlformats.org/officeDocument/2006/relationships/customXml" Target="../ink/ink785.xml"/><Relationship Id="rId96" Type="http://schemas.openxmlformats.org/officeDocument/2006/relationships/customXml" Target="../ink/ink806.xml"/><Relationship Id="rId161" Type="http://schemas.openxmlformats.org/officeDocument/2006/relationships/image" Target="../media/image796.png"/><Relationship Id="rId217" Type="http://schemas.openxmlformats.org/officeDocument/2006/relationships/image" Target="../media/image824.png"/><Relationship Id="rId399" Type="http://schemas.openxmlformats.org/officeDocument/2006/relationships/customXml" Target="../ink/ink959.xml"/><Relationship Id="rId259" Type="http://schemas.openxmlformats.org/officeDocument/2006/relationships/image" Target="../media/image845.png"/><Relationship Id="rId424" Type="http://schemas.openxmlformats.org/officeDocument/2006/relationships/image" Target="../media/image926.png"/><Relationship Id="rId466" Type="http://schemas.openxmlformats.org/officeDocument/2006/relationships/image" Target="../media/image947.png"/><Relationship Id="rId23" Type="http://schemas.openxmlformats.org/officeDocument/2006/relationships/image" Target="../media/image730.png"/><Relationship Id="rId119" Type="http://schemas.openxmlformats.org/officeDocument/2006/relationships/image" Target="../media/image776.png"/><Relationship Id="rId270" Type="http://schemas.openxmlformats.org/officeDocument/2006/relationships/customXml" Target="../ink/ink894.xml"/><Relationship Id="rId326" Type="http://schemas.openxmlformats.org/officeDocument/2006/relationships/image" Target="../media/image877.png"/><Relationship Id="rId65" Type="http://schemas.openxmlformats.org/officeDocument/2006/relationships/image" Target="../media/image750.png"/><Relationship Id="rId130" Type="http://schemas.openxmlformats.org/officeDocument/2006/relationships/image" Target="../media/image781.png"/><Relationship Id="rId368" Type="http://schemas.openxmlformats.org/officeDocument/2006/relationships/image" Target="../media/image898.png"/><Relationship Id="rId172" Type="http://schemas.openxmlformats.org/officeDocument/2006/relationships/customXml" Target="../ink/ink845.xml"/><Relationship Id="rId228" Type="http://schemas.openxmlformats.org/officeDocument/2006/relationships/customXml" Target="../ink/ink873.xml"/><Relationship Id="rId435" Type="http://schemas.openxmlformats.org/officeDocument/2006/relationships/customXml" Target="../ink/ink977.xml"/><Relationship Id="rId477" Type="http://schemas.openxmlformats.org/officeDocument/2006/relationships/image" Target="../media/image952.png"/><Relationship Id="rId281" Type="http://schemas.openxmlformats.org/officeDocument/2006/relationships/image" Target="../media/image15.png"/><Relationship Id="rId337" Type="http://schemas.openxmlformats.org/officeDocument/2006/relationships/customXml" Target="../ink/ink928.xml"/><Relationship Id="rId502" Type="http://schemas.openxmlformats.org/officeDocument/2006/relationships/customXml" Target="../ink/ink1011.xml"/><Relationship Id="rId34" Type="http://schemas.openxmlformats.org/officeDocument/2006/relationships/customXml" Target="../ink/ink775.xml"/><Relationship Id="rId76" Type="http://schemas.openxmlformats.org/officeDocument/2006/relationships/customXml" Target="../ink/ink796.xml"/><Relationship Id="rId141" Type="http://schemas.openxmlformats.org/officeDocument/2006/relationships/customXml" Target="../ink/ink829.xml"/><Relationship Id="rId379" Type="http://schemas.openxmlformats.org/officeDocument/2006/relationships/customXml" Target="../ink/ink949.xml"/><Relationship Id="rId7" Type="http://schemas.openxmlformats.org/officeDocument/2006/relationships/image" Target="../media/image722.png"/><Relationship Id="rId183" Type="http://schemas.openxmlformats.org/officeDocument/2006/relationships/image" Target="../media/image807.png"/><Relationship Id="rId239" Type="http://schemas.openxmlformats.org/officeDocument/2006/relationships/image" Target="../media/image835.png"/><Relationship Id="rId390" Type="http://schemas.openxmlformats.org/officeDocument/2006/relationships/image" Target="../media/image909.png"/><Relationship Id="rId404" Type="http://schemas.openxmlformats.org/officeDocument/2006/relationships/image" Target="../media/image916.png"/><Relationship Id="rId446" Type="http://schemas.openxmlformats.org/officeDocument/2006/relationships/image" Target="../media/image937.png"/><Relationship Id="rId250" Type="http://schemas.openxmlformats.org/officeDocument/2006/relationships/customXml" Target="../ink/ink884.xml"/><Relationship Id="rId292" Type="http://schemas.openxmlformats.org/officeDocument/2006/relationships/customXml" Target="../ink/ink905.xml"/><Relationship Id="rId306" Type="http://schemas.openxmlformats.org/officeDocument/2006/relationships/customXml" Target="../ink/ink912.xml"/><Relationship Id="rId488" Type="http://schemas.openxmlformats.org/officeDocument/2006/relationships/customXml" Target="../ink/ink1004.xml"/><Relationship Id="rId45" Type="http://schemas.openxmlformats.org/officeDocument/2006/relationships/image" Target="../media/image740.png"/><Relationship Id="rId87" Type="http://schemas.openxmlformats.org/officeDocument/2006/relationships/image" Target="../media/image761.png"/><Relationship Id="rId110" Type="http://schemas.openxmlformats.org/officeDocument/2006/relationships/customXml" Target="../ink/ink813.xml"/><Relationship Id="rId348" Type="http://schemas.openxmlformats.org/officeDocument/2006/relationships/image" Target="../media/image888.png"/><Relationship Id="rId513" Type="http://schemas.openxmlformats.org/officeDocument/2006/relationships/image" Target="../media/image970.png"/><Relationship Id="rId152" Type="http://schemas.openxmlformats.org/officeDocument/2006/relationships/customXml" Target="../ink/ink835.xml"/><Relationship Id="rId194" Type="http://schemas.openxmlformats.org/officeDocument/2006/relationships/customXml" Target="../ink/ink856.xml"/><Relationship Id="rId208" Type="http://schemas.openxmlformats.org/officeDocument/2006/relationships/customXml" Target="../ink/ink863.xml"/><Relationship Id="rId415" Type="http://schemas.openxmlformats.org/officeDocument/2006/relationships/customXml" Target="../ink/ink967.xml"/><Relationship Id="rId457" Type="http://schemas.openxmlformats.org/officeDocument/2006/relationships/customXml" Target="../ink/ink988.xml"/><Relationship Id="rId261" Type="http://schemas.openxmlformats.org/officeDocument/2006/relationships/image" Target="../media/image846.png"/><Relationship Id="rId499" Type="http://schemas.openxmlformats.org/officeDocument/2006/relationships/image" Target="../media/image963.png"/><Relationship Id="rId14" Type="http://schemas.openxmlformats.org/officeDocument/2006/relationships/customXml" Target="../ink/ink765.xml"/><Relationship Id="rId56" Type="http://schemas.openxmlformats.org/officeDocument/2006/relationships/customXml" Target="../ink/ink786.xml"/><Relationship Id="rId317" Type="http://schemas.openxmlformats.org/officeDocument/2006/relationships/image" Target="../media/image873.png"/><Relationship Id="rId359" Type="http://schemas.openxmlformats.org/officeDocument/2006/relationships/customXml" Target="../ink/ink939.xml"/><Relationship Id="rId524" Type="http://schemas.openxmlformats.org/officeDocument/2006/relationships/image" Target="../media/image974.png"/><Relationship Id="rId98" Type="http://schemas.openxmlformats.org/officeDocument/2006/relationships/customXml" Target="../ink/ink807.xml"/><Relationship Id="rId121" Type="http://schemas.openxmlformats.org/officeDocument/2006/relationships/customXml" Target="../ink/ink819.xml"/><Relationship Id="rId163" Type="http://schemas.openxmlformats.org/officeDocument/2006/relationships/image" Target="../media/image797.png"/><Relationship Id="rId219" Type="http://schemas.openxmlformats.org/officeDocument/2006/relationships/image" Target="../media/image825.png"/><Relationship Id="rId370" Type="http://schemas.openxmlformats.org/officeDocument/2006/relationships/image" Target="../media/image899.png"/><Relationship Id="rId426" Type="http://schemas.openxmlformats.org/officeDocument/2006/relationships/image" Target="../media/image927.png"/><Relationship Id="rId230" Type="http://schemas.openxmlformats.org/officeDocument/2006/relationships/customXml" Target="../ink/ink874.xml"/><Relationship Id="rId468" Type="http://schemas.openxmlformats.org/officeDocument/2006/relationships/image" Target="../media/image948.png"/><Relationship Id="rId25" Type="http://schemas.openxmlformats.org/officeDocument/2006/relationships/image" Target="../media/image731.png"/><Relationship Id="rId67" Type="http://schemas.openxmlformats.org/officeDocument/2006/relationships/image" Target="../media/image751.png"/><Relationship Id="rId272" Type="http://schemas.openxmlformats.org/officeDocument/2006/relationships/customXml" Target="../ink/ink895.xml"/><Relationship Id="rId328" Type="http://schemas.openxmlformats.org/officeDocument/2006/relationships/image" Target="../media/image878.png"/><Relationship Id="rId132" Type="http://schemas.openxmlformats.org/officeDocument/2006/relationships/image" Target="../media/image782.png"/><Relationship Id="rId174" Type="http://schemas.openxmlformats.org/officeDocument/2006/relationships/customXml" Target="../ink/ink846.xml"/><Relationship Id="rId381" Type="http://schemas.openxmlformats.org/officeDocument/2006/relationships/customXml" Target="../ink/ink950.xml"/><Relationship Id="rId241" Type="http://schemas.openxmlformats.org/officeDocument/2006/relationships/image" Target="../media/image836.png"/><Relationship Id="rId437" Type="http://schemas.openxmlformats.org/officeDocument/2006/relationships/customXml" Target="../ink/ink978.xml"/><Relationship Id="rId479" Type="http://schemas.openxmlformats.org/officeDocument/2006/relationships/image" Target="../media/image953.png"/><Relationship Id="rId36" Type="http://schemas.openxmlformats.org/officeDocument/2006/relationships/customXml" Target="../ink/ink776.xml"/><Relationship Id="rId283" Type="http://schemas.openxmlformats.org/officeDocument/2006/relationships/image" Target="../media/image856.png"/><Relationship Id="rId339" Type="http://schemas.openxmlformats.org/officeDocument/2006/relationships/customXml" Target="../ink/ink929.xml"/><Relationship Id="rId490" Type="http://schemas.openxmlformats.org/officeDocument/2006/relationships/customXml" Target="../ink/ink1005.xml"/><Relationship Id="rId504" Type="http://schemas.openxmlformats.org/officeDocument/2006/relationships/customXml" Target="../ink/ink1012.xml"/><Relationship Id="rId78" Type="http://schemas.openxmlformats.org/officeDocument/2006/relationships/customXml" Target="../ink/ink797.xml"/><Relationship Id="rId101" Type="http://schemas.openxmlformats.org/officeDocument/2006/relationships/image" Target="../media/image768.png"/><Relationship Id="rId143" Type="http://schemas.openxmlformats.org/officeDocument/2006/relationships/customXml" Target="../ink/ink830.xml"/><Relationship Id="rId185" Type="http://schemas.openxmlformats.org/officeDocument/2006/relationships/image" Target="../media/image808.png"/><Relationship Id="rId350" Type="http://schemas.openxmlformats.org/officeDocument/2006/relationships/image" Target="../media/image889.png"/><Relationship Id="rId406" Type="http://schemas.openxmlformats.org/officeDocument/2006/relationships/image" Target="../media/image917.png"/><Relationship Id="rId9" Type="http://schemas.openxmlformats.org/officeDocument/2006/relationships/image" Target="../media/image723.png"/><Relationship Id="rId210" Type="http://schemas.openxmlformats.org/officeDocument/2006/relationships/customXml" Target="../ink/ink864.xml"/><Relationship Id="rId392" Type="http://schemas.openxmlformats.org/officeDocument/2006/relationships/image" Target="../media/image910.png"/><Relationship Id="rId448" Type="http://schemas.openxmlformats.org/officeDocument/2006/relationships/image" Target="../media/image938.png"/><Relationship Id="rId252" Type="http://schemas.openxmlformats.org/officeDocument/2006/relationships/customXml" Target="../ink/ink885.xml"/><Relationship Id="rId294" Type="http://schemas.openxmlformats.org/officeDocument/2006/relationships/customXml" Target="../ink/ink906.xml"/><Relationship Id="rId308" Type="http://schemas.openxmlformats.org/officeDocument/2006/relationships/customXml" Target="../ink/ink913.xml"/><Relationship Id="rId515" Type="http://schemas.openxmlformats.org/officeDocument/2006/relationships/image" Target="../media/image971.png"/><Relationship Id="rId47" Type="http://schemas.openxmlformats.org/officeDocument/2006/relationships/image" Target="../media/image741.png"/><Relationship Id="rId89" Type="http://schemas.openxmlformats.org/officeDocument/2006/relationships/image" Target="../media/image762.png"/><Relationship Id="rId112" Type="http://schemas.openxmlformats.org/officeDocument/2006/relationships/customXml" Target="../ink/ink814.xml"/><Relationship Id="rId154" Type="http://schemas.openxmlformats.org/officeDocument/2006/relationships/customXml" Target="../ink/ink836.xml"/><Relationship Id="rId361" Type="http://schemas.openxmlformats.org/officeDocument/2006/relationships/customXml" Target="../ink/ink940.xml"/><Relationship Id="rId196" Type="http://schemas.openxmlformats.org/officeDocument/2006/relationships/customXml" Target="../ink/ink857.xml"/><Relationship Id="rId417" Type="http://schemas.openxmlformats.org/officeDocument/2006/relationships/customXml" Target="../ink/ink968.xml"/><Relationship Id="rId459" Type="http://schemas.openxmlformats.org/officeDocument/2006/relationships/customXml" Target="../ink/ink989.xml"/><Relationship Id="rId16" Type="http://schemas.openxmlformats.org/officeDocument/2006/relationships/customXml" Target="../ink/ink766.xml"/><Relationship Id="rId221" Type="http://schemas.openxmlformats.org/officeDocument/2006/relationships/image" Target="../media/image826.png"/><Relationship Id="rId263" Type="http://schemas.openxmlformats.org/officeDocument/2006/relationships/image" Target="../media/image847.png"/><Relationship Id="rId319" Type="http://schemas.openxmlformats.org/officeDocument/2006/relationships/customXml" Target="../ink/ink919.xml"/><Relationship Id="rId470" Type="http://schemas.openxmlformats.org/officeDocument/2006/relationships/customXml" Target="../ink/ink995.xml"/><Relationship Id="rId58" Type="http://schemas.openxmlformats.org/officeDocument/2006/relationships/customXml" Target="../ink/ink787.xml"/><Relationship Id="rId123" Type="http://schemas.openxmlformats.org/officeDocument/2006/relationships/customXml" Target="../ink/ink820.xml"/><Relationship Id="rId330" Type="http://schemas.openxmlformats.org/officeDocument/2006/relationships/image" Target="../media/image879.png"/><Relationship Id="rId165" Type="http://schemas.openxmlformats.org/officeDocument/2006/relationships/image" Target="../media/image798.png"/><Relationship Id="rId372" Type="http://schemas.openxmlformats.org/officeDocument/2006/relationships/image" Target="../media/image900.png"/><Relationship Id="rId428" Type="http://schemas.openxmlformats.org/officeDocument/2006/relationships/image" Target="../media/image928.png"/><Relationship Id="rId232" Type="http://schemas.openxmlformats.org/officeDocument/2006/relationships/customXml" Target="../ink/ink875.xml"/><Relationship Id="rId274" Type="http://schemas.openxmlformats.org/officeDocument/2006/relationships/customXml" Target="../ink/ink896.xml"/><Relationship Id="rId481" Type="http://schemas.openxmlformats.org/officeDocument/2006/relationships/image" Target="../media/image954.png"/><Relationship Id="rId27" Type="http://schemas.openxmlformats.org/officeDocument/2006/relationships/image" Target="../media/image27.png"/><Relationship Id="rId69" Type="http://schemas.openxmlformats.org/officeDocument/2006/relationships/image" Target="../media/image752.png"/><Relationship Id="rId134" Type="http://schemas.openxmlformats.org/officeDocument/2006/relationships/image" Target="../media/image783.png"/><Relationship Id="rId80" Type="http://schemas.openxmlformats.org/officeDocument/2006/relationships/customXml" Target="../ink/ink798.xml"/><Relationship Id="rId176" Type="http://schemas.openxmlformats.org/officeDocument/2006/relationships/customXml" Target="../ink/ink847.xml"/><Relationship Id="rId341" Type="http://schemas.openxmlformats.org/officeDocument/2006/relationships/customXml" Target="../ink/ink930.xml"/><Relationship Id="rId383" Type="http://schemas.openxmlformats.org/officeDocument/2006/relationships/customXml" Target="../ink/ink951.xml"/><Relationship Id="rId439" Type="http://schemas.openxmlformats.org/officeDocument/2006/relationships/customXml" Target="../ink/ink979.xml"/><Relationship Id="rId201" Type="http://schemas.openxmlformats.org/officeDocument/2006/relationships/image" Target="../media/image816.png"/><Relationship Id="rId243" Type="http://schemas.openxmlformats.org/officeDocument/2006/relationships/image" Target="../media/image837.png"/><Relationship Id="rId285" Type="http://schemas.openxmlformats.org/officeDocument/2006/relationships/image" Target="../media/image857.png"/><Relationship Id="rId450" Type="http://schemas.openxmlformats.org/officeDocument/2006/relationships/image" Target="../media/image939.png"/><Relationship Id="rId506" Type="http://schemas.openxmlformats.org/officeDocument/2006/relationships/customXml" Target="../ink/ink1013.xml"/><Relationship Id="rId38" Type="http://schemas.openxmlformats.org/officeDocument/2006/relationships/customXml" Target="../ink/ink777.xml"/><Relationship Id="rId103" Type="http://schemas.openxmlformats.org/officeDocument/2006/relationships/image" Target="../media/image769.png"/><Relationship Id="rId310" Type="http://schemas.openxmlformats.org/officeDocument/2006/relationships/customXml" Target="../ink/ink914.xml"/><Relationship Id="rId492" Type="http://schemas.openxmlformats.org/officeDocument/2006/relationships/customXml" Target="../ink/ink1006.xml"/><Relationship Id="rId91" Type="http://schemas.openxmlformats.org/officeDocument/2006/relationships/image" Target="../media/image763.png"/><Relationship Id="rId145" Type="http://schemas.openxmlformats.org/officeDocument/2006/relationships/image" Target="../media/image788.png"/><Relationship Id="rId187" Type="http://schemas.openxmlformats.org/officeDocument/2006/relationships/image" Target="../media/image809.png"/><Relationship Id="rId352" Type="http://schemas.openxmlformats.org/officeDocument/2006/relationships/image" Target="../media/image890.png"/><Relationship Id="rId394" Type="http://schemas.openxmlformats.org/officeDocument/2006/relationships/image" Target="../media/image911.png"/><Relationship Id="rId408" Type="http://schemas.openxmlformats.org/officeDocument/2006/relationships/image" Target="../media/image918.png"/><Relationship Id="rId212" Type="http://schemas.openxmlformats.org/officeDocument/2006/relationships/customXml" Target="../ink/ink865.xml"/><Relationship Id="rId254" Type="http://schemas.openxmlformats.org/officeDocument/2006/relationships/customXml" Target="../ink/ink886.xml"/><Relationship Id="rId49" Type="http://schemas.openxmlformats.org/officeDocument/2006/relationships/image" Target="../media/image742.png"/><Relationship Id="rId114" Type="http://schemas.openxmlformats.org/officeDocument/2006/relationships/customXml" Target="../ink/ink815.xml"/><Relationship Id="rId296" Type="http://schemas.openxmlformats.org/officeDocument/2006/relationships/customXml" Target="../ink/ink907.xml"/><Relationship Id="rId461" Type="http://schemas.openxmlformats.org/officeDocument/2006/relationships/customXml" Target="../ink/ink990.xml"/><Relationship Id="rId517" Type="http://schemas.openxmlformats.org/officeDocument/2006/relationships/customXml" Target="../ink/ink1019.xml"/><Relationship Id="rId60" Type="http://schemas.openxmlformats.org/officeDocument/2006/relationships/customXml" Target="../ink/ink788.xml"/><Relationship Id="rId156" Type="http://schemas.openxmlformats.org/officeDocument/2006/relationships/customXml" Target="../ink/ink837.xml"/><Relationship Id="rId198" Type="http://schemas.openxmlformats.org/officeDocument/2006/relationships/customXml" Target="../ink/ink858.xml"/><Relationship Id="rId321" Type="http://schemas.openxmlformats.org/officeDocument/2006/relationships/customXml" Target="../ink/ink920.xml"/><Relationship Id="rId363" Type="http://schemas.openxmlformats.org/officeDocument/2006/relationships/customXml" Target="../ink/ink941.xml"/><Relationship Id="rId419" Type="http://schemas.openxmlformats.org/officeDocument/2006/relationships/customXml" Target="../ink/ink969.xml"/><Relationship Id="rId223" Type="http://schemas.openxmlformats.org/officeDocument/2006/relationships/image" Target="../media/image827.png"/><Relationship Id="rId430" Type="http://schemas.openxmlformats.org/officeDocument/2006/relationships/image" Target="../media/image929.png"/><Relationship Id="rId18" Type="http://schemas.openxmlformats.org/officeDocument/2006/relationships/customXml" Target="../ink/ink767.xml"/><Relationship Id="rId265" Type="http://schemas.openxmlformats.org/officeDocument/2006/relationships/image" Target="../media/image848.png"/><Relationship Id="rId472" Type="http://schemas.openxmlformats.org/officeDocument/2006/relationships/customXml" Target="../ink/ink996.xml"/><Relationship Id="rId125" Type="http://schemas.openxmlformats.org/officeDocument/2006/relationships/customXml" Target="../ink/ink821.xml"/><Relationship Id="rId167" Type="http://schemas.openxmlformats.org/officeDocument/2006/relationships/image" Target="../media/image799.png"/><Relationship Id="rId332" Type="http://schemas.openxmlformats.org/officeDocument/2006/relationships/image" Target="../media/image880.png"/><Relationship Id="rId374" Type="http://schemas.openxmlformats.org/officeDocument/2006/relationships/image" Target="../media/image901.png"/><Relationship Id="rId71" Type="http://schemas.openxmlformats.org/officeDocument/2006/relationships/image" Target="../media/image753.png"/><Relationship Id="rId234" Type="http://schemas.openxmlformats.org/officeDocument/2006/relationships/customXml" Target="../ink/ink876.xml"/><Relationship Id="rId2" Type="http://schemas.openxmlformats.org/officeDocument/2006/relationships/customXml" Target="../ink/ink759.xml"/><Relationship Id="rId29" Type="http://schemas.openxmlformats.org/officeDocument/2006/relationships/image" Target="../media/image732.png"/><Relationship Id="rId276" Type="http://schemas.openxmlformats.org/officeDocument/2006/relationships/customXml" Target="../ink/ink897.xml"/><Relationship Id="rId441" Type="http://schemas.openxmlformats.org/officeDocument/2006/relationships/customXml" Target="../ink/ink980.xml"/><Relationship Id="rId483" Type="http://schemas.openxmlformats.org/officeDocument/2006/relationships/image" Target="../media/image955.png"/><Relationship Id="rId40" Type="http://schemas.openxmlformats.org/officeDocument/2006/relationships/customXml" Target="../ink/ink778.xml"/><Relationship Id="rId136" Type="http://schemas.openxmlformats.org/officeDocument/2006/relationships/image" Target="../media/image784.png"/><Relationship Id="rId178" Type="http://schemas.openxmlformats.org/officeDocument/2006/relationships/customXml" Target="../ink/ink848.xml"/><Relationship Id="rId301" Type="http://schemas.openxmlformats.org/officeDocument/2006/relationships/image" Target="../media/image865.png"/><Relationship Id="rId343" Type="http://schemas.openxmlformats.org/officeDocument/2006/relationships/customXml" Target="../ink/ink931.xml"/><Relationship Id="rId82" Type="http://schemas.openxmlformats.org/officeDocument/2006/relationships/customXml" Target="../ink/ink799.xml"/><Relationship Id="rId203" Type="http://schemas.openxmlformats.org/officeDocument/2006/relationships/image" Target="../media/image817.png"/><Relationship Id="rId385" Type="http://schemas.openxmlformats.org/officeDocument/2006/relationships/customXml" Target="../ink/ink952.xml"/><Relationship Id="rId245" Type="http://schemas.openxmlformats.org/officeDocument/2006/relationships/image" Target="../media/image838.png"/><Relationship Id="rId287" Type="http://schemas.openxmlformats.org/officeDocument/2006/relationships/image" Target="../media/image858.png"/><Relationship Id="rId410" Type="http://schemas.openxmlformats.org/officeDocument/2006/relationships/image" Target="../media/image919.png"/><Relationship Id="rId452" Type="http://schemas.openxmlformats.org/officeDocument/2006/relationships/image" Target="../media/image940.png"/><Relationship Id="rId494" Type="http://schemas.openxmlformats.org/officeDocument/2006/relationships/customXml" Target="../ink/ink1007.xml"/><Relationship Id="rId508" Type="http://schemas.openxmlformats.org/officeDocument/2006/relationships/customXml" Target="../ink/ink1014.xml"/><Relationship Id="rId105" Type="http://schemas.openxmlformats.org/officeDocument/2006/relationships/image" Target="../media/image770.png"/><Relationship Id="rId147" Type="http://schemas.openxmlformats.org/officeDocument/2006/relationships/image" Target="../media/image789.png"/><Relationship Id="rId312" Type="http://schemas.openxmlformats.org/officeDocument/2006/relationships/customXml" Target="../ink/ink915.xml"/><Relationship Id="rId354" Type="http://schemas.openxmlformats.org/officeDocument/2006/relationships/image" Target="../media/image891.png"/><Relationship Id="rId51" Type="http://schemas.openxmlformats.org/officeDocument/2006/relationships/image" Target="../media/image743.png"/><Relationship Id="rId93" Type="http://schemas.openxmlformats.org/officeDocument/2006/relationships/image" Target="../media/image764.png"/><Relationship Id="rId189" Type="http://schemas.openxmlformats.org/officeDocument/2006/relationships/image" Target="../media/image810.png"/><Relationship Id="rId396" Type="http://schemas.openxmlformats.org/officeDocument/2006/relationships/image" Target="../media/image912.png"/><Relationship Id="rId214" Type="http://schemas.openxmlformats.org/officeDocument/2006/relationships/customXml" Target="../ink/ink866.xml"/><Relationship Id="rId256" Type="http://schemas.openxmlformats.org/officeDocument/2006/relationships/customXml" Target="../ink/ink887.xml"/><Relationship Id="rId298" Type="http://schemas.openxmlformats.org/officeDocument/2006/relationships/customXml" Target="../ink/ink908.xml"/><Relationship Id="rId421" Type="http://schemas.openxmlformats.org/officeDocument/2006/relationships/customXml" Target="../ink/ink970.xml"/><Relationship Id="rId463" Type="http://schemas.openxmlformats.org/officeDocument/2006/relationships/customXml" Target="../ink/ink991.xml"/><Relationship Id="rId519" Type="http://schemas.openxmlformats.org/officeDocument/2006/relationships/customXml" Target="../ink/ink1020.xml"/><Relationship Id="rId116" Type="http://schemas.openxmlformats.org/officeDocument/2006/relationships/customXml" Target="../ink/ink816.xml"/><Relationship Id="rId158" Type="http://schemas.openxmlformats.org/officeDocument/2006/relationships/customXml" Target="../ink/ink838.xml"/><Relationship Id="rId323" Type="http://schemas.openxmlformats.org/officeDocument/2006/relationships/customXml" Target="../ink/ink921.xml"/><Relationship Id="rId20" Type="http://schemas.openxmlformats.org/officeDocument/2006/relationships/customXml" Target="../ink/ink768.xml"/><Relationship Id="rId62" Type="http://schemas.openxmlformats.org/officeDocument/2006/relationships/customXml" Target="../ink/ink789.xml"/><Relationship Id="rId365" Type="http://schemas.openxmlformats.org/officeDocument/2006/relationships/customXml" Target="../ink/ink942.xml"/><Relationship Id="rId225" Type="http://schemas.openxmlformats.org/officeDocument/2006/relationships/image" Target="../media/image828.png"/><Relationship Id="rId267" Type="http://schemas.openxmlformats.org/officeDocument/2006/relationships/image" Target="../media/image849.png"/><Relationship Id="rId432" Type="http://schemas.openxmlformats.org/officeDocument/2006/relationships/image" Target="../media/image930.png"/><Relationship Id="rId474" Type="http://schemas.openxmlformats.org/officeDocument/2006/relationships/customXml" Target="../ink/ink997.xml"/><Relationship Id="rId127" Type="http://schemas.openxmlformats.org/officeDocument/2006/relationships/customXml" Target="../ink/ink822.xml"/><Relationship Id="rId31" Type="http://schemas.openxmlformats.org/officeDocument/2006/relationships/image" Target="../media/image733.png"/><Relationship Id="rId73" Type="http://schemas.openxmlformats.org/officeDocument/2006/relationships/image" Target="../media/image754.png"/><Relationship Id="rId169" Type="http://schemas.openxmlformats.org/officeDocument/2006/relationships/image" Target="../media/image800.png"/><Relationship Id="rId334" Type="http://schemas.openxmlformats.org/officeDocument/2006/relationships/image" Target="../media/image881.png"/><Relationship Id="rId376" Type="http://schemas.openxmlformats.org/officeDocument/2006/relationships/image" Target="../media/image902.png"/><Relationship Id="rId4" Type="http://schemas.openxmlformats.org/officeDocument/2006/relationships/customXml" Target="../ink/ink760.xml"/><Relationship Id="rId180" Type="http://schemas.openxmlformats.org/officeDocument/2006/relationships/customXml" Target="../ink/ink849.xml"/><Relationship Id="rId236" Type="http://schemas.openxmlformats.org/officeDocument/2006/relationships/customXml" Target="../ink/ink877.xml"/><Relationship Id="rId278" Type="http://schemas.openxmlformats.org/officeDocument/2006/relationships/customXml" Target="../ink/ink898.xml"/><Relationship Id="rId401" Type="http://schemas.openxmlformats.org/officeDocument/2006/relationships/customXml" Target="../ink/ink960.xml"/><Relationship Id="rId443" Type="http://schemas.openxmlformats.org/officeDocument/2006/relationships/customXml" Target="../ink/ink981.xml"/><Relationship Id="rId303" Type="http://schemas.openxmlformats.org/officeDocument/2006/relationships/image" Target="../media/image866.png"/><Relationship Id="rId485" Type="http://schemas.openxmlformats.org/officeDocument/2006/relationships/image" Target="../media/image956.png"/><Relationship Id="rId42" Type="http://schemas.openxmlformats.org/officeDocument/2006/relationships/customXml" Target="../ink/ink779.xml"/><Relationship Id="rId84" Type="http://schemas.openxmlformats.org/officeDocument/2006/relationships/customXml" Target="../ink/ink800.xml"/><Relationship Id="rId138" Type="http://schemas.openxmlformats.org/officeDocument/2006/relationships/image" Target="../media/image785.png"/><Relationship Id="rId345" Type="http://schemas.openxmlformats.org/officeDocument/2006/relationships/customXml" Target="../ink/ink932.xml"/><Relationship Id="rId387" Type="http://schemas.openxmlformats.org/officeDocument/2006/relationships/customXml" Target="../ink/ink953.xml"/><Relationship Id="rId510" Type="http://schemas.openxmlformats.org/officeDocument/2006/relationships/customXml" Target="../ink/ink1015.xml"/><Relationship Id="rId191" Type="http://schemas.openxmlformats.org/officeDocument/2006/relationships/image" Target="../media/image811.png"/><Relationship Id="rId205" Type="http://schemas.openxmlformats.org/officeDocument/2006/relationships/image" Target="../media/image818.png"/><Relationship Id="rId247" Type="http://schemas.openxmlformats.org/officeDocument/2006/relationships/image" Target="../media/image839.png"/><Relationship Id="rId412" Type="http://schemas.openxmlformats.org/officeDocument/2006/relationships/image" Target="../media/image920.png"/><Relationship Id="rId107" Type="http://schemas.openxmlformats.org/officeDocument/2006/relationships/image" Target="../media/image771.png"/><Relationship Id="rId289" Type="http://schemas.openxmlformats.org/officeDocument/2006/relationships/image" Target="../media/image859.png"/><Relationship Id="rId454" Type="http://schemas.openxmlformats.org/officeDocument/2006/relationships/image" Target="../media/image941.png"/><Relationship Id="rId496" Type="http://schemas.openxmlformats.org/officeDocument/2006/relationships/customXml" Target="../ink/ink1008.xml"/><Relationship Id="rId11" Type="http://schemas.openxmlformats.org/officeDocument/2006/relationships/image" Target="../media/image724.png"/><Relationship Id="rId53" Type="http://schemas.openxmlformats.org/officeDocument/2006/relationships/image" Target="../media/image744.png"/><Relationship Id="rId149" Type="http://schemas.openxmlformats.org/officeDocument/2006/relationships/image" Target="../media/image790.png"/><Relationship Id="rId314" Type="http://schemas.openxmlformats.org/officeDocument/2006/relationships/customXml" Target="../ink/ink916.xml"/><Relationship Id="rId356" Type="http://schemas.openxmlformats.org/officeDocument/2006/relationships/image" Target="../media/image892.png"/><Relationship Id="rId398" Type="http://schemas.openxmlformats.org/officeDocument/2006/relationships/image" Target="../media/image913.png"/><Relationship Id="rId521" Type="http://schemas.openxmlformats.org/officeDocument/2006/relationships/customXml" Target="../ink/ink1021.xml"/><Relationship Id="rId95" Type="http://schemas.openxmlformats.org/officeDocument/2006/relationships/image" Target="../media/image765.png"/><Relationship Id="rId160" Type="http://schemas.openxmlformats.org/officeDocument/2006/relationships/customXml" Target="../ink/ink839.xml"/><Relationship Id="rId216" Type="http://schemas.openxmlformats.org/officeDocument/2006/relationships/customXml" Target="../ink/ink867.xml"/><Relationship Id="rId423" Type="http://schemas.openxmlformats.org/officeDocument/2006/relationships/customXml" Target="../ink/ink971.xml"/><Relationship Id="rId258" Type="http://schemas.openxmlformats.org/officeDocument/2006/relationships/customXml" Target="../ink/ink888.xml"/><Relationship Id="rId465" Type="http://schemas.openxmlformats.org/officeDocument/2006/relationships/customXml" Target="../ink/ink992.xml"/><Relationship Id="rId22" Type="http://schemas.openxmlformats.org/officeDocument/2006/relationships/customXml" Target="../ink/ink769.xml"/><Relationship Id="rId64" Type="http://schemas.openxmlformats.org/officeDocument/2006/relationships/customXml" Target="../ink/ink790.xml"/><Relationship Id="rId118" Type="http://schemas.openxmlformats.org/officeDocument/2006/relationships/customXml" Target="../ink/ink817.xml"/><Relationship Id="rId325" Type="http://schemas.openxmlformats.org/officeDocument/2006/relationships/customXml" Target="../ink/ink922.xml"/><Relationship Id="rId367" Type="http://schemas.openxmlformats.org/officeDocument/2006/relationships/customXml" Target="../ink/ink943.xml"/><Relationship Id="rId171" Type="http://schemas.openxmlformats.org/officeDocument/2006/relationships/image" Target="../media/image801.png"/><Relationship Id="rId227" Type="http://schemas.openxmlformats.org/officeDocument/2006/relationships/image" Target="../media/image829.png"/><Relationship Id="rId269" Type="http://schemas.openxmlformats.org/officeDocument/2006/relationships/image" Target="../media/image850.png"/><Relationship Id="rId434" Type="http://schemas.openxmlformats.org/officeDocument/2006/relationships/image" Target="../media/image931.png"/><Relationship Id="rId476" Type="http://schemas.openxmlformats.org/officeDocument/2006/relationships/customXml" Target="../ink/ink998.xml"/><Relationship Id="rId33" Type="http://schemas.openxmlformats.org/officeDocument/2006/relationships/image" Target="../media/image734.png"/><Relationship Id="rId129" Type="http://schemas.openxmlformats.org/officeDocument/2006/relationships/customXml" Target="../ink/ink823.xml"/><Relationship Id="rId280" Type="http://schemas.openxmlformats.org/officeDocument/2006/relationships/customXml" Target="../ink/ink899.xml"/><Relationship Id="rId336" Type="http://schemas.openxmlformats.org/officeDocument/2006/relationships/image" Target="../media/image882.png"/><Relationship Id="rId501" Type="http://schemas.openxmlformats.org/officeDocument/2006/relationships/image" Target="../media/image964.png"/><Relationship Id="rId75" Type="http://schemas.openxmlformats.org/officeDocument/2006/relationships/image" Target="../media/image755.png"/><Relationship Id="rId140" Type="http://schemas.openxmlformats.org/officeDocument/2006/relationships/image" Target="../media/image786.png"/><Relationship Id="rId182" Type="http://schemas.openxmlformats.org/officeDocument/2006/relationships/customXml" Target="../ink/ink850.xml"/><Relationship Id="rId378" Type="http://schemas.openxmlformats.org/officeDocument/2006/relationships/image" Target="../media/image903.png"/><Relationship Id="rId403" Type="http://schemas.openxmlformats.org/officeDocument/2006/relationships/customXml" Target="../ink/ink961.xml"/><Relationship Id="rId6" Type="http://schemas.openxmlformats.org/officeDocument/2006/relationships/customXml" Target="../ink/ink761.xml"/><Relationship Id="rId238" Type="http://schemas.openxmlformats.org/officeDocument/2006/relationships/customXml" Target="../ink/ink878.xml"/><Relationship Id="rId445" Type="http://schemas.openxmlformats.org/officeDocument/2006/relationships/customXml" Target="../ink/ink982.xml"/><Relationship Id="rId487" Type="http://schemas.openxmlformats.org/officeDocument/2006/relationships/image" Target="../media/image957.png"/><Relationship Id="rId291" Type="http://schemas.openxmlformats.org/officeDocument/2006/relationships/image" Target="../media/image860.png"/><Relationship Id="rId305" Type="http://schemas.openxmlformats.org/officeDocument/2006/relationships/image" Target="../media/image867.png"/><Relationship Id="rId347" Type="http://schemas.openxmlformats.org/officeDocument/2006/relationships/customXml" Target="../ink/ink933.xml"/><Relationship Id="rId512" Type="http://schemas.openxmlformats.org/officeDocument/2006/relationships/customXml" Target="../ink/ink1016.xml"/><Relationship Id="rId44" Type="http://schemas.openxmlformats.org/officeDocument/2006/relationships/customXml" Target="../ink/ink780.xml"/><Relationship Id="rId86" Type="http://schemas.openxmlformats.org/officeDocument/2006/relationships/customXml" Target="../ink/ink801.xml"/><Relationship Id="rId151" Type="http://schemas.openxmlformats.org/officeDocument/2006/relationships/image" Target="../media/image791.png"/><Relationship Id="rId389" Type="http://schemas.openxmlformats.org/officeDocument/2006/relationships/customXml" Target="../ink/ink954.xml"/><Relationship Id="rId193" Type="http://schemas.openxmlformats.org/officeDocument/2006/relationships/image" Target="../media/image812.png"/><Relationship Id="rId207" Type="http://schemas.openxmlformats.org/officeDocument/2006/relationships/image" Target="../media/image819.png"/><Relationship Id="rId249" Type="http://schemas.openxmlformats.org/officeDocument/2006/relationships/image" Target="../media/image840.png"/><Relationship Id="rId414" Type="http://schemas.openxmlformats.org/officeDocument/2006/relationships/image" Target="../media/image921.png"/><Relationship Id="rId456" Type="http://schemas.openxmlformats.org/officeDocument/2006/relationships/image" Target="../media/image942.png"/><Relationship Id="rId498" Type="http://schemas.openxmlformats.org/officeDocument/2006/relationships/customXml" Target="../ink/ink1009.xml"/><Relationship Id="rId13" Type="http://schemas.openxmlformats.org/officeDocument/2006/relationships/image" Target="../media/image725.png"/><Relationship Id="rId109" Type="http://schemas.openxmlformats.org/officeDocument/2006/relationships/image" Target="../media/image772.png"/><Relationship Id="rId260" Type="http://schemas.openxmlformats.org/officeDocument/2006/relationships/customXml" Target="../ink/ink889.xml"/><Relationship Id="rId316" Type="http://schemas.openxmlformats.org/officeDocument/2006/relationships/customXml" Target="../ink/ink917.xml"/><Relationship Id="rId523" Type="http://schemas.openxmlformats.org/officeDocument/2006/relationships/customXml" Target="../ink/ink1022.xml"/><Relationship Id="rId55" Type="http://schemas.openxmlformats.org/officeDocument/2006/relationships/image" Target="../media/image745.png"/><Relationship Id="rId97" Type="http://schemas.openxmlformats.org/officeDocument/2006/relationships/image" Target="../media/image766.png"/><Relationship Id="rId120" Type="http://schemas.openxmlformats.org/officeDocument/2006/relationships/customXml" Target="../ink/ink818.xml"/><Relationship Id="rId358" Type="http://schemas.openxmlformats.org/officeDocument/2006/relationships/image" Target="../media/image893.png"/><Relationship Id="rId162" Type="http://schemas.openxmlformats.org/officeDocument/2006/relationships/customXml" Target="../ink/ink840.xml"/><Relationship Id="rId218" Type="http://schemas.openxmlformats.org/officeDocument/2006/relationships/customXml" Target="../ink/ink868.xml"/><Relationship Id="rId425" Type="http://schemas.openxmlformats.org/officeDocument/2006/relationships/customXml" Target="../ink/ink972.xml"/><Relationship Id="rId467" Type="http://schemas.openxmlformats.org/officeDocument/2006/relationships/customXml" Target="../ink/ink993.xml"/><Relationship Id="rId271" Type="http://schemas.openxmlformats.org/officeDocument/2006/relationships/image" Target="../media/image851.png"/><Relationship Id="rId24" Type="http://schemas.openxmlformats.org/officeDocument/2006/relationships/customXml" Target="../ink/ink770.xml"/><Relationship Id="rId66" Type="http://schemas.openxmlformats.org/officeDocument/2006/relationships/customXml" Target="../ink/ink791.xml"/><Relationship Id="rId131" Type="http://schemas.openxmlformats.org/officeDocument/2006/relationships/customXml" Target="../ink/ink824.xml"/><Relationship Id="rId327" Type="http://schemas.openxmlformats.org/officeDocument/2006/relationships/customXml" Target="../ink/ink923.xml"/><Relationship Id="rId369" Type="http://schemas.openxmlformats.org/officeDocument/2006/relationships/customXml" Target="../ink/ink944.xml"/><Relationship Id="rId173" Type="http://schemas.openxmlformats.org/officeDocument/2006/relationships/image" Target="../media/image802.png"/><Relationship Id="rId229" Type="http://schemas.openxmlformats.org/officeDocument/2006/relationships/image" Target="../media/image830.png"/><Relationship Id="rId380" Type="http://schemas.openxmlformats.org/officeDocument/2006/relationships/image" Target="../media/image904.png"/><Relationship Id="rId436" Type="http://schemas.openxmlformats.org/officeDocument/2006/relationships/image" Target="../media/image932.png"/><Relationship Id="rId240" Type="http://schemas.openxmlformats.org/officeDocument/2006/relationships/customXml" Target="../ink/ink879.xml"/><Relationship Id="rId478" Type="http://schemas.openxmlformats.org/officeDocument/2006/relationships/customXml" Target="../ink/ink999.xml"/><Relationship Id="rId35" Type="http://schemas.openxmlformats.org/officeDocument/2006/relationships/image" Target="../media/image735.png"/><Relationship Id="rId77" Type="http://schemas.openxmlformats.org/officeDocument/2006/relationships/image" Target="../media/image756.png"/><Relationship Id="rId100" Type="http://schemas.openxmlformats.org/officeDocument/2006/relationships/customXml" Target="../ink/ink808.xml"/><Relationship Id="rId282" Type="http://schemas.openxmlformats.org/officeDocument/2006/relationships/customXml" Target="../ink/ink900.xml"/><Relationship Id="rId338" Type="http://schemas.openxmlformats.org/officeDocument/2006/relationships/image" Target="../media/image883.png"/><Relationship Id="rId503" Type="http://schemas.openxmlformats.org/officeDocument/2006/relationships/image" Target="../media/image965.png"/><Relationship Id="rId8" Type="http://schemas.openxmlformats.org/officeDocument/2006/relationships/customXml" Target="../ink/ink762.xml"/><Relationship Id="rId142" Type="http://schemas.openxmlformats.org/officeDocument/2006/relationships/image" Target="../media/image787.png"/><Relationship Id="rId184" Type="http://schemas.openxmlformats.org/officeDocument/2006/relationships/customXml" Target="../ink/ink851.xml"/><Relationship Id="rId391" Type="http://schemas.openxmlformats.org/officeDocument/2006/relationships/customXml" Target="../ink/ink955.xml"/><Relationship Id="rId405" Type="http://schemas.openxmlformats.org/officeDocument/2006/relationships/customXml" Target="../ink/ink962.xml"/><Relationship Id="rId447" Type="http://schemas.openxmlformats.org/officeDocument/2006/relationships/customXml" Target="../ink/ink983.xml"/><Relationship Id="rId251" Type="http://schemas.openxmlformats.org/officeDocument/2006/relationships/image" Target="../media/image841.png"/><Relationship Id="rId489" Type="http://schemas.openxmlformats.org/officeDocument/2006/relationships/image" Target="../media/image958.png"/><Relationship Id="rId46" Type="http://schemas.openxmlformats.org/officeDocument/2006/relationships/customXml" Target="../ink/ink781.xml"/><Relationship Id="rId293" Type="http://schemas.openxmlformats.org/officeDocument/2006/relationships/image" Target="../media/image861.png"/><Relationship Id="rId307" Type="http://schemas.openxmlformats.org/officeDocument/2006/relationships/image" Target="../media/image868.png"/><Relationship Id="rId349" Type="http://schemas.openxmlformats.org/officeDocument/2006/relationships/customXml" Target="../ink/ink934.xml"/><Relationship Id="rId514" Type="http://schemas.openxmlformats.org/officeDocument/2006/relationships/customXml" Target="../ink/ink1017.xml"/><Relationship Id="rId88" Type="http://schemas.openxmlformats.org/officeDocument/2006/relationships/customXml" Target="../ink/ink802.xml"/><Relationship Id="rId111" Type="http://schemas.openxmlformats.org/officeDocument/2006/relationships/image" Target="../media/image315.png"/><Relationship Id="rId153" Type="http://schemas.openxmlformats.org/officeDocument/2006/relationships/image" Target="../media/image792.png"/><Relationship Id="rId195" Type="http://schemas.openxmlformats.org/officeDocument/2006/relationships/image" Target="../media/image813.png"/><Relationship Id="rId209" Type="http://schemas.openxmlformats.org/officeDocument/2006/relationships/image" Target="../media/image820.png"/><Relationship Id="rId360" Type="http://schemas.openxmlformats.org/officeDocument/2006/relationships/image" Target="../media/image894.png"/><Relationship Id="rId416" Type="http://schemas.openxmlformats.org/officeDocument/2006/relationships/image" Target="../media/image922.png"/><Relationship Id="rId220" Type="http://schemas.openxmlformats.org/officeDocument/2006/relationships/customXml" Target="../ink/ink869.xml"/><Relationship Id="rId458" Type="http://schemas.openxmlformats.org/officeDocument/2006/relationships/image" Target="../media/image943.png"/><Relationship Id="rId15" Type="http://schemas.openxmlformats.org/officeDocument/2006/relationships/image" Target="../media/image726.png"/><Relationship Id="rId57" Type="http://schemas.openxmlformats.org/officeDocument/2006/relationships/image" Target="../media/image746.png"/><Relationship Id="rId262" Type="http://schemas.openxmlformats.org/officeDocument/2006/relationships/customXml" Target="../ink/ink890.xml"/><Relationship Id="rId318" Type="http://schemas.openxmlformats.org/officeDocument/2006/relationships/customXml" Target="../ink/ink918.xml"/><Relationship Id="rId99" Type="http://schemas.openxmlformats.org/officeDocument/2006/relationships/image" Target="../media/image767.png"/><Relationship Id="rId122" Type="http://schemas.openxmlformats.org/officeDocument/2006/relationships/image" Target="../media/image777.png"/><Relationship Id="rId164" Type="http://schemas.openxmlformats.org/officeDocument/2006/relationships/customXml" Target="../ink/ink841.xml"/><Relationship Id="rId371" Type="http://schemas.openxmlformats.org/officeDocument/2006/relationships/customXml" Target="../ink/ink945.xml"/><Relationship Id="rId427" Type="http://schemas.openxmlformats.org/officeDocument/2006/relationships/customXml" Target="../ink/ink973.xml"/><Relationship Id="rId469" Type="http://schemas.openxmlformats.org/officeDocument/2006/relationships/customXml" Target="../ink/ink994.xml"/><Relationship Id="rId26" Type="http://schemas.openxmlformats.org/officeDocument/2006/relationships/customXml" Target="../ink/ink771.xml"/><Relationship Id="rId231" Type="http://schemas.openxmlformats.org/officeDocument/2006/relationships/image" Target="../media/image831.png"/><Relationship Id="rId273" Type="http://schemas.openxmlformats.org/officeDocument/2006/relationships/image" Target="../media/image852.png"/><Relationship Id="rId329" Type="http://schemas.openxmlformats.org/officeDocument/2006/relationships/customXml" Target="../ink/ink924.xml"/><Relationship Id="rId480" Type="http://schemas.openxmlformats.org/officeDocument/2006/relationships/customXml" Target="../ink/ink1000.xml"/><Relationship Id="rId68" Type="http://schemas.openxmlformats.org/officeDocument/2006/relationships/customXml" Target="../ink/ink792.xml"/><Relationship Id="rId133" Type="http://schemas.openxmlformats.org/officeDocument/2006/relationships/customXml" Target="../ink/ink825.xml"/><Relationship Id="rId175" Type="http://schemas.openxmlformats.org/officeDocument/2006/relationships/image" Target="../media/image803.png"/><Relationship Id="rId340" Type="http://schemas.openxmlformats.org/officeDocument/2006/relationships/image" Target="../media/image884.png"/><Relationship Id="rId200" Type="http://schemas.openxmlformats.org/officeDocument/2006/relationships/customXml" Target="../ink/ink859.xml"/><Relationship Id="rId382" Type="http://schemas.openxmlformats.org/officeDocument/2006/relationships/image" Target="../media/image905.png"/><Relationship Id="rId438" Type="http://schemas.openxmlformats.org/officeDocument/2006/relationships/image" Target="../media/image933.png"/><Relationship Id="rId242" Type="http://schemas.openxmlformats.org/officeDocument/2006/relationships/customXml" Target="../ink/ink880.xml"/><Relationship Id="rId284" Type="http://schemas.openxmlformats.org/officeDocument/2006/relationships/customXml" Target="../ink/ink901.xml"/><Relationship Id="rId491" Type="http://schemas.openxmlformats.org/officeDocument/2006/relationships/image" Target="../media/image959.png"/><Relationship Id="rId505" Type="http://schemas.openxmlformats.org/officeDocument/2006/relationships/image" Target="../media/image966.png"/><Relationship Id="rId37" Type="http://schemas.openxmlformats.org/officeDocument/2006/relationships/image" Target="../media/image736.png"/><Relationship Id="rId79" Type="http://schemas.openxmlformats.org/officeDocument/2006/relationships/image" Target="../media/image757.png"/><Relationship Id="rId102" Type="http://schemas.openxmlformats.org/officeDocument/2006/relationships/customXml" Target="../ink/ink809.xml"/><Relationship Id="rId144" Type="http://schemas.openxmlformats.org/officeDocument/2006/relationships/customXml" Target="../ink/ink831.xml"/><Relationship Id="rId90" Type="http://schemas.openxmlformats.org/officeDocument/2006/relationships/customXml" Target="../ink/ink803.xml"/><Relationship Id="rId186" Type="http://schemas.openxmlformats.org/officeDocument/2006/relationships/customXml" Target="../ink/ink852.xml"/><Relationship Id="rId351" Type="http://schemas.openxmlformats.org/officeDocument/2006/relationships/customXml" Target="../ink/ink935.xml"/><Relationship Id="rId393" Type="http://schemas.openxmlformats.org/officeDocument/2006/relationships/customXml" Target="../ink/ink956.xml"/><Relationship Id="rId407" Type="http://schemas.openxmlformats.org/officeDocument/2006/relationships/customXml" Target="../ink/ink963.xml"/><Relationship Id="rId449" Type="http://schemas.openxmlformats.org/officeDocument/2006/relationships/customXml" Target="../ink/ink984.xml"/><Relationship Id="rId211" Type="http://schemas.openxmlformats.org/officeDocument/2006/relationships/image" Target="../media/image821.png"/><Relationship Id="rId253" Type="http://schemas.openxmlformats.org/officeDocument/2006/relationships/image" Target="../media/image842.png"/><Relationship Id="rId295" Type="http://schemas.openxmlformats.org/officeDocument/2006/relationships/image" Target="../media/image862.png"/><Relationship Id="rId309" Type="http://schemas.openxmlformats.org/officeDocument/2006/relationships/image" Target="../media/image869.png"/><Relationship Id="rId460" Type="http://schemas.openxmlformats.org/officeDocument/2006/relationships/image" Target="../media/image944.png"/><Relationship Id="rId516" Type="http://schemas.openxmlformats.org/officeDocument/2006/relationships/customXml" Target="../ink/ink1018.xml"/><Relationship Id="rId48" Type="http://schemas.openxmlformats.org/officeDocument/2006/relationships/customXml" Target="../ink/ink782.xml"/><Relationship Id="rId113" Type="http://schemas.openxmlformats.org/officeDocument/2006/relationships/image" Target="../media/image773.png"/><Relationship Id="rId320" Type="http://schemas.openxmlformats.org/officeDocument/2006/relationships/image" Target="../media/image874.png"/><Relationship Id="rId155" Type="http://schemas.openxmlformats.org/officeDocument/2006/relationships/image" Target="../media/image793.png"/><Relationship Id="rId197" Type="http://schemas.openxmlformats.org/officeDocument/2006/relationships/image" Target="../media/image814.png"/><Relationship Id="rId362" Type="http://schemas.openxmlformats.org/officeDocument/2006/relationships/image" Target="../media/image895.png"/><Relationship Id="rId418" Type="http://schemas.openxmlformats.org/officeDocument/2006/relationships/image" Target="../media/image923.png"/><Relationship Id="rId222" Type="http://schemas.openxmlformats.org/officeDocument/2006/relationships/customXml" Target="../ink/ink870.xml"/><Relationship Id="rId264" Type="http://schemas.openxmlformats.org/officeDocument/2006/relationships/customXml" Target="../ink/ink891.xml"/><Relationship Id="rId471" Type="http://schemas.openxmlformats.org/officeDocument/2006/relationships/image" Target="../media/image949.png"/><Relationship Id="rId17" Type="http://schemas.openxmlformats.org/officeDocument/2006/relationships/image" Target="../media/image727.png"/><Relationship Id="rId59" Type="http://schemas.openxmlformats.org/officeDocument/2006/relationships/image" Target="../media/image747.png"/><Relationship Id="rId124" Type="http://schemas.openxmlformats.org/officeDocument/2006/relationships/image" Target="../media/image778.png"/><Relationship Id="rId70" Type="http://schemas.openxmlformats.org/officeDocument/2006/relationships/customXml" Target="../ink/ink793.xml"/><Relationship Id="rId166" Type="http://schemas.openxmlformats.org/officeDocument/2006/relationships/customXml" Target="../ink/ink842.xml"/><Relationship Id="rId331" Type="http://schemas.openxmlformats.org/officeDocument/2006/relationships/customXml" Target="../ink/ink925.xml"/><Relationship Id="rId373" Type="http://schemas.openxmlformats.org/officeDocument/2006/relationships/customXml" Target="../ink/ink946.xml"/><Relationship Id="rId429" Type="http://schemas.openxmlformats.org/officeDocument/2006/relationships/customXml" Target="../ink/ink974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32.png"/><Relationship Id="rId440" Type="http://schemas.openxmlformats.org/officeDocument/2006/relationships/image" Target="../media/image934.png"/><Relationship Id="rId28" Type="http://schemas.openxmlformats.org/officeDocument/2006/relationships/customXml" Target="../ink/ink772.xml"/><Relationship Id="rId275" Type="http://schemas.openxmlformats.org/officeDocument/2006/relationships/image" Target="../media/image853.png"/><Relationship Id="rId300" Type="http://schemas.openxmlformats.org/officeDocument/2006/relationships/customXml" Target="../ink/ink909.xml"/><Relationship Id="rId482" Type="http://schemas.openxmlformats.org/officeDocument/2006/relationships/customXml" Target="../ink/ink1001.xml"/><Relationship Id="rId81" Type="http://schemas.openxmlformats.org/officeDocument/2006/relationships/image" Target="../media/image758.png"/><Relationship Id="rId135" Type="http://schemas.openxmlformats.org/officeDocument/2006/relationships/customXml" Target="../ink/ink826.xml"/><Relationship Id="rId177" Type="http://schemas.openxmlformats.org/officeDocument/2006/relationships/image" Target="../media/image804.png"/><Relationship Id="rId342" Type="http://schemas.openxmlformats.org/officeDocument/2006/relationships/image" Target="../media/image885.png"/><Relationship Id="rId384" Type="http://schemas.openxmlformats.org/officeDocument/2006/relationships/image" Target="../media/image906.png"/><Relationship Id="rId202" Type="http://schemas.openxmlformats.org/officeDocument/2006/relationships/customXml" Target="../ink/ink860.xml"/><Relationship Id="rId244" Type="http://schemas.openxmlformats.org/officeDocument/2006/relationships/customXml" Target="../ink/ink881.xml"/><Relationship Id="rId39" Type="http://schemas.openxmlformats.org/officeDocument/2006/relationships/image" Target="../media/image737.png"/><Relationship Id="rId286" Type="http://schemas.openxmlformats.org/officeDocument/2006/relationships/customXml" Target="../ink/ink902.xml"/><Relationship Id="rId451" Type="http://schemas.openxmlformats.org/officeDocument/2006/relationships/customXml" Target="../ink/ink985.xml"/><Relationship Id="rId493" Type="http://schemas.openxmlformats.org/officeDocument/2006/relationships/image" Target="../media/image960.png"/><Relationship Id="rId507" Type="http://schemas.openxmlformats.org/officeDocument/2006/relationships/image" Target="../media/image967.png"/><Relationship Id="rId50" Type="http://schemas.openxmlformats.org/officeDocument/2006/relationships/customXml" Target="../ink/ink783.xml"/><Relationship Id="rId104" Type="http://schemas.openxmlformats.org/officeDocument/2006/relationships/customXml" Target="../ink/ink810.xml"/><Relationship Id="rId146" Type="http://schemas.openxmlformats.org/officeDocument/2006/relationships/customXml" Target="../ink/ink832.xml"/><Relationship Id="rId188" Type="http://schemas.openxmlformats.org/officeDocument/2006/relationships/customXml" Target="../ink/ink853.xml"/><Relationship Id="rId311" Type="http://schemas.openxmlformats.org/officeDocument/2006/relationships/image" Target="../media/image870.png"/><Relationship Id="rId353" Type="http://schemas.openxmlformats.org/officeDocument/2006/relationships/customXml" Target="../ink/ink936.xml"/><Relationship Id="rId395" Type="http://schemas.openxmlformats.org/officeDocument/2006/relationships/customXml" Target="../ink/ink957.xml"/><Relationship Id="rId409" Type="http://schemas.openxmlformats.org/officeDocument/2006/relationships/customXml" Target="../ink/ink964.xml"/><Relationship Id="rId92" Type="http://schemas.openxmlformats.org/officeDocument/2006/relationships/customXml" Target="../ink/ink804.xml"/><Relationship Id="rId213" Type="http://schemas.openxmlformats.org/officeDocument/2006/relationships/image" Target="../media/image822.png"/><Relationship Id="rId420" Type="http://schemas.openxmlformats.org/officeDocument/2006/relationships/image" Target="../media/image924.png"/><Relationship Id="rId255" Type="http://schemas.openxmlformats.org/officeDocument/2006/relationships/image" Target="../media/image843.png"/><Relationship Id="rId297" Type="http://schemas.openxmlformats.org/officeDocument/2006/relationships/image" Target="../media/image863.png"/><Relationship Id="rId462" Type="http://schemas.openxmlformats.org/officeDocument/2006/relationships/image" Target="../media/image945.png"/><Relationship Id="rId518" Type="http://schemas.openxmlformats.org/officeDocument/2006/relationships/image" Target="../media/image972.png"/><Relationship Id="rId115" Type="http://schemas.openxmlformats.org/officeDocument/2006/relationships/image" Target="../media/image774.png"/><Relationship Id="rId157" Type="http://schemas.openxmlformats.org/officeDocument/2006/relationships/image" Target="../media/image794.png"/><Relationship Id="rId322" Type="http://schemas.openxmlformats.org/officeDocument/2006/relationships/image" Target="../media/image875.png"/><Relationship Id="rId364" Type="http://schemas.openxmlformats.org/officeDocument/2006/relationships/image" Target="../media/image896.png"/><Relationship Id="rId61" Type="http://schemas.openxmlformats.org/officeDocument/2006/relationships/image" Target="../media/image748.png"/><Relationship Id="rId199" Type="http://schemas.openxmlformats.org/officeDocument/2006/relationships/image" Target="../media/image815.png"/><Relationship Id="rId19" Type="http://schemas.openxmlformats.org/officeDocument/2006/relationships/image" Target="../media/image728.png"/><Relationship Id="rId224" Type="http://schemas.openxmlformats.org/officeDocument/2006/relationships/customXml" Target="../ink/ink871.xml"/><Relationship Id="rId266" Type="http://schemas.openxmlformats.org/officeDocument/2006/relationships/customXml" Target="../ink/ink892.xml"/><Relationship Id="rId431" Type="http://schemas.openxmlformats.org/officeDocument/2006/relationships/customXml" Target="../ink/ink975.xml"/><Relationship Id="rId473" Type="http://schemas.openxmlformats.org/officeDocument/2006/relationships/image" Target="../media/image950.png"/><Relationship Id="rId30" Type="http://schemas.openxmlformats.org/officeDocument/2006/relationships/customXml" Target="../ink/ink773.xml"/><Relationship Id="rId126" Type="http://schemas.openxmlformats.org/officeDocument/2006/relationships/image" Target="../media/image779.png"/><Relationship Id="rId168" Type="http://schemas.openxmlformats.org/officeDocument/2006/relationships/customXml" Target="../ink/ink843.xml"/><Relationship Id="rId333" Type="http://schemas.openxmlformats.org/officeDocument/2006/relationships/customXml" Target="../ink/ink926.xml"/><Relationship Id="rId72" Type="http://schemas.openxmlformats.org/officeDocument/2006/relationships/customXml" Target="../ink/ink794.xml"/><Relationship Id="rId375" Type="http://schemas.openxmlformats.org/officeDocument/2006/relationships/customXml" Target="../ink/ink947.xml"/><Relationship Id="rId3" Type="http://schemas.openxmlformats.org/officeDocument/2006/relationships/image" Target="../media/image720.png"/><Relationship Id="rId235" Type="http://schemas.openxmlformats.org/officeDocument/2006/relationships/image" Target="../media/image833.png"/><Relationship Id="rId277" Type="http://schemas.openxmlformats.org/officeDocument/2006/relationships/image" Target="../media/image854.png"/><Relationship Id="rId400" Type="http://schemas.openxmlformats.org/officeDocument/2006/relationships/image" Target="../media/image914.png"/><Relationship Id="rId442" Type="http://schemas.openxmlformats.org/officeDocument/2006/relationships/image" Target="../media/image935.png"/><Relationship Id="rId484" Type="http://schemas.openxmlformats.org/officeDocument/2006/relationships/customXml" Target="../ink/ink1002.xml"/><Relationship Id="rId137" Type="http://schemas.openxmlformats.org/officeDocument/2006/relationships/customXml" Target="../ink/ink827.xml"/><Relationship Id="rId302" Type="http://schemas.openxmlformats.org/officeDocument/2006/relationships/customXml" Target="../ink/ink910.xml"/><Relationship Id="rId344" Type="http://schemas.openxmlformats.org/officeDocument/2006/relationships/image" Target="../media/image886.png"/><Relationship Id="rId41" Type="http://schemas.openxmlformats.org/officeDocument/2006/relationships/image" Target="../media/image738.png"/><Relationship Id="rId83" Type="http://schemas.openxmlformats.org/officeDocument/2006/relationships/image" Target="../media/image759.png"/><Relationship Id="rId179" Type="http://schemas.openxmlformats.org/officeDocument/2006/relationships/image" Target="../media/image805.png"/><Relationship Id="rId386" Type="http://schemas.openxmlformats.org/officeDocument/2006/relationships/image" Target="../media/image907.png"/><Relationship Id="rId190" Type="http://schemas.openxmlformats.org/officeDocument/2006/relationships/customXml" Target="../ink/ink854.xml"/><Relationship Id="rId204" Type="http://schemas.openxmlformats.org/officeDocument/2006/relationships/customXml" Target="../ink/ink861.xml"/><Relationship Id="rId246" Type="http://schemas.openxmlformats.org/officeDocument/2006/relationships/customXml" Target="../ink/ink882.xml"/><Relationship Id="rId288" Type="http://schemas.openxmlformats.org/officeDocument/2006/relationships/customXml" Target="../ink/ink903.xml"/><Relationship Id="rId411" Type="http://schemas.openxmlformats.org/officeDocument/2006/relationships/customXml" Target="../ink/ink965.xml"/><Relationship Id="rId453" Type="http://schemas.openxmlformats.org/officeDocument/2006/relationships/customXml" Target="../ink/ink986.xml"/><Relationship Id="rId509" Type="http://schemas.openxmlformats.org/officeDocument/2006/relationships/image" Target="../media/image968.png"/><Relationship Id="rId106" Type="http://schemas.openxmlformats.org/officeDocument/2006/relationships/customXml" Target="../ink/ink811.xml"/><Relationship Id="rId313" Type="http://schemas.openxmlformats.org/officeDocument/2006/relationships/image" Target="../media/image871.png"/><Relationship Id="rId495" Type="http://schemas.openxmlformats.org/officeDocument/2006/relationships/image" Target="../media/image961.png"/><Relationship Id="rId10" Type="http://schemas.openxmlformats.org/officeDocument/2006/relationships/customXml" Target="../ink/ink763.xml"/><Relationship Id="rId52" Type="http://schemas.openxmlformats.org/officeDocument/2006/relationships/customXml" Target="../ink/ink784.xml"/><Relationship Id="rId94" Type="http://schemas.openxmlformats.org/officeDocument/2006/relationships/customXml" Target="../ink/ink805.xml"/><Relationship Id="rId148" Type="http://schemas.openxmlformats.org/officeDocument/2006/relationships/customXml" Target="../ink/ink833.xml"/><Relationship Id="rId355" Type="http://schemas.openxmlformats.org/officeDocument/2006/relationships/customXml" Target="../ink/ink937.xml"/><Relationship Id="rId397" Type="http://schemas.openxmlformats.org/officeDocument/2006/relationships/customXml" Target="../ink/ink958.xml"/><Relationship Id="rId520" Type="http://schemas.openxmlformats.org/officeDocument/2006/relationships/image" Target="../media/image617.png"/><Relationship Id="rId215" Type="http://schemas.openxmlformats.org/officeDocument/2006/relationships/image" Target="../media/image823.png"/><Relationship Id="rId257" Type="http://schemas.openxmlformats.org/officeDocument/2006/relationships/image" Target="../media/image844.png"/><Relationship Id="rId422" Type="http://schemas.openxmlformats.org/officeDocument/2006/relationships/image" Target="../media/image925.png"/><Relationship Id="rId464" Type="http://schemas.openxmlformats.org/officeDocument/2006/relationships/image" Target="../media/image946.png"/><Relationship Id="rId299" Type="http://schemas.openxmlformats.org/officeDocument/2006/relationships/image" Target="../media/image864.png"/><Relationship Id="rId63" Type="http://schemas.openxmlformats.org/officeDocument/2006/relationships/image" Target="../media/image749.png"/><Relationship Id="rId159" Type="http://schemas.openxmlformats.org/officeDocument/2006/relationships/image" Target="../media/image795.png"/><Relationship Id="rId366" Type="http://schemas.openxmlformats.org/officeDocument/2006/relationships/image" Target="../media/image897.png"/><Relationship Id="rId226" Type="http://schemas.openxmlformats.org/officeDocument/2006/relationships/customXml" Target="../ink/ink872.xml"/><Relationship Id="rId433" Type="http://schemas.openxmlformats.org/officeDocument/2006/relationships/customXml" Target="../ink/ink97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30.png"/><Relationship Id="rId21" Type="http://schemas.openxmlformats.org/officeDocument/2006/relationships/image" Target="../media/image504.png"/><Relationship Id="rId42" Type="http://schemas.openxmlformats.org/officeDocument/2006/relationships/customXml" Target="../ink/ink1043.xml"/><Relationship Id="rId63" Type="http://schemas.openxmlformats.org/officeDocument/2006/relationships/image" Target="../media/image1004.png"/><Relationship Id="rId84" Type="http://schemas.openxmlformats.org/officeDocument/2006/relationships/customXml" Target="../ink/ink1064.xml"/><Relationship Id="rId138" Type="http://schemas.openxmlformats.org/officeDocument/2006/relationships/customXml" Target="../ink/ink1091.xml"/><Relationship Id="rId159" Type="http://schemas.openxmlformats.org/officeDocument/2006/relationships/image" Target="../media/image1051.png"/><Relationship Id="rId170" Type="http://schemas.openxmlformats.org/officeDocument/2006/relationships/customXml" Target="../ink/ink1107.xml"/><Relationship Id="rId191" Type="http://schemas.openxmlformats.org/officeDocument/2006/relationships/image" Target="../media/image1067.png"/><Relationship Id="rId205" Type="http://schemas.openxmlformats.org/officeDocument/2006/relationships/image" Target="../media/image1074.png"/><Relationship Id="rId107" Type="http://schemas.openxmlformats.org/officeDocument/2006/relationships/image" Target="../media/image1025.png"/><Relationship Id="rId11" Type="http://schemas.openxmlformats.org/officeDocument/2006/relationships/image" Target="../media/image979.png"/><Relationship Id="rId32" Type="http://schemas.openxmlformats.org/officeDocument/2006/relationships/customXml" Target="../ink/ink1038.xml"/><Relationship Id="rId53" Type="http://schemas.openxmlformats.org/officeDocument/2006/relationships/image" Target="../media/image999.png"/><Relationship Id="rId74" Type="http://schemas.openxmlformats.org/officeDocument/2006/relationships/customXml" Target="../ink/ink1059.xml"/><Relationship Id="rId128" Type="http://schemas.openxmlformats.org/officeDocument/2006/relationships/customXml" Target="../ink/ink1086.xml"/><Relationship Id="rId149" Type="http://schemas.openxmlformats.org/officeDocument/2006/relationships/image" Target="../media/image1046.png"/><Relationship Id="rId5" Type="http://schemas.openxmlformats.org/officeDocument/2006/relationships/image" Target="../media/image976.png"/><Relationship Id="rId95" Type="http://schemas.openxmlformats.org/officeDocument/2006/relationships/image" Target="../media/image1019.png"/><Relationship Id="rId160" Type="http://schemas.openxmlformats.org/officeDocument/2006/relationships/customXml" Target="../ink/ink1102.xml"/><Relationship Id="rId181" Type="http://schemas.openxmlformats.org/officeDocument/2006/relationships/image" Target="../media/image1062.png"/><Relationship Id="rId216" Type="http://schemas.openxmlformats.org/officeDocument/2006/relationships/customXml" Target="../ink/ink1130.xml"/><Relationship Id="rId22" Type="http://schemas.openxmlformats.org/officeDocument/2006/relationships/customXml" Target="../ink/ink1033.xml"/><Relationship Id="rId43" Type="http://schemas.openxmlformats.org/officeDocument/2006/relationships/image" Target="../media/image994.png"/><Relationship Id="rId64" Type="http://schemas.openxmlformats.org/officeDocument/2006/relationships/customXml" Target="../ink/ink1054.xml"/><Relationship Id="rId118" Type="http://schemas.openxmlformats.org/officeDocument/2006/relationships/customXml" Target="../ink/ink1081.xml"/><Relationship Id="rId139" Type="http://schemas.openxmlformats.org/officeDocument/2006/relationships/image" Target="../media/image1041.png"/><Relationship Id="rId85" Type="http://schemas.openxmlformats.org/officeDocument/2006/relationships/image" Target="../media/image1015.png"/><Relationship Id="rId150" Type="http://schemas.openxmlformats.org/officeDocument/2006/relationships/customXml" Target="../ink/ink1097.xml"/><Relationship Id="rId171" Type="http://schemas.openxmlformats.org/officeDocument/2006/relationships/image" Target="../media/image1057.png"/><Relationship Id="rId192" Type="http://schemas.openxmlformats.org/officeDocument/2006/relationships/customXml" Target="../ink/ink1118.xml"/><Relationship Id="rId206" Type="http://schemas.openxmlformats.org/officeDocument/2006/relationships/customXml" Target="../ink/ink1125.xml"/><Relationship Id="rId12" Type="http://schemas.openxmlformats.org/officeDocument/2006/relationships/customXml" Target="../ink/ink1028.xml"/><Relationship Id="rId33" Type="http://schemas.openxmlformats.org/officeDocument/2006/relationships/image" Target="../media/image989.png"/><Relationship Id="rId108" Type="http://schemas.openxmlformats.org/officeDocument/2006/relationships/customXml" Target="../ink/ink1076.xml"/><Relationship Id="rId129" Type="http://schemas.openxmlformats.org/officeDocument/2006/relationships/image" Target="../media/image1036.png"/><Relationship Id="rId54" Type="http://schemas.openxmlformats.org/officeDocument/2006/relationships/customXml" Target="../ink/ink1049.xml"/><Relationship Id="rId75" Type="http://schemas.openxmlformats.org/officeDocument/2006/relationships/image" Target="../media/image1010.png"/><Relationship Id="rId96" Type="http://schemas.openxmlformats.org/officeDocument/2006/relationships/customXml" Target="../ink/ink1070.xml"/><Relationship Id="rId140" Type="http://schemas.openxmlformats.org/officeDocument/2006/relationships/customXml" Target="../ink/ink1092.xml"/><Relationship Id="rId161" Type="http://schemas.openxmlformats.org/officeDocument/2006/relationships/image" Target="../media/image1052.png"/><Relationship Id="rId182" Type="http://schemas.openxmlformats.org/officeDocument/2006/relationships/customXml" Target="../ink/ink1113.xml"/><Relationship Id="rId217" Type="http://schemas.openxmlformats.org/officeDocument/2006/relationships/image" Target="../media/image1080.png"/><Relationship Id="rId6" Type="http://schemas.openxmlformats.org/officeDocument/2006/relationships/customXml" Target="../ink/ink1025.xml"/><Relationship Id="rId23" Type="http://schemas.openxmlformats.org/officeDocument/2006/relationships/image" Target="../media/image984.png"/><Relationship Id="rId119" Type="http://schemas.openxmlformats.org/officeDocument/2006/relationships/image" Target="../media/image1031.png"/><Relationship Id="rId44" Type="http://schemas.openxmlformats.org/officeDocument/2006/relationships/customXml" Target="../ink/ink1044.xml"/><Relationship Id="rId65" Type="http://schemas.openxmlformats.org/officeDocument/2006/relationships/image" Target="../media/image1005.png"/><Relationship Id="rId86" Type="http://schemas.openxmlformats.org/officeDocument/2006/relationships/customXml" Target="../ink/ink1065.xml"/><Relationship Id="rId130" Type="http://schemas.openxmlformats.org/officeDocument/2006/relationships/customXml" Target="../ink/ink1087.xml"/><Relationship Id="rId151" Type="http://schemas.openxmlformats.org/officeDocument/2006/relationships/image" Target="../media/image1047.png"/><Relationship Id="rId172" Type="http://schemas.openxmlformats.org/officeDocument/2006/relationships/customXml" Target="../ink/ink1108.xml"/><Relationship Id="rId193" Type="http://schemas.openxmlformats.org/officeDocument/2006/relationships/image" Target="../media/image1068.png"/><Relationship Id="rId207" Type="http://schemas.openxmlformats.org/officeDocument/2006/relationships/image" Target="../media/image1075.png"/><Relationship Id="rId13" Type="http://schemas.openxmlformats.org/officeDocument/2006/relationships/image" Target="../media/image980.png"/><Relationship Id="rId109" Type="http://schemas.openxmlformats.org/officeDocument/2006/relationships/image" Target="../media/image1026.png"/><Relationship Id="rId34" Type="http://schemas.openxmlformats.org/officeDocument/2006/relationships/customXml" Target="../ink/ink1039.xml"/><Relationship Id="rId55" Type="http://schemas.openxmlformats.org/officeDocument/2006/relationships/image" Target="../media/image1000.png"/><Relationship Id="rId76" Type="http://schemas.openxmlformats.org/officeDocument/2006/relationships/customXml" Target="../ink/ink1060.xml"/><Relationship Id="rId97" Type="http://schemas.openxmlformats.org/officeDocument/2006/relationships/image" Target="../media/image1020.png"/><Relationship Id="rId120" Type="http://schemas.openxmlformats.org/officeDocument/2006/relationships/customXml" Target="../ink/ink1082.xml"/><Relationship Id="rId141" Type="http://schemas.openxmlformats.org/officeDocument/2006/relationships/image" Target="../media/image1042.png"/><Relationship Id="rId7" Type="http://schemas.openxmlformats.org/officeDocument/2006/relationships/image" Target="../media/image977.png"/><Relationship Id="rId162" Type="http://schemas.openxmlformats.org/officeDocument/2006/relationships/customXml" Target="../ink/ink1103.xml"/><Relationship Id="rId183" Type="http://schemas.openxmlformats.org/officeDocument/2006/relationships/image" Target="../media/image1063.png"/><Relationship Id="rId218" Type="http://schemas.openxmlformats.org/officeDocument/2006/relationships/customXml" Target="../ink/ink1131.xml"/><Relationship Id="rId24" Type="http://schemas.openxmlformats.org/officeDocument/2006/relationships/customXml" Target="../ink/ink1034.xml"/><Relationship Id="rId45" Type="http://schemas.openxmlformats.org/officeDocument/2006/relationships/image" Target="../media/image995.png"/><Relationship Id="rId66" Type="http://schemas.openxmlformats.org/officeDocument/2006/relationships/customXml" Target="../ink/ink1055.xml"/><Relationship Id="rId87" Type="http://schemas.openxmlformats.org/officeDocument/2006/relationships/image" Target="../media/image1016.png"/><Relationship Id="rId110" Type="http://schemas.openxmlformats.org/officeDocument/2006/relationships/customXml" Target="../ink/ink1077.xml"/><Relationship Id="rId131" Type="http://schemas.openxmlformats.org/officeDocument/2006/relationships/image" Target="../media/image1037.png"/><Relationship Id="rId152" Type="http://schemas.openxmlformats.org/officeDocument/2006/relationships/customXml" Target="../ink/ink1098.xml"/><Relationship Id="rId173" Type="http://schemas.openxmlformats.org/officeDocument/2006/relationships/image" Target="../media/image1058.png"/><Relationship Id="rId194" Type="http://schemas.openxmlformats.org/officeDocument/2006/relationships/customXml" Target="../ink/ink1119.xml"/><Relationship Id="rId208" Type="http://schemas.openxmlformats.org/officeDocument/2006/relationships/customXml" Target="../ink/ink1126.xml"/><Relationship Id="rId14" Type="http://schemas.openxmlformats.org/officeDocument/2006/relationships/customXml" Target="../ink/ink1029.xml"/><Relationship Id="rId30" Type="http://schemas.openxmlformats.org/officeDocument/2006/relationships/customXml" Target="../ink/ink1037.xml"/><Relationship Id="rId35" Type="http://schemas.openxmlformats.org/officeDocument/2006/relationships/image" Target="../media/image990.png"/><Relationship Id="rId56" Type="http://schemas.openxmlformats.org/officeDocument/2006/relationships/customXml" Target="../ink/ink1050.xml"/><Relationship Id="rId77" Type="http://schemas.openxmlformats.org/officeDocument/2006/relationships/image" Target="../media/image1011.png"/><Relationship Id="rId100" Type="http://schemas.openxmlformats.org/officeDocument/2006/relationships/customXml" Target="../ink/ink1072.xml"/><Relationship Id="rId105" Type="http://schemas.openxmlformats.org/officeDocument/2006/relationships/image" Target="../media/image1024.png"/><Relationship Id="rId126" Type="http://schemas.openxmlformats.org/officeDocument/2006/relationships/customXml" Target="../ink/ink1085.xml"/><Relationship Id="rId147" Type="http://schemas.openxmlformats.org/officeDocument/2006/relationships/image" Target="../media/image1045.png"/><Relationship Id="rId168" Type="http://schemas.openxmlformats.org/officeDocument/2006/relationships/customXml" Target="../ink/ink1106.xml"/><Relationship Id="rId8" Type="http://schemas.openxmlformats.org/officeDocument/2006/relationships/customXml" Target="../ink/ink1026.xml"/><Relationship Id="rId51" Type="http://schemas.openxmlformats.org/officeDocument/2006/relationships/image" Target="../media/image998.png"/><Relationship Id="rId72" Type="http://schemas.openxmlformats.org/officeDocument/2006/relationships/customXml" Target="../ink/ink1058.xml"/><Relationship Id="rId93" Type="http://schemas.openxmlformats.org/officeDocument/2006/relationships/image" Target="../media/image1018.png"/><Relationship Id="rId98" Type="http://schemas.openxmlformats.org/officeDocument/2006/relationships/customXml" Target="../ink/ink1071.xml"/><Relationship Id="rId121" Type="http://schemas.openxmlformats.org/officeDocument/2006/relationships/image" Target="../media/image1032.png"/><Relationship Id="rId142" Type="http://schemas.openxmlformats.org/officeDocument/2006/relationships/customXml" Target="../ink/ink1093.xml"/><Relationship Id="rId163" Type="http://schemas.openxmlformats.org/officeDocument/2006/relationships/image" Target="../media/image1053.png"/><Relationship Id="rId184" Type="http://schemas.openxmlformats.org/officeDocument/2006/relationships/customXml" Target="../ink/ink1114.xml"/><Relationship Id="rId189" Type="http://schemas.openxmlformats.org/officeDocument/2006/relationships/image" Target="../media/image1066.png"/><Relationship Id="rId219" Type="http://schemas.openxmlformats.org/officeDocument/2006/relationships/image" Target="../media/image1081.png"/><Relationship Id="rId3" Type="http://schemas.openxmlformats.org/officeDocument/2006/relationships/image" Target="../media/image975.png"/><Relationship Id="rId214" Type="http://schemas.openxmlformats.org/officeDocument/2006/relationships/customXml" Target="../ink/ink1129.xml"/><Relationship Id="rId25" Type="http://schemas.openxmlformats.org/officeDocument/2006/relationships/image" Target="../media/image985.png"/><Relationship Id="rId46" Type="http://schemas.openxmlformats.org/officeDocument/2006/relationships/customXml" Target="../ink/ink1045.xml"/><Relationship Id="rId67" Type="http://schemas.openxmlformats.org/officeDocument/2006/relationships/image" Target="../media/image1006.png"/><Relationship Id="rId116" Type="http://schemas.openxmlformats.org/officeDocument/2006/relationships/customXml" Target="../ink/ink1080.xml"/><Relationship Id="rId137" Type="http://schemas.openxmlformats.org/officeDocument/2006/relationships/image" Target="../media/image1040.png"/><Relationship Id="rId158" Type="http://schemas.openxmlformats.org/officeDocument/2006/relationships/customXml" Target="../ink/ink1101.xml"/><Relationship Id="rId20" Type="http://schemas.openxmlformats.org/officeDocument/2006/relationships/customXml" Target="../ink/ink1032.xml"/><Relationship Id="rId41" Type="http://schemas.openxmlformats.org/officeDocument/2006/relationships/image" Target="../media/image993.png"/><Relationship Id="rId62" Type="http://schemas.openxmlformats.org/officeDocument/2006/relationships/customXml" Target="../ink/ink1053.xml"/><Relationship Id="rId83" Type="http://schemas.openxmlformats.org/officeDocument/2006/relationships/image" Target="../media/image1014.png"/><Relationship Id="rId88" Type="http://schemas.openxmlformats.org/officeDocument/2006/relationships/customXml" Target="../ink/ink1066.xml"/><Relationship Id="rId111" Type="http://schemas.openxmlformats.org/officeDocument/2006/relationships/image" Target="../media/image1027.png"/><Relationship Id="rId132" Type="http://schemas.openxmlformats.org/officeDocument/2006/relationships/customXml" Target="../ink/ink1088.xml"/><Relationship Id="rId153" Type="http://schemas.openxmlformats.org/officeDocument/2006/relationships/image" Target="../media/image1048.png"/><Relationship Id="rId174" Type="http://schemas.openxmlformats.org/officeDocument/2006/relationships/customXml" Target="../ink/ink1109.xml"/><Relationship Id="rId179" Type="http://schemas.openxmlformats.org/officeDocument/2006/relationships/image" Target="../media/image1061.png"/><Relationship Id="rId195" Type="http://schemas.openxmlformats.org/officeDocument/2006/relationships/image" Target="../media/image1069.png"/><Relationship Id="rId209" Type="http://schemas.openxmlformats.org/officeDocument/2006/relationships/image" Target="../media/image1076.png"/><Relationship Id="rId190" Type="http://schemas.openxmlformats.org/officeDocument/2006/relationships/customXml" Target="../ink/ink1117.xml"/><Relationship Id="rId204" Type="http://schemas.openxmlformats.org/officeDocument/2006/relationships/customXml" Target="../ink/ink1124.xml"/><Relationship Id="rId15" Type="http://schemas.openxmlformats.org/officeDocument/2006/relationships/image" Target="../media/image981.png"/><Relationship Id="rId36" Type="http://schemas.openxmlformats.org/officeDocument/2006/relationships/customXml" Target="../ink/ink1040.xml"/><Relationship Id="rId57" Type="http://schemas.openxmlformats.org/officeDocument/2006/relationships/image" Target="../media/image1001.png"/><Relationship Id="rId106" Type="http://schemas.openxmlformats.org/officeDocument/2006/relationships/customXml" Target="../ink/ink1075.xml"/><Relationship Id="rId127" Type="http://schemas.openxmlformats.org/officeDocument/2006/relationships/image" Target="../media/image1035.png"/><Relationship Id="rId10" Type="http://schemas.openxmlformats.org/officeDocument/2006/relationships/customXml" Target="../ink/ink1027.xml"/><Relationship Id="rId31" Type="http://schemas.openxmlformats.org/officeDocument/2006/relationships/image" Target="../media/image988.png"/><Relationship Id="rId52" Type="http://schemas.openxmlformats.org/officeDocument/2006/relationships/customXml" Target="../ink/ink1048.xml"/><Relationship Id="rId73" Type="http://schemas.openxmlformats.org/officeDocument/2006/relationships/image" Target="../media/image1009.png"/><Relationship Id="rId78" Type="http://schemas.openxmlformats.org/officeDocument/2006/relationships/customXml" Target="../ink/ink1061.xml"/><Relationship Id="rId94" Type="http://schemas.openxmlformats.org/officeDocument/2006/relationships/customXml" Target="../ink/ink1069.xml"/><Relationship Id="rId99" Type="http://schemas.openxmlformats.org/officeDocument/2006/relationships/image" Target="../media/image1021.png"/><Relationship Id="rId101" Type="http://schemas.openxmlformats.org/officeDocument/2006/relationships/image" Target="../media/image1022.png"/><Relationship Id="rId122" Type="http://schemas.openxmlformats.org/officeDocument/2006/relationships/customXml" Target="../ink/ink1083.xml"/><Relationship Id="rId143" Type="http://schemas.openxmlformats.org/officeDocument/2006/relationships/image" Target="../media/image1043.png"/><Relationship Id="rId148" Type="http://schemas.openxmlformats.org/officeDocument/2006/relationships/customXml" Target="../ink/ink1096.xml"/><Relationship Id="rId164" Type="http://schemas.openxmlformats.org/officeDocument/2006/relationships/customXml" Target="../ink/ink1104.xml"/><Relationship Id="rId169" Type="http://schemas.openxmlformats.org/officeDocument/2006/relationships/image" Target="../media/image1056.png"/><Relationship Id="rId185" Type="http://schemas.openxmlformats.org/officeDocument/2006/relationships/image" Target="../media/image1064.png"/><Relationship Id="rId4" Type="http://schemas.openxmlformats.org/officeDocument/2006/relationships/customXml" Target="../ink/ink1024.xml"/><Relationship Id="rId9" Type="http://schemas.openxmlformats.org/officeDocument/2006/relationships/image" Target="../media/image978.png"/><Relationship Id="rId180" Type="http://schemas.openxmlformats.org/officeDocument/2006/relationships/customXml" Target="../ink/ink1112.xml"/><Relationship Id="rId210" Type="http://schemas.openxmlformats.org/officeDocument/2006/relationships/customXml" Target="../ink/ink1127.xml"/><Relationship Id="rId215" Type="http://schemas.openxmlformats.org/officeDocument/2006/relationships/image" Target="../media/image1079.png"/><Relationship Id="rId26" Type="http://schemas.openxmlformats.org/officeDocument/2006/relationships/customXml" Target="../ink/ink1035.xml"/><Relationship Id="rId47" Type="http://schemas.openxmlformats.org/officeDocument/2006/relationships/image" Target="../media/image996.png"/><Relationship Id="rId68" Type="http://schemas.openxmlformats.org/officeDocument/2006/relationships/customXml" Target="../ink/ink1056.xml"/><Relationship Id="rId89" Type="http://schemas.openxmlformats.org/officeDocument/2006/relationships/image" Target="../media/image1017.png"/><Relationship Id="rId112" Type="http://schemas.openxmlformats.org/officeDocument/2006/relationships/customXml" Target="../ink/ink1078.xml"/><Relationship Id="rId133" Type="http://schemas.openxmlformats.org/officeDocument/2006/relationships/image" Target="../media/image1038.png"/><Relationship Id="rId154" Type="http://schemas.openxmlformats.org/officeDocument/2006/relationships/customXml" Target="../ink/ink1099.xml"/><Relationship Id="rId175" Type="http://schemas.openxmlformats.org/officeDocument/2006/relationships/image" Target="../media/image1059.png"/><Relationship Id="rId196" Type="http://schemas.openxmlformats.org/officeDocument/2006/relationships/customXml" Target="../ink/ink1120.xml"/><Relationship Id="rId200" Type="http://schemas.openxmlformats.org/officeDocument/2006/relationships/customXml" Target="../ink/ink1122.xml"/><Relationship Id="rId16" Type="http://schemas.openxmlformats.org/officeDocument/2006/relationships/customXml" Target="../ink/ink1030.xml"/><Relationship Id="rId37" Type="http://schemas.openxmlformats.org/officeDocument/2006/relationships/image" Target="../media/image991.png"/><Relationship Id="rId58" Type="http://schemas.openxmlformats.org/officeDocument/2006/relationships/customXml" Target="../ink/ink1051.xml"/><Relationship Id="rId79" Type="http://schemas.openxmlformats.org/officeDocument/2006/relationships/image" Target="../media/image1012.png"/><Relationship Id="rId102" Type="http://schemas.openxmlformats.org/officeDocument/2006/relationships/customXml" Target="../ink/ink1073.xml"/><Relationship Id="rId123" Type="http://schemas.openxmlformats.org/officeDocument/2006/relationships/image" Target="../media/image1033.png"/><Relationship Id="rId144" Type="http://schemas.openxmlformats.org/officeDocument/2006/relationships/customXml" Target="../ink/ink1094.xml"/><Relationship Id="rId90" Type="http://schemas.openxmlformats.org/officeDocument/2006/relationships/customXml" Target="../ink/ink1067.xml"/><Relationship Id="rId165" Type="http://schemas.openxmlformats.org/officeDocument/2006/relationships/image" Target="../media/image1054.png"/><Relationship Id="rId186" Type="http://schemas.openxmlformats.org/officeDocument/2006/relationships/customXml" Target="../ink/ink1115.xml"/><Relationship Id="rId211" Type="http://schemas.openxmlformats.org/officeDocument/2006/relationships/image" Target="../media/image1077.png"/><Relationship Id="rId27" Type="http://schemas.openxmlformats.org/officeDocument/2006/relationships/image" Target="../media/image986.png"/><Relationship Id="rId48" Type="http://schemas.openxmlformats.org/officeDocument/2006/relationships/customXml" Target="../ink/ink1046.xml"/><Relationship Id="rId69" Type="http://schemas.openxmlformats.org/officeDocument/2006/relationships/image" Target="../media/image1007.png"/><Relationship Id="rId113" Type="http://schemas.openxmlformats.org/officeDocument/2006/relationships/image" Target="../media/image1028.png"/><Relationship Id="rId134" Type="http://schemas.openxmlformats.org/officeDocument/2006/relationships/customXml" Target="../ink/ink1089.xml"/><Relationship Id="rId80" Type="http://schemas.openxmlformats.org/officeDocument/2006/relationships/customXml" Target="../ink/ink1062.xml"/><Relationship Id="rId155" Type="http://schemas.openxmlformats.org/officeDocument/2006/relationships/image" Target="../media/image1049.png"/><Relationship Id="rId176" Type="http://schemas.openxmlformats.org/officeDocument/2006/relationships/customXml" Target="../ink/ink1110.xml"/><Relationship Id="rId197" Type="http://schemas.openxmlformats.org/officeDocument/2006/relationships/image" Target="../media/image1070.png"/><Relationship Id="rId201" Type="http://schemas.openxmlformats.org/officeDocument/2006/relationships/image" Target="../media/image1072.png"/><Relationship Id="rId17" Type="http://schemas.openxmlformats.org/officeDocument/2006/relationships/image" Target="../media/image982.png"/><Relationship Id="rId38" Type="http://schemas.openxmlformats.org/officeDocument/2006/relationships/customXml" Target="../ink/ink1041.xml"/><Relationship Id="rId59" Type="http://schemas.openxmlformats.org/officeDocument/2006/relationships/image" Target="../media/image1002.png"/><Relationship Id="rId103" Type="http://schemas.openxmlformats.org/officeDocument/2006/relationships/image" Target="../media/image1023.png"/><Relationship Id="rId124" Type="http://schemas.openxmlformats.org/officeDocument/2006/relationships/customXml" Target="../ink/ink1084.xml"/><Relationship Id="rId70" Type="http://schemas.openxmlformats.org/officeDocument/2006/relationships/customXml" Target="../ink/ink1057.xml"/><Relationship Id="rId91" Type="http://schemas.openxmlformats.org/officeDocument/2006/relationships/image" Target="../media/image597.png"/><Relationship Id="rId145" Type="http://schemas.openxmlformats.org/officeDocument/2006/relationships/image" Target="../media/image1044.png"/><Relationship Id="rId166" Type="http://schemas.openxmlformats.org/officeDocument/2006/relationships/customXml" Target="../ink/ink1105.xml"/><Relationship Id="rId187" Type="http://schemas.openxmlformats.org/officeDocument/2006/relationships/image" Target="../media/image10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28.xml"/><Relationship Id="rId28" Type="http://schemas.openxmlformats.org/officeDocument/2006/relationships/customXml" Target="../ink/ink1036.xml"/><Relationship Id="rId49" Type="http://schemas.openxmlformats.org/officeDocument/2006/relationships/image" Target="../media/image997.png"/><Relationship Id="rId114" Type="http://schemas.openxmlformats.org/officeDocument/2006/relationships/customXml" Target="../ink/ink1079.xml"/><Relationship Id="rId60" Type="http://schemas.openxmlformats.org/officeDocument/2006/relationships/customXml" Target="../ink/ink1052.xml"/><Relationship Id="rId81" Type="http://schemas.openxmlformats.org/officeDocument/2006/relationships/image" Target="../media/image1013.png"/><Relationship Id="rId135" Type="http://schemas.openxmlformats.org/officeDocument/2006/relationships/image" Target="../media/image1039.png"/><Relationship Id="rId156" Type="http://schemas.openxmlformats.org/officeDocument/2006/relationships/customXml" Target="../ink/ink1100.xml"/><Relationship Id="rId177" Type="http://schemas.openxmlformats.org/officeDocument/2006/relationships/image" Target="../media/image1060.png"/><Relationship Id="rId198" Type="http://schemas.openxmlformats.org/officeDocument/2006/relationships/customXml" Target="../ink/ink1121.xml"/><Relationship Id="rId202" Type="http://schemas.openxmlformats.org/officeDocument/2006/relationships/customXml" Target="../ink/ink1123.xml"/><Relationship Id="rId18" Type="http://schemas.openxmlformats.org/officeDocument/2006/relationships/customXml" Target="../ink/ink1031.xml"/><Relationship Id="rId39" Type="http://schemas.openxmlformats.org/officeDocument/2006/relationships/image" Target="../media/image992.png"/><Relationship Id="rId50" Type="http://schemas.openxmlformats.org/officeDocument/2006/relationships/customXml" Target="../ink/ink1047.xml"/><Relationship Id="rId104" Type="http://schemas.openxmlformats.org/officeDocument/2006/relationships/customXml" Target="../ink/ink1074.xml"/><Relationship Id="rId125" Type="http://schemas.openxmlformats.org/officeDocument/2006/relationships/image" Target="../media/image1034.png"/><Relationship Id="rId146" Type="http://schemas.openxmlformats.org/officeDocument/2006/relationships/customXml" Target="../ink/ink1095.xml"/><Relationship Id="rId167" Type="http://schemas.openxmlformats.org/officeDocument/2006/relationships/image" Target="../media/image1055.png"/><Relationship Id="rId188" Type="http://schemas.openxmlformats.org/officeDocument/2006/relationships/customXml" Target="../ink/ink1116.xml"/><Relationship Id="rId71" Type="http://schemas.openxmlformats.org/officeDocument/2006/relationships/image" Target="../media/image1008.png"/><Relationship Id="rId92" Type="http://schemas.openxmlformats.org/officeDocument/2006/relationships/customXml" Target="../ink/ink1068.xml"/><Relationship Id="rId213" Type="http://schemas.openxmlformats.org/officeDocument/2006/relationships/image" Target="../media/image1078.png"/><Relationship Id="rId2" Type="http://schemas.openxmlformats.org/officeDocument/2006/relationships/customXml" Target="../ink/ink1023.xml"/><Relationship Id="rId29" Type="http://schemas.openxmlformats.org/officeDocument/2006/relationships/image" Target="../media/image987.png"/><Relationship Id="rId40" Type="http://schemas.openxmlformats.org/officeDocument/2006/relationships/customXml" Target="../ink/ink1042.xml"/><Relationship Id="rId115" Type="http://schemas.openxmlformats.org/officeDocument/2006/relationships/image" Target="../media/image1029.png"/><Relationship Id="rId136" Type="http://schemas.openxmlformats.org/officeDocument/2006/relationships/customXml" Target="../ink/ink1090.xml"/><Relationship Id="rId157" Type="http://schemas.openxmlformats.org/officeDocument/2006/relationships/image" Target="../media/image1050.png"/><Relationship Id="rId178" Type="http://schemas.openxmlformats.org/officeDocument/2006/relationships/customXml" Target="../ink/ink1111.xml"/><Relationship Id="rId61" Type="http://schemas.openxmlformats.org/officeDocument/2006/relationships/image" Target="../media/image1003.png"/><Relationship Id="rId82" Type="http://schemas.openxmlformats.org/officeDocument/2006/relationships/customXml" Target="../ink/ink1063.xml"/><Relationship Id="rId199" Type="http://schemas.openxmlformats.org/officeDocument/2006/relationships/image" Target="../media/image1071.png"/><Relationship Id="rId203" Type="http://schemas.openxmlformats.org/officeDocument/2006/relationships/image" Target="../media/image1073.png"/><Relationship Id="rId19" Type="http://schemas.openxmlformats.org/officeDocument/2006/relationships/image" Target="../media/image98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90.xml"/><Relationship Id="rId21" Type="http://schemas.openxmlformats.org/officeDocument/2006/relationships/image" Target="../media/image1090.png"/><Relationship Id="rId63" Type="http://schemas.openxmlformats.org/officeDocument/2006/relationships/image" Target="../media/image1111.png"/><Relationship Id="rId159" Type="http://schemas.openxmlformats.org/officeDocument/2006/relationships/customXml" Target="../ink/ink1211.xml"/><Relationship Id="rId170" Type="http://schemas.openxmlformats.org/officeDocument/2006/relationships/image" Target="../media/image1163.png"/><Relationship Id="rId226" Type="http://schemas.openxmlformats.org/officeDocument/2006/relationships/customXml" Target="../ink/ink1247.xml"/><Relationship Id="rId268" Type="http://schemas.openxmlformats.org/officeDocument/2006/relationships/customXml" Target="../ink/ink1268.xml"/><Relationship Id="rId32" Type="http://schemas.openxmlformats.org/officeDocument/2006/relationships/customXml" Target="../ink/ink1147.xml"/><Relationship Id="rId74" Type="http://schemas.openxmlformats.org/officeDocument/2006/relationships/customXml" Target="../ink/ink1168.xml"/><Relationship Id="rId128" Type="http://schemas.openxmlformats.org/officeDocument/2006/relationships/image" Target="../media/image1142.png"/><Relationship Id="rId5" Type="http://schemas.openxmlformats.org/officeDocument/2006/relationships/image" Target="../media/image1083.png"/><Relationship Id="rId181" Type="http://schemas.openxmlformats.org/officeDocument/2006/relationships/customXml" Target="../ink/ink1222.xml"/><Relationship Id="rId237" Type="http://schemas.openxmlformats.org/officeDocument/2006/relationships/image" Target="../media/image1193.png"/><Relationship Id="rId279" Type="http://schemas.openxmlformats.org/officeDocument/2006/relationships/image" Target="../media/image1214.png"/><Relationship Id="rId43" Type="http://schemas.openxmlformats.org/officeDocument/2006/relationships/image" Target="../media/image1101.png"/><Relationship Id="rId139" Type="http://schemas.openxmlformats.org/officeDocument/2006/relationships/customXml" Target="../ink/ink1201.xml"/><Relationship Id="rId290" Type="http://schemas.openxmlformats.org/officeDocument/2006/relationships/customXml" Target="../ink/ink1279.xml"/><Relationship Id="rId85" Type="http://schemas.openxmlformats.org/officeDocument/2006/relationships/image" Target="../media/image1122.png"/><Relationship Id="rId150" Type="http://schemas.openxmlformats.org/officeDocument/2006/relationships/image" Target="../media/image1153.png"/><Relationship Id="rId192" Type="http://schemas.openxmlformats.org/officeDocument/2006/relationships/image" Target="../media/image1173.png"/><Relationship Id="rId206" Type="http://schemas.openxmlformats.org/officeDocument/2006/relationships/image" Target="../media/image1179.png"/><Relationship Id="rId248" Type="http://schemas.openxmlformats.org/officeDocument/2006/relationships/customXml" Target="../ink/ink1258.xml"/><Relationship Id="rId269" Type="http://schemas.openxmlformats.org/officeDocument/2006/relationships/image" Target="../media/image1209.png"/><Relationship Id="rId12" Type="http://schemas.openxmlformats.org/officeDocument/2006/relationships/customXml" Target="../ink/ink1137.xml"/><Relationship Id="rId33" Type="http://schemas.openxmlformats.org/officeDocument/2006/relationships/image" Target="../media/image1096.png"/><Relationship Id="rId108" Type="http://schemas.openxmlformats.org/officeDocument/2006/relationships/customXml" Target="../ink/ink1185.xml"/><Relationship Id="rId129" Type="http://schemas.openxmlformats.org/officeDocument/2006/relationships/customXml" Target="../ink/ink1196.xml"/><Relationship Id="rId280" Type="http://schemas.openxmlformats.org/officeDocument/2006/relationships/customXml" Target="../ink/ink1274.xml"/><Relationship Id="rId54" Type="http://schemas.openxmlformats.org/officeDocument/2006/relationships/customXml" Target="../ink/ink1158.xml"/><Relationship Id="rId75" Type="http://schemas.openxmlformats.org/officeDocument/2006/relationships/image" Target="../media/image1117.png"/><Relationship Id="rId96" Type="http://schemas.openxmlformats.org/officeDocument/2006/relationships/customXml" Target="../ink/ink1179.xml"/><Relationship Id="rId140" Type="http://schemas.openxmlformats.org/officeDocument/2006/relationships/image" Target="../media/image1148.png"/><Relationship Id="rId161" Type="http://schemas.openxmlformats.org/officeDocument/2006/relationships/customXml" Target="../ink/ink1212.xml"/><Relationship Id="rId182" Type="http://schemas.openxmlformats.org/officeDocument/2006/relationships/image" Target="../media/image1169.png"/><Relationship Id="rId217" Type="http://schemas.openxmlformats.org/officeDocument/2006/relationships/customXml" Target="../ink/ink1242.xml"/><Relationship Id="rId6" Type="http://schemas.openxmlformats.org/officeDocument/2006/relationships/customXml" Target="../ink/ink1134.xml"/><Relationship Id="rId238" Type="http://schemas.openxmlformats.org/officeDocument/2006/relationships/customXml" Target="../ink/ink1253.xml"/><Relationship Id="rId259" Type="http://schemas.openxmlformats.org/officeDocument/2006/relationships/image" Target="../media/image1204.png"/><Relationship Id="rId23" Type="http://schemas.openxmlformats.org/officeDocument/2006/relationships/image" Target="../media/image1091.png"/><Relationship Id="rId119" Type="http://schemas.openxmlformats.org/officeDocument/2006/relationships/customXml" Target="../ink/ink1191.xml"/><Relationship Id="rId270" Type="http://schemas.openxmlformats.org/officeDocument/2006/relationships/customXml" Target="../ink/ink1269.xml"/><Relationship Id="rId291" Type="http://schemas.openxmlformats.org/officeDocument/2006/relationships/image" Target="../media/image1220.png"/><Relationship Id="rId44" Type="http://schemas.openxmlformats.org/officeDocument/2006/relationships/customXml" Target="../ink/ink1153.xml"/><Relationship Id="rId65" Type="http://schemas.openxmlformats.org/officeDocument/2006/relationships/image" Target="../media/image1112.png"/><Relationship Id="rId86" Type="http://schemas.openxmlformats.org/officeDocument/2006/relationships/customXml" Target="../ink/ink1174.xml"/><Relationship Id="rId130" Type="http://schemas.openxmlformats.org/officeDocument/2006/relationships/image" Target="../media/image1143.png"/><Relationship Id="rId151" Type="http://schemas.openxmlformats.org/officeDocument/2006/relationships/customXml" Target="../ink/ink1207.xml"/><Relationship Id="rId172" Type="http://schemas.openxmlformats.org/officeDocument/2006/relationships/image" Target="../media/image1164.png"/><Relationship Id="rId193" Type="http://schemas.openxmlformats.org/officeDocument/2006/relationships/customXml" Target="../ink/ink1228.xml"/><Relationship Id="rId207" Type="http://schemas.openxmlformats.org/officeDocument/2006/relationships/customXml" Target="../ink/ink1236.xml"/><Relationship Id="rId228" Type="http://schemas.openxmlformats.org/officeDocument/2006/relationships/customXml" Target="../ink/ink1248.xml"/><Relationship Id="rId249" Type="http://schemas.openxmlformats.org/officeDocument/2006/relationships/image" Target="../media/image1199.png"/><Relationship Id="rId13" Type="http://schemas.openxmlformats.org/officeDocument/2006/relationships/image" Target="../media/image1086.png"/><Relationship Id="rId109" Type="http://schemas.openxmlformats.org/officeDocument/2006/relationships/image" Target="../media/image1133.png"/><Relationship Id="rId260" Type="http://schemas.openxmlformats.org/officeDocument/2006/relationships/customXml" Target="../ink/ink1264.xml"/><Relationship Id="rId281" Type="http://schemas.openxmlformats.org/officeDocument/2006/relationships/image" Target="../media/image1215.png"/><Relationship Id="rId34" Type="http://schemas.openxmlformats.org/officeDocument/2006/relationships/customXml" Target="../ink/ink1148.xml"/><Relationship Id="rId55" Type="http://schemas.openxmlformats.org/officeDocument/2006/relationships/image" Target="../media/image1107.png"/><Relationship Id="rId76" Type="http://schemas.openxmlformats.org/officeDocument/2006/relationships/customXml" Target="../ink/ink1169.xml"/><Relationship Id="rId97" Type="http://schemas.openxmlformats.org/officeDocument/2006/relationships/image" Target="../media/image1128.png"/><Relationship Id="rId120" Type="http://schemas.openxmlformats.org/officeDocument/2006/relationships/image" Target="../media/image1138.png"/><Relationship Id="rId141" Type="http://schemas.openxmlformats.org/officeDocument/2006/relationships/customXml" Target="../ink/ink1202.xml"/><Relationship Id="rId7" Type="http://schemas.openxmlformats.org/officeDocument/2006/relationships/image" Target="../media/image1084.png"/><Relationship Id="rId162" Type="http://schemas.openxmlformats.org/officeDocument/2006/relationships/image" Target="../media/image1159.png"/><Relationship Id="rId183" Type="http://schemas.openxmlformats.org/officeDocument/2006/relationships/customXml" Target="../ink/ink1223.xml"/><Relationship Id="rId218" Type="http://schemas.openxmlformats.org/officeDocument/2006/relationships/image" Target="../media/image1184.png"/><Relationship Id="rId239" Type="http://schemas.openxmlformats.org/officeDocument/2006/relationships/image" Target="../media/image1194.png"/><Relationship Id="rId250" Type="http://schemas.openxmlformats.org/officeDocument/2006/relationships/customXml" Target="../ink/ink1259.xml"/><Relationship Id="rId271" Type="http://schemas.openxmlformats.org/officeDocument/2006/relationships/image" Target="../media/image1210.png"/><Relationship Id="rId24" Type="http://schemas.openxmlformats.org/officeDocument/2006/relationships/customXml" Target="../ink/ink1143.xml"/><Relationship Id="rId45" Type="http://schemas.openxmlformats.org/officeDocument/2006/relationships/image" Target="../media/image1102.png"/><Relationship Id="rId66" Type="http://schemas.openxmlformats.org/officeDocument/2006/relationships/customXml" Target="../ink/ink1164.xml"/><Relationship Id="rId87" Type="http://schemas.openxmlformats.org/officeDocument/2006/relationships/image" Target="../media/image1123.png"/><Relationship Id="rId110" Type="http://schemas.openxmlformats.org/officeDocument/2006/relationships/customXml" Target="../ink/ink1186.xml"/><Relationship Id="rId131" Type="http://schemas.openxmlformats.org/officeDocument/2006/relationships/customXml" Target="../ink/ink1197.xml"/><Relationship Id="rId152" Type="http://schemas.openxmlformats.org/officeDocument/2006/relationships/image" Target="../media/image1154.png"/><Relationship Id="rId173" Type="http://schemas.openxmlformats.org/officeDocument/2006/relationships/customXml" Target="../ink/ink1218.xml"/><Relationship Id="rId194" Type="http://schemas.openxmlformats.org/officeDocument/2006/relationships/customXml" Target="../ink/ink1229.xml"/><Relationship Id="rId208" Type="http://schemas.openxmlformats.org/officeDocument/2006/relationships/customXml" Target="../ink/ink1237.xml"/><Relationship Id="rId229" Type="http://schemas.openxmlformats.org/officeDocument/2006/relationships/image" Target="../media/image1189.png"/><Relationship Id="rId240" Type="http://schemas.openxmlformats.org/officeDocument/2006/relationships/customXml" Target="../ink/ink1254.xml"/><Relationship Id="rId261" Type="http://schemas.openxmlformats.org/officeDocument/2006/relationships/image" Target="../media/image1205.png"/><Relationship Id="rId14" Type="http://schemas.openxmlformats.org/officeDocument/2006/relationships/customXml" Target="../ink/ink1138.xml"/><Relationship Id="rId35" Type="http://schemas.openxmlformats.org/officeDocument/2006/relationships/image" Target="../media/image1097.png"/><Relationship Id="rId56" Type="http://schemas.openxmlformats.org/officeDocument/2006/relationships/customXml" Target="../ink/ink1159.xml"/><Relationship Id="rId77" Type="http://schemas.openxmlformats.org/officeDocument/2006/relationships/image" Target="../media/image1118.png"/><Relationship Id="rId100" Type="http://schemas.openxmlformats.org/officeDocument/2006/relationships/customXml" Target="../ink/ink1181.xml"/><Relationship Id="rId282" Type="http://schemas.openxmlformats.org/officeDocument/2006/relationships/customXml" Target="../ink/ink1275.xml"/><Relationship Id="rId8" Type="http://schemas.openxmlformats.org/officeDocument/2006/relationships/customXml" Target="../ink/ink1135.xml"/><Relationship Id="rId98" Type="http://schemas.openxmlformats.org/officeDocument/2006/relationships/customXml" Target="../ink/ink1180.xml"/><Relationship Id="rId121" Type="http://schemas.openxmlformats.org/officeDocument/2006/relationships/customXml" Target="../ink/ink1192.xml"/><Relationship Id="rId142" Type="http://schemas.openxmlformats.org/officeDocument/2006/relationships/image" Target="../media/image1149.png"/><Relationship Id="rId163" Type="http://schemas.openxmlformats.org/officeDocument/2006/relationships/customXml" Target="../ink/ink1213.xml"/><Relationship Id="rId184" Type="http://schemas.openxmlformats.org/officeDocument/2006/relationships/image" Target="../media/image1170.png"/><Relationship Id="rId219" Type="http://schemas.openxmlformats.org/officeDocument/2006/relationships/customXml" Target="../ink/ink1243.xml"/><Relationship Id="rId230" Type="http://schemas.openxmlformats.org/officeDocument/2006/relationships/customXml" Target="../ink/ink1249.xml"/><Relationship Id="rId251" Type="http://schemas.openxmlformats.org/officeDocument/2006/relationships/image" Target="../media/image1200.png"/><Relationship Id="rId25" Type="http://schemas.openxmlformats.org/officeDocument/2006/relationships/image" Target="../media/image1092.png"/><Relationship Id="rId46" Type="http://schemas.openxmlformats.org/officeDocument/2006/relationships/customXml" Target="../ink/ink1154.xml"/><Relationship Id="rId67" Type="http://schemas.openxmlformats.org/officeDocument/2006/relationships/image" Target="../media/image1113.png"/><Relationship Id="rId272" Type="http://schemas.openxmlformats.org/officeDocument/2006/relationships/customXml" Target="../ink/ink1270.xml"/><Relationship Id="rId88" Type="http://schemas.openxmlformats.org/officeDocument/2006/relationships/customXml" Target="../ink/ink1175.xml"/><Relationship Id="rId111" Type="http://schemas.openxmlformats.org/officeDocument/2006/relationships/image" Target="../media/image1134.png"/><Relationship Id="rId132" Type="http://schemas.openxmlformats.org/officeDocument/2006/relationships/image" Target="../media/image1144.png"/><Relationship Id="rId153" Type="http://schemas.openxmlformats.org/officeDocument/2006/relationships/customXml" Target="../ink/ink1208.xml"/><Relationship Id="rId174" Type="http://schemas.openxmlformats.org/officeDocument/2006/relationships/image" Target="../media/image1165.png"/><Relationship Id="rId195" Type="http://schemas.openxmlformats.org/officeDocument/2006/relationships/image" Target="../media/image1174.png"/><Relationship Id="rId209" Type="http://schemas.openxmlformats.org/officeDocument/2006/relationships/customXml" Target="../ink/ink1238.xml"/><Relationship Id="rId220" Type="http://schemas.openxmlformats.org/officeDocument/2006/relationships/customXml" Target="../ink/ink1244.xml"/><Relationship Id="rId241" Type="http://schemas.openxmlformats.org/officeDocument/2006/relationships/image" Target="../media/image1195.png"/><Relationship Id="rId15" Type="http://schemas.openxmlformats.org/officeDocument/2006/relationships/image" Target="../media/image1087.png"/><Relationship Id="rId36" Type="http://schemas.openxmlformats.org/officeDocument/2006/relationships/customXml" Target="../ink/ink1149.xml"/><Relationship Id="rId57" Type="http://schemas.openxmlformats.org/officeDocument/2006/relationships/image" Target="../media/image1108.png"/><Relationship Id="rId262" Type="http://schemas.openxmlformats.org/officeDocument/2006/relationships/customXml" Target="../ink/ink1265.xml"/><Relationship Id="rId283" Type="http://schemas.openxmlformats.org/officeDocument/2006/relationships/image" Target="../media/image1216.png"/><Relationship Id="rId78" Type="http://schemas.openxmlformats.org/officeDocument/2006/relationships/customXml" Target="../ink/ink1170.xml"/><Relationship Id="rId99" Type="http://schemas.openxmlformats.org/officeDocument/2006/relationships/image" Target="../media/image1129.png"/><Relationship Id="rId101" Type="http://schemas.openxmlformats.org/officeDocument/2006/relationships/image" Target="../media/image1130.png"/><Relationship Id="rId122" Type="http://schemas.openxmlformats.org/officeDocument/2006/relationships/image" Target="../media/image1139.png"/><Relationship Id="rId143" Type="http://schemas.openxmlformats.org/officeDocument/2006/relationships/customXml" Target="../ink/ink1203.xml"/><Relationship Id="rId164" Type="http://schemas.openxmlformats.org/officeDocument/2006/relationships/image" Target="../media/image1160.png"/><Relationship Id="rId185" Type="http://schemas.openxmlformats.org/officeDocument/2006/relationships/customXml" Target="../ink/ink1224.xml"/><Relationship Id="rId9" Type="http://schemas.openxmlformats.org/officeDocument/2006/relationships/image" Target="../media/image1085.png"/><Relationship Id="rId210" Type="http://schemas.openxmlformats.org/officeDocument/2006/relationships/image" Target="../media/image1180.png"/><Relationship Id="rId26" Type="http://schemas.openxmlformats.org/officeDocument/2006/relationships/customXml" Target="../ink/ink1144.xml"/><Relationship Id="rId231" Type="http://schemas.openxmlformats.org/officeDocument/2006/relationships/image" Target="../media/image1190.png"/><Relationship Id="rId252" Type="http://schemas.openxmlformats.org/officeDocument/2006/relationships/customXml" Target="../ink/ink1260.xml"/><Relationship Id="rId273" Type="http://schemas.openxmlformats.org/officeDocument/2006/relationships/image" Target="../media/image1211.png"/><Relationship Id="rId47" Type="http://schemas.openxmlformats.org/officeDocument/2006/relationships/image" Target="../media/image1103.png"/><Relationship Id="rId68" Type="http://schemas.openxmlformats.org/officeDocument/2006/relationships/customXml" Target="../ink/ink1165.xml"/><Relationship Id="rId89" Type="http://schemas.openxmlformats.org/officeDocument/2006/relationships/image" Target="../media/image1124.png"/><Relationship Id="rId112" Type="http://schemas.openxmlformats.org/officeDocument/2006/relationships/customXml" Target="../ink/ink1187.xml"/><Relationship Id="rId133" Type="http://schemas.openxmlformats.org/officeDocument/2006/relationships/customXml" Target="../ink/ink1198.xml"/><Relationship Id="rId154" Type="http://schemas.openxmlformats.org/officeDocument/2006/relationships/image" Target="../media/image1155.png"/><Relationship Id="rId175" Type="http://schemas.openxmlformats.org/officeDocument/2006/relationships/customXml" Target="../ink/ink1219.xml"/><Relationship Id="rId196" Type="http://schemas.openxmlformats.org/officeDocument/2006/relationships/customXml" Target="../ink/ink1230.xml"/><Relationship Id="rId200" Type="http://schemas.openxmlformats.org/officeDocument/2006/relationships/customXml" Target="../ink/ink1232.xml"/><Relationship Id="rId16" Type="http://schemas.openxmlformats.org/officeDocument/2006/relationships/customXml" Target="../ink/ink1139.xml"/><Relationship Id="rId221" Type="http://schemas.openxmlformats.org/officeDocument/2006/relationships/image" Target="../media/image1185.png"/><Relationship Id="rId242" Type="http://schemas.openxmlformats.org/officeDocument/2006/relationships/customXml" Target="../ink/ink1255.xml"/><Relationship Id="rId263" Type="http://schemas.openxmlformats.org/officeDocument/2006/relationships/image" Target="../media/image1206.png"/><Relationship Id="rId284" Type="http://schemas.openxmlformats.org/officeDocument/2006/relationships/customXml" Target="../ink/ink1276.xml"/><Relationship Id="rId37" Type="http://schemas.openxmlformats.org/officeDocument/2006/relationships/image" Target="../media/image1098.png"/><Relationship Id="rId58" Type="http://schemas.openxmlformats.org/officeDocument/2006/relationships/customXml" Target="../ink/ink1160.xml"/><Relationship Id="rId79" Type="http://schemas.openxmlformats.org/officeDocument/2006/relationships/image" Target="../media/image1119.png"/><Relationship Id="rId102" Type="http://schemas.openxmlformats.org/officeDocument/2006/relationships/customXml" Target="../ink/ink1182.xml"/><Relationship Id="rId123" Type="http://schemas.openxmlformats.org/officeDocument/2006/relationships/customXml" Target="../ink/ink1193.xml"/><Relationship Id="rId144" Type="http://schemas.openxmlformats.org/officeDocument/2006/relationships/image" Target="../media/image1150.png"/><Relationship Id="rId90" Type="http://schemas.openxmlformats.org/officeDocument/2006/relationships/customXml" Target="../ink/ink1176.xml"/><Relationship Id="rId165" Type="http://schemas.openxmlformats.org/officeDocument/2006/relationships/customXml" Target="../ink/ink1214.xml"/><Relationship Id="rId186" Type="http://schemas.openxmlformats.org/officeDocument/2006/relationships/image" Target="../media/image1171.png"/><Relationship Id="rId211" Type="http://schemas.openxmlformats.org/officeDocument/2006/relationships/customXml" Target="../ink/ink1239.xml"/><Relationship Id="rId232" Type="http://schemas.openxmlformats.org/officeDocument/2006/relationships/customXml" Target="../ink/ink1250.xml"/><Relationship Id="rId253" Type="http://schemas.openxmlformats.org/officeDocument/2006/relationships/image" Target="../media/image1201.png"/><Relationship Id="rId274" Type="http://schemas.openxmlformats.org/officeDocument/2006/relationships/customXml" Target="../ink/ink1271.xml"/><Relationship Id="rId27" Type="http://schemas.openxmlformats.org/officeDocument/2006/relationships/image" Target="../media/image1093.png"/><Relationship Id="rId48" Type="http://schemas.openxmlformats.org/officeDocument/2006/relationships/customXml" Target="../ink/ink1155.xml"/><Relationship Id="rId69" Type="http://schemas.openxmlformats.org/officeDocument/2006/relationships/image" Target="../media/image1114.png"/><Relationship Id="rId113" Type="http://schemas.openxmlformats.org/officeDocument/2006/relationships/image" Target="../media/image1135.png"/><Relationship Id="rId134" Type="http://schemas.openxmlformats.org/officeDocument/2006/relationships/image" Target="../media/image1145.png"/><Relationship Id="rId80" Type="http://schemas.openxmlformats.org/officeDocument/2006/relationships/customXml" Target="../ink/ink1171.xml"/><Relationship Id="rId155" Type="http://schemas.openxmlformats.org/officeDocument/2006/relationships/customXml" Target="../ink/ink1209.xml"/><Relationship Id="rId176" Type="http://schemas.openxmlformats.org/officeDocument/2006/relationships/image" Target="../media/image1166.png"/><Relationship Id="rId197" Type="http://schemas.openxmlformats.org/officeDocument/2006/relationships/image" Target="../media/image1175.png"/><Relationship Id="rId201" Type="http://schemas.openxmlformats.org/officeDocument/2006/relationships/image" Target="../media/image1177.png"/><Relationship Id="rId222" Type="http://schemas.openxmlformats.org/officeDocument/2006/relationships/customXml" Target="../ink/ink1245.xml"/><Relationship Id="rId243" Type="http://schemas.openxmlformats.org/officeDocument/2006/relationships/image" Target="../media/image1196.png"/><Relationship Id="rId264" Type="http://schemas.openxmlformats.org/officeDocument/2006/relationships/customXml" Target="../ink/ink1266.xml"/><Relationship Id="rId285" Type="http://schemas.openxmlformats.org/officeDocument/2006/relationships/image" Target="../media/image1217.png"/><Relationship Id="rId17" Type="http://schemas.openxmlformats.org/officeDocument/2006/relationships/image" Target="../media/image1088.png"/><Relationship Id="rId38" Type="http://schemas.openxmlformats.org/officeDocument/2006/relationships/customXml" Target="../ink/ink1150.xml"/><Relationship Id="rId59" Type="http://schemas.openxmlformats.org/officeDocument/2006/relationships/image" Target="../media/image1109.png"/><Relationship Id="rId103" Type="http://schemas.openxmlformats.org/officeDocument/2006/relationships/image" Target="../media/image1131.png"/><Relationship Id="rId124" Type="http://schemas.openxmlformats.org/officeDocument/2006/relationships/image" Target="../media/image1140.png"/><Relationship Id="rId70" Type="http://schemas.openxmlformats.org/officeDocument/2006/relationships/customXml" Target="../ink/ink1166.xml"/><Relationship Id="rId91" Type="http://schemas.openxmlformats.org/officeDocument/2006/relationships/image" Target="../media/image1125.png"/><Relationship Id="rId145" Type="http://schemas.openxmlformats.org/officeDocument/2006/relationships/customXml" Target="../ink/ink1204.xml"/><Relationship Id="rId166" Type="http://schemas.openxmlformats.org/officeDocument/2006/relationships/image" Target="../media/image1161.png"/><Relationship Id="rId187" Type="http://schemas.openxmlformats.org/officeDocument/2006/relationships/customXml" Target="../ink/ink122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81.png"/><Relationship Id="rId233" Type="http://schemas.openxmlformats.org/officeDocument/2006/relationships/image" Target="../media/image1191.png"/><Relationship Id="rId254" Type="http://schemas.openxmlformats.org/officeDocument/2006/relationships/customXml" Target="../ink/ink1261.xml"/><Relationship Id="rId28" Type="http://schemas.openxmlformats.org/officeDocument/2006/relationships/customXml" Target="../ink/ink1145.xml"/><Relationship Id="rId49" Type="http://schemas.openxmlformats.org/officeDocument/2006/relationships/image" Target="../media/image1104.png"/><Relationship Id="rId114" Type="http://schemas.openxmlformats.org/officeDocument/2006/relationships/customXml" Target="../ink/ink1188.xml"/><Relationship Id="rId275" Type="http://schemas.openxmlformats.org/officeDocument/2006/relationships/image" Target="../media/image1212.png"/><Relationship Id="rId60" Type="http://schemas.openxmlformats.org/officeDocument/2006/relationships/customXml" Target="../ink/ink1161.xml"/><Relationship Id="rId81" Type="http://schemas.openxmlformats.org/officeDocument/2006/relationships/image" Target="../media/image1120.png"/><Relationship Id="rId135" Type="http://schemas.openxmlformats.org/officeDocument/2006/relationships/customXml" Target="../ink/ink1199.xml"/><Relationship Id="rId156" Type="http://schemas.openxmlformats.org/officeDocument/2006/relationships/image" Target="../media/image1156.png"/><Relationship Id="rId177" Type="http://schemas.openxmlformats.org/officeDocument/2006/relationships/customXml" Target="../ink/ink1220.xml"/><Relationship Id="rId198" Type="http://schemas.openxmlformats.org/officeDocument/2006/relationships/customXml" Target="../ink/ink1231.xml"/><Relationship Id="rId202" Type="http://schemas.openxmlformats.org/officeDocument/2006/relationships/customXml" Target="../ink/ink1233.xml"/><Relationship Id="rId223" Type="http://schemas.openxmlformats.org/officeDocument/2006/relationships/image" Target="../media/image1186.png"/><Relationship Id="rId244" Type="http://schemas.openxmlformats.org/officeDocument/2006/relationships/customXml" Target="../ink/ink1256.xml"/><Relationship Id="rId18" Type="http://schemas.openxmlformats.org/officeDocument/2006/relationships/customXml" Target="../ink/ink1140.xml"/><Relationship Id="rId39" Type="http://schemas.openxmlformats.org/officeDocument/2006/relationships/image" Target="../media/image1099.png"/><Relationship Id="rId265" Type="http://schemas.openxmlformats.org/officeDocument/2006/relationships/image" Target="../media/image1207.png"/><Relationship Id="rId286" Type="http://schemas.openxmlformats.org/officeDocument/2006/relationships/customXml" Target="../ink/ink1277.xml"/><Relationship Id="rId50" Type="http://schemas.openxmlformats.org/officeDocument/2006/relationships/customXml" Target="../ink/ink1156.xml"/><Relationship Id="rId104" Type="http://schemas.openxmlformats.org/officeDocument/2006/relationships/customXml" Target="../ink/ink1183.xml"/><Relationship Id="rId125" Type="http://schemas.openxmlformats.org/officeDocument/2006/relationships/customXml" Target="../ink/ink1194.xml"/><Relationship Id="rId146" Type="http://schemas.openxmlformats.org/officeDocument/2006/relationships/image" Target="../media/image1151.png"/><Relationship Id="rId167" Type="http://schemas.openxmlformats.org/officeDocument/2006/relationships/customXml" Target="../ink/ink1215.xml"/><Relationship Id="rId188" Type="http://schemas.openxmlformats.org/officeDocument/2006/relationships/image" Target="../media/image27.png"/><Relationship Id="rId71" Type="http://schemas.openxmlformats.org/officeDocument/2006/relationships/image" Target="../media/image1115.png"/><Relationship Id="rId92" Type="http://schemas.openxmlformats.org/officeDocument/2006/relationships/customXml" Target="../ink/ink1177.xml"/><Relationship Id="rId213" Type="http://schemas.openxmlformats.org/officeDocument/2006/relationships/customXml" Target="../ink/ink1240.xml"/><Relationship Id="rId234" Type="http://schemas.openxmlformats.org/officeDocument/2006/relationships/customXml" Target="../ink/ink1251.xml"/><Relationship Id="rId2" Type="http://schemas.openxmlformats.org/officeDocument/2006/relationships/customXml" Target="../ink/ink1132.xml"/><Relationship Id="rId29" Type="http://schemas.openxmlformats.org/officeDocument/2006/relationships/image" Target="../media/image1094.png"/><Relationship Id="rId255" Type="http://schemas.openxmlformats.org/officeDocument/2006/relationships/image" Target="../media/image1202.png"/><Relationship Id="rId276" Type="http://schemas.openxmlformats.org/officeDocument/2006/relationships/customXml" Target="../ink/ink1272.xml"/><Relationship Id="rId40" Type="http://schemas.openxmlformats.org/officeDocument/2006/relationships/customXml" Target="../ink/ink1151.xml"/><Relationship Id="rId115" Type="http://schemas.openxmlformats.org/officeDocument/2006/relationships/customXml" Target="../ink/ink1189.xml"/><Relationship Id="rId136" Type="http://schemas.openxmlformats.org/officeDocument/2006/relationships/image" Target="../media/image1146.png"/><Relationship Id="rId157" Type="http://schemas.openxmlformats.org/officeDocument/2006/relationships/customXml" Target="../ink/ink1210.xml"/><Relationship Id="rId178" Type="http://schemas.openxmlformats.org/officeDocument/2006/relationships/image" Target="../media/image1167.png"/><Relationship Id="rId61" Type="http://schemas.openxmlformats.org/officeDocument/2006/relationships/image" Target="../media/image1110.png"/><Relationship Id="rId82" Type="http://schemas.openxmlformats.org/officeDocument/2006/relationships/customXml" Target="../ink/ink1172.xml"/><Relationship Id="rId199" Type="http://schemas.openxmlformats.org/officeDocument/2006/relationships/image" Target="../media/image1176.png"/><Relationship Id="rId203" Type="http://schemas.openxmlformats.org/officeDocument/2006/relationships/image" Target="../media/image1178.png"/><Relationship Id="rId19" Type="http://schemas.openxmlformats.org/officeDocument/2006/relationships/image" Target="../media/image1089.png"/><Relationship Id="rId224" Type="http://schemas.openxmlformats.org/officeDocument/2006/relationships/customXml" Target="../ink/ink1246.xml"/><Relationship Id="rId245" Type="http://schemas.openxmlformats.org/officeDocument/2006/relationships/image" Target="../media/image1197.png"/><Relationship Id="rId266" Type="http://schemas.openxmlformats.org/officeDocument/2006/relationships/customXml" Target="../ink/ink1267.xml"/><Relationship Id="rId287" Type="http://schemas.openxmlformats.org/officeDocument/2006/relationships/image" Target="../media/image1218.png"/><Relationship Id="rId30" Type="http://schemas.openxmlformats.org/officeDocument/2006/relationships/customXml" Target="../ink/ink1146.xml"/><Relationship Id="rId105" Type="http://schemas.openxmlformats.org/officeDocument/2006/relationships/image" Target="../media/image51.png"/><Relationship Id="rId126" Type="http://schemas.openxmlformats.org/officeDocument/2006/relationships/image" Target="../media/image1141.png"/><Relationship Id="rId147" Type="http://schemas.openxmlformats.org/officeDocument/2006/relationships/customXml" Target="../ink/ink1205.xml"/><Relationship Id="rId168" Type="http://schemas.openxmlformats.org/officeDocument/2006/relationships/image" Target="../media/image1162.png"/><Relationship Id="rId51" Type="http://schemas.openxmlformats.org/officeDocument/2006/relationships/image" Target="../media/image1105.png"/><Relationship Id="rId72" Type="http://schemas.openxmlformats.org/officeDocument/2006/relationships/customXml" Target="../ink/ink1167.xml"/><Relationship Id="rId93" Type="http://schemas.openxmlformats.org/officeDocument/2006/relationships/image" Target="../media/image1126.png"/><Relationship Id="rId189" Type="http://schemas.openxmlformats.org/officeDocument/2006/relationships/customXml" Target="../ink/ink1226.xml"/><Relationship Id="rId3" Type="http://schemas.openxmlformats.org/officeDocument/2006/relationships/image" Target="../media/image1082.png"/><Relationship Id="rId214" Type="http://schemas.openxmlformats.org/officeDocument/2006/relationships/image" Target="../media/image1182.png"/><Relationship Id="rId235" Type="http://schemas.openxmlformats.org/officeDocument/2006/relationships/image" Target="../media/image1192.png"/><Relationship Id="rId256" Type="http://schemas.openxmlformats.org/officeDocument/2006/relationships/customXml" Target="../ink/ink1262.xml"/><Relationship Id="rId277" Type="http://schemas.openxmlformats.org/officeDocument/2006/relationships/image" Target="../media/image1213.png"/><Relationship Id="rId116" Type="http://schemas.openxmlformats.org/officeDocument/2006/relationships/image" Target="../media/image1136.png"/><Relationship Id="rId137" Type="http://schemas.openxmlformats.org/officeDocument/2006/relationships/customXml" Target="../ink/ink1200.xml"/><Relationship Id="rId158" Type="http://schemas.openxmlformats.org/officeDocument/2006/relationships/image" Target="../media/image1157.png"/><Relationship Id="rId20" Type="http://schemas.openxmlformats.org/officeDocument/2006/relationships/customXml" Target="../ink/ink1141.xml"/><Relationship Id="rId41" Type="http://schemas.openxmlformats.org/officeDocument/2006/relationships/image" Target="../media/image1100.png"/><Relationship Id="rId62" Type="http://schemas.openxmlformats.org/officeDocument/2006/relationships/customXml" Target="../ink/ink1162.xml"/><Relationship Id="rId83" Type="http://schemas.openxmlformats.org/officeDocument/2006/relationships/image" Target="../media/image1121.png"/><Relationship Id="rId179" Type="http://schemas.openxmlformats.org/officeDocument/2006/relationships/customXml" Target="../ink/ink1221.xml"/><Relationship Id="rId190" Type="http://schemas.openxmlformats.org/officeDocument/2006/relationships/image" Target="../media/image1172.png"/><Relationship Id="rId204" Type="http://schemas.openxmlformats.org/officeDocument/2006/relationships/customXml" Target="../ink/ink1234.xml"/><Relationship Id="rId225" Type="http://schemas.openxmlformats.org/officeDocument/2006/relationships/image" Target="../media/image1187.png"/><Relationship Id="rId246" Type="http://schemas.openxmlformats.org/officeDocument/2006/relationships/customXml" Target="../ink/ink1257.xml"/><Relationship Id="rId267" Type="http://schemas.openxmlformats.org/officeDocument/2006/relationships/image" Target="../media/image1208.png"/><Relationship Id="rId288" Type="http://schemas.openxmlformats.org/officeDocument/2006/relationships/customXml" Target="../ink/ink1278.xml"/><Relationship Id="rId106" Type="http://schemas.openxmlformats.org/officeDocument/2006/relationships/customXml" Target="../ink/ink1184.xml"/><Relationship Id="rId127" Type="http://schemas.openxmlformats.org/officeDocument/2006/relationships/customXml" Target="../ink/ink1195.xml"/><Relationship Id="rId10" Type="http://schemas.openxmlformats.org/officeDocument/2006/relationships/customXml" Target="../ink/ink1136.xml"/><Relationship Id="rId31" Type="http://schemas.openxmlformats.org/officeDocument/2006/relationships/image" Target="../media/image1095.png"/><Relationship Id="rId52" Type="http://schemas.openxmlformats.org/officeDocument/2006/relationships/customXml" Target="../ink/ink1157.xml"/><Relationship Id="rId73" Type="http://schemas.openxmlformats.org/officeDocument/2006/relationships/image" Target="../media/image1116.png"/><Relationship Id="rId94" Type="http://schemas.openxmlformats.org/officeDocument/2006/relationships/customXml" Target="../ink/ink1178.xml"/><Relationship Id="rId148" Type="http://schemas.openxmlformats.org/officeDocument/2006/relationships/image" Target="../media/image1152.png"/><Relationship Id="rId169" Type="http://schemas.openxmlformats.org/officeDocument/2006/relationships/customXml" Target="../ink/ink1216.xml"/><Relationship Id="rId4" Type="http://schemas.openxmlformats.org/officeDocument/2006/relationships/customXml" Target="../ink/ink1133.xml"/><Relationship Id="rId180" Type="http://schemas.openxmlformats.org/officeDocument/2006/relationships/image" Target="../media/image1168.png"/><Relationship Id="rId215" Type="http://schemas.openxmlformats.org/officeDocument/2006/relationships/customXml" Target="../ink/ink1241.xml"/><Relationship Id="rId236" Type="http://schemas.openxmlformats.org/officeDocument/2006/relationships/customXml" Target="../ink/ink1252.xml"/><Relationship Id="rId257" Type="http://schemas.openxmlformats.org/officeDocument/2006/relationships/image" Target="../media/image1203.png"/><Relationship Id="rId278" Type="http://schemas.openxmlformats.org/officeDocument/2006/relationships/customXml" Target="../ink/ink1273.xml"/><Relationship Id="rId42" Type="http://schemas.openxmlformats.org/officeDocument/2006/relationships/customXml" Target="../ink/ink1152.xml"/><Relationship Id="rId84" Type="http://schemas.openxmlformats.org/officeDocument/2006/relationships/customXml" Target="../ink/ink1173.xml"/><Relationship Id="rId138" Type="http://schemas.openxmlformats.org/officeDocument/2006/relationships/image" Target="../media/image1147.png"/><Relationship Id="rId191" Type="http://schemas.openxmlformats.org/officeDocument/2006/relationships/customXml" Target="../ink/ink1227.xml"/><Relationship Id="rId205" Type="http://schemas.openxmlformats.org/officeDocument/2006/relationships/customXml" Target="../ink/ink1235.xml"/><Relationship Id="rId247" Type="http://schemas.openxmlformats.org/officeDocument/2006/relationships/image" Target="../media/image1198.png"/><Relationship Id="rId107" Type="http://schemas.openxmlformats.org/officeDocument/2006/relationships/image" Target="../media/image1132.png"/><Relationship Id="rId289" Type="http://schemas.openxmlformats.org/officeDocument/2006/relationships/image" Target="../media/image1219.png"/><Relationship Id="rId11" Type="http://schemas.openxmlformats.org/officeDocument/2006/relationships/image" Target="../media/image315.png"/><Relationship Id="rId53" Type="http://schemas.openxmlformats.org/officeDocument/2006/relationships/image" Target="../media/image1106.png"/><Relationship Id="rId149" Type="http://schemas.openxmlformats.org/officeDocument/2006/relationships/customXml" Target="../ink/ink1206.xml"/><Relationship Id="rId95" Type="http://schemas.openxmlformats.org/officeDocument/2006/relationships/image" Target="../media/image1127.png"/><Relationship Id="rId160" Type="http://schemas.openxmlformats.org/officeDocument/2006/relationships/image" Target="../media/image1158.png"/><Relationship Id="rId216" Type="http://schemas.openxmlformats.org/officeDocument/2006/relationships/image" Target="../media/image1183.png"/><Relationship Id="rId258" Type="http://schemas.openxmlformats.org/officeDocument/2006/relationships/customXml" Target="../ink/ink1263.xml"/><Relationship Id="rId22" Type="http://schemas.openxmlformats.org/officeDocument/2006/relationships/customXml" Target="../ink/ink1142.xml"/><Relationship Id="rId64" Type="http://schemas.openxmlformats.org/officeDocument/2006/relationships/customXml" Target="../ink/ink1163.xml"/><Relationship Id="rId118" Type="http://schemas.openxmlformats.org/officeDocument/2006/relationships/image" Target="../media/image1137.png"/><Relationship Id="rId171" Type="http://schemas.openxmlformats.org/officeDocument/2006/relationships/customXml" Target="../ink/ink1217.xml"/><Relationship Id="rId227" Type="http://schemas.openxmlformats.org/officeDocument/2006/relationships/image" Target="../media/image118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38.xml"/><Relationship Id="rId21" Type="http://schemas.openxmlformats.org/officeDocument/2006/relationships/image" Target="../media/image1230.png"/><Relationship Id="rId63" Type="http://schemas.openxmlformats.org/officeDocument/2006/relationships/image" Target="../media/image1251.png"/><Relationship Id="rId159" Type="http://schemas.openxmlformats.org/officeDocument/2006/relationships/customXml" Target="../ink/ink1359.xml"/><Relationship Id="rId170" Type="http://schemas.openxmlformats.org/officeDocument/2006/relationships/image" Target="../media/image1303.png"/><Relationship Id="rId226" Type="http://schemas.openxmlformats.org/officeDocument/2006/relationships/image" Target="../media/image1331.png"/><Relationship Id="rId268" Type="http://schemas.openxmlformats.org/officeDocument/2006/relationships/image" Target="../media/image1351.png"/><Relationship Id="rId32" Type="http://schemas.openxmlformats.org/officeDocument/2006/relationships/customXml" Target="../ink/ink1295.xml"/><Relationship Id="rId74" Type="http://schemas.openxmlformats.org/officeDocument/2006/relationships/customXml" Target="../ink/ink1316.xml"/><Relationship Id="rId128" Type="http://schemas.openxmlformats.org/officeDocument/2006/relationships/image" Target="../media/image1282.png"/><Relationship Id="rId5" Type="http://schemas.openxmlformats.org/officeDocument/2006/relationships/image" Target="../media/image1222.png"/><Relationship Id="rId181" Type="http://schemas.openxmlformats.org/officeDocument/2006/relationships/customXml" Target="../ink/ink1370.xml"/><Relationship Id="rId237" Type="http://schemas.openxmlformats.org/officeDocument/2006/relationships/customXml" Target="../ink/ink1398.xml"/><Relationship Id="rId258" Type="http://schemas.openxmlformats.org/officeDocument/2006/relationships/image" Target="../media/image1347.png"/><Relationship Id="rId279" Type="http://schemas.openxmlformats.org/officeDocument/2006/relationships/customXml" Target="../ink/ink1419.xml"/><Relationship Id="rId22" Type="http://schemas.openxmlformats.org/officeDocument/2006/relationships/customXml" Target="../ink/ink1290.xml"/><Relationship Id="rId43" Type="http://schemas.openxmlformats.org/officeDocument/2006/relationships/image" Target="../media/image1241.png"/><Relationship Id="rId64" Type="http://schemas.openxmlformats.org/officeDocument/2006/relationships/customXml" Target="../ink/ink1311.xml"/><Relationship Id="rId118" Type="http://schemas.openxmlformats.org/officeDocument/2006/relationships/image" Target="../media/image1277.png"/><Relationship Id="rId139" Type="http://schemas.openxmlformats.org/officeDocument/2006/relationships/customXml" Target="../ink/ink1349.xml"/><Relationship Id="rId85" Type="http://schemas.openxmlformats.org/officeDocument/2006/relationships/image" Target="../media/image1262.png"/><Relationship Id="rId150" Type="http://schemas.openxmlformats.org/officeDocument/2006/relationships/image" Target="../media/image1293.png"/><Relationship Id="rId171" Type="http://schemas.openxmlformats.org/officeDocument/2006/relationships/customXml" Target="../ink/ink1365.xml"/><Relationship Id="rId192" Type="http://schemas.openxmlformats.org/officeDocument/2006/relationships/image" Target="../media/image1314.png"/><Relationship Id="rId206" Type="http://schemas.openxmlformats.org/officeDocument/2006/relationships/image" Target="../media/image1321.png"/><Relationship Id="rId227" Type="http://schemas.openxmlformats.org/officeDocument/2006/relationships/customXml" Target="../ink/ink1393.xml"/><Relationship Id="rId248" Type="http://schemas.openxmlformats.org/officeDocument/2006/relationships/image" Target="../media/image1342.png"/><Relationship Id="rId269" Type="http://schemas.openxmlformats.org/officeDocument/2006/relationships/customXml" Target="../ink/ink1414.xml"/><Relationship Id="rId12" Type="http://schemas.openxmlformats.org/officeDocument/2006/relationships/customXml" Target="../ink/ink1285.xml"/><Relationship Id="rId33" Type="http://schemas.openxmlformats.org/officeDocument/2006/relationships/image" Target="../media/image1236.png"/><Relationship Id="rId108" Type="http://schemas.openxmlformats.org/officeDocument/2006/relationships/image" Target="../media/image1272.png"/><Relationship Id="rId129" Type="http://schemas.openxmlformats.org/officeDocument/2006/relationships/customXml" Target="../ink/ink1344.xml"/><Relationship Id="rId280" Type="http://schemas.openxmlformats.org/officeDocument/2006/relationships/image" Target="../media/image1357.png"/><Relationship Id="rId54" Type="http://schemas.openxmlformats.org/officeDocument/2006/relationships/customXml" Target="../ink/ink1306.xml"/><Relationship Id="rId75" Type="http://schemas.openxmlformats.org/officeDocument/2006/relationships/image" Target="../media/image1257.png"/><Relationship Id="rId96" Type="http://schemas.openxmlformats.org/officeDocument/2006/relationships/customXml" Target="../ink/ink1327.xml"/><Relationship Id="rId140" Type="http://schemas.openxmlformats.org/officeDocument/2006/relationships/image" Target="../media/image1288.png"/><Relationship Id="rId161" Type="http://schemas.openxmlformats.org/officeDocument/2006/relationships/customXml" Target="../ink/ink1360.xml"/><Relationship Id="rId182" Type="http://schemas.openxmlformats.org/officeDocument/2006/relationships/image" Target="../media/image1309.png"/><Relationship Id="rId217" Type="http://schemas.openxmlformats.org/officeDocument/2006/relationships/customXml" Target="../ink/ink1388.xml"/><Relationship Id="rId6" Type="http://schemas.openxmlformats.org/officeDocument/2006/relationships/customXml" Target="../ink/ink1282.xml"/><Relationship Id="rId238" Type="http://schemas.openxmlformats.org/officeDocument/2006/relationships/image" Target="../media/image1337.png"/><Relationship Id="rId259" Type="http://schemas.openxmlformats.org/officeDocument/2006/relationships/customXml" Target="../ink/ink1409.xml"/><Relationship Id="rId23" Type="http://schemas.openxmlformats.org/officeDocument/2006/relationships/image" Target="../media/image1231.png"/><Relationship Id="rId119" Type="http://schemas.openxmlformats.org/officeDocument/2006/relationships/customXml" Target="../ink/ink1339.xml"/><Relationship Id="rId270" Type="http://schemas.openxmlformats.org/officeDocument/2006/relationships/image" Target="../media/image1352.png"/><Relationship Id="rId44" Type="http://schemas.openxmlformats.org/officeDocument/2006/relationships/customXml" Target="../ink/ink1301.xml"/><Relationship Id="rId65" Type="http://schemas.openxmlformats.org/officeDocument/2006/relationships/image" Target="../media/image1252.png"/><Relationship Id="rId86" Type="http://schemas.openxmlformats.org/officeDocument/2006/relationships/customXml" Target="../ink/ink1322.xml"/><Relationship Id="rId130" Type="http://schemas.openxmlformats.org/officeDocument/2006/relationships/image" Target="../media/image1283.png"/><Relationship Id="rId151" Type="http://schemas.openxmlformats.org/officeDocument/2006/relationships/customXml" Target="../ink/ink1355.xml"/><Relationship Id="rId172" Type="http://schemas.openxmlformats.org/officeDocument/2006/relationships/image" Target="../media/image1304.png"/><Relationship Id="rId193" Type="http://schemas.openxmlformats.org/officeDocument/2006/relationships/customXml" Target="../ink/ink1376.xml"/><Relationship Id="rId207" Type="http://schemas.openxmlformats.org/officeDocument/2006/relationships/customXml" Target="../ink/ink1383.xml"/><Relationship Id="rId228" Type="http://schemas.openxmlformats.org/officeDocument/2006/relationships/image" Target="../media/image1332.png"/><Relationship Id="rId249" Type="http://schemas.openxmlformats.org/officeDocument/2006/relationships/customXml" Target="../ink/ink1404.xml"/><Relationship Id="rId13" Type="http://schemas.openxmlformats.org/officeDocument/2006/relationships/image" Target="../media/image1226.png"/><Relationship Id="rId109" Type="http://schemas.openxmlformats.org/officeDocument/2006/relationships/customXml" Target="../ink/ink1334.xml"/><Relationship Id="rId260" Type="http://schemas.openxmlformats.org/officeDocument/2006/relationships/image" Target="../media/image1348.png"/><Relationship Id="rId34" Type="http://schemas.openxmlformats.org/officeDocument/2006/relationships/customXml" Target="../ink/ink1296.xml"/><Relationship Id="rId55" Type="http://schemas.openxmlformats.org/officeDocument/2006/relationships/image" Target="../media/image1247.png"/><Relationship Id="rId76" Type="http://schemas.openxmlformats.org/officeDocument/2006/relationships/customXml" Target="../ink/ink1317.xml"/><Relationship Id="rId97" Type="http://schemas.openxmlformats.org/officeDocument/2006/relationships/image" Target="../media/image1268.png"/><Relationship Id="rId120" Type="http://schemas.openxmlformats.org/officeDocument/2006/relationships/image" Target="../media/image1278.png"/><Relationship Id="rId141" Type="http://schemas.openxmlformats.org/officeDocument/2006/relationships/customXml" Target="../ink/ink1350.xml"/><Relationship Id="rId7" Type="http://schemas.openxmlformats.org/officeDocument/2006/relationships/image" Target="../media/image1223.png"/><Relationship Id="rId162" Type="http://schemas.openxmlformats.org/officeDocument/2006/relationships/image" Target="../media/image1299.png"/><Relationship Id="rId183" Type="http://schemas.openxmlformats.org/officeDocument/2006/relationships/customXml" Target="../ink/ink1371.xml"/><Relationship Id="rId218" Type="http://schemas.openxmlformats.org/officeDocument/2006/relationships/image" Target="../media/image1327.png"/><Relationship Id="rId239" Type="http://schemas.openxmlformats.org/officeDocument/2006/relationships/customXml" Target="../ink/ink1399.xml"/><Relationship Id="rId250" Type="http://schemas.openxmlformats.org/officeDocument/2006/relationships/image" Target="../media/image1343.png"/><Relationship Id="rId271" Type="http://schemas.openxmlformats.org/officeDocument/2006/relationships/customXml" Target="../ink/ink1415.xml"/><Relationship Id="rId24" Type="http://schemas.openxmlformats.org/officeDocument/2006/relationships/customXml" Target="../ink/ink1291.xml"/><Relationship Id="rId45" Type="http://schemas.openxmlformats.org/officeDocument/2006/relationships/image" Target="../media/image1242.png"/><Relationship Id="rId66" Type="http://schemas.openxmlformats.org/officeDocument/2006/relationships/customXml" Target="../ink/ink1312.xml"/><Relationship Id="rId87" Type="http://schemas.openxmlformats.org/officeDocument/2006/relationships/image" Target="../media/image1263.png"/><Relationship Id="rId110" Type="http://schemas.openxmlformats.org/officeDocument/2006/relationships/image" Target="../media/image1273.png"/><Relationship Id="rId131" Type="http://schemas.openxmlformats.org/officeDocument/2006/relationships/customXml" Target="../ink/ink1345.xml"/><Relationship Id="rId152" Type="http://schemas.openxmlformats.org/officeDocument/2006/relationships/image" Target="../media/image1294.png"/><Relationship Id="rId173" Type="http://schemas.openxmlformats.org/officeDocument/2006/relationships/customXml" Target="../ink/ink1366.xml"/><Relationship Id="rId194" Type="http://schemas.openxmlformats.org/officeDocument/2006/relationships/image" Target="../media/image1315.png"/><Relationship Id="rId208" Type="http://schemas.openxmlformats.org/officeDocument/2006/relationships/image" Target="../media/image1322.png"/><Relationship Id="rId229" Type="http://schemas.openxmlformats.org/officeDocument/2006/relationships/customXml" Target="../ink/ink1394.xml"/><Relationship Id="rId240" Type="http://schemas.openxmlformats.org/officeDocument/2006/relationships/image" Target="../media/image1338.png"/><Relationship Id="rId261" Type="http://schemas.openxmlformats.org/officeDocument/2006/relationships/customXml" Target="../ink/ink1410.xml"/><Relationship Id="rId14" Type="http://schemas.openxmlformats.org/officeDocument/2006/relationships/customXml" Target="../ink/ink1286.xml"/><Relationship Id="rId35" Type="http://schemas.openxmlformats.org/officeDocument/2006/relationships/image" Target="../media/image1237.png"/><Relationship Id="rId56" Type="http://schemas.openxmlformats.org/officeDocument/2006/relationships/customXml" Target="../ink/ink1307.xml"/><Relationship Id="rId77" Type="http://schemas.openxmlformats.org/officeDocument/2006/relationships/image" Target="../media/image1258.png"/><Relationship Id="rId100" Type="http://schemas.openxmlformats.org/officeDocument/2006/relationships/customXml" Target="../ink/ink1329.xml"/><Relationship Id="rId8" Type="http://schemas.openxmlformats.org/officeDocument/2006/relationships/customXml" Target="../ink/ink1283.xml"/><Relationship Id="rId98" Type="http://schemas.openxmlformats.org/officeDocument/2006/relationships/customXml" Target="../ink/ink1328.xml"/><Relationship Id="rId121" Type="http://schemas.openxmlformats.org/officeDocument/2006/relationships/customXml" Target="../ink/ink1340.xml"/><Relationship Id="rId142" Type="http://schemas.openxmlformats.org/officeDocument/2006/relationships/image" Target="../media/image1289.png"/><Relationship Id="rId163" Type="http://schemas.openxmlformats.org/officeDocument/2006/relationships/customXml" Target="../ink/ink1361.xml"/><Relationship Id="rId184" Type="http://schemas.openxmlformats.org/officeDocument/2006/relationships/image" Target="../media/image1310.png"/><Relationship Id="rId219" Type="http://schemas.openxmlformats.org/officeDocument/2006/relationships/customXml" Target="../ink/ink1389.xml"/><Relationship Id="rId230" Type="http://schemas.openxmlformats.org/officeDocument/2006/relationships/image" Target="../media/image1333.png"/><Relationship Id="rId251" Type="http://schemas.openxmlformats.org/officeDocument/2006/relationships/customXml" Target="../ink/ink1405.xml"/><Relationship Id="rId25" Type="http://schemas.openxmlformats.org/officeDocument/2006/relationships/image" Target="../media/image1232.png"/><Relationship Id="rId46" Type="http://schemas.openxmlformats.org/officeDocument/2006/relationships/customXml" Target="../ink/ink1302.xml"/><Relationship Id="rId67" Type="http://schemas.openxmlformats.org/officeDocument/2006/relationships/image" Target="../media/image1253.png"/><Relationship Id="rId272" Type="http://schemas.openxmlformats.org/officeDocument/2006/relationships/image" Target="../media/image1353.png"/><Relationship Id="rId88" Type="http://schemas.openxmlformats.org/officeDocument/2006/relationships/customXml" Target="../ink/ink1323.xml"/><Relationship Id="rId111" Type="http://schemas.openxmlformats.org/officeDocument/2006/relationships/customXml" Target="../ink/ink1335.xml"/><Relationship Id="rId132" Type="http://schemas.openxmlformats.org/officeDocument/2006/relationships/image" Target="../media/image1284.png"/><Relationship Id="rId153" Type="http://schemas.openxmlformats.org/officeDocument/2006/relationships/customXml" Target="../ink/ink1356.xml"/><Relationship Id="rId174" Type="http://schemas.openxmlformats.org/officeDocument/2006/relationships/image" Target="../media/image1305.png"/><Relationship Id="rId195" Type="http://schemas.openxmlformats.org/officeDocument/2006/relationships/customXml" Target="../ink/ink1377.xml"/><Relationship Id="rId209" Type="http://schemas.openxmlformats.org/officeDocument/2006/relationships/customXml" Target="../ink/ink1384.xml"/><Relationship Id="rId220" Type="http://schemas.openxmlformats.org/officeDocument/2006/relationships/image" Target="../media/image1328.png"/><Relationship Id="rId241" Type="http://schemas.openxmlformats.org/officeDocument/2006/relationships/customXml" Target="../ink/ink1400.xml"/><Relationship Id="rId15" Type="http://schemas.openxmlformats.org/officeDocument/2006/relationships/image" Target="../media/image1227.png"/><Relationship Id="rId36" Type="http://schemas.openxmlformats.org/officeDocument/2006/relationships/customXml" Target="../ink/ink1297.xml"/><Relationship Id="rId57" Type="http://schemas.openxmlformats.org/officeDocument/2006/relationships/image" Target="../media/image1248.png"/><Relationship Id="rId262" Type="http://schemas.openxmlformats.org/officeDocument/2006/relationships/image" Target="../media/image806.png"/><Relationship Id="rId78" Type="http://schemas.openxmlformats.org/officeDocument/2006/relationships/customXml" Target="../ink/ink1318.xml"/><Relationship Id="rId99" Type="http://schemas.openxmlformats.org/officeDocument/2006/relationships/image" Target="../media/image1269.png"/><Relationship Id="rId101" Type="http://schemas.openxmlformats.org/officeDocument/2006/relationships/image" Target="../media/image1270.png"/><Relationship Id="rId122" Type="http://schemas.openxmlformats.org/officeDocument/2006/relationships/image" Target="../media/image1279.png"/><Relationship Id="rId143" Type="http://schemas.openxmlformats.org/officeDocument/2006/relationships/customXml" Target="../ink/ink1351.xml"/><Relationship Id="rId164" Type="http://schemas.openxmlformats.org/officeDocument/2006/relationships/image" Target="../media/image1300.png"/><Relationship Id="rId185" Type="http://schemas.openxmlformats.org/officeDocument/2006/relationships/customXml" Target="../ink/ink1372.xml"/><Relationship Id="rId9" Type="http://schemas.openxmlformats.org/officeDocument/2006/relationships/image" Target="../media/image1224.png"/><Relationship Id="rId210" Type="http://schemas.openxmlformats.org/officeDocument/2006/relationships/image" Target="../media/image1323.png"/><Relationship Id="rId26" Type="http://schemas.openxmlformats.org/officeDocument/2006/relationships/customXml" Target="../ink/ink1292.xml"/><Relationship Id="rId231" Type="http://schemas.openxmlformats.org/officeDocument/2006/relationships/customXml" Target="../ink/ink1395.xml"/><Relationship Id="rId252" Type="http://schemas.openxmlformats.org/officeDocument/2006/relationships/image" Target="../media/image1344.png"/><Relationship Id="rId273" Type="http://schemas.openxmlformats.org/officeDocument/2006/relationships/customXml" Target="../ink/ink1416.xml"/><Relationship Id="rId47" Type="http://schemas.openxmlformats.org/officeDocument/2006/relationships/image" Target="../media/image1243.png"/><Relationship Id="rId68" Type="http://schemas.openxmlformats.org/officeDocument/2006/relationships/customXml" Target="../ink/ink1313.xml"/><Relationship Id="rId89" Type="http://schemas.openxmlformats.org/officeDocument/2006/relationships/image" Target="../media/image1264.png"/><Relationship Id="rId112" Type="http://schemas.openxmlformats.org/officeDocument/2006/relationships/image" Target="../media/image1274.png"/><Relationship Id="rId133" Type="http://schemas.openxmlformats.org/officeDocument/2006/relationships/customXml" Target="../ink/ink1346.xml"/><Relationship Id="rId154" Type="http://schemas.openxmlformats.org/officeDocument/2006/relationships/image" Target="../media/image1295.png"/><Relationship Id="rId175" Type="http://schemas.openxmlformats.org/officeDocument/2006/relationships/customXml" Target="../ink/ink1367.xml"/><Relationship Id="rId196" Type="http://schemas.openxmlformats.org/officeDocument/2006/relationships/image" Target="../media/image1316.png"/><Relationship Id="rId200" Type="http://schemas.openxmlformats.org/officeDocument/2006/relationships/image" Target="../media/image1318.png"/><Relationship Id="rId16" Type="http://schemas.openxmlformats.org/officeDocument/2006/relationships/customXml" Target="../ink/ink1287.xml"/><Relationship Id="rId221" Type="http://schemas.openxmlformats.org/officeDocument/2006/relationships/customXml" Target="../ink/ink1390.xml"/><Relationship Id="rId242" Type="http://schemas.openxmlformats.org/officeDocument/2006/relationships/image" Target="../media/image1339.png"/><Relationship Id="rId263" Type="http://schemas.openxmlformats.org/officeDocument/2006/relationships/customXml" Target="../ink/ink1411.xml"/><Relationship Id="rId37" Type="http://schemas.openxmlformats.org/officeDocument/2006/relationships/image" Target="../media/image1238.png"/><Relationship Id="rId58" Type="http://schemas.openxmlformats.org/officeDocument/2006/relationships/customXml" Target="../ink/ink1308.xml"/><Relationship Id="rId79" Type="http://schemas.openxmlformats.org/officeDocument/2006/relationships/image" Target="../media/image1259.png"/><Relationship Id="rId102" Type="http://schemas.openxmlformats.org/officeDocument/2006/relationships/customXml" Target="../ink/ink1330.xml"/><Relationship Id="rId123" Type="http://schemas.openxmlformats.org/officeDocument/2006/relationships/customXml" Target="../ink/ink1341.xml"/><Relationship Id="rId144" Type="http://schemas.openxmlformats.org/officeDocument/2006/relationships/image" Target="../media/image1290.png"/><Relationship Id="rId90" Type="http://schemas.openxmlformats.org/officeDocument/2006/relationships/customXml" Target="../ink/ink1324.xml"/><Relationship Id="rId165" Type="http://schemas.openxmlformats.org/officeDocument/2006/relationships/customXml" Target="../ink/ink1362.xml"/><Relationship Id="rId186" Type="http://schemas.openxmlformats.org/officeDocument/2006/relationships/image" Target="../media/image1311.png"/><Relationship Id="rId211" Type="http://schemas.openxmlformats.org/officeDocument/2006/relationships/customXml" Target="../ink/ink1385.xml"/><Relationship Id="rId232" Type="http://schemas.openxmlformats.org/officeDocument/2006/relationships/image" Target="../media/image1334.png"/><Relationship Id="rId253" Type="http://schemas.openxmlformats.org/officeDocument/2006/relationships/customXml" Target="../ink/ink1406.xml"/><Relationship Id="rId274" Type="http://schemas.openxmlformats.org/officeDocument/2006/relationships/image" Target="../media/image1354.png"/><Relationship Id="rId27" Type="http://schemas.openxmlformats.org/officeDocument/2006/relationships/image" Target="../media/image1233.png"/><Relationship Id="rId48" Type="http://schemas.openxmlformats.org/officeDocument/2006/relationships/customXml" Target="../ink/ink1303.xml"/><Relationship Id="rId69" Type="http://schemas.openxmlformats.org/officeDocument/2006/relationships/image" Target="../media/image1254.png"/><Relationship Id="rId113" Type="http://schemas.openxmlformats.org/officeDocument/2006/relationships/customXml" Target="../ink/ink1336.xml"/><Relationship Id="rId134" Type="http://schemas.openxmlformats.org/officeDocument/2006/relationships/image" Target="../media/image1285.png"/><Relationship Id="rId80" Type="http://schemas.openxmlformats.org/officeDocument/2006/relationships/customXml" Target="../ink/ink1319.xml"/><Relationship Id="rId155" Type="http://schemas.openxmlformats.org/officeDocument/2006/relationships/customXml" Target="../ink/ink1357.xml"/><Relationship Id="rId176" Type="http://schemas.openxmlformats.org/officeDocument/2006/relationships/image" Target="../media/image1306.png"/><Relationship Id="rId197" Type="http://schemas.openxmlformats.org/officeDocument/2006/relationships/customXml" Target="../ink/ink1378.xml"/><Relationship Id="rId201" Type="http://schemas.openxmlformats.org/officeDocument/2006/relationships/customXml" Target="../ink/ink1380.xml"/><Relationship Id="rId222" Type="http://schemas.openxmlformats.org/officeDocument/2006/relationships/image" Target="../media/image1329.png"/><Relationship Id="rId243" Type="http://schemas.openxmlformats.org/officeDocument/2006/relationships/customXml" Target="../ink/ink1401.xml"/><Relationship Id="rId264" Type="http://schemas.openxmlformats.org/officeDocument/2006/relationships/image" Target="../media/image1349.png"/><Relationship Id="rId17" Type="http://schemas.openxmlformats.org/officeDocument/2006/relationships/image" Target="../media/image1228.png"/><Relationship Id="rId38" Type="http://schemas.openxmlformats.org/officeDocument/2006/relationships/customXml" Target="../ink/ink1298.xml"/><Relationship Id="rId59" Type="http://schemas.openxmlformats.org/officeDocument/2006/relationships/image" Target="../media/image1249.png"/><Relationship Id="rId103" Type="http://schemas.openxmlformats.org/officeDocument/2006/relationships/image" Target="../media/image27.png"/><Relationship Id="rId124" Type="http://schemas.openxmlformats.org/officeDocument/2006/relationships/image" Target="../media/image1280.png"/><Relationship Id="rId70" Type="http://schemas.openxmlformats.org/officeDocument/2006/relationships/customXml" Target="../ink/ink1314.xml"/><Relationship Id="rId91" Type="http://schemas.openxmlformats.org/officeDocument/2006/relationships/image" Target="../media/image1265.png"/><Relationship Id="rId145" Type="http://schemas.openxmlformats.org/officeDocument/2006/relationships/customXml" Target="../ink/ink1352.xml"/><Relationship Id="rId166" Type="http://schemas.openxmlformats.org/officeDocument/2006/relationships/image" Target="../media/image1301.png"/><Relationship Id="rId187" Type="http://schemas.openxmlformats.org/officeDocument/2006/relationships/customXml" Target="../ink/ink137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324.png"/><Relationship Id="rId233" Type="http://schemas.openxmlformats.org/officeDocument/2006/relationships/customXml" Target="../ink/ink1396.xml"/><Relationship Id="rId254" Type="http://schemas.openxmlformats.org/officeDocument/2006/relationships/image" Target="../media/image1345.png"/><Relationship Id="rId28" Type="http://schemas.openxmlformats.org/officeDocument/2006/relationships/customXml" Target="../ink/ink1293.xml"/><Relationship Id="rId49" Type="http://schemas.openxmlformats.org/officeDocument/2006/relationships/image" Target="../media/image1244.png"/><Relationship Id="rId114" Type="http://schemas.openxmlformats.org/officeDocument/2006/relationships/image" Target="../media/image1275.png"/><Relationship Id="rId275" Type="http://schemas.openxmlformats.org/officeDocument/2006/relationships/customXml" Target="../ink/ink1417.xml"/><Relationship Id="rId60" Type="http://schemas.openxmlformats.org/officeDocument/2006/relationships/customXml" Target="../ink/ink1309.xml"/><Relationship Id="rId81" Type="http://schemas.openxmlformats.org/officeDocument/2006/relationships/image" Target="../media/image1260.png"/><Relationship Id="rId135" Type="http://schemas.openxmlformats.org/officeDocument/2006/relationships/customXml" Target="../ink/ink1347.xml"/><Relationship Id="rId156" Type="http://schemas.openxmlformats.org/officeDocument/2006/relationships/image" Target="../media/image1296.png"/><Relationship Id="rId177" Type="http://schemas.openxmlformats.org/officeDocument/2006/relationships/customXml" Target="../ink/ink1368.xml"/><Relationship Id="rId198" Type="http://schemas.openxmlformats.org/officeDocument/2006/relationships/image" Target="../media/image1317.png"/><Relationship Id="rId202" Type="http://schemas.openxmlformats.org/officeDocument/2006/relationships/image" Target="../media/image1319.png"/><Relationship Id="rId223" Type="http://schemas.openxmlformats.org/officeDocument/2006/relationships/customXml" Target="../ink/ink1391.xml"/><Relationship Id="rId244" Type="http://schemas.openxmlformats.org/officeDocument/2006/relationships/image" Target="../media/image1340.png"/><Relationship Id="rId18" Type="http://schemas.openxmlformats.org/officeDocument/2006/relationships/customXml" Target="../ink/ink1288.xml"/><Relationship Id="rId39" Type="http://schemas.openxmlformats.org/officeDocument/2006/relationships/image" Target="../media/image1239.png"/><Relationship Id="rId265" Type="http://schemas.openxmlformats.org/officeDocument/2006/relationships/customXml" Target="../ink/ink1412.xml"/><Relationship Id="rId50" Type="http://schemas.openxmlformats.org/officeDocument/2006/relationships/customXml" Target="../ink/ink1304.xml"/><Relationship Id="rId104" Type="http://schemas.openxmlformats.org/officeDocument/2006/relationships/customXml" Target="../ink/ink1331.xml"/><Relationship Id="rId125" Type="http://schemas.openxmlformats.org/officeDocument/2006/relationships/customXml" Target="../ink/ink1342.xml"/><Relationship Id="rId146" Type="http://schemas.openxmlformats.org/officeDocument/2006/relationships/image" Target="../media/image1291.png"/><Relationship Id="rId167" Type="http://schemas.openxmlformats.org/officeDocument/2006/relationships/customXml" Target="../ink/ink1363.xml"/><Relationship Id="rId188" Type="http://schemas.openxmlformats.org/officeDocument/2006/relationships/image" Target="../media/image1312.png"/><Relationship Id="rId71" Type="http://schemas.openxmlformats.org/officeDocument/2006/relationships/image" Target="../media/image1255.png"/><Relationship Id="rId92" Type="http://schemas.openxmlformats.org/officeDocument/2006/relationships/customXml" Target="../ink/ink1325.xml"/><Relationship Id="rId213" Type="http://schemas.openxmlformats.org/officeDocument/2006/relationships/customXml" Target="../ink/ink1386.xml"/><Relationship Id="rId234" Type="http://schemas.openxmlformats.org/officeDocument/2006/relationships/image" Target="../media/image1335.png"/><Relationship Id="rId2" Type="http://schemas.openxmlformats.org/officeDocument/2006/relationships/customXml" Target="../ink/ink1280.xml"/><Relationship Id="rId29" Type="http://schemas.openxmlformats.org/officeDocument/2006/relationships/image" Target="../media/image1234.png"/><Relationship Id="rId255" Type="http://schemas.openxmlformats.org/officeDocument/2006/relationships/customXml" Target="../ink/ink1407.xml"/><Relationship Id="rId276" Type="http://schemas.openxmlformats.org/officeDocument/2006/relationships/image" Target="../media/image1355.png"/><Relationship Id="rId40" Type="http://schemas.openxmlformats.org/officeDocument/2006/relationships/customXml" Target="../ink/ink1299.xml"/><Relationship Id="rId115" Type="http://schemas.openxmlformats.org/officeDocument/2006/relationships/customXml" Target="../ink/ink1337.xml"/><Relationship Id="rId136" Type="http://schemas.openxmlformats.org/officeDocument/2006/relationships/image" Target="../media/image1286.png"/><Relationship Id="rId157" Type="http://schemas.openxmlformats.org/officeDocument/2006/relationships/customXml" Target="../ink/ink1358.xml"/><Relationship Id="rId178" Type="http://schemas.openxmlformats.org/officeDocument/2006/relationships/image" Target="../media/image1307.png"/><Relationship Id="rId61" Type="http://schemas.openxmlformats.org/officeDocument/2006/relationships/image" Target="../media/image1250.png"/><Relationship Id="rId82" Type="http://schemas.openxmlformats.org/officeDocument/2006/relationships/customXml" Target="../ink/ink1320.xml"/><Relationship Id="rId199" Type="http://schemas.openxmlformats.org/officeDocument/2006/relationships/customXml" Target="../ink/ink1379.xml"/><Relationship Id="rId203" Type="http://schemas.openxmlformats.org/officeDocument/2006/relationships/customXml" Target="../ink/ink1381.xml"/><Relationship Id="rId19" Type="http://schemas.openxmlformats.org/officeDocument/2006/relationships/image" Target="../media/image1229.png"/><Relationship Id="rId224" Type="http://schemas.openxmlformats.org/officeDocument/2006/relationships/image" Target="../media/image1330.png"/><Relationship Id="rId245" Type="http://schemas.openxmlformats.org/officeDocument/2006/relationships/customXml" Target="../ink/ink1402.xml"/><Relationship Id="rId266" Type="http://schemas.openxmlformats.org/officeDocument/2006/relationships/image" Target="../media/image1350.png"/><Relationship Id="rId30" Type="http://schemas.openxmlformats.org/officeDocument/2006/relationships/customXml" Target="../ink/ink1294.xml"/><Relationship Id="rId105" Type="http://schemas.openxmlformats.org/officeDocument/2006/relationships/customXml" Target="../ink/ink1332.xml"/><Relationship Id="rId126" Type="http://schemas.openxmlformats.org/officeDocument/2006/relationships/image" Target="../media/image1281.png"/><Relationship Id="rId147" Type="http://schemas.openxmlformats.org/officeDocument/2006/relationships/customXml" Target="../ink/ink1353.xml"/><Relationship Id="rId168" Type="http://schemas.openxmlformats.org/officeDocument/2006/relationships/image" Target="../media/image1302.png"/><Relationship Id="rId51" Type="http://schemas.openxmlformats.org/officeDocument/2006/relationships/image" Target="../media/image1245.png"/><Relationship Id="rId72" Type="http://schemas.openxmlformats.org/officeDocument/2006/relationships/customXml" Target="../ink/ink1315.xml"/><Relationship Id="rId93" Type="http://schemas.openxmlformats.org/officeDocument/2006/relationships/image" Target="../media/image1266.png"/><Relationship Id="rId189" Type="http://schemas.openxmlformats.org/officeDocument/2006/relationships/customXml" Target="../ink/ink1374.xml"/><Relationship Id="rId3" Type="http://schemas.openxmlformats.org/officeDocument/2006/relationships/image" Target="../media/image1221.png"/><Relationship Id="rId214" Type="http://schemas.openxmlformats.org/officeDocument/2006/relationships/image" Target="../media/image1325.png"/><Relationship Id="rId235" Type="http://schemas.openxmlformats.org/officeDocument/2006/relationships/customXml" Target="../ink/ink1397.xml"/><Relationship Id="rId256" Type="http://schemas.openxmlformats.org/officeDocument/2006/relationships/image" Target="../media/image1346.png"/><Relationship Id="rId277" Type="http://schemas.openxmlformats.org/officeDocument/2006/relationships/customXml" Target="../ink/ink1418.xml"/><Relationship Id="rId116" Type="http://schemas.openxmlformats.org/officeDocument/2006/relationships/image" Target="../media/image1276.png"/><Relationship Id="rId137" Type="http://schemas.openxmlformats.org/officeDocument/2006/relationships/customXml" Target="../ink/ink1348.xml"/><Relationship Id="rId158" Type="http://schemas.openxmlformats.org/officeDocument/2006/relationships/image" Target="../media/image1297.png"/><Relationship Id="rId20" Type="http://schemas.openxmlformats.org/officeDocument/2006/relationships/customXml" Target="../ink/ink1289.xml"/><Relationship Id="rId41" Type="http://schemas.openxmlformats.org/officeDocument/2006/relationships/image" Target="../media/image1240.png"/><Relationship Id="rId62" Type="http://schemas.openxmlformats.org/officeDocument/2006/relationships/customXml" Target="../ink/ink1310.xml"/><Relationship Id="rId83" Type="http://schemas.openxmlformats.org/officeDocument/2006/relationships/image" Target="../media/image1261.png"/><Relationship Id="rId179" Type="http://schemas.openxmlformats.org/officeDocument/2006/relationships/customXml" Target="../ink/ink1369.xml"/><Relationship Id="rId190" Type="http://schemas.openxmlformats.org/officeDocument/2006/relationships/image" Target="../media/image1313.png"/><Relationship Id="rId204" Type="http://schemas.openxmlformats.org/officeDocument/2006/relationships/image" Target="../media/image1320.png"/><Relationship Id="rId225" Type="http://schemas.openxmlformats.org/officeDocument/2006/relationships/customXml" Target="../ink/ink1392.xml"/><Relationship Id="rId246" Type="http://schemas.openxmlformats.org/officeDocument/2006/relationships/image" Target="../media/image1341.png"/><Relationship Id="rId267" Type="http://schemas.openxmlformats.org/officeDocument/2006/relationships/customXml" Target="../ink/ink1413.xml"/><Relationship Id="rId106" Type="http://schemas.openxmlformats.org/officeDocument/2006/relationships/image" Target="../media/image1271.png"/><Relationship Id="rId127" Type="http://schemas.openxmlformats.org/officeDocument/2006/relationships/customXml" Target="../ink/ink1343.xml"/><Relationship Id="rId10" Type="http://schemas.openxmlformats.org/officeDocument/2006/relationships/customXml" Target="../ink/ink1284.xml"/><Relationship Id="rId31" Type="http://schemas.openxmlformats.org/officeDocument/2006/relationships/image" Target="../media/image1235.png"/><Relationship Id="rId52" Type="http://schemas.openxmlformats.org/officeDocument/2006/relationships/customXml" Target="../ink/ink1305.xml"/><Relationship Id="rId73" Type="http://schemas.openxmlformats.org/officeDocument/2006/relationships/image" Target="../media/image1256.png"/><Relationship Id="rId94" Type="http://schemas.openxmlformats.org/officeDocument/2006/relationships/customXml" Target="../ink/ink1326.xml"/><Relationship Id="rId148" Type="http://schemas.openxmlformats.org/officeDocument/2006/relationships/image" Target="../media/image1292.png"/><Relationship Id="rId169" Type="http://schemas.openxmlformats.org/officeDocument/2006/relationships/customXml" Target="../ink/ink1364.xml"/><Relationship Id="rId4" Type="http://schemas.openxmlformats.org/officeDocument/2006/relationships/customXml" Target="../ink/ink1281.xml"/><Relationship Id="rId180" Type="http://schemas.openxmlformats.org/officeDocument/2006/relationships/image" Target="../media/image1308.png"/><Relationship Id="rId215" Type="http://schemas.openxmlformats.org/officeDocument/2006/relationships/customXml" Target="../ink/ink1387.xml"/><Relationship Id="rId236" Type="http://schemas.openxmlformats.org/officeDocument/2006/relationships/image" Target="../media/image1336.png"/><Relationship Id="rId257" Type="http://schemas.openxmlformats.org/officeDocument/2006/relationships/customXml" Target="../ink/ink1408.xml"/><Relationship Id="rId278" Type="http://schemas.openxmlformats.org/officeDocument/2006/relationships/image" Target="../media/image1356.png"/><Relationship Id="rId42" Type="http://schemas.openxmlformats.org/officeDocument/2006/relationships/customXml" Target="../ink/ink1300.xml"/><Relationship Id="rId84" Type="http://schemas.openxmlformats.org/officeDocument/2006/relationships/customXml" Target="../ink/ink1321.xml"/><Relationship Id="rId138" Type="http://schemas.openxmlformats.org/officeDocument/2006/relationships/image" Target="../media/image1287.png"/><Relationship Id="rId191" Type="http://schemas.openxmlformats.org/officeDocument/2006/relationships/customXml" Target="../ink/ink1375.xml"/><Relationship Id="rId205" Type="http://schemas.openxmlformats.org/officeDocument/2006/relationships/customXml" Target="../ink/ink1382.xml"/><Relationship Id="rId247" Type="http://schemas.openxmlformats.org/officeDocument/2006/relationships/customXml" Target="../ink/ink1403.xml"/><Relationship Id="rId107" Type="http://schemas.openxmlformats.org/officeDocument/2006/relationships/customXml" Target="../ink/ink1333.xml"/><Relationship Id="rId11" Type="http://schemas.openxmlformats.org/officeDocument/2006/relationships/image" Target="../media/image1225.png"/><Relationship Id="rId53" Type="http://schemas.openxmlformats.org/officeDocument/2006/relationships/image" Target="../media/image1246.png"/><Relationship Id="rId149" Type="http://schemas.openxmlformats.org/officeDocument/2006/relationships/customXml" Target="../ink/ink1354.xml"/><Relationship Id="rId95" Type="http://schemas.openxmlformats.org/officeDocument/2006/relationships/image" Target="../media/image1267.png"/><Relationship Id="rId160" Type="http://schemas.openxmlformats.org/officeDocument/2006/relationships/image" Target="../media/image1298.png"/><Relationship Id="rId216" Type="http://schemas.openxmlformats.org/officeDocument/2006/relationships/image" Target="../media/image132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14.png"/><Relationship Id="rId21" Type="http://schemas.openxmlformats.org/officeDocument/2006/relationships/image" Target="../media/image1367.png"/><Relationship Id="rId63" Type="http://schemas.openxmlformats.org/officeDocument/2006/relationships/image" Target="../media/image1387.png"/><Relationship Id="rId159" Type="http://schemas.openxmlformats.org/officeDocument/2006/relationships/customXml" Target="../ink/ink1499.xml"/><Relationship Id="rId170" Type="http://schemas.openxmlformats.org/officeDocument/2006/relationships/image" Target="../media/image1440.png"/><Relationship Id="rId226" Type="http://schemas.openxmlformats.org/officeDocument/2006/relationships/image" Target="../media/image1468.png"/><Relationship Id="rId268" Type="http://schemas.openxmlformats.org/officeDocument/2006/relationships/image" Target="../media/image1489.png"/><Relationship Id="rId32" Type="http://schemas.openxmlformats.org/officeDocument/2006/relationships/customXml" Target="../ink/ink1435.xml"/><Relationship Id="rId74" Type="http://schemas.openxmlformats.org/officeDocument/2006/relationships/customXml" Target="../ink/ink1456.xml"/><Relationship Id="rId128" Type="http://schemas.openxmlformats.org/officeDocument/2006/relationships/image" Target="../media/image1419.png"/><Relationship Id="rId5" Type="http://schemas.openxmlformats.org/officeDocument/2006/relationships/image" Target="../media/image1359.png"/><Relationship Id="rId95" Type="http://schemas.openxmlformats.org/officeDocument/2006/relationships/image" Target="../media/image1403.png"/><Relationship Id="rId160" Type="http://schemas.openxmlformats.org/officeDocument/2006/relationships/image" Target="../media/image1435.png"/><Relationship Id="rId181" Type="http://schemas.openxmlformats.org/officeDocument/2006/relationships/customXml" Target="../ink/ink1510.xml"/><Relationship Id="rId216" Type="http://schemas.openxmlformats.org/officeDocument/2006/relationships/image" Target="../media/image1463.png"/><Relationship Id="rId237" Type="http://schemas.openxmlformats.org/officeDocument/2006/relationships/customXml" Target="../ink/ink1538.xml"/><Relationship Id="rId258" Type="http://schemas.openxmlformats.org/officeDocument/2006/relationships/image" Target="../media/image1484.png"/><Relationship Id="rId22" Type="http://schemas.openxmlformats.org/officeDocument/2006/relationships/customXml" Target="../ink/ink1430.xml"/><Relationship Id="rId43" Type="http://schemas.openxmlformats.org/officeDocument/2006/relationships/image" Target="../media/image1377.png"/><Relationship Id="rId64" Type="http://schemas.openxmlformats.org/officeDocument/2006/relationships/customXml" Target="../ink/ink1451.xml"/><Relationship Id="rId118" Type="http://schemas.openxmlformats.org/officeDocument/2006/relationships/customXml" Target="../ink/ink1478.xml"/><Relationship Id="rId139" Type="http://schemas.openxmlformats.org/officeDocument/2006/relationships/customXml" Target="../ink/ink1489.xml"/><Relationship Id="rId85" Type="http://schemas.openxmlformats.org/officeDocument/2006/relationships/image" Target="../media/image1398.png"/><Relationship Id="rId150" Type="http://schemas.openxmlformats.org/officeDocument/2006/relationships/image" Target="../media/image1430.png"/><Relationship Id="rId171" Type="http://schemas.openxmlformats.org/officeDocument/2006/relationships/customXml" Target="../ink/ink1505.xml"/><Relationship Id="rId192" Type="http://schemas.openxmlformats.org/officeDocument/2006/relationships/image" Target="../media/image1451.png"/><Relationship Id="rId206" Type="http://schemas.openxmlformats.org/officeDocument/2006/relationships/image" Target="../media/image1458.png"/><Relationship Id="rId227" Type="http://schemas.openxmlformats.org/officeDocument/2006/relationships/customXml" Target="../ink/ink1533.xml"/><Relationship Id="rId248" Type="http://schemas.openxmlformats.org/officeDocument/2006/relationships/image" Target="../media/image1479.png"/><Relationship Id="rId269" Type="http://schemas.openxmlformats.org/officeDocument/2006/relationships/customXml" Target="../ink/ink1554.xml"/><Relationship Id="rId12" Type="http://schemas.openxmlformats.org/officeDocument/2006/relationships/customXml" Target="../ink/ink1425.xml"/><Relationship Id="rId33" Type="http://schemas.openxmlformats.org/officeDocument/2006/relationships/image" Target="../media/image1372.png"/><Relationship Id="rId108" Type="http://schemas.openxmlformats.org/officeDocument/2006/relationships/customXml" Target="../ink/ink1473.xml"/><Relationship Id="rId129" Type="http://schemas.openxmlformats.org/officeDocument/2006/relationships/customXml" Target="../ink/ink1484.xml"/><Relationship Id="rId54" Type="http://schemas.openxmlformats.org/officeDocument/2006/relationships/customXml" Target="../ink/ink1446.xml"/><Relationship Id="rId75" Type="http://schemas.openxmlformats.org/officeDocument/2006/relationships/image" Target="../media/image1393.png"/><Relationship Id="rId96" Type="http://schemas.openxmlformats.org/officeDocument/2006/relationships/customXml" Target="../ink/ink1467.xml"/><Relationship Id="rId140" Type="http://schemas.openxmlformats.org/officeDocument/2006/relationships/image" Target="../media/image1425.png"/><Relationship Id="rId161" Type="http://schemas.openxmlformats.org/officeDocument/2006/relationships/customXml" Target="../ink/ink1500.xml"/><Relationship Id="rId182" Type="http://schemas.openxmlformats.org/officeDocument/2006/relationships/image" Target="../media/image1446.png"/><Relationship Id="rId217" Type="http://schemas.openxmlformats.org/officeDocument/2006/relationships/customXml" Target="../ink/ink1528.xml"/><Relationship Id="rId6" Type="http://schemas.openxmlformats.org/officeDocument/2006/relationships/customXml" Target="../ink/ink1422.xml"/><Relationship Id="rId238" Type="http://schemas.openxmlformats.org/officeDocument/2006/relationships/image" Target="../media/image1474.png"/><Relationship Id="rId259" Type="http://schemas.openxmlformats.org/officeDocument/2006/relationships/customXml" Target="../ink/ink1549.xml"/><Relationship Id="rId23" Type="http://schemas.openxmlformats.org/officeDocument/2006/relationships/image" Target="../media/image1368.png"/><Relationship Id="rId119" Type="http://schemas.openxmlformats.org/officeDocument/2006/relationships/customXml" Target="../ink/ink1479.xml"/><Relationship Id="rId270" Type="http://schemas.openxmlformats.org/officeDocument/2006/relationships/image" Target="../media/image1490.png"/><Relationship Id="rId44" Type="http://schemas.openxmlformats.org/officeDocument/2006/relationships/customXml" Target="../ink/ink1441.xml"/><Relationship Id="rId65" Type="http://schemas.openxmlformats.org/officeDocument/2006/relationships/image" Target="../media/image1388.png"/><Relationship Id="rId86" Type="http://schemas.openxmlformats.org/officeDocument/2006/relationships/customXml" Target="../ink/ink1462.xml"/><Relationship Id="rId130" Type="http://schemas.openxmlformats.org/officeDocument/2006/relationships/image" Target="../media/image1420.png"/><Relationship Id="rId151" Type="http://schemas.openxmlformats.org/officeDocument/2006/relationships/customXml" Target="../ink/ink1495.xml"/><Relationship Id="rId172" Type="http://schemas.openxmlformats.org/officeDocument/2006/relationships/image" Target="../media/image1441.png"/><Relationship Id="rId193" Type="http://schemas.openxmlformats.org/officeDocument/2006/relationships/customXml" Target="../ink/ink1516.xml"/><Relationship Id="rId207" Type="http://schemas.openxmlformats.org/officeDocument/2006/relationships/customXml" Target="../ink/ink1523.xml"/><Relationship Id="rId228" Type="http://schemas.openxmlformats.org/officeDocument/2006/relationships/image" Target="../media/image1469.png"/><Relationship Id="rId249" Type="http://schemas.openxmlformats.org/officeDocument/2006/relationships/customXml" Target="../ink/ink1544.xml"/><Relationship Id="rId13" Type="http://schemas.openxmlformats.org/officeDocument/2006/relationships/image" Target="../media/image1363.png"/><Relationship Id="rId109" Type="http://schemas.openxmlformats.org/officeDocument/2006/relationships/image" Target="../media/image1410.png"/><Relationship Id="rId260" Type="http://schemas.openxmlformats.org/officeDocument/2006/relationships/image" Target="../media/image1485.png"/><Relationship Id="rId34" Type="http://schemas.openxmlformats.org/officeDocument/2006/relationships/customXml" Target="../ink/ink1436.xml"/><Relationship Id="rId55" Type="http://schemas.openxmlformats.org/officeDocument/2006/relationships/image" Target="../media/image1383.png"/><Relationship Id="rId76" Type="http://schemas.openxmlformats.org/officeDocument/2006/relationships/customXml" Target="../ink/ink1457.xml"/><Relationship Id="rId97" Type="http://schemas.openxmlformats.org/officeDocument/2006/relationships/image" Target="../media/image1404.png"/><Relationship Id="rId120" Type="http://schemas.openxmlformats.org/officeDocument/2006/relationships/image" Target="../media/image1415.png"/><Relationship Id="rId141" Type="http://schemas.openxmlformats.org/officeDocument/2006/relationships/customXml" Target="../ink/ink1490.xml"/><Relationship Id="rId7" Type="http://schemas.openxmlformats.org/officeDocument/2006/relationships/image" Target="../media/image1360.png"/><Relationship Id="rId162" Type="http://schemas.openxmlformats.org/officeDocument/2006/relationships/image" Target="../media/image1436.png"/><Relationship Id="rId183" Type="http://schemas.openxmlformats.org/officeDocument/2006/relationships/customXml" Target="../ink/ink1511.xml"/><Relationship Id="rId218" Type="http://schemas.openxmlformats.org/officeDocument/2006/relationships/image" Target="../media/image1464.png"/><Relationship Id="rId239" Type="http://schemas.openxmlformats.org/officeDocument/2006/relationships/customXml" Target="../ink/ink1539.xml"/><Relationship Id="rId250" Type="http://schemas.openxmlformats.org/officeDocument/2006/relationships/image" Target="../media/image1480.png"/><Relationship Id="rId271" Type="http://schemas.openxmlformats.org/officeDocument/2006/relationships/customXml" Target="../ink/ink1555.xml"/><Relationship Id="rId24" Type="http://schemas.openxmlformats.org/officeDocument/2006/relationships/customXml" Target="../ink/ink1431.xml"/><Relationship Id="rId45" Type="http://schemas.openxmlformats.org/officeDocument/2006/relationships/image" Target="../media/image1378.png"/><Relationship Id="rId66" Type="http://schemas.openxmlformats.org/officeDocument/2006/relationships/customXml" Target="../ink/ink1452.xml"/><Relationship Id="rId87" Type="http://schemas.openxmlformats.org/officeDocument/2006/relationships/image" Target="../media/image1399.png"/><Relationship Id="rId110" Type="http://schemas.openxmlformats.org/officeDocument/2006/relationships/customXml" Target="../ink/ink1474.xml"/><Relationship Id="rId131" Type="http://schemas.openxmlformats.org/officeDocument/2006/relationships/customXml" Target="../ink/ink1485.xml"/><Relationship Id="rId152" Type="http://schemas.openxmlformats.org/officeDocument/2006/relationships/image" Target="../media/image1431.png"/><Relationship Id="rId173" Type="http://schemas.openxmlformats.org/officeDocument/2006/relationships/customXml" Target="../ink/ink1506.xml"/><Relationship Id="rId194" Type="http://schemas.openxmlformats.org/officeDocument/2006/relationships/image" Target="../media/image1452.png"/><Relationship Id="rId208" Type="http://schemas.openxmlformats.org/officeDocument/2006/relationships/image" Target="../media/image1459.png"/><Relationship Id="rId229" Type="http://schemas.openxmlformats.org/officeDocument/2006/relationships/customXml" Target="../ink/ink1534.xml"/><Relationship Id="rId240" Type="http://schemas.openxmlformats.org/officeDocument/2006/relationships/image" Target="../media/image1475.png"/><Relationship Id="rId261" Type="http://schemas.openxmlformats.org/officeDocument/2006/relationships/customXml" Target="../ink/ink1550.xml"/><Relationship Id="rId14" Type="http://schemas.openxmlformats.org/officeDocument/2006/relationships/customXml" Target="../ink/ink1426.xml"/><Relationship Id="rId35" Type="http://schemas.openxmlformats.org/officeDocument/2006/relationships/image" Target="../media/image1373.png"/><Relationship Id="rId56" Type="http://schemas.openxmlformats.org/officeDocument/2006/relationships/customXml" Target="../ink/ink1447.xml"/><Relationship Id="rId77" Type="http://schemas.openxmlformats.org/officeDocument/2006/relationships/image" Target="../media/image1394.png"/><Relationship Id="rId100" Type="http://schemas.openxmlformats.org/officeDocument/2006/relationships/customXml" Target="../ink/ink1469.xml"/><Relationship Id="rId8" Type="http://schemas.openxmlformats.org/officeDocument/2006/relationships/customXml" Target="../ink/ink1423.xml"/><Relationship Id="rId98" Type="http://schemas.openxmlformats.org/officeDocument/2006/relationships/customXml" Target="../ink/ink1468.xml"/><Relationship Id="rId121" Type="http://schemas.openxmlformats.org/officeDocument/2006/relationships/customXml" Target="../ink/ink1480.xml"/><Relationship Id="rId142" Type="http://schemas.openxmlformats.org/officeDocument/2006/relationships/image" Target="../media/image1426.png"/><Relationship Id="rId163" Type="http://schemas.openxmlformats.org/officeDocument/2006/relationships/customXml" Target="../ink/ink1501.xml"/><Relationship Id="rId184" Type="http://schemas.openxmlformats.org/officeDocument/2006/relationships/image" Target="../media/image1447.png"/><Relationship Id="rId219" Type="http://schemas.openxmlformats.org/officeDocument/2006/relationships/customXml" Target="../ink/ink1529.xml"/><Relationship Id="rId230" Type="http://schemas.openxmlformats.org/officeDocument/2006/relationships/image" Target="../media/image1470.png"/><Relationship Id="rId251" Type="http://schemas.openxmlformats.org/officeDocument/2006/relationships/customXml" Target="../ink/ink1545.xml"/><Relationship Id="rId25" Type="http://schemas.openxmlformats.org/officeDocument/2006/relationships/image" Target="../media/image1369.png"/><Relationship Id="rId46" Type="http://schemas.openxmlformats.org/officeDocument/2006/relationships/customXml" Target="../ink/ink1442.xml"/><Relationship Id="rId67" Type="http://schemas.openxmlformats.org/officeDocument/2006/relationships/image" Target="../media/image1389.png"/><Relationship Id="rId272" Type="http://schemas.openxmlformats.org/officeDocument/2006/relationships/image" Target="../media/image1491.png"/><Relationship Id="rId88" Type="http://schemas.openxmlformats.org/officeDocument/2006/relationships/customXml" Target="../ink/ink1463.xml"/><Relationship Id="rId111" Type="http://schemas.openxmlformats.org/officeDocument/2006/relationships/image" Target="../media/image1411.png"/><Relationship Id="rId132" Type="http://schemas.openxmlformats.org/officeDocument/2006/relationships/image" Target="../media/image1421.png"/><Relationship Id="rId153" Type="http://schemas.openxmlformats.org/officeDocument/2006/relationships/customXml" Target="../ink/ink1496.xml"/><Relationship Id="rId174" Type="http://schemas.openxmlformats.org/officeDocument/2006/relationships/image" Target="../media/image1442.png"/><Relationship Id="rId195" Type="http://schemas.openxmlformats.org/officeDocument/2006/relationships/customXml" Target="../ink/ink1517.xml"/><Relationship Id="rId209" Type="http://schemas.openxmlformats.org/officeDocument/2006/relationships/customXml" Target="../ink/ink1524.xml"/><Relationship Id="rId220" Type="http://schemas.openxmlformats.org/officeDocument/2006/relationships/image" Target="../media/image1465.png"/><Relationship Id="rId241" Type="http://schemas.openxmlformats.org/officeDocument/2006/relationships/customXml" Target="../ink/ink1540.xml"/><Relationship Id="rId15" Type="http://schemas.openxmlformats.org/officeDocument/2006/relationships/image" Target="../media/image1364.png"/><Relationship Id="rId36" Type="http://schemas.openxmlformats.org/officeDocument/2006/relationships/customXml" Target="../ink/ink1437.xml"/><Relationship Id="rId57" Type="http://schemas.openxmlformats.org/officeDocument/2006/relationships/image" Target="../media/image1384.png"/><Relationship Id="rId262" Type="http://schemas.openxmlformats.org/officeDocument/2006/relationships/image" Target="../media/image1486.png"/><Relationship Id="rId78" Type="http://schemas.openxmlformats.org/officeDocument/2006/relationships/customXml" Target="../ink/ink1458.xml"/><Relationship Id="rId99" Type="http://schemas.openxmlformats.org/officeDocument/2006/relationships/image" Target="../media/image1405.png"/><Relationship Id="rId101" Type="http://schemas.openxmlformats.org/officeDocument/2006/relationships/image" Target="../media/image1406.png"/><Relationship Id="rId122" Type="http://schemas.openxmlformats.org/officeDocument/2006/relationships/image" Target="../media/image1416.png"/><Relationship Id="rId143" Type="http://schemas.openxmlformats.org/officeDocument/2006/relationships/customXml" Target="../ink/ink1491.xml"/><Relationship Id="rId164" Type="http://schemas.openxmlformats.org/officeDocument/2006/relationships/image" Target="../media/image1437.png"/><Relationship Id="rId185" Type="http://schemas.openxmlformats.org/officeDocument/2006/relationships/customXml" Target="../ink/ink1512.xml"/><Relationship Id="rId9" Type="http://schemas.openxmlformats.org/officeDocument/2006/relationships/image" Target="../media/image1361.png"/><Relationship Id="rId210" Type="http://schemas.openxmlformats.org/officeDocument/2006/relationships/image" Target="../media/image1460.png"/><Relationship Id="rId26" Type="http://schemas.openxmlformats.org/officeDocument/2006/relationships/customXml" Target="../ink/ink1432.xml"/><Relationship Id="rId231" Type="http://schemas.openxmlformats.org/officeDocument/2006/relationships/customXml" Target="../ink/ink1535.xml"/><Relationship Id="rId252" Type="http://schemas.openxmlformats.org/officeDocument/2006/relationships/image" Target="../media/image1481.png"/><Relationship Id="rId273" Type="http://schemas.openxmlformats.org/officeDocument/2006/relationships/customXml" Target="../ink/ink1556.xml"/><Relationship Id="rId47" Type="http://schemas.openxmlformats.org/officeDocument/2006/relationships/image" Target="../media/image1379.png"/><Relationship Id="rId68" Type="http://schemas.openxmlformats.org/officeDocument/2006/relationships/customXml" Target="../ink/ink1453.xml"/><Relationship Id="rId89" Type="http://schemas.openxmlformats.org/officeDocument/2006/relationships/image" Target="../media/image1400.png"/><Relationship Id="rId112" Type="http://schemas.openxmlformats.org/officeDocument/2006/relationships/customXml" Target="../ink/ink1475.xml"/><Relationship Id="rId133" Type="http://schemas.openxmlformats.org/officeDocument/2006/relationships/customXml" Target="../ink/ink1486.xml"/><Relationship Id="rId154" Type="http://schemas.openxmlformats.org/officeDocument/2006/relationships/image" Target="../media/image1432.png"/><Relationship Id="rId175" Type="http://schemas.openxmlformats.org/officeDocument/2006/relationships/customXml" Target="../ink/ink1507.xml"/><Relationship Id="rId196" Type="http://schemas.openxmlformats.org/officeDocument/2006/relationships/image" Target="../media/image1453.png"/><Relationship Id="rId200" Type="http://schemas.openxmlformats.org/officeDocument/2006/relationships/image" Target="../media/image1455.png"/><Relationship Id="rId16" Type="http://schemas.openxmlformats.org/officeDocument/2006/relationships/customXml" Target="../ink/ink1427.xml"/><Relationship Id="rId221" Type="http://schemas.openxmlformats.org/officeDocument/2006/relationships/customXml" Target="../ink/ink1530.xml"/><Relationship Id="rId242" Type="http://schemas.openxmlformats.org/officeDocument/2006/relationships/image" Target="../media/image1476.png"/><Relationship Id="rId263" Type="http://schemas.openxmlformats.org/officeDocument/2006/relationships/customXml" Target="../ink/ink1551.xml"/><Relationship Id="rId37" Type="http://schemas.openxmlformats.org/officeDocument/2006/relationships/image" Target="../media/image1374.png"/><Relationship Id="rId58" Type="http://schemas.openxmlformats.org/officeDocument/2006/relationships/customXml" Target="../ink/ink1448.xml"/><Relationship Id="rId79" Type="http://schemas.openxmlformats.org/officeDocument/2006/relationships/image" Target="../media/image1395.png"/><Relationship Id="rId102" Type="http://schemas.openxmlformats.org/officeDocument/2006/relationships/customXml" Target="../ink/ink1470.xml"/><Relationship Id="rId123" Type="http://schemas.openxmlformats.org/officeDocument/2006/relationships/customXml" Target="../ink/ink1481.xml"/><Relationship Id="rId144" Type="http://schemas.openxmlformats.org/officeDocument/2006/relationships/image" Target="../media/image1427.png"/><Relationship Id="rId90" Type="http://schemas.openxmlformats.org/officeDocument/2006/relationships/customXml" Target="../ink/ink1464.xml"/><Relationship Id="rId165" Type="http://schemas.openxmlformats.org/officeDocument/2006/relationships/customXml" Target="../ink/ink1502.xml"/><Relationship Id="rId186" Type="http://schemas.openxmlformats.org/officeDocument/2006/relationships/image" Target="../media/image1448.png"/><Relationship Id="rId211" Type="http://schemas.openxmlformats.org/officeDocument/2006/relationships/customXml" Target="../ink/ink1525.xml"/><Relationship Id="rId232" Type="http://schemas.openxmlformats.org/officeDocument/2006/relationships/image" Target="../media/image1471.png"/><Relationship Id="rId253" Type="http://schemas.openxmlformats.org/officeDocument/2006/relationships/customXml" Target="../ink/ink1546.xml"/><Relationship Id="rId274" Type="http://schemas.openxmlformats.org/officeDocument/2006/relationships/image" Target="../media/image1492.png"/><Relationship Id="rId27" Type="http://schemas.openxmlformats.org/officeDocument/2006/relationships/image" Target="../media/image1370.png"/><Relationship Id="rId48" Type="http://schemas.openxmlformats.org/officeDocument/2006/relationships/customXml" Target="../ink/ink1443.xml"/><Relationship Id="rId69" Type="http://schemas.openxmlformats.org/officeDocument/2006/relationships/image" Target="../media/image1390.png"/><Relationship Id="rId113" Type="http://schemas.openxmlformats.org/officeDocument/2006/relationships/image" Target="../media/image1412.png"/><Relationship Id="rId134" Type="http://schemas.openxmlformats.org/officeDocument/2006/relationships/image" Target="../media/image1422.png"/><Relationship Id="rId80" Type="http://schemas.openxmlformats.org/officeDocument/2006/relationships/customXml" Target="../ink/ink1459.xml"/><Relationship Id="rId155" Type="http://schemas.openxmlformats.org/officeDocument/2006/relationships/customXml" Target="../ink/ink1497.xml"/><Relationship Id="rId176" Type="http://schemas.openxmlformats.org/officeDocument/2006/relationships/image" Target="../media/image1443.png"/><Relationship Id="rId197" Type="http://schemas.openxmlformats.org/officeDocument/2006/relationships/customXml" Target="../ink/ink1518.xml"/><Relationship Id="rId201" Type="http://schemas.openxmlformats.org/officeDocument/2006/relationships/customXml" Target="../ink/ink1520.xml"/><Relationship Id="rId222" Type="http://schemas.openxmlformats.org/officeDocument/2006/relationships/image" Target="../media/image1466.png"/><Relationship Id="rId243" Type="http://schemas.openxmlformats.org/officeDocument/2006/relationships/customXml" Target="../ink/ink1541.xml"/><Relationship Id="rId264" Type="http://schemas.openxmlformats.org/officeDocument/2006/relationships/image" Target="../media/image1487.png"/><Relationship Id="rId17" Type="http://schemas.openxmlformats.org/officeDocument/2006/relationships/image" Target="../media/image1365.png"/><Relationship Id="rId38" Type="http://schemas.openxmlformats.org/officeDocument/2006/relationships/customXml" Target="../ink/ink1438.xml"/><Relationship Id="rId59" Type="http://schemas.openxmlformats.org/officeDocument/2006/relationships/image" Target="../media/image1385.png"/><Relationship Id="rId103" Type="http://schemas.openxmlformats.org/officeDocument/2006/relationships/image" Target="../media/image1407.png"/><Relationship Id="rId124" Type="http://schemas.openxmlformats.org/officeDocument/2006/relationships/image" Target="../media/image1417.png"/><Relationship Id="rId70" Type="http://schemas.openxmlformats.org/officeDocument/2006/relationships/customXml" Target="../ink/ink1454.xml"/><Relationship Id="rId91" Type="http://schemas.openxmlformats.org/officeDocument/2006/relationships/image" Target="../media/image1401.png"/><Relationship Id="rId145" Type="http://schemas.openxmlformats.org/officeDocument/2006/relationships/customXml" Target="../ink/ink1492.xml"/><Relationship Id="rId166" Type="http://schemas.openxmlformats.org/officeDocument/2006/relationships/image" Target="../media/image1438.png"/><Relationship Id="rId187" Type="http://schemas.openxmlformats.org/officeDocument/2006/relationships/customXml" Target="../ink/ink151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61.png"/><Relationship Id="rId233" Type="http://schemas.openxmlformats.org/officeDocument/2006/relationships/customXml" Target="../ink/ink1536.xml"/><Relationship Id="rId254" Type="http://schemas.openxmlformats.org/officeDocument/2006/relationships/image" Target="../media/image1482.png"/><Relationship Id="rId28" Type="http://schemas.openxmlformats.org/officeDocument/2006/relationships/customXml" Target="../ink/ink1433.xml"/><Relationship Id="rId49" Type="http://schemas.openxmlformats.org/officeDocument/2006/relationships/image" Target="../media/image1380.png"/><Relationship Id="rId114" Type="http://schemas.openxmlformats.org/officeDocument/2006/relationships/customXml" Target="../ink/ink1476.xml"/><Relationship Id="rId275" Type="http://schemas.openxmlformats.org/officeDocument/2006/relationships/customXml" Target="../ink/ink1557.xml"/><Relationship Id="rId60" Type="http://schemas.openxmlformats.org/officeDocument/2006/relationships/customXml" Target="../ink/ink1449.xml"/><Relationship Id="rId81" Type="http://schemas.openxmlformats.org/officeDocument/2006/relationships/image" Target="../media/image1396.png"/><Relationship Id="rId135" Type="http://schemas.openxmlformats.org/officeDocument/2006/relationships/customXml" Target="../ink/ink1487.xml"/><Relationship Id="rId156" Type="http://schemas.openxmlformats.org/officeDocument/2006/relationships/image" Target="../media/image1433.png"/><Relationship Id="rId177" Type="http://schemas.openxmlformats.org/officeDocument/2006/relationships/customXml" Target="../ink/ink1508.xml"/><Relationship Id="rId198" Type="http://schemas.openxmlformats.org/officeDocument/2006/relationships/image" Target="../media/image1454.png"/><Relationship Id="rId202" Type="http://schemas.openxmlformats.org/officeDocument/2006/relationships/image" Target="../media/image1456.png"/><Relationship Id="rId223" Type="http://schemas.openxmlformats.org/officeDocument/2006/relationships/customXml" Target="../ink/ink1531.xml"/><Relationship Id="rId244" Type="http://schemas.openxmlformats.org/officeDocument/2006/relationships/image" Target="../media/image1477.png"/><Relationship Id="rId18" Type="http://schemas.openxmlformats.org/officeDocument/2006/relationships/customXml" Target="../ink/ink1428.xml"/><Relationship Id="rId39" Type="http://schemas.openxmlformats.org/officeDocument/2006/relationships/image" Target="../media/image1375.png"/><Relationship Id="rId265" Type="http://schemas.openxmlformats.org/officeDocument/2006/relationships/customXml" Target="../ink/ink1552.xml"/><Relationship Id="rId50" Type="http://schemas.openxmlformats.org/officeDocument/2006/relationships/customXml" Target="../ink/ink1444.xml"/><Relationship Id="rId104" Type="http://schemas.openxmlformats.org/officeDocument/2006/relationships/customXml" Target="../ink/ink1471.xml"/><Relationship Id="rId125" Type="http://schemas.openxmlformats.org/officeDocument/2006/relationships/customXml" Target="../ink/ink1482.xml"/><Relationship Id="rId146" Type="http://schemas.openxmlformats.org/officeDocument/2006/relationships/image" Target="../media/image1428.png"/><Relationship Id="rId167" Type="http://schemas.openxmlformats.org/officeDocument/2006/relationships/customXml" Target="../ink/ink1503.xml"/><Relationship Id="rId188" Type="http://schemas.openxmlformats.org/officeDocument/2006/relationships/image" Target="../media/image1449.png"/><Relationship Id="rId71" Type="http://schemas.openxmlformats.org/officeDocument/2006/relationships/image" Target="../media/image1391.png"/><Relationship Id="rId92" Type="http://schemas.openxmlformats.org/officeDocument/2006/relationships/customXml" Target="../ink/ink1465.xml"/><Relationship Id="rId213" Type="http://schemas.openxmlformats.org/officeDocument/2006/relationships/customXml" Target="../ink/ink1526.xml"/><Relationship Id="rId234" Type="http://schemas.openxmlformats.org/officeDocument/2006/relationships/image" Target="../media/image1472.png"/><Relationship Id="rId2" Type="http://schemas.openxmlformats.org/officeDocument/2006/relationships/customXml" Target="../ink/ink1420.xml"/><Relationship Id="rId29" Type="http://schemas.openxmlformats.org/officeDocument/2006/relationships/image" Target="../media/image1371.png"/><Relationship Id="rId255" Type="http://schemas.openxmlformats.org/officeDocument/2006/relationships/customXml" Target="../ink/ink1547.xml"/><Relationship Id="rId276" Type="http://schemas.openxmlformats.org/officeDocument/2006/relationships/image" Target="../media/image1493.png"/><Relationship Id="rId40" Type="http://schemas.openxmlformats.org/officeDocument/2006/relationships/customXml" Target="../ink/ink1439.xml"/><Relationship Id="rId115" Type="http://schemas.openxmlformats.org/officeDocument/2006/relationships/image" Target="../media/image1413.png"/><Relationship Id="rId136" Type="http://schemas.openxmlformats.org/officeDocument/2006/relationships/image" Target="../media/image1423.png"/><Relationship Id="rId157" Type="http://schemas.openxmlformats.org/officeDocument/2006/relationships/customXml" Target="../ink/ink1498.xml"/><Relationship Id="rId178" Type="http://schemas.openxmlformats.org/officeDocument/2006/relationships/image" Target="../media/image1444.png"/><Relationship Id="rId61" Type="http://schemas.openxmlformats.org/officeDocument/2006/relationships/image" Target="../media/image1386.png"/><Relationship Id="rId82" Type="http://schemas.openxmlformats.org/officeDocument/2006/relationships/customXml" Target="../ink/ink1460.xml"/><Relationship Id="rId199" Type="http://schemas.openxmlformats.org/officeDocument/2006/relationships/customXml" Target="../ink/ink1519.xml"/><Relationship Id="rId203" Type="http://schemas.openxmlformats.org/officeDocument/2006/relationships/customXml" Target="../ink/ink1521.xml"/><Relationship Id="rId19" Type="http://schemas.openxmlformats.org/officeDocument/2006/relationships/image" Target="../media/image1366.png"/><Relationship Id="rId224" Type="http://schemas.openxmlformats.org/officeDocument/2006/relationships/image" Target="../media/image1467.png"/><Relationship Id="rId245" Type="http://schemas.openxmlformats.org/officeDocument/2006/relationships/customXml" Target="../ink/ink1542.xml"/><Relationship Id="rId266" Type="http://schemas.openxmlformats.org/officeDocument/2006/relationships/image" Target="../media/image1488.png"/><Relationship Id="rId30" Type="http://schemas.openxmlformats.org/officeDocument/2006/relationships/customXml" Target="../ink/ink1434.xml"/><Relationship Id="rId105" Type="http://schemas.openxmlformats.org/officeDocument/2006/relationships/image" Target="../media/image1408.png"/><Relationship Id="rId126" Type="http://schemas.openxmlformats.org/officeDocument/2006/relationships/image" Target="../media/image1418.png"/><Relationship Id="rId147" Type="http://schemas.openxmlformats.org/officeDocument/2006/relationships/customXml" Target="../ink/ink1493.xml"/><Relationship Id="rId168" Type="http://schemas.openxmlformats.org/officeDocument/2006/relationships/image" Target="../media/image1439.png"/><Relationship Id="rId51" Type="http://schemas.openxmlformats.org/officeDocument/2006/relationships/image" Target="../media/image1381.png"/><Relationship Id="rId72" Type="http://schemas.openxmlformats.org/officeDocument/2006/relationships/customXml" Target="../ink/ink1455.xml"/><Relationship Id="rId93" Type="http://schemas.openxmlformats.org/officeDocument/2006/relationships/image" Target="../media/image1402.png"/><Relationship Id="rId189" Type="http://schemas.openxmlformats.org/officeDocument/2006/relationships/customXml" Target="../ink/ink1514.xml"/><Relationship Id="rId3" Type="http://schemas.openxmlformats.org/officeDocument/2006/relationships/image" Target="../media/image1358.png"/><Relationship Id="rId214" Type="http://schemas.openxmlformats.org/officeDocument/2006/relationships/image" Target="../media/image1462.png"/><Relationship Id="rId235" Type="http://schemas.openxmlformats.org/officeDocument/2006/relationships/customXml" Target="../ink/ink1537.xml"/><Relationship Id="rId256" Type="http://schemas.openxmlformats.org/officeDocument/2006/relationships/image" Target="../media/image1483.png"/><Relationship Id="rId116" Type="http://schemas.openxmlformats.org/officeDocument/2006/relationships/customXml" Target="../ink/ink1477.xml"/><Relationship Id="rId137" Type="http://schemas.openxmlformats.org/officeDocument/2006/relationships/customXml" Target="../ink/ink1488.xml"/><Relationship Id="rId158" Type="http://schemas.openxmlformats.org/officeDocument/2006/relationships/image" Target="../media/image1434.png"/><Relationship Id="rId20" Type="http://schemas.openxmlformats.org/officeDocument/2006/relationships/customXml" Target="../ink/ink1429.xml"/><Relationship Id="rId41" Type="http://schemas.openxmlformats.org/officeDocument/2006/relationships/image" Target="../media/image1376.png"/><Relationship Id="rId62" Type="http://schemas.openxmlformats.org/officeDocument/2006/relationships/customXml" Target="../ink/ink1450.xml"/><Relationship Id="rId83" Type="http://schemas.openxmlformats.org/officeDocument/2006/relationships/image" Target="../media/image1397.png"/><Relationship Id="rId179" Type="http://schemas.openxmlformats.org/officeDocument/2006/relationships/customXml" Target="../ink/ink1509.xml"/><Relationship Id="rId190" Type="http://schemas.openxmlformats.org/officeDocument/2006/relationships/image" Target="../media/image1450.png"/><Relationship Id="rId204" Type="http://schemas.openxmlformats.org/officeDocument/2006/relationships/image" Target="../media/image1457.png"/><Relationship Id="rId225" Type="http://schemas.openxmlformats.org/officeDocument/2006/relationships/customXml" Target="../ink/ink1532.xml"/><Relationship Id="rId246" Type="http://schemas.openxmlformats.org/officeDocument/2006/relationships/image" Target="../media/image1478.png"/><Relationship Id="rId267" Type="http://schemas.openxmlformats.org/officeDocument/2006/relationships/customXml" Target="../ink/ink1553.xml"/><Relationship Id="rId106" Type="http://schemas.openxmlformats.org/officeDocument/2006/relationships/customXml" Target="../ink/ink1472.xml"/><Relationship Id="rId127" Type="http://schemas.openxmlformats.org/officeDocument/2006/relationships/customXml" Target="../ink/ink1483.xml"/><Relationship Id="rId10" Type="http://schemas.openxmlformats.org/officeDocument/2006/relationships/customXml" Target="../ink/ink1424.xml"/><Relationship Id="rId31" Type="http://schemas.openxmlformats.org/officeDocument/2006/relationships/image" Target="../media/image27.png"/><Relationship Id="rId52" Type="http://schemas.openxmlformats.org/officeDocument/2006/relationships/customXml" Target="../ink/ink1445.xml"/><Relationship Id="rId73" Type="http://schemas.openxmlformats.org/officeDocument/2006/relationships/image" Target="../media/image1392.png"/><Relationship Id="rId94" Type="http://schemas.openxmlformats.org/officeDocument/2006/relationships/customXml" Target="../ink/ink1466.xml"/><Relationship Id="rId148" Type="http://schemas.openxmlformats.org/officeDocument/2006/relationships/image" Target="../media/image1429.png"/><Relationship Id="rId169" Type="http://schemas.openxmlformats.org/officeDocument/2006/relationships/customXml" Target="../ink/ink1504.xml"/><Relationship Id="rId4" Type="http://schemas.openxmlformats.org/officeDocument/2006/relationships/customXml" Target="../ink/ink1421.xml"/><Relationship Id="rId180" Type="http://schemas.openxmlformats.org/officeDocument/2006/relationships/image" Target="../media/image1445.png"/><Relationship Id="rId215" Type="http://schemas.openxmlformats.org/officeDocument/2006/relationships/customXml" Target="../ink/ink1527.xml"/><Relationship Id="rId236" Type="http://schemas.openxmlformats.org/officeDocument/2006/relationships/image" Target="../media/image1473.png"/><Relationship Id="rId257" Type="http://schemas.openxmlformats.org/officeDocument/2006/relationships/customXml" Target="../ink/ink1548.xml"/><Relationship Id="rId42" Type="http://schemas.openxmlformats.org/officeDocument/2006/relationships/customXml" Target="../ink/ink1440.xml"/><Relationship Id="rId84" Type="http://schemas.openxmlformats.org/officeDocument/2006/relationships/customXml" Target="../ink/ink1461.xml"/><Relationship Id="rId138" Type="http://schemas.openxmlformats.org/officeDocument/2006/relationships/image" Target="../media/image1424.png"/><Relationship Id="rId191" Type="http://schemas.openxmlformats.org/officeDocument/2006/relationships/customXml" Target="../ink/ink1515.xml"/><Relationship Id="rId205" Type="http://schemas.openxmlformats.org/officeDocument/2006/relationships/customXml" Target="../ink/ink1522.xml"/><Relationship Id="rId247" Type="http://schemas.openxmlformats.org/officeDocument/2006/relationships/customXml" Target="../ink/ink1543.xml"/><Relationship Id="rId107" Type="http://schemas.openxmlformats.org/officeDocument/2006/relationships/image" Target="../media/image1409.png"/><Relationship Id="rId11" Type="http://schemas.openxmlformats.org/officeDocument/2006/relationships/image" Target="../media/image1362.png"/><Relationship Id="rId53" Type="http://schemas.openxmlformats.org/officeDocument/2006/relationships/image" Target="../media/image1382.png"/><Relationship Id="rId149" Type="http://schemas.openxmlformats.org/officeDocument/2006/relationships/customXml" Target="../ink/ink149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51.png"/><Relationship Id="rId21" Type="http://schemas.openxmlformats.org/officeDocument/2006/relationships/image" Target="../media/image1503.png"/><Relationship Id="rId63" Type="http://schemas.openxmlformats.org/officeDocument/2006/relationships/image" Target="../media/image1524.png"/><Relationship Id="rId159" Type="http://schemas.openxmlformats.org/officeDocument/2006/relationships/image" Target="../media/image1571.png"/><Relationship Id="rId170" Type="http://schemas.openxmlformats.org/officeDocument/2006/relationships/image" Target="../media/image1576.png"/><Relationship Id="rId226" Type="http://schemas.openxmlformats.org/officeDocument/2006/relationships/image" Target="../media/image1603.png"/><Relationship Id="rId268" Type="http://schemas.openxmlformats.org/officeDocument/2006/relationships/customXml" Target="../ink/ink1693.xml"/><Relationship Id="rId11" Type="http://schemas.openxmlformats.org/officeDocument/2006/relationships/image" Target="../media/image1498.png"/><Relationship Id="rId32" Type="http://schemas.openxmlformats.org/officeDocument/2006/relationships/customXml" Target="../ink/ink1573.xml"/><Relationship Id="rId53" Type="http://schemas.openxmlformats.org/officeDocument/2006/relationships/image" Target="../media/image1519.png"/><Relationship Id="rId74" Type="http://schemas.openxmlformats.org/officeDocument/2006/relationships/customXml" Target="../ink/ink1594.xml"/><Relationship Id="rId128" Type="http://schemas.openxmlformats.org/officeDocument/2006/relationships/customXml" Target="../ink/ink1621.xml"/><Relationship Id="rId149" Type="http://schemas.openxmlformats.org/officeDocument/2006/relationships/image" Target="../media/image1567.png"/><Relationship Id="rId5" Type="http://schemas.openxmlformats.org/officeDocument/2006/relationships/image" Target="../media/image1495.png"/><Relationship Id="rId95" Type="http://schemas.openxmlformats.org/officeDocument/2006/relationships/image" Target="../media/image1540.png"/><Relationship Id="rId160" Type="http://schemas.openxmlformats.org/officeDocument/2006/relationships/customXml" Target="../ink/ink1637.xml"/><Relationship Id="rId181" Type="http://schemas.openxmlformats.org/officeDocument/2006/relationships/customXml" Target="../ink/ink1648.xml"/><Relationship Id="rId216" Type="http://schemas.openxmlformats.org/officeDocument/2006/relationships/image" Target="../media/image1598.png"/><Relationship Id="rId237" Type="http://schemas.openxmlformats.org/officeDocument/2006/relationships/image" Target="../media/image1608.png"/><Relationship Id="rId258" Type="http://schemas.openxmlformats.org/officeDocument/2006/relationships/image" Target="../media/image1618.png"/><Relationship Id="rId22" Type="http://schemas.openxmlformats.org/officeDocument/2006/relationships/customXml" Target="../ink/ink1568.xml"/><Relationship Id="rId43" Type="http://schemas.openxmlformats.org/officeDocument/2006/relationships/image" Target="../media/image1514.png"/><Relationship Id="rId64" Type="http://schemas.openxmlformats.org/officeDocument/2006/relationships/customXml" Target="../ink/ink1589.xml"/><Relationship Id="rId118" Type="http://schemas.openxmlformats.org/officeDocument/2006/relationships/customXml" Target="../ink/ink1616.xml"/><Relationship Id="rId139" Type="http://schemas.openxmlformats.org/officeDocument/2006/relationships/image" Target="../media/image1562.png"/><Relationship Id="rId85" Type="http://schemas.openxmlformats.org/officeDocument/2006/relationships/image" Target="../media/image1535.png"/><Relationship Id="rId150" Type="http://schemas.openxmlformats.org/officeDocument/2006/relationships/customXml" Target="../ink/ink1632.xml"/><Relationship Id="rId171" Type="http://schemas.openxmlformats.org/officeDocument/2006/relationships/customXml" Target="../ink/ink1643.xml"/><Relationship Id="rId192" Type="http://schemas.openxmlformats.org/officeDocument/2006/relationships/image" Target="../media/image1586.png"/><Relationship Id="rId206" Type="http://schemas.openxmlformats.org/officeDocument/2006/relationships/image" Target="../media/image1593.png"/><Relationship Id="rId227" Type="http://schemas.openxmlformats.org/officeDocument/2006/relationships/customXml" Target="../ink/ink1671.xml"/><Relationship Id="rId248" Type="http://schemas.openxmlformats.org/officeDocument/2006/relationships/customXml" Target="../ink/ink1682.xml"/><Relationship Id="rId269" Type="http://schemas.openxmlformats.org/officeDocument/2006/relationships/image" Target="../media/image1623.png"/><Relationship Id="rId12" Type="http://schemas.openxmlformats.org/officeDocument/2006/relationships/customXml" Target="../ink/ink1563.xml"/><Relationship Id="rId33" Type="http://schemas.openxmlformats.org/officeDocument/2006/relationships/image" Target="../media/image1509.png"/><Relationship Id="rId108" Type="http://schemas.openxmlformats.org/officeDocument/2006/relationships/customXml" Target="../ink/ink1611.xml"/><Relationship Id="rId129" Type="http://schemas.openxmlformats.org/officeDocument/2006/relationships/image" Target="../media/image1557.png"/><Relationship Id="rId54" Type="http://schemas.openxmlformats.org/officeDocument/2006/relationships/customXml" Target="../ink/ink1584.xml"/><Relationship Id="rId75" Type="http://schemas.openxmlformats.org/officeDocument/2006/relationships/image" Target="../media/image1530.png"/><Relationship Id="rId96" Type="http://schemas.openxmlformats.org/officeDocument/2006/relationships/customXml" Target="../ink/ink1605.xml"/><Relationship Id="rId140" Type="http://schemas.openxmlformats.org/officeDocument/2006/relationships/customXml" Target="../ink/ink1627.xml"/><Relationship Id="rId161" Type="http://schemas.openxmlformats.org/officeDocument/2006/relationships/image" Target="../media/image1572.png"/><Relationship Id="rId182" Type="http://schemas.openxmlformats.org/officeDocument/2006/relationships/image" Target="../media/image1581.png"/><Relationship Id="rId217" Type="http://schemas.openxmlformats.org/officeDocument/2006/relationships/customXml" Target="../ink/ink1666.xml"/><Relationship Id="rId6" Type="http://schemas.openxmlformats.org/officeDocument/2006/relationships/customXml" Target="../ink/ink1560.xml"/><Relationship Id="rId238" Type="http://schemas.openxmlformats.org/officeDocument/2006/relationships/customXml" Target="../ink/ink1677.xml"/><Relationship Id="rId259" Type="http://schemas.openxmlformats.org/officeDocument/2006/relationships/customXml" Target="../ink/ink1688.xml"/><Relationship Id="rId23" Type="http://schemas.openxmlformats.org/officeDocument/2006/relationships/image" Target="../media/image1504.png"/><Relationship Id="rId119" Type="http://schemas.openxmlformats.org/officeDocument/2006/relationships/image" Target="../media/image1552.png"/><Relationship Id="rId270" Type="http://schemas.openxmlformats.org/officeDocument/2006/relationships/customXml" Target="../ink/ink1694.xml"/><Relationship Id="rId44" Type="http://schemas.openxmlformats.org/officeDocument/2006/relationships/customXml" Target="../ink/ink1579.xml"/><Relationship Id="rId65" Type="http://schemas.openxmlformats.org/officeDocument/2006/relationships/image" Target="../media/image1525.png"/><Relationship Id="rId86" Type="http://schemas.openxmlformats.org/officeDocument/2006/relationships/customXml" Target="../ink/ink1600.xml"/><Relationship Id="rId130" Type="http://schemas.openxmlformats.org/officeDocument/2006/relationships/customXml" Target="../ink/ink1622.xml"/><Relationship Id="rId151" Type="http://schemas.openxmlformats.org/officeDocument/2006/relationships/image" Target="../media/image1568.png"/><Relationship Id="rId172" Type="http://schemas.openxmlformats.org/officeDocument/2006/relationships/image" Target="../media/image1577.png"/><Relationship Id="rId193" Type="http://schemas.openxmlformats.org/officeDocument/2006/relationships/customXml" Target="../ink/ink1654.xml"/><Relationship Id="rId207" Type="http://schemas.openxmlformats.org/officeDocument/2006/relationships/customXml" Target="../ink/ink1661.xml"/><Relationship Id="rId228" Type="http://schemas.openxmlformats.org/officeDocument/2006/relationships/image" Target="../media/image1604.png"/><Relationship Id="rId249" Type="http://schemas.openxmlformats.org/officeDocument/2006/relationships/image" Target="../media/image1614.png"/><Relationship Id="rId13" Type="http://schemas.openxmlformats.org/officeDocument/2006/relationships/image" Target="../media/image1499.png"/><Relationship Id="rId109" Type="http://schemas.openxmlformats.org/officeDocument/2006/relationships/image" Target="../media/image1547.png"/><Relationship Id="rId260" Type="http://schemas.openxmlformats.org/officeDocument/2006/relationships/image" Target="../media/image1619.png"/><Relationship Id="rId34" Type="http://schemas.openxmlformats.org/officeDocument/2006/relationships/customXml" Target="../ink/ink1574.xml"/><Relationship Id="rId55" Type="http://schemas.openxmlformats.org/officeDocument/2006/relationships/image" Target="../media/image1520.png"/><Relationship Id="rId76" Type="http://schemas.openxmlformats.org/officeDocument/2006/relationships/customXml" Target="../ink/ink1595.xml"/><Relationship Id="rId97" Type="http://schemas.openxmlformats.org/officeDocument/2006/relationships/image" Target="../media/image1541.png"/><Relationship Id="rId120" Type="http://schemas.openxmlformats.org/officeDocument/2006/relationships/customXml" Target="../ink/ink1617.xml"/><Relationship Id="rId141" Type="http://schemas.openxmlformats.org/officeDocument/2006/relationships/image" Target="../media/image1563.png"/><Relationship Id="rId7" Type="http://schemas.openxmlformats.org/officeDocument/2006/relationships/image" Target="../media/image1496.png"/><Relationship Id="rId162" Type="http://schemas.openxmlformats.org/officeDocument/2006/relationships/customXml" Target="../ink/ink1638.xml"/><Relationship Id="rId183" Type="http://schemas.openxmlformats.org/officeDocument/2006/relationships/customXml" Target="../ink/ink1649.xml"/><Relationship Id="rId218" Type="http://schemas.openxmlformats.org/officeDocument/2006/relationships/image" Target="../media/image1599.png"/><Relationship Id="rId239" Type="http://schemas.openxmlformats.org/officeDocument/2006/relationships/image" Target="../media/image1609.png"/><Relationship Id="rId250" Type="http://schemas.openxmlformats.org/officeDocument/2006/relationships/customXml" Target="../ink/ink1683.xml"/><Relationship Id="rId24" Type="http://schemas.openxmlformats.org/officeDocument/2006/relationships/customXml" Target="../ink/ink1569.xml"/><Relationship Id="rId45" Type="http://schemas.openxmlformats.org/officeDocument/2006/relationships/image" Target="../media/image1515.png"/><Relationship Id="rId66" Type="http://schemas.openxmlformats.org/officeDocument/2006/relationships/customXml" Target="../ink/ink1590.xml"/><Relationship Id="rId87" Type="http://schemas.openxmlformats.org/officeDocument/2006/relationships/image" Target="../media/image1536.png"/><Relationship Id="rId110" Type="http://schemas.openxmlformats.org/officeDocument/2006/relationships/customXml" Target="../ink/ink1612.xml"/><Relationship Id="rId131" Type="http://schemas.openxmlformats.org/officeDocument/2006/relationships/image" Target="../media/image1558.png"/><Relationship Id="rId152" Type="http://schemas.openxmlformats.org/officeDocument/2006/relationships/customXml" Target="../ink/ink1633.xml"/><Relationship Id="rId173" Type="http://schemas.openxmlformats.org/officeDocument/2006/relationships/customXml" Target="../ink/ink1644.xml"/><Relationship Id="rId194" Type="http://schemas.openxmlformats.org/officeDocument/2006/relationships/image" Target="../media/image1587.png"/><Relationship Id="rId208" Type="http://schemas.openxmlformats.org/officeDocument/2006/relationships/image" Target="../media/image1594.png"/><Relationship Id="rId229" Type="http://schemas.openxmlformats.org/officeDocument/2006/relationships/customXml" Target="../ink/ink1672.xml"/><Relationship Id="rId240" Type="http://schemas.openxmlformats.org/officeDocument/2006/relationships/customXml" Target="../ink/ink1678.xml"/><Relationship Id="rId261" Type="http://schemas.openxmlformats.org/officeDocument/2006/relationships/customXml" Target="../ink/ink1689.xml"/><Relationship Id="rId14" Type="http://schemas.openxmlformats.org/officeDocument/2006/relationships/customXml" Target="../ink/ink1564.xml"/><Relationship Id="rId35" Type="http://schemas.openxmlformats.org/officeDocument/2006/relationships/image" Target="../media/image1510.png"/><Relationship Id="rId56" Type="http://schemas.openxmlformats.org/officeDocument/2006/relationships/customXml" Target="../ink/ink1585.xml"/><Relationship Id="rId77" Type="http://schemas.openxmlformats.org/officeDocument/2006/relationships/image" Target="../media/image1531.png"/><Relationship Id="rId100" Type="http://schemas.openxmlformats.org/officeDocument/2006/relationships/customXml" Target="../ink/ink1607.xml"/><Relationship Id="rId8" Type="http://schemas.openxmlformats.org/officeDocument/2006/relationships/customXml" Target="../ink/ink1561.xml"/><Relationship Id="rId98" Type="http://schemas.openxmlformats.org/officeDocument/2006/relationships/customXml" Target="../ink/ink1606.xml"/><Relationship Id="rId121" Type="http://schemas.openxmlformats.org/officeDocument/2006/relationships/image" Target="../media/image1553.png"/><Relationship Id="rId142" Type="http://schemas.openxmlformats.org/officeDocument/2006/relationships/customXml" Target="../ink/ink1628.xml"/><Relationship Id="rId163" Type="http://schemas.openxmlformats.org/officeDocument/2006/relationships/image" Target="../media/image1573.png"/><Relationship Id="rId184" Type="http://schemas.openxmlformats.org/officeDocument/2006/relationships/image" Target="../media/image1582.png"/><Relationship Id="rId219" Type="http://schemas.openxmlformats.org/officeDocument/2006/relationships/customXml" Target="../ink/ink1667.xml"/><Relationship Id="rId230" Type="http://schemas.openxmlformats.org/officeDocument/2006/relationships/image" Target="../media/image1605.png"/><Relationship Id="rId251" Type="http://schemas.openxmlformats.org/officeDocument/2006/relationships/image" Target="../media/image1615.png"/><Relationship Id="rId25" Type="http://schemas.openxmlformats.org/officeDocument/2006/relationships/image" Target="../media/image1505.png"/><Relationship Id="rId46" Type="http://schemas.openxmlformats.org/officeDocument/2006/relationships/customXml" Target="../ink/ink1580.xml"/><Relationship Id="rId67" Type="http://schemas.openxmlformats.org/officeDocument/2006/relationships/image" Target="../media/image1526.png"/><Relationship Id="rId88" Type="http://schemas.openxmlformats.org/officeDocument/2006/relationships/customXml" Target="../ink/ink1601.xml"/><Relationship Id="rId111" Type="http://schemas.openxmlformats.org/officeDocument/2006/relationships/image" Target="../media/image1548.png"/><Relationship Id="rId132" Type="http://schemas.openxmlformats.org/officeDocument/2006/relationships/customXml" Target="../ink/ink1623.xml"/><Relationship Id="rId153" Type="http://schemas.openxmlformats.org/officeDocument/2006/relationships/image" Target="../media/image1569.png"/><Relationship Id="rId174" Type="http://schemas.openxmlformats.org/officeDocument/2006/relationships/image" Target="../media/image51.png"/><Relationship Id="rId195" Type="http://schemas.openxmlformats.org/officeDocument/2006/relationships/customXml" Target="../ink/ink1655.xml"/><Relationship Id="rId209" Type="http://schemas.openxmlformats.org/officeDocument/2006/relationships/customXml" Target="../ink/ink1662.xml"/><Relationship Id="rId220" Type="http://schemas.openxmlformats.org/officeDocument/2006/relationships/image" Target="../media/image1600.png"/><Relationship Id="rId241" Type="http://schemas.openxmlformats.org/officeDocument/2006/relationships/image" Target="../media/image1610.png"/><Relationship Id="rId15" Type="http://schemas.openxmlformats.org/officeDocument/2006/relationships/image" Target="../media/image1500.png"/><Relationship Id="rId36" Type="http://schemas.openxmlformats.org/officeDocument/2006/relationships/customXml" Target="../ink/ink1575.xml"/><Relationship Id="rId57" Type="http://schemas.openxmlformats.org/officeDocument/2006/relationships/image" Target="../media/image1521.png"/><Relationship Id="rId262" Type="http://schemas.openxmlformats.org/officeDocument/2006/relationships/customXml" Target="../ink/ink1690.xml"/><Relationship Id="rId78" Type="http://schemas.openxmlformats.org/officeDocument/2006/relationships/customXml" Target="../ink/ink1596.xml"/><Relationship Id="rId99" Type="http://schemas.openxmlformats.org/officeDocument/2006/relationships/image" Target="../media/image1542.png"/><Relationship Id="rId101" Type="http://schemas.openxmlformats.org/officeDocument/2006/relationships/image" Target="../media/image1543.png"/><Relationship Id="rId122" Type="http://schemas.openxmlformats.org/officeDocument/2006/relationships/customXml" Target="../ink/ink1618.xml"/><Relationship Id="rId143" Type="http://schemas.openxmlformats.org/officeDocument/2006/relationships/image" Target="../media/image1564.png"/><Relationship Id="rId164" Type="http://schemas.openxmlformats.org/officeDocument/2006/relationships/customXml" Target="../ink/ink1639.xml"/><Relationship Id="rId185" Type="http://schemas.openxmlformats.org/officeDocument/2006/relationships/customXml" Target="../ink/ink1650.xml"/><Relationship Id="rId9" Type="http://schemas.openxmlformats.org/officeDocument/2006/relationships/image" Target="../media/image1497.png"/><Relationship Id="rId210" Type="http://schemas.openxmlformats.org/officeDocument/2006/relationships/image" Target="../media/image1595.png"/><Relationship Id="rId26" Type="http://schemas.openxmlformats.org/officeDocument/2006/relationships/customXml" Target="../ink/ink1570.xml"/><Relationship Id="rId231" Type="http://schemas.openxmlformats.org/officeDocument/2006/relationships/customXml" Target="../ink/ink1673.xml"/><Relationship Id="rId252" Type="http://schemas.openxmlformats.org/officeDocument/2006/relationships/customXml" Target="../ink/ink1684.xml"/><Relationship Id="rId47" Type="http://schemas.openxmlformats.org/officeDocument/2006/relationships/image" Target="../media/image1516.png"/><Relationship Id="rId68" Type="http://schemas.openxmlformats.org/officeDocument/2006/relationships/customXml" Target="../ink/ink1591.xml"/><Relationship Id="rId89" Type="http://schemas.openxmlformats.org/officeDocument/2006/relationships/image" Target="../media/image1537.png"/><Relationship Id="rId112" Type="http://schemas.openxmlformats.org/officeDocument/2006/relationships/customXml" Target="../ink/ink1613.xml"/><Relationship Id="rId133" Type="http://schemas.openxmlformats.org/officeDocument/2006/relationships/image" Target="../media/image1559.png"/><Relationship Id="rId154" Type="http://schemas.openxmlformats.org/officeDocument/2006/relationships/customXml" Target="../ink/ink1634.xml"/><Relationship Id="rId175" Type="http://schemas.openxmlformats.org/officeDocument/2006/relationships/customXml" Target="../ink/ink1645.xml"/><Relationship Id="rId196" Type="http://schemas.openxmlformats.org/officeDocument/2006/relationships/image" Target="../media/image1588.png"/><Relationship Id="rId200" Type="http://schemas.openxmlformats.org/officeDocument/2006/relationships/image" Target="../media/image1590.png"/><Relationship Id="rId16" Type="http://schemas.openxmlformats.org/officeDocument/2006/relationships/customXml" Target="../ink/ink1565.xml"/><Relationship Id="rId221" Type="http://schemas.openxmlformats.org/officeDocument/2006/relationships/customXml" Target="../ink/ink1668.xml"/><Relationship Id="rId242" Type="http://schemas.openxmlformats.org/officeDocument/2006/relationships/customXml" Target="../ink/ink1679.xml"/><Relationship Id="rId263" Type="http://schemas.openxmlformats.org/officeDocument/2006/relationships/image" Target="../media/image1620.png"/><Relationship Id="rId37" Type="http://schemas.openxmlformats.org/officeDocument/2006/relationships/image" Target="../media/image1511.png"/><Relationship Id="rId58" Type="http://schemas.openxmlformats.org/officeDocument/2006/relationships/customXml" Target="../ink/ink1586.xml"/><Relationship Id="rId79" Type="http://schemas.openxmlformats.org/officeDocument/2006/relationships/image" Target="../media/image1532.png"/><Relationship Id="rId102" Type="http://schemas.openxmlformats.org/officeDocument/2006/relationships/customXml" Target="../ink/ink1608.xml"/><Relationship Id="rId123" Type="http://schemas.openxmlformats.org/officeDocument/2006/relationships/image" Target="../media/image1554.png"/><Relationship Id="rId144" Type="http://schemas.openxmlformats.org/officeDocument/2006/relationships/customXml" Target="../ink/ink1629.xml"/><Relationship Id="rId90" Type="http://schemas.openxmlformats.org/officeDocument/2006/relationships/customXml" Target="../ink/ink1602.xml"/><Relationship Id="rId165" Type="http://schemas.openxmlformats.org/officeDocument/2006/relationships/image" Target="../media/image1574.png"/><Relationship Id="rId186" Type="http://schemas.openxmlformats.org/officeDocument/2006/relationships/image" Target="../media/image1583.png"/><Relationship Id="rId211" Type="http://schemas.openxmlformats.org/officeDocument/2006/relationships/customXml" Target="../ink/ink1663.xml"/><Relationship Id="rId232" Type="http://schemas.openxmlformats.org/officeDocument/2006/relationships/image" Target="../media/image1606.png"/><Relationship Id="rId253" Type="http://schemas.openxmlformats.org/officeDocument/2006/relationships/image" Target="../media/image1616.png"/><Relationship Id="rId27" Type="http://schemas.openxmlformats.org/officeDocument/2006/relationships/image" Target="../media/image1506.png"/><Relationship Id="rId48" Type="http://schemas.openxmlformats.org/officeDocument/2006/relationships/customXml" Target="../ink/ink1581.xml"/><Relationship Id="rId69" Type="http://schemas.openxmlformats.org/officeDocument/2006/relationships/image" Target="../media/image1527.png"/><Relationship Id="rId113" Type="http://schemas.openxmlformats.org/officeDocument/2006/relationships/image" Target="../media/image1549.png"/><Relationship Id="rId134" Type="http://schemas.openxmlformats.org/officeDocument/2006/relationships/customXml" Target="../ink/ink1624.xml"/><Relationship Id="rId80" Type="http://schemas.openxmlformats.org/officeDocument/2006/relationships/customXml" Target="../ink/ink1597.xml"/><Relationship Id="rId155" Type="http://schemas.openxmlformats.org/officeDocument/2006/relationships/image" Target="../media/image315.png"/><Relationship Id="rId176" Type="http://schemas.openxmlformats.org/officeDocument/2006/relationships/image" Target="../media/image1578.png"/><Relationship Id="rId197" Type="http://schemas.openxmlformats.org/officeDocument/2006/relationships/customXml" Target="../ink/ink1656.xml"/><Relationship Id="rId201" Type="http://schemas.openxmlformats.org/officeDocument/2006/relationships/customXml" Target="../ink/ink1658.xml"/><Relationship Id="rId222" Type="http://schemas.openxmlformats.org/officeDocument/2006/relationships/image" Target="../media/image1601.png"/><Relationship Id="rId243" Type="http://schemas.openxmlformats.org/officeDocument/2006/relationships/image" Target="../media/image1611.png"/><Relationship Id="rId264" Type="http://schemas.openxmlformats.org/officeDocument/2006/relationships/customXml" Target="../ink/ink1691.xml"/><Relationship Id="rId17" Type="http://schemas.openxmlformats.org/officeDocument/2006/relationships/image" Target="../media/image1501.png"/><Relationship Id="rId38" Type="http://schemas.openxmlformats.org/officeDocument/2006/relationships/customXml" Target="../ink/ink1576.xml"/><Relationship Id="rId59" Type="http://schemas.openxmlformats.org/officeDocument/2006/relationships/image" Target="../media/image1522.png"/><Relationship Id="rId103" Type="http://schemas.openxmlformats.org/officeDocument/2006/relationships/image" Target="../media/image1544.png"/><Relationship Id="rId124" Type="http://schemas.openxmlformats.org/officeDocument/2006/relationships/customXml" Target="../ink/ink1619.xml"/><Relationship Id="rId70" Type="http://schemas.openxmlformats.org/officeDocument/2006/relationships/customXml" Target="../ink/ink1592.xml"/><Relationship Id="rId91" Type="http://schemas.openxmlformats.org/officeDocument/2006/relationships/image" Target="../media/image1538.png"/><Relationship Id="rId145" Type="http://schemas.openxmlformats.org/officeDocument/2006/relationships/image" Target="../media/image1565.png"/><Relationship Id="rId166" Type="http://schemas.openxmlformats.org/officeDocument/2006/relationships/customXml" Target="../ink/ink1640.xml"/><Relationship Id="rId187" Type="http://schemas.openxmlformats.org/officeDocument/2006/relationships/customXml" Target="../ink/ink165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96.png"/><Relationship Id="rId233" Type="http://schemas.openxmlformats.org/officeDocument/2006/relationships/customXml" Target="../ink/ink1674.xml"/><Relationship Id="rId254" Type="http://schemas.openxmlformats.org/officeDocument/2006/relationships/customXml" Target="../ink/ink1685.xml"/><Relationship Id="rId28" Type="http://schemas.openxmlformats.org/officeDocument/2006/relationships/customXml" Target="../ink/ink1571.xml"/><Relationship Id="rId49" Type="http://schemas.openxmlformats.org/officeDocument/2006/relationships/image" Target="../media/image1517.png"/><Relationship Id="rId114" Type="http://schemas.openxmlformats.org/officeDocument/2006/relationships/customXml" Target="../ink/ink1614.xml"/><Relationship Id="rId60" Type="http://schemas.openxmlformats.org/officeDocument/2006/relationships/customXml" Target="../ink/ink1587.xml"/><Relationship Id="rId81" Type="http://schemas.openxmlformats.org/officeDocument/2006/relationships/image" Target="../media/image1533.png"/><Relationship Id="rId135" Type="http://schemas.openxmlformats.org/officeDocument/2006/relationships/image" Target="../media/image1560.png"/><Relationship Id="rId156" Type="http://schemas.openxmlformats.org/officeDocument/2006/relationships/customXml" Target="../ink/ink1635.xml"/><Relationship Id="rId177" Type="http://schemas.openxmlformats.org/officeDocument/2006/relationships/customXml" Target="../ink/ink1646.xml"/><Relationship Id="rId198" Type="http://schemas.openxmlformats.org/officeDocument/2006/relationships/image" Target="../media/image1589.png"/><Relationship Id="rId202" Type="http://schemas.openxmlformats.org/officeDocument/2006/relationships/image" Target="../media/image1591.png"/><Relationship Id="rId223" Type="http://schemas.openxmlformats.org/officeDocument/2006/relationships/customXml" Target="../ink/ink1669.xml"/><Relationship Id="rId244" Type="http://schemas.openxmlformats.org/officeDocument/2006/relationships/customXml" Target="../ink/ink1680.xml"/><Relationship Id="rId18" Type="http://schemas.openxmlformats.org/officeDocument/2006/relationships/customXml" Target="../ink/ink1566.xml"/><Relationship Id="rId39" Type="http://schemas.openxmlformats.org/officeDocument/2006/relationships/image" Target="../media/image1512.png"/><Relationship Id="rId265" Type="http://schemas.openxmlformats.org/officeDocument/2006/relationships/image" Target="../media/image1621.png"/><Relationship Id="rId50" Type="http://schemas.openxmlformats.org/officeDocument/2006/relationships/customXml" Target="../ink/ink1582.xml"/><Relationship Id="rId104" Type="http://schemas.openxmlformats.org/officeDocument/2006/relationships/customXml" Target="../ink/ink1609.xml"/><Relationship Id="rId125" Type="http://schemas.openxmlformats.org/officeDocument/2006/relationships/image" Target="../media/image1555.png"/><Relationship Id="rId146" Type="http://schemas.openxmlformats.org/officeDocument/2006/relationships/customXml" Target="../ink/ink1630.xml"/><Relationship Id="rId167" Type="http://schemas.openxmlformats.org/officeDocument/2006/relationships/image" Target="../media/image1575.png"/><Relationship Id="rId188" Type="http://schemas.openxmlformats.org/officeDocument/2006/relationships/image" Target="../media/image1584.png"/><Relationship Id="rId71" Type="http://schemas.openxmlformats.org/officeDocument/2006/relationships/image" Target="../media/image1528.png"/><Relationship Id="rId92" Type="http://schemas.openxmlformats.org/officeDocument/2006/relationships/customXml" Target="../ink/ink1603.xml"/><Relationship Id="rId213" Type="http://schemas.openxmlformats.org/officeDocument/2006/relationships/customXml" Target="../ink/ink1664.xml"/><Relationship Id="rId234" Type="http://schemas.openxmlformats.org/officeDocument/2006/relationships/customXml" Target="../ink/ink1675.xml"/><Relationship Id="rId2" Type="http://schemas.openxmlformats.org/officeDocument/2006/relationships/customXml" Target="../ink/ink1558.xml"/><Relationship Id="rId29" Type="http://schemas.openxmlformats.org/officeDocument/2006/relationships/image" Target="../media/image1507.png"/><Relationship Id="rId255" Type="http://schemas.openxmlformats.org/officeDocument/2006/relationships/customXml" Target="../ink/ink1686.xml"/><Relationship Id="rId40" Type="http://schemas.openxmlformats.org/officeDocument/2006/relationships/customXml" Target="../ink/ink1577.xml"/><Relationship Id="rId115" Type="http://schemas.openxmlformats.org/officeDocument/2006/relationships/image" Target="../media/image1550.png"/><Relationship Id="rId136" Type="http://schemas.openxmlformats.org/officeDocument/2006/relationships/customXml" Target="../ink/ink1625.xml"/><Relationship Id="rId157" Type="http://schemas.openxmlformats.org/officeDocument/2006/relationships/image" Target="../media/image1570.png"/><Relationship Id="rId178" Type="http://schemas.openxmlformats.org/officeDocument/2006/relationships/image" Target="../media/image1579.png"/><Relationship Id="rId61" Type="http://schemas.openxmlformats.org/officeDocument/2006/relationships/image" Target="../media/image1523.png"/><Relationship Id="rId82" Type="http://schemas.openxmlformats.org/officeDocument/2006/relationships/customXml" Target="../ink/ink1598.xml"/><Relationship Id="rId199" Type="http://schemas.openxmlformats.org/officeDocument/2006/relationships/customXml" Target="../ink/ink1657.xml"/><Relationship Id="rId203" Type="http://schemas.openxmlformats.org/officeDocument/2006/relationships/customXml" Target="../ink/ink1659.xml"/><Relationship Id="rId19" Type="http://schemas.openxmlformats.org/officeDocument/2006/relationships/image" Target="../media/image1502.png"/><Relationship Id="rId224" Type="http://schemas.openxmlformats.org/officeDocument/2006/relationships/image" Target="../media/image1602.png"/><Relationship Id="rId245" Type="http://schemas.openxmlformats.org/officeDocument/2006/relationships/image" Target="../media/image1612.png"/><Relationship Id="rId266" Type="http://schemas.openxmlformats.org/officeDocument/2006/relationships/customXml" Target="../ink/ink1692.xml"/><Relationship Id="rId30" Type="http://schemas.openxmlformats.org/officeDocument/2006/relationships/customXml" Target="../ink/ink1572.xml"/><Relationship Id="rId105" Type="http://schemas.openxmlformats.org/officeDocument/2006/relationships/image" Target="../media/image1545.png"/><Relationship Id="rId126" Type="http://schemas.openxmlformats.org/officeDocument/2006/relationships/customXml" Target="../ink/ink1620.xml"/><Relationship Id="rId147" Type="http://schemas.openxmlformats.org/officeDocument/2006/relationships/image" Target="../media/image1566.png"/><Relationship Id="rId168" Type="http://schemas.openxmlformats.org/officeDocument/2006/relationships/customXml" Target="../ink/ink1641.xml"/><Relationship Id="rId51" Type="http://schemas.openxmlformats.org/officeDocument/2006/relationships/image" Target="../media/image1518.png"/><Relationship Id="rId72" Type="http://schemas.openxmlformats.org/officeDocument/2006/relationships/customXml" Target="../ink/ink1593.xml"/><Relationship Id="rId93" Type="http://schemas.openxmlformats.org/officeDocument/2006/relationships/image" Target="../media/image1539.png"/><Relationship Id="rId189" Type="http://schemas.openxmlformats.org/officeDocument/2006/relationships/customXml" Target="../ink/ink1652.xml"/><Relationship Id="rId3" Type="http://schemas.openxmlformats.org/officeDocument/2006/relationships/image" Target="../media/image1494.png"/><Relationship Id="rId214" Type="http://schemas.openxmlformats.org/officeDocument/2006/relationships/image" Target="../media/image1597.png"/><Relationship Id="rId235" Type="http://schemas.openxmlformats.org/officeDocument/2006/relationships/image" Target="../media/image1607.png"/><Relationship Id="rId256" Type="http://schemas.openxmlformats.org/officeDocument/2006/relationships/image" Target="../media/image1617.png"/><Relationship Id="rId116" Type="http://schemas.openxmlformats.org/officeDocument/2006/relationships/customXml" Target="../ink/ink1615.xml"/><Relationship Id="rId137" Type="http://schemas.openxmlformats.org/officeDocument/2006/relationships/image" Target="../media/image1561.png"/><Relationship Id="rId158" Type="http://schemas.openxmlformats.org/officeDocument/2006/relationships/customXml" Target="../ink/ink1636.xml"/><Relationship Id="rId20" Type="http://schemas.openxmlformats.org/officeDocument/2006/relationships/customXml" Target="../ink/ink1567.xml"/><Relationship Id="rId41" Type="http://schemas.openxmlformats.org/officeDocument/2006/relationships/image" Target="../media/image1513.png"/><Relationship Id="rId62" Type="http://schemas.openxmlformats.org/officeDocument/2006/relationships/customXml" Target="../ink/ink1588.xml"/><Relationship Id="rId83" Type="http://schemas.openxmlformats.org/officeDocument/2006/relationships/image" Target="../media/image1534.png"/><Relationship Id="rId179" Type="http://schemas.openxmlformats.org/officeDocument/2006/relationships/customXml" Target="../ink/ink1647.xml"/><Relationship Id="rId190" Type="http://schemas.openxmlformats.org/officeDocument/2006/relationships/image" Target="../media/image1585.png"/><Relationship Id="rId204" Type="http://schemas.openxmlformats.org/officeDocument/2006/relationships/image" Target="../media/image1592.png"/><Relationship Id="rId225" Type="http://schemas.openxmlformats.org/officeDocument/2006/relationships/customXml" Target="../ink/ink1670.xml"/><Relationship Id="rId246" Type="http://schemas.openxmlformats.org/officeDocument/2006/relationships/customXml" Target="../ink/ink1681.xml"/><Relationship Id="rId267" Type="http://schemas.openxmlformats.org/officeDocument/2006/relationships/image" Target="../media/image1622.png"/><Relationship Id="rId106" Type="http://schemas.openxmlformats.org/officeDocument/2006/relationships/customXml" Target="../ink/ink1610.xml"/><Relationship Id="rId127" Type="http://schemas.openxmlformats.org/officeDocument/2006/relationships/image" Target="../media/image1556.png"/><Relationship Id="rId10" Type="http://schemas.openxmlformats.org/officeDocument/2006/relationships/customXml" Target="../ink/ink1562.xml"/><Relationship Id="rId31" Type="http://schemas.openxmlformats.org/officeDocument/2006/relationships/image" Target="../media/image1508.png"/><Relationship Id="rId52" Type="http://schemas.openxmlformats.org/officeDocument/2006/relationships/customXml" Target="../ink/ink1583.xml"/><Relationship Id="rId73" Type="http://schemas.openxmlformats.org/officeDocument/2006/relationships/image" Target="../media/image1529.png"/><Relationship Id="rId94" Type="http://schemas.openxmlformats.org/officeDocument/2006/relationships/customXml" Target="../ink/ink1604.xml"/><Relationship Id="rId148" Type="http://schemas.openxmlformats.org/officeDocument/2006/relationships/customXml" Target="../ink/ink1631.xml"/><Relationship Id="rId169" Type="http://schemas.openxmlformats.org/officeDocument/2006/relationships/customXml" Target="../ink/ink1642.xml"/><Relationship Id="rId4" Type="http://schemas.openxmlformats.org/officeDocument/2006/relationships/customXml" Target="../ink/ink1559.xml"/><Relationship Id="rId180" Type="http://schemas.openxmlformats.org/officeDocument/2006/relationships/image" Target="../media/image1580.png"/><Relationship Id="rId215" Type="http://schemas.openxmlformats.org/officeDocument/2006/relationships/customXml" Target="../ink/ink1665.xml"/><Relationship Id="rId236" Type="http://schemas.openxmlformats.org/officeDocument/2006/relationships/customXml" Target="../ink/ink1676.xml"/><Relationship Id="rId257" Type="http://schemas.openxmlformats.org/officeDocument/2006/relationships/customXml" Target="../ink/ink1687.xml"/><Relationship Id="rId42" Type="http://schemas.openxmlformats.org/officeDocument/2006/relationships/customXml" Target="../ink/ink1578.xml"/><Relationship Id="rId84" Type="http://schemas.openxmlformats.org/officeDocument/2006/relationships/customXml" Target="../ink/ink1599.xml"/><Relationship Id="rId138" Type="http://schemas.openxmlformats.org/officeDocument/2006/relationships/customXml" Target="../ink/ink1626.xml"/><Relationship Id="rId191" Type="http://schemas.openxmlformats.org/officeDocument/2006/relationships/customXml" Target="../ink/ink1653.xml"/><Relationship Id="rId205" Type="http://schemas.openxmlformats.org/officeDocument/2006/relationships/customXml" Target="../ink/ink1660.xml"/><Relationship Id="rId247" Type="http://schemas.openxmlformats.org/officeDocument/2006/relationships/image" Target="../media/image1613.png"/><Relationship Id="rId107" Type="http://schemas.openxmlformats.org/officeDocument/2006/relationships/image" Target="../media/image154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79.png"/><Relationship Id="rId299" Type="http://schemas.openxmlformats.org/officeDocument/2006/relationships/customXml" Target="../ink/ink1845.xml"/><Relationship Id="rId21" Type="http://schemas.openxmlformats.org/officeDocument/2006/relationships/image" Target="../media/image1633.png"/><Relationship Id="rId63" Type="http://schemas.openxmlformats.org/officeDocument/2006/relationships/image" Target="../media/image1653.png"/><Relationship Id="rId159" Type="http://schemas.openxmlformats.org/officeDocument/2006/relationships/image" Target="../media/image1700.png"/><Relationship Id="rId324" Type="http://schemas.openxmlformats.org/officeDocument/2006/relationships/customXml" Target="../ink/ink1858.xml"/><Relationship Id="rId366" Type="http://schemas.openxmlformats.org/officeDocument/2006/relationships/image" Target="../media/image1801.png"/><Relationship Id="rId170" Type="http://schemas.openxmlformats.org/officeDocument/2006/relationships/customXml" Target="../ink/ink1779.xml"/><Relationship Id="rId226" Type="http://schemas.openxmlformats.org/officeDocument/2006/relationships/image" Target="../media/image1733.png"/><Relationship Id="rId433" Type="http://schemas.openxmlformats.org/officeDocument/2006/relationships/image" Target="../media/image1834.png"/><Relationship Id="rId268" Type="http://schemas.openxmlformats.org/officeDocument/2006/relationships/customXml" Target="../ink/ink1829.xml"/><Relationship Id="rId32" Type="http://schemas.openxmlformats.org/officeDocument/2006/relationships/customXml" Target="../ink/ink1710.xml"/><Relationship Id="rId74" Type="http://schemas.openxmlformats.org/officeDocument/2006/relationships/customXml" Target="../ink/ink1731.xml"/><Relationship Id="rId128" Type="http://schemas.openxmlformats.org/officeDocument/2006/relationships/customXml" Target="../ink/ink1758.xml"/><Relationship Id="rId335" Type="http://schemas.openxmlformats.org/officeDocument/2006/relationships/image" Target="../media/image1786.png"/><Relationship Id="rId377" Type="http://schemas.openxmlformats.org/officeDocument/2006/relationships/customXml" Target="../ink/ink1885.xml"/><Relationship Id="rId5" Type="http://schemas.openxmlformats.org/officeDocument/2006/relationships/image" Target="../media/image1625.png"/><Relationship Id="rId181" Type="http://schemas.openxmlformats.org/officeDocument/2006/relationships/image" Target="../media/image1711.png"/><Relationship Id="rId237" Type="http://schemas.openxmlformats.org/officeDocument/2006/relationships/image" Target="../media/image1738.png"/><Relationship Id="rId402" Type="http://schemas.openxmlformats.org/officeDocument/2006/relationships/customXml" Target="../ink/ink1898.xml"/><Relationship Id="rId279" Type="http://schemas.openxmlformats.org/officeDocument/2006/relationships/customXml" Target="../ink/ink1835.xml"/><Relationship Id="rId43" Type="http://schemas.openxmlformats.org/officeDocument/2006/relationships/image" Target="../media/image1644.png"/><Relationship Id="rId139" Type="http://schemas.openxmlformats.org/officeDocument/2006/relationships/image" Target="../media/image1690.png"/><Relationship Id="rId290" Type="http://schemas.openxmlformats.org/officeDocument/2006/relationships/image" Target="../media/image1764.png"/><Relationship Id="rId304" Type="http://schemas.openxmlformats.org/officeDocument/2006/relationships/image" Target="../media/image1771.png"/><Relationship Id="rId346" Type="http://schemas.openxmlformats.org/officeDocument/2006/relationships/customXml" Target="../ink/ink1869.xml"/><Relationship Id="rId388" Type="http://schemas.openxmlformats.org/officeDocument/2006/relationships/customXml" Target="../ink/ink1891.xml"/><Relationship Id="rId85" Type="http://schemas.openxmlformats.org/officeDocument/2006/relationships/image" Target="../media/image1664.png"/><Relationship Id="rId150" Type="http://schemas.openxmlformats.org/officeDocument/2006/relationships/customXml" Target="../ink/ink1769.xml"/><Relationship Id="rId192" Type="http://schemas.openxmlformats.org/officeDocument/2006/relationships/image" Target="../media/image1716.png"/><Relationship Id="rId206" Type="http://schemas.openxmlformats.org/officeDocument/2006/relationships/image" Target="../media/image1723.png"/><Relationship Id="rId413" Type="http://schemas.openxmlformats.org/officeDocument/2006/relationships/image" Target="../media/image1824.png"/><Relationship Id="rId248" Type="http://schemas.openxmlformats.org/officeDocument/2006/relationships/customXml" Target="../ink/ink1819.xml"/><Relationship Id="rId12" Type="http://schemas.openxmlformats.org/officeDocument/2006/relationships/customXml" Target="../ink/ink1700.xml"/><Relationship Id="rId108" Type="http://schemas.openxmlformats.org/officeDocument/2006/relationships/customXml" Target="../ink/ink1748.xml"/><Relationship Id="rId315" Type="http://schemas.openxmlformats.org/officeDocument/2006/relationships/image" Target="../media/image1776.png"/><Relationship Id="rId357" Type="http://schemas.openxmlformats.org/officeDocument/2006/relationships/image" Target="../media/image1797.png"/><Relationship Id="rId54" Type="http://schemas.openxmlformats.org/officeDocument/2006/relationships/customXml" Target="../ink/ink1721.xml"/><Relationship Id="rId96" Type="http://schemas.openxmlformats.org/officeDocument/2006/relationships/customXml" Target="../ink/ink1742.xml"/><Relationship Id="rId161" Type="http://schemas.openxmlformats.org/officeDocument/2006/relationships/image" Target="../media/image1701.png"/><Relationship Id="rId217" Type="http://schemas.openxmlformats.org/officeDocument/2006/relationships/customXml" Target="../ink/ink1803.xml"/><Relationship Id="rId399" Type="http://schemas.openxmlformats.org/officeDocument/2006/relationships/image" Target="../media/image1817.png"/><Relationship Id="rId259" Type="http://schemas.openxmlformats.org/officeDocument/2006/relationships/image" Target="../media/image1749.png"/><Relationship Id="rId424" Type="http://schemas.openxmlformats.org/officeDocument/2006/relationships/customXml" Target="../ink/ink1909.xml"/><Relationship Id="rId23" Type="http://schemas.openxmlformats.org/officeDocument/2006/relationships/image" Target="../media/image1634.png"/><Relationship Id="rId119" Type="http://schemas.openxmlformats.org/officeDocument/2006/relationships/image" Target="../media/image1680.png"/><Relationship Id="rId270" Type="http://schemas.openxmlformats.org/officeDocument/2006/relationships/customXml" Target="../ink/ink1830.xml"/><Relationship Id="rId326" Type="http://schemas.openxmlformats.org/officeDocument/2006/relationships/customXml" Target="../ink/ink1859.xml"/><Relationship Id="rId65" Type="http://schemas.openxmlformats.org/officeDocument/2006/relationships/image" Target="../media/image1654.png"/><Relationship Id="rId130" Type="http://schemas.openxmlformats.org/officeDocument/2006/relationships/customXml" Target="../ink/ink1759.xml"/><Relationship Id="rId368" Type="http://schemas.openxmlformats.org/officeDocument/2006/relationships/image" Target="../media/image1802.png"/><Relationship Id="rId172" Type="http://schemas.openxmlformats.org/officeDocument/2006/relationships/customXml" Target="../ink/ink1780.xml"/><Relationship Id="rId228" Type="http://schemas.openxmlformats.org/officeDocument/2006/relationships/customXml" Target="../ink/ink1809.xml"/><Relationship Id="rId435" Type="http://schemas.openxmlformats.org/officeDocument/2006/relationships/image" Target="../media/image1835.png"/><Relationship Id="rId281" Type="http://schemas.openxmlformats.org/officeDocument/2006/relationships/customXml" Target="../ink/ink1836.xml"/><Relationship Id="rId337" Type="http://schemas.openxmlformats.org/officeDocument/2006/relationships/image" Target="../media/image1787.png"/><Relationship Id="rId34" Type="http://schemas.openxmlformats.org/officeDocument/2006/relationships/customXml" Target="../ink/ink1711.xml"/><Relationship Id="rId76" Type="http://schemas.openxmlformats.org/officeDocument/2006/relationships/customXml" Target="../ink/ink1732.xml"/><Relationship Id="rId141" Type="http://schemas.openxmlformats.org/officeDocument/2006/relationships/image" Target="../media/image1691.png"/><Relationship Id="rId379" Type="http://schemas.openxmlformats.org/officeDocument/2006/relationships/customXml" Target="../ink/ink1886.xml"/><Relationship Id="rId7" Type="http://schemas.openxmlformats.org/officeDocument/2006/relationships/image" Target="../media/image1626.png"/><Relationship Id="rId183" Type="http://schemas.openxmlformats.org/officeDocument/2006/relationships/image" Target="../media/image1712.png"/><Relationship Id="rId239" Type="http://schemas.openxmlformats.org/officeDocument/2006/relationships/image" Target="../media/image1739.png"/><Relationship Id="rId390" Type="http://schemas.openxmlformats.org/officeDocument/2006/relationships/customXml" Target="../ink/ink1892.xml"/><Relationship Id="rId404" Type="http://schemas.openxmlformats.org/officeDocument/2006/relationships/customXml" Target="../ink/ink1899.xml"/><Relationship Id="rId250" Type="http://schemas.openxmlformats.org/officeDocument/2006/relationships/customXml" Target="../ink/ink1820.xml"/><Relationship Id="rId292" Type="http://schemas.openxmlformats.org/officeDocument/2006/relationships/image" Target="../media/image1765.png"/><Relationship Id="rId306" Type="http://schemas.openxmlformats.org/officeDocument/2006/relationships/image" Target="../media/image1772.png"/><Relationship Id="rId45" Type="http://schemas.openxmlformats.org/officeDocument/2006/relationships/image" Target="../media/image1645.png"/><Relationship Id="rId87" Type="http://schemas.openxmlformats.org/officeDocument/2006/relationships/image" Target="../media/image1665.png"/><Relationship Id="rId110" Type="http://schemas.openxmlformats.org/officeDocument/2006/relationships/customXml" Target="../ink/ink1749.xml"/><Relationship Id="rId348" Type="http://schemas.openxmlformats.org/officeDocument/2006/relationships/customXml" Target="../ink/ink1870.xml"/><Relationship Id="rId152" Type="http://schemas.openxmlformats.org/officeDocument/2006/relationships/customXml" Target="../ink/ink1770.xml"/><Relationship Id="rId194" Type="http://schemas.openxmlformats.org/officeDocument/2006/relationships/image" Target="../media/image1717.png"/><Relationship Id="rId208" Type="http://schemas.openxmlformats.org/officeDocument/2006/relationships/image" Target="../media/image1724.png"/><Relationship Id="rId415" Type="http://schemas.openxmlformats.org/officeDocument/2006/relationships/image" Target="../media/image1825.png"/><Relationship Id="rId261" Type="http://schemas.openxmlformats.org/officeDocument/2006/relationships/image" Target="../media/image1750.png"/><Relationship Id="rId14" Type="http://schemas.openxmlformats.org/officeDocument/2006/relationships/customXml" Target="../ink/ink1701.xml"/><Relationship Id="rId56" Type="http://schemas.openxmlformats.org/officeDocument/2006/relationships/customXml" Target="../ink/ink1722.xml"/><Relationship Id="rId317" Type="http://schemas.openxmlformats.org/officeDocument/2006/relationships/image" Target="../media/image1777.png"/><Relationship Id="rId359" Type="http://schemas.openxmlformats.org/officeDocument/2006/relationships/image" Target="../media/image1798.png"/><Relationship Id="rId98" Type="http://schemas.openxmlformats.org/officeDocument/2006/relationships/customXml" Target="../ink/ink1743.xml"/><Relationship Id="rId121" Type="http://schemas.openxmlformats.org/officeDocument/2006/relationships/image" Target="../media/image1681.png"/><Relationship Id="rId163" Type="http://schemas.openxmlformats.org/officeDocument/2006/relationships/image" Target="../media/image1702.png"/><Relationship Id="rId219" Type="http://schemas.openxmlformats.org/officeDocument/2006/relationships/customXml" Target="../ink/ink1804.xml"/><Relationship Id="rId370" Type="http://schemas.openxmlformats.org/officeDocument/2006/relationships/image" Target="../media/image1803.png"/><Relationship Id="rId426" Type="http://schemas.openxmlformats.org/officeDocument/2006/relationships/customXml" Target="../ink/ink1910.xml"/><Relationship Id="rId230" Type="http://schemas.openxmlformats.org/officeDocument/2006/relationships/customXml" Target="../ink/ink1810.xml"/><Relationship Id="rId25" Type="http://schemas.openxmlformats.org/officeDocument/2006/relationships/image" Target="../media/image1635.png"/><Relationship Id="rId67" Type="http://schemas.openxmlformats.org/officeDocument/2006/relationships/image" Target="../media/image1655.png"/><Relationship Id="rId272" Type="http://schemas.openxmlformats.org/officeDocument/2006/relationships/customXml" Target="../ink/ink1831.xml"/><Relationship Id="rId328" Type="http://schemas.openxmlformats.org/officeDocument/2006/relationships/customXml" Target="../ink/ink1860.xml"/><Relationship Id="rId132" Type="http://schemas.openxmlformats.org/officeDocument/2006/relationships/customXml" Target="../ink/ink1760.xml"/><Relationship Id="rId174" Type="http://schemas.openxmlformats.org/officeDocument/2006/relationships/customXml" Target="../ink/ink1781.xml"/><Relationship Id="rId381" Type="http://schemas.openxmlformats.org/officeDocument/2006/relationships/customXml" Target="../ink/ink1887.xml"/><Relationship Id="rId241" Type="http://schemas.openxmlformats.org/officeDocument/2006/relationships/image" Target="../media/image1740.png"/><Relationship Id="rId437" Type="http://schemas.openxmlformats.org/officeDocument/2006/relationships/image" Target="../media/image1836.png"/><Relationship Id="rId36" Type="http://schemas.openxmlformats.org/officeDocument/2006/relationships/customXml" Target="../ink/ink1712.xml"/><Relationship Id="rId283" Type="http://schemas.openxmlformats.org/officeDocument/2006/relationships/customXml" Target="../ink/ink1837.xml"/><Relationship Id="rId339" Type="http://schemas.openxmlformats.org/officeDocument/2006/relationships/image" Target="../media/image1788.png"/><Relationship Id="rId78" Type="http://schemas.openxmlformats.org/officeDocument/2006/relationships/customXml" Target="../ink/ink1733.xml"/><Relationship Id="rId101" Type="http://schemas.openxmlformats.org/officeDocument/2006/relationships/image" Target="../media/image1671.png"/><Relationship Id="rId143" Type="http://schemas.openxmlformats.org/officeDocument/2006/relationships/image" Target="../media/image1692.png"/><Relationship Id="rId185" Type="http://schemas.openxmlformats.org/officeDocument/2006/relationships/customXml" Target="../ink/ink1787.xml"/><Relationship Id="rId350" Type="http://schemas.openxmlformats.org/officeDocument/2006/relationships/customXml" Target="../ink/ink1871.xml"/><Relationship Id="rId406" Type="http://schemas.openxmlformats.org/officeDocument/2006/relationships/customXml" Target="../ink/ink1900.xml"/><Relationship Id="rId9" Type="http://schemas.openxmlformats.org/officeDocument/2006/relationships/image" Target="../media/image1627.png"/><Relationship Id="rId210" Type="http://schemas.openxmlformats.org/officeDocument/2006/relationships/image" Target="../media/image1725.png"/><Relationship Id="rId392" Type="http://schemas.openxmlformats.org/officeDocument/2006/relationships/customXml" Target="../ink/ink1893.xml"/><Relationship Id="rId252" Type="http://schemas.openxmlformats.org/officeDocument/2006/relationships/customXml" Target="../ink/ink1821.xml"/><Relationship Id="rId294" Type="http://schemas.openxmlformats.org/officeDocument/2006/relationships/image" Target="../media/image1766.png"/><Relationship Id="rId308" Type="http://schemas.openxmlformats.org/officeDocument/2006/relationships/image" Target="../media/image1773.png"/><Relationship Id="rId47" Type="http://schemas.openxmlformats.org/officeDocument/2006/relationships/image" Target="../media/image1646.png"/><Relationship Id="rId89" Type="http://schemas.openxmlformats.org/officeDocument/2006/relationships/image" Target="../media/image1666.png"/><Relationship Id="rId112" Type="http://schemas.openxmlformats.org/officeDocument/2006/relationships/customXml" Target="../ink/ink1750.xml"/><Relationship Id="rId154" Type="http://schemas.openxmlformats.org/officeDocument/2006/relationships/customXml" Target="../ink/ink1771.xml"/><Relationship Id="rId361" Type="http://schemas.openxmlformats.org/officeDocument/2006/relationships/image" Target="../media/image1799.png"/><Relationship Id="rId196" Type="http://schemas.openxmlformats.org/officeDocument/2006/relationships/image" Target="../media/image1718.png"/><Relationship Id="rId417" Type="http://schemas.openxmlformats.org/officeDocument/2006/relationships/image" Target="../media/image1826.png"/><Relationship Id="rId16" Type="http://schemas.openxmlformats.org/officeDocument/2006/relationships/customXml" Target="../ink/ink1702.xml"/><Relationship Id="rId221" Type="http://schemas.openxmlformats.org/officeDocument/2006/relationships/customXml" Target="../ink/ink1805.xml"/><Relationship Id="rId263" Type="http://schemas.openxmlformats.org/officeDocument/2006/relationships/image" Target="../media/image1751.png"/><Relationship Id="rId319" Type="http://schemas.openxmlformats.org/officeDocument/2006/relationships/image" Target="../media/image1778.png"/><Relationship Id="rId58" Type="http://schemas.openxmlformats.org/officeDocument/2006/relationships/customXml" Target="../ink/ink1723.xml"/><Relationship Id="rId123" Type="http://schemas.openxmlformats.org/officeDocument/2006/relationships/image" Target="../media/image1682.png"/><Relationship Id="rId330" Type="http://schemas.openxmlformats.org/officeDocument/2006/relationships/customXml" Target="../ink/ink1861.xml"/><Relationship Id="rId165" Type="http://schemas.openxmlformats.org/officeDocument/2006/relationships/image" Target="../media/image1703.png"/><Relationship Id="rId372" Type="http://schemas.openxmlformats.org/officeDocument/2006/relationships/image" Target="../media/image1804.png"/><Relationship Id="rId428" Type="http://schemas.openxmlformats.org/officeDocument/2006/relationships/customXml" Target="../ink/ink1911.xml"/><Relationship Id="rId232" Type="http://schemas.openxmlformats.org/officeDocument/2006/relationships/customXml" Target="../ink/ink1811.xml"/><Relationship Id="rId274" Type="http://schemas.openxmlformats.org/officeDocument/2006/relationships/customXml" Target="../ink/ink1832.xml"/><Relationship Id="rId27" Type="http://schemas.openxmlformats.org/officeDocument/2006/relationships/image" Target="../media/image1636.png"/><Relationship Id="rId69" Type="http://schemas.openxmlformats.org/officeDocument/2006/relationships/image" Target="../media/image1656.png"/><Relationship Id="rId134" Type="http://schemas.openxmlformats.org/officeDocument/2006/relationships/customXml" Target="../ink/ink1761.xml"/><Relationship Id="rId80" Type="http://schemas.openxmlformats.org/officeDocument/2006/relationships/customXml" Target="../ink/ink1734.xml"/><Relationship Id="rId176" Type="http://schemas.openxmlformats.org/officeDocument/2006/relationships/customXml" Target="../ink/ink1782.xml"/><Relationship Id="rId341" Type="http://schemas.openxmlformats.org/officeDocument/2006/relationships/image" Target="../media/image1789.png"/><Relationship Id="rId383" Type="http://schemas.openxmlformats.org/officeDocument/2006/relationships/image" Target="../media/image1809.png"/><Relationship Id="rId201" Type="http://schemas.openxmlformats.org/officeDocument/2006/relationships/customXml" Target="../ink/ink1795.xml"/><Relationship Id="rId243" Type="http://schemas.openxmlformats.org/officeDocument/2006/relationships/image" Target="../media/image1741.png"/><Relationship Id="rId285" Type="http://schemas.openxmlformats.org/officeDocument/2006/relationships/customXml" Target="../ink/ink1838.xml"/><Relationship Id="rId38" Type="http://schemas.openxmlformats.org/officeDocument/2006/relationships/customXml" Target="../ink/ink1713.xml"/><Relationship Id="rId103" Type="http://schemas.openxmlformats.org/officeDocument/2006/relationships/image" Target="../media/image1672.png"/><Relationship Id="rId310" Type="http://schemas.openxmlformats.org/officeDocument/2006/relationships/customXml" Target="../ink/ink1851.xml"/><Relationship Id="rId91" Type="http://schemas.openxmlformats.org/officeDocument/2006/relationships/image" Target="../media/image1667.png"/><Relationship Id="rId145" Type="http://schemas.openxmlformats.org/officeDocument/2006/relationships/image" Target="../media/image1693.png"/><Relationship Id="rId187" Type="http://schemas.openxmlformats.org/officeDocument/2006/relationships/customXml" Target="../ink/ink1788.xml"/><Relationship Id="rId352" Type="http://schemas.openxmlformats.org/officeDocument/2006/relationships/customXml" Target="../ink/ink1872.xml"/><Relationship Id="rId394" Type="http://schemas.openxmlformats.org/officeDocument/2006/relationships/customXml" Target="../ink/ink1894.xml"/><Relationship Id="rId408" Type="http://schemas.openxmlformats.org/officeDocument/2006/relationships/customXml" Target="../ink/ink1901.xml"/><Relationship Id="rId212" Type="http://schemas.openxmlformats.org/officeDocument/2006/relationships/image" Target="../media/image1726.png"/><Relationship Id="rId254" Type="http://schemas.openxmlformats.org/officeDocument/2006/relationships/customXml" Target="../ink/ink1822.xml"/><Relationship Id="rId49" Type="http://schemas.openxmlformats.org/officeDocument/2006/relationships/image" Target="../media/image1647.png"/><Relationship Id="rId114" Type="http://schemas.openxmlformats.org/officeDocument/2006/relationships/customXml" Target="../ink/ink1751.xml"/><Relationship Id="rId296" Type="http://schemas.openxmlformats.org/officeDocument/2006/relationships/image" Target="../media/image1767.png"/><Relationship Id="rId60" Type="http://schemas.openxmlformats.org/officeDocument/2006/relationships/customXml" Target="../ink/ink1724.xml"/><Relationship Id="rId81" Type="http://schemas.openxmlformats.org/officeDocument/2006/relationships/image" Target="../media/image1662.png"/><Relationship Id="rId135" Type="http://schemas.openxmlformats.org/officeDocument/2006/relationships/image" Target="../media/image1688.png"/><Relationship Id="rId156" Type="http://schemas.openxmlformats.org/officeDocument/2006/relationships/customXml" Target="../ink/ink1772.xml"/><Relationship Id="rId177" Type="http://schemas.openxmlformats.org/officeDocument/2006/relationships/image" Target="../media/image1709.png"/><Relationship Id="rId198" Type="http://schemas.openxmlformats.org/officeDocument/2006/relationships/image" Target="../media/image1719.png"/><Relationship Id="rId321" Type="http://schemas.openxmlformats.org/officeDocument/2006/relationships/image" Target="../media/image1779.png"/><Relationship Id="rId342" Type="http://schemas.openxmlformats.org/officeDocument/2006/relationships/customXml" Target="../ink/ink1867.xml"/><Relationship Id="rId363" Type="http://schemas.openxmlformats.org/officeDocument/2006/relationships/image" Target="../media/image1800.png"/><Relationship Id="rId384" Type="http://schemas.openxmlformats.org/officeDocument/2006/relationships/customXml" Target="../ink/ink1889.xml"/><Relationship Id="rId419" Type="http://schemas.openxmlformats.org/officeDocument/2006/relationships/image" Target="../media/image1827.png"/><Relationship Id="rId202" Type="http://schemas.openxmlformats.org/officeDocument/2006/relationships/image" Target="../media/image1721.png"/><Relationship Id="rId223" Type="http://schemas.openxmlformats.org/officeDocument/2006/relationships/customXml" Target="../ink/ink1806.xml"/><Relationship Id="rId244" Type="http://schemas.openxmlformats.org/officeDocument/2006/relationships/customXml" Target="../ink/ink1817.xml"/><Relationship Id="rId430" Type="http://schemas.openxmlformats.org/officeDocument/2006/relationships/customXml" Target="../ink/ink1912.xml"/><Relationship Id="rId18" Type="http://schemas.openxmlformats.org/officeDocument/2006/relationships/customXml" Target="../ink/ink1703.xml"/><Relationship Id="rId39" Type="http://schemas.openxmlformats.org/officeDocument/2006/relationships/image" Target="../media/image1642.png"/><Relationship Id="rId265" Type="http://schemas.openxmlformats.org/officeDocument/2006/relationships/image" Target="../media/image1752.png"/><Relationship Id="rId286" Type="http://schemas.openxmlformats.org/officeDocument/2006/relationships/image" Target="../media/image1762.png"/><Relationship Id="rId50" Type="http://schemas.openxmlformats.org/officeDocument/2006/relationships/customXml" Target="../ink/ink1719.xml"/><Relationship Id="rId104" Type="http://schemas.openxmlformats.org/officeDocument/2006/relationships/customXml" Target="../ink/ink1746.xml"/><Relationship Id="rId125" Type="http://schemas.openxmlformats.org/officeDocument/2006/relationships/image" Target="../media/image1683.png"/><Relationship Id="rId146" Type="http://schemas.openxmlformats.org/officeDocument/2006/relationships/customXml" Target="../ink/ink1767.xml"/><Relationship Id="rId167" Type="http://schemas.openxmlformats.org/officeDocument/2006/relationships/image" Target="../media/image1704.png"/><Relationship Id="rId188" Type="http://schemas.openxmlformats.org/officeDocument/2006/relationships/image" Target="../media/image1714.png"/><Relationship Id="rId311" Type="http://schemas.openxmlformats.org/officeDocument/2006/relationships/image" Target="../media/image1774.png"/><Relationship Id="rId332" Type="http://schemas.openxmlformats.org/officeDocument/2006/relationships/customXml" Target="../ink/ink1862.xml"/><Relationship Id="rId353" Type="http://schemas.openxmlformats.org/officeDocument/2006/relationships/image" Target="../media/image1795.png"/><Relationship Id="rId374" Type="http://schemas.openxmlformats.org/officeDocument/2006/relationships/image" Target="../media/image1805.png"/><Relationship Id="rId395" Type="http://schemas.openxmlformats.org/officeDocument/2006/relationships/image" Target="../media/image1815.png"/><Relationship Id="rId409" Type="http://schemas.openxmlformats.org/officeDocument/2006/relationships/image" Target="../media/image1822.png"/><Relationship Id="rId71" Type="http://schemas.openxmlformats.org/officeDocument/2006/relationships/image" Target="../media/image1657.png"/><Relationship Id="rId92" Type="http://schemas.openxmlformats.org/officeDocument/2006/relationships/customXml" Target="../ink/ink1740.xml"/><Relationship Id="rId213" Type="http://schemas.openxmlformats.org/officeDocument/2006/relationships/customXml" Target="../ink/ink1801.xml"/><Relationship Id="rId234" Type="http://schemas.openxmlformats.org/officeDocument/2006/relationships/customXml" Target="../ink/ink1812.xml"/><Relationship Id="rId420" Type="http://schemas.openxmlformats.org/officeDocument/2006/relationships/customXml" Target="../ink/ink1907.xml"/><Relationship Id="rId2" Type="http://schemas.openxmlformats.org/officeDocument/2006/relationships/customXml" Target="../ink/ink1695.xml"/><Relationship Id="rId29" Type="http://schemas.openxmlformats.org/officeDocument/2006/relationships/image" Target="../media/image1637.png"/><Relationship Id="rId255" Type="http://schemas.openxmlformats.org/officeDocument/2006/relationships/image" Target="../media/image1747.png"/><Relationship Id="rId276" Type="http://schemas.openxmlformats.org/officeDocument/2006/relationships/customXml" Target="../ink/ink1833.xml"/><Relationship Id="rId297" Type="http://schemas.openxmlformats.org/officeDocument/2006/relationships/customXml" Target="../ink/ink1844.xml"/><Relationship Id="rId40" Type="http://schemas.openxmlformats.org/officeDocument/2006/relationships/customXml" Target="../ink/ink1714.xml"/><Relationship Id="rId115" Type="http://schemas.openxmlformats.org/officeDocument/2006/relationships/image" Target="../media/image1678.png"/><Relationship Id="rId136" Type="http://schemas.openxmlformats.org/officeDocument/2006/relationships/customXml" Target="../ink/ink1762.xml"/><Relationship Id="rId157" Type="http://schemas.openxmlformats.org/officeDocument/2006/relationships/image" Target="../media/image1699.png"/><Relationship Id="rId178" Type="http://schemas.openxmlformats.org/officeDocument/2006/relationships/customXml" Target="../ink/ink1783.xml"/><Relationship Id="rId301" Type="http://schemas.openxmlformats.org/officeDocument/2006/relationships/customXml" Target="../ink/ink1846.xml"/><Relationship Id="rId322" Type="http://schemas.openxmlformats.org/officeDocument/2006/relationships/customXml" Target="../ink/ink1857.xml"/><Relationship Id="rId343" Type="http://schemas.openxmlformats.org/officeDocument/2006/relationships/image" Target="../media/image1790.png"/><Relationship Id="rId364" Type="http://schemas.openxmlformats.org/officeDocument/2006/relationships/customXml" Target="../ink/ink1878.xml"/><Relationship Id="rId61" Type="http://schemas.openxmlformats.org/officeDocument/2006/relationships/image" Target="../media/image1652.png"/><Relationship Id="rId82" Type="http://schemas.openxmlformats.org/officeDocument/2006/relationships/customXml" Target="../ink/ink1735.xml"/><Relationship Id="rId199" Type="http://schemas.openxmlformats.org/officeDocument/2006/relationships/customXml" Target="../ink/ink1794.xml"/><Relationship Id="rId203" Type="http://schemas.openxmlformats.org/officeDocument/2006/relationships/customXml" Target="../ink/ink1796.xml"/><Relationship Id="rId385" Type="http://schemas.openxmlformats.org/officeDocument/2006/relationships/image" Target="../media/image1810.png"/><Relationship Id="rId19" Type="http://schemas.openxmlformats.org/officeDocument/2006/relationships/image" Target="../media/image1632.png"/><Relationship Id="rId224" Type="http://schemas.openxmlformats.org/officeDocument/2006/relationships/image" Target="../media/image1732.png"/><Relationship Id="rId245" Type="http://schemas.openxmlformats.org/officeDocument/2006/relationships/image" Target="../media/image1742.png"/><Relationship Id="rId266" Type="http://schemas.openxmlformats.org/officeDocument/2006/relationships/customXml" Target="../ink/ink1828.xml"/><Relationship Id="rId287" Type="http://schemas.openxmlformats.org/officeDocument/2006/relationships/customXml" Target="../ink/ink1839.xml"/><Relationship Id="rId410" Type="http://schemas.openxmlformats.org/officeDocument/2006/relationships/customXml" Target="../ink/ink1902.xml"/><Relationship Id="rId431" Type="http://schemas.openxmlformats.org/officeDocument/2006/relationships/image" Target="../media/image1833.png"/><Relationship Id="rId30" Type="http://schemas.openxmlformats.org/officeDocument/2006/relationships/customXml" Target="../ink/ink1709.xml"/><Relationship Id="rId105" Type="http://schemas.openxmlformats.org/officeDocument/2006/relationships/image" Target="../media/image1673.png"/><Relationship Id="rId126" Type="http://schemas.openxmlformats.org/officeDocument/2006/relationships/customXml" Target="../ink/ink1757.xml"/><Relationship Id="rId147" Type="http://schemas.openxmlformats.org/officeDocument/2006/relationships/image" Target="../media/image1694.png"/><Relationship Id="rId168" Type="http://schemas.openxmlformats.org/officeDocument/2006/relationships/customXml" Target="../ink/ink1778.xml"/><Relationship Id="rId312" Type="http://schemas.openxmlformats.org/officeDocument/2006/relationships/customXml" Target="../ink/ink1852.xml"/><Relationship Id="rId333" Type="http://schemas.openxmlformats.org/officeDocument/2006/relationships/image" Target="../media/image1785.png"/><Relationship Id="rId354" Type="http://schemas.openxmlformats.org/officeDocument/2006/relationships/customXml" Target="../ink/ink1873.xml"/><Relationship Id="rId51" Type="http://schemas.openxmlformats.org/officeDocument/2006/relationships/image" Target="../media/image1648.png"/><Relationship Id="rId72" Type="http://schemas.openxmlformats.org/officeDocument/2006/relationships/customXml" Target="../ink/ink1730.xml"/><Relationship Id="rId93" Type="http://schemas.openxmlformats.org/officeDocument/2006/relationships/image" Target="../media/image27.png"/><Relationship Id="rId189" Type="http://schemas.openxmlformats.org/officeDocument/2006/relationships/customXml" Target="../ink/ink1789.xml"/><Relationship Id="rId375" Type="http://schemas.openxmlformats.org/officeDocument/2006/relationships/customXml" Target="../ink/ink1884.xml"/><Relationship Id="rId396" Type="http://schemas.openxmlformats.org/officeDocument/2006/relationships/customXml" Target="../ink/ink1895.xml"/><Relationship Id="rId3" Type="http://schemas.openxmlformats.org/officeDocument/2006/relationships/image" Target="../media/image1624.png"/><Relationship Id="rId214" Type="http://schemas.openxmlformats.org/officeDocument/2006/relationships/image" Target="../media/image1727.png"/><Relationship Id="rId235" Type="http://schemas.openxmlformats.org/officeDocument/2006/relationships/image" Target="../media/image1737.png"/><Relationship Id="rId256" Type="http://schemas.openxmlformats.org/officeDocument/2006/relationships/customXml" Target="../ink/ink1823.xml"/><Relationship Id="rId277" Type="http://schemas.openxmlformats.org/officeDocument/2006/relationships/customXml" Target="../ink/ink1834.xml"/><Relationship Id="rId298" Type="http://schemas.openxmlformats.org/officeDocument/2006/relationships/image" Target="../media/image1768.png"/><Relationship Id="rId400" Type="http://schemas.openxmlformats.org/officeDocument/2006/relationships/customXml" Target="../ink/ink1897.xml"/><Relationship Id="rId421" Type="http://schemas.openxmlformats.org/officeDocument/2006/relationships/image" Target="../media/image1828.png"/><Relationship Id="rId116" Type="http://schemas.openxmlformats.org/officeDocument/2006/relationships/customXml" Target="../ink/ink1752.xml"/><Relationship Id="rId137" Type="http://schemas.openxmlformats.org/officeDocument/2006/relationships/image" Target="../media/image1689.png"/><Relationship Id="rId158" Type="http://schemas.openxmlformats.org/officeDocument/2006/relationships/customXml" Target="../ink/ink1773.xml"/><Relationship Id="rId302" Type="http://schemas.openxmlformats.org/officeDocument/2006/relationships/image" Target="../media/image1770.png"/><Relationship Id="rId323" Type="http://schemas.openxmlformats.org/officeDocument/2006/relationships/image" Target="../media/image1780.png"/><Relationship Id="rId344" Type="http://schemas.openxmlformats.org/officeDocument/2006/relationships/customXml" Target="../ink/ink1868.xml"/><Relationship Id="rId20" Type="http://schemas.openxmlformats.org/officeDocument/2006/relationships/customXml" Target="../ink/ink1704.xml"/><Relationship Id="rId41" Type="http://schemas.openxmlformats.org/officeDocument/2006/relationships/image" Target="../media/image1643.png"/><Relationship Id="rId62" Type="http://schemas.openxmlformats.org/officeDocument/2006/relationships/customXml" Target="../ink/ink1725.xml"/><Relationship Id="rId83" Type="http://schemas.openxmlformats.org/officeDocument/2006/relationships/image" Target="../media/image1663.png"/><Relationship Id="rId179" Type="http://schemas.openxmlformats.org/officeDocument/2006/relationships/image" Target="../media/image1710.png"/><Relationship Id="rId365" Type="http://schemas.openxmlformats.org/officeDocument/2006/relationships/customXml" Target="../ink/ink1879.xml"/><Relationship Id="rId386" Type="http://schemas.openxmlformats.org/officeDocument/2006/relationships/customXml" Target="../ink/ink1890.xml"/><Relationship Id="rId190" Type="http://schemas.openxmlformats.org/officeDocument/2006/relationships/image" Target="../media/image1715.png"/><Relationship Id="rId204" Type="http://schemas.openxmlformats.org/officeDocument/2006/relationships/image" Target="../media/image1722.png"/><Relationship Id="rId225" Type="http://schemas.openxmlformats.org/officeDocument/2006/relationships/customXml" Target="../ink/ink1807.xml"/><Relationship Id="rId246" Type="http://schemas.openxmlformats.org/officeDocument/2006/relationships/customXml" Target="../ink/ink1818.xml"/><Relationship Id="rId267" Type="http://schemas.openxmlformats.org/officeDocument/2006/relationships/image" Target="../media/image1753.png"/><Relationship Id="rId288" Type="http://schemas.openxmlformats.org/officeDocument/2006/relationships/image" Target="../media/image1763.png"/><Relationship Id="rId411" Type="http://schemas.openxmlformats.org/officeDocument/2006/relationships/image" Target="../media/image1823.png"/><Relationship Id="rId432" Type="http://schemas.openxmlformats.org/officeDocument/2006/relationships/customXml" Target="../ink/ink1913.xml"/><Relationship Id="rId106" Type="http://schemas.openxmlformats.org/officeDocument/2006/relationships/customXml" Target="../ink/ink1747.xml"/><Relationship Id="rId127" Type="http://schemas.openxmlformats.org/officeDocument/2006/relationships/image" Target="../media/image1684.png"/><Relationship Id="rId313" Type="http://schemas.openxmlformats.org/officeDocument/2006/relationships/image" Target="../media/image1775.png"/><Relationship Id="rId10" Type="http://schemas.openxmlformats.org/officeDocument/2006/relationships/customXml" Target="../ink/ink1699.xml"/><Relationship Id="rId31" Type="http://schemas.openxmlformats.org/officeDocument/2006/relationships/image" Target="../media/image1638.png"/><Relationship Id="rId52" Type="http://schemas.openxmlformats.org/officeDocument/2006/relationships/customXml" Target="../ink/ink1720.xml"/><Relationship Id="rId73" Type="http://schemas.openxmlformats.org/officeDocument/2006/relationships/image" Target="../media/image1658.png"/><Relationship Id="rId94" Type="http://schemas.openxmlformats.org/officeDocument/2006/relationships/customXml" Target="../ink/ink1741.xml"/><Relationship Id="rId148" Type="http://schemas.openxmlformats.org/officeDocument/2006/relationships/customXml" Target="../ink/ink1768.xml"/><Relationship Id="rId169" Type="http://schemas.openxmlformats.org/officeDocument/2006/relationships/image" Target="../media/image1705.png"/><Relationship Id="rId334" Type="http://schemas.openxmlformats.org/officeDocument/2006/relationships/customXml" Target="../ink/ink1863.xml"/><Relationship Id="rId355" Type="http://schemas.openxmlformats.org/officeDocument/2006/relationships/image" Target="../media/image1796.png"/><Relationship Id="rId376" Type="http://schemas.openxmlformats.org/officeDocument/2006/relationships/image" Target="../media/image1806.png"/><Relationship Id="rId397" Type="http://schemas.openxmlformats.org/officeDocument/2006/relationships/image" Target="../media/image1816.png"/><Relationship Id="rId4" Type="http://schemas.openxmlformats.org/officeDocument/2006/relationships/customXml" Target="../ink/ink1696.xml"/><Relationship Id="rId180" Type="http://schemas.openxmlformats.org/officeDocument/2006/relationships/customXml" Target="../ink/ink1784.xml"/><Relationship Id="rId215" Type="http://schemas.openxmlformats.org/officeDocument/2006/relationships/customXml" Target="../ink/ink1802.xml"/><Relationship Id="rId236" Type="http://schemas.openxmlformats.org/officeDocument/2006/relationships/customXml" Target="../ink/ink1813.xml"/><Relationship Id="rId257" Type="http://schemas.openxmlformats.org/officeDocument/2006/relationships/image" Target="../media/image1748.png"/><Relationship Id="rId278" Type="http://schemas.openxmlformats.org/officeDocument/2006/relationships/image" Target="../media/image1758.png"/><Relationship Id="rId401" Type="http://schemas.openxmlformats.org/officeDocument/2006/relationships/image" Target="../media/image1818.png"/><Relationship Id="rId422" Type="http://schemas.openxmlformats.org/officeDocument/2006/relationships/customXml" Target="../ink/ink1908.xml"/><Relationship Id="rId303" Type="http://schemas.openxmlformats.org/officeDocument/2006/relationships/customXml" Target="../ink/ink1847.xml"/><Relationship Id="rId42" Type="http://schemas.openxmlformats.org/officeDocument/2006/relationships/customXml" Target="../ink/ink1715.xml"/><Relationship Id="rId84" Type="http://schemas.openxmlformats.org/officeDocument/2006/relationships/customXml" Target="../ink/ink1736.xml"/><Relationship Id="rId138" Type="http://schemas.openxmlformats.org/officeDocument/2006/relationships/customXml" Target="../ink/ink1763.xml"/><Relationship Id="rId345" Type="http://schemas.openxmlformats.org/officeDocument/2006/relationships/image" Target="../media/image1791.png"/><Relationship Id="rId387" Type="http://schemas.openxmlformats.org/officeDocument/2006/relationships/image" Target="../media/image1811.png"/><Relationship Id="rId191" Type="http://schemas.openxmlformats.org/officeDocument/2006/relationships/customXml" Target="../ink/ink1790.xml"/><Relationship Id="rId205" Type="http://schemas.openxmlformats.org/officeDocument/2006/relationships/customXml" Target="../ink/ink1797.xml"/><Relationship Id="rId247" Type="http://schemas.openxmlformats.org/officeDocument/2006/relationships/image" Target="../media/image1743.png"/><Relationship Id="rId412" Type="http://schemas.openxmlformats.org/officeDocument/2006/relationships/customXml" Target="../ink/ink1903.xml"/><Relationship Id="rId107" Type="http://schemas.openxmlformats.org/officeDocument/2006/relationships/image" Target="../media/image1674.png"/><Relationship Id="rId289" Type="http://schemas.openxmlformats.org/officeDocument/2006/relationships/customXml" Target="../ink/ink1840.xml"/><Relationship Id="rId11" Type="http://schemas.openxmlformats.org/officeDocument/2006/relationships/image" Target="../media/image1628.png"/><Relationship Id="rId53" Type="http://schemas.openxmlformats.org/officeDocument/2006/relationships/image" Target="../media/image1649.png"/><Relationship Id="rId149" Type="http://schemas.openxmlformats.org/officeDocument/2006/relationships/image" Target="../media/image1695.png"/><Relationship Id="rId314" Type="http://schemas.openxmlformats.org/officeDocument/2006/relationships/customXml" Target="../ink/ink1853.xml"/><Relationship Id="rId356" Type="http://schemas.openxmlformats.org/officeDocument/2006/relationships/customXml" Target="../ink/ink1874.xml"/><Relationship Id="rId398" Type="http://schemas.openxmlformats.org/officeDocument/2006/relationships/customXml" Target="../ink/ink1896.xml"/><Relationship Id="rId95" Type="http://schemas.openxmlformats.org/officeDocument/2006/relationships/image" Target="../media/image1668.png"/><Relationship Id="rId160" Type="http://schemas.openxmlformats.org/officeDocument/2006/relationships/customXml" Target="../ink/ink1774.xml"/><Relationship Id="rId216" Type="http://schemas.openxmlformats.org/officeDocument/2006/relationships/image" Target="../media/image1728.png"/><Relationship Id="rId423" Type="http://schemas.openxmlformats.org/officeDocument/2006/relationships/image" Target="../media/image1829.png"/><Relationship Id="rId258" Type="http://schemas.openxmlformats.org/officeDocument/2006/relationships/customXml" Target="../ink/ink1824.xml"/><Relationship Id="rId22" Type="http://schemas.openxmlformats.org/officeDocument/2006/relationships/customXml" Target="../ink/ink1705.xml"/><Relationship Id="rId64" Type="http://schemas.openxmlformats.org/officeDocument/2006/relationships/customXml" Target="../ink/ink1726.xml"/><Relationship Id="rId118" Type="http://schemas.openxmlformats.org/officeDocument/2006/relationships/customXml" Target="../ink/ink1753.xml"/><Relationship Id="rId325" Type="http://schemas.openxmlformats.org/officeDocument/2006/relationships/image" Target="../media/image1781.png"/><Relationship Id="rId367" Type="http://schemas.openxmlformats.org/officeDocument/2006/relationships/customXml" Target="../ink/ink1880.xml"/><Relationship Id="rId171" Type="http://schemas.openxmlformats.org/officeDocument/2006/relationships/image" Target="../media/image1706.png"/><Relationship Id="rId227" Type="http://schemas.openxmlformats.org/officeDocument/2006/relationships/customXml" Target="../ink/ink1808.xml"/><Relationship Id="rId269" Type="http://schemas.openxmlformats.org/officeDocument/2006/relationships/image" Target="../media/image1754.png"/><Relationship Id="rId434" Type="http://schemas.openxmlformats.org/officeDocument/2006/relationships/customXml" Target="../ink/ink1914.xml"/><Relationship Id="rId33" Type="http://schemas.openxmlformats.org/officeDocument/2006/relationships/image" Target="../media/image1639.png"/><Relationship Id="rId129" Type="http://schemas.openxmlformats.org/officeDocument/2006/relationships/image" Target="../media/image1685.png"/><Relationship Id="rId280" Type="http://schemas.openxmlformats.org/officeDocument/2006/relationships/image" Target="../media/image1759.png"/><Relationship Id="rId336" Type="http://schemas.openxmlformats.org/officeDocument/2006/relationships/customXml" Target="../ink/ink1864.xml"/><Relationship Id="rId75" Type="http://schemas.openxmlformats.org/officeDocument/2006/relationships/image" Target="../media/image1659.png"/><Relationship Id="rId140" Type="http://schemas.openxmlformats.org/officeDocument/2006/relationships/customXml" Target="../ink/ink1764.xml"/><Relationship Id="rId182" Type="http://schemas.openxmlformats.org/officeDocument/2006/relationships/customXml" Target="../ink/ink1785.xml"/><Relationship Id="rId378" Type="http://schemas.openxmlformats.org/officeDocument/2006/relationships/image" Target="../media/image1807.png"/><Relationship Id="rId403" Type="http://schemas.openxmlformats.org/officeDocument/2006/relationships/image" Target="../media/image1819.png"/><Relationship Id="rId6" Type="http://schemas.openxmlformats.org/officeDocument/2006/relationships/customXml" Target="../ink/ink1697.xml"/><Relationship Id="rId238" Type="http://schemas.openxmlformats.org/officeDocument/2006/relationships/customXml" Target="../ink/ink1814.xml"/><Relationship Id="rId291" Type="http://schemas.openxmlformats.org/officeDocument/2006/relationships/customXml" Target="../ink/ink1841.xml"/><Relationship Id="rId305" Type="http://schemas.openxmlformats.org/officeDocument/2006/relationships/customXml" Target="../ink/ink1848.xml"/><Relationship Id="rId347" Type="http://schemas.openxmlformats.org/officeDocument/2006/relationships/image" Target="../media/image1792.png"/><Relationship Id="rId44" Type="http://schemas.openxmlformats.org/officeDocument/2006/relationships/customXml" Target="../ink/ink1716.xml"/><Relationship Id="rId86" Type="http://schemas.openxmlformats.org/officeDocument/2006/relationships/customXml" Target="../ink/ink1737.xml"/><Relationship Id="rId151" Type="http://schemas.openxmlformats.org/officeDocument/2006/relationships/image" Target="../media/image1696.png"/><Relationship Id="rId389" Type="http://schemas.openxmlformats.org/officeDocument/2006/relationships/image" Target="../media/image1812.png"/><Relationship Id="rId193" Type="http://schemas.openxmlformats.org/officeDocument/2006/relationships/customXml" Target="../ink/ink1791.xml"/><Relationship Id="rId207" Type="http://schemas.openxmlformats.org/officeDocument/2006/relationships/customXml" Target="../ink/ink1798.xml"/><Relationship Id="rId249" Type="http://schemas.openxmlformats.org/officeDocument/2006/relationships/image" Target="../media/image1744.png"/><Relationship Id="rId414" Type="http://schemas.openxmlformats.org/officeDocument/2006/relationships/customXml" Target="../ink/ink1904.xml"/><Relationship Id="rId13" Type="http://schemas.openxmlformats.org/officeDocument/2006/relationships/image" Target="../media/image1629.png"/><Relationship Id="rId109" Type="http://schemas.openxmlformats.org/officeDocument/2006/relationships/image" Target="../media/image1675.png"/><Relationship Id="rId260" Type="http://schemas.openxmlformats.org/officeDocument/2006/relationships/customXml" Target="../ink/ink1825.xml"/><Relationship Id="rId316" Type="http://schemas.openxmlformats.org/officeDocument/2006/relationships/customXml" Target="../ink/ink1854.xml"/><Relationship Id="rId55" Type="http://schemas.openxmlformats.org/officeDocument/2006/relationships/image" Target="../media/image1650.png"/><Relationship Id="rId97" Type="http://schemas.openxmlformats.org/officeDocument/2006/relationships/image" Target="../media/image1669.png"/><Relationship Id="rId120" Type="http://schemas.openxmlformats.org/officeDocument/2006/relationships/customXml" Target="../ink/ink1754.xml"/><Relationship Id="rId358" Type="http://schemas.openxmlformats.org/officeDocument/2006/relationships/customXml" Target="../ink/ink1875.xml"/><Relationship Id="rId162" Type="http://schemas.openxmlformats.org/officeDocument/2006/relationships/customXml" Target="../ink/ink1775.xml"/><Relationship Id="rId218" Type="http://schemas.openxmlformats.org/officeDocument/2006/relationships/image" Target="../media/image1729.png"/><Relationship Id="rId425" Type="http://schemas.openxmlformats.org/officeDocument/2006/relationships/image" Target="../media/image1830.png"/><Relationship Id="rId271" Type="http://schemas.openxmlformats.org/officeDocument/2006/relationships/image" Target="../media/image1755.png"/><Relationship Id="rId24" Type="http://schemas.openxmlformats.org/officeDocument/2006/relationships/customXml" Target="../ink/ink1706.xml"/><Relationship Id="rId66" Type="http://schemas.openxmlformats.org/officeDocument/2006/relationships/customXml" Target="../ink/ink1727.xml"/><Relationship Id="rId131" Type="http://schemas.openxmlformats.org/officeDocument/2006/relationships/image" Target="../media/image1686.png"/><Relationship Id="rId327" Type="http://schemas.openxmlformats.org/officeDocument/2006/relationships/image" Target="../media/image1782.png"/><Relationship Id="rId369" Type="http://schemas.openxmlformats.org/officeDocument/2006/relationships/customXml" Target="../ink/ink1881.xml"/><Relationship Id="rId173" Type="http://schemas.openxmlformats.org/officeDocument/2006/relationships/image" Target="../media/image1707.png"/><Relationship Id="rId229" Type="http://schemas.openxmlformats.org/officeDocument/2006/relationships/image" Target="../media/image1734.png"/><Relationship Id="rId380" Type="http://schemas.openxmlformats.org/officeDocument/2006/relationships/image" Target="../media/image1808.png"/><Relationship Id="rId436" Type="http://schemas.openxmlformats.org/officeDocument/2006/relationships/customXml" Target="../ink/ink1915.xml"/><Relationship Id="rId240" Type="http://schemas.openxmlformats.org/officeDocument/2006/relationships/customXml" Target="../ink/ink1815.xml"/><Relationship Id="rId35" Type="http://schemas.openxmlformats.org/officeDocument/2006/relationships/image" Target="../media/image1640.png"/><Relationship Id="rId77" Type="http://schemas.openxmlformats.org/officeDocument/2006/relationships/image" Target="../media/image1660.png"/><Relationship Id="rId100" Type="http://schemas.openxmlformats.org/officeDocument/2006/relationships/customXml" Target="../ink/ink1744.xml"/><Relationship Id="rId282" Type="http://schemas.openxmlformats.org/officeDocument/2006/relationships/image" Target="../media/image1760.png"/><Relationship Id="rId338" Type="http://schemas.openxmlformats.org/officeDocument/2006/relationships/customXml" Target="../ink/ink1865.xml"/><Relationship Id="rId8" Type="http://schemas.openxmlformats.org/officeDocument/2006/relationships/customXml" Target="../ink/ink1698.xml"/><Relationship Id="rId142" Type="http://schemas.openxmlformats.org/officeDocument/2006/relationships/customXml" Target="../ink/ink1765.xml"/><Relationship Id="rId184" Type="http://schemas.openxmlformats.org/officeDocument/2006/relationships/customXml" Target="../ink/ink1786.xml"/><Relationship Id="rId391" Type="http://schemas.openxmlformats.org/officeDocument/2006/relationships/image" Target="../media/image1813.png"/><Relationship Id="rId405" Type="http://schemas.openxmlformats.org/officeDocument/2006/relationships/image" Target="../media/image1820.png"/><Relationship Id="rId251" Type="http://schemas.openxmlformats.org/officeDocument/2006/relationships/image" Target="../media/image1745.png"/><Relationship Id="rId46" Type="http://schemas.openxmlformats.org/officeDocument/2006/relationships/customXml" Target="../ink/ink1717.xml"/><Relationship Id="rId293" Type="http://schemas.openxmlformats.org/officeDocument/2006/relationships/customXml" Target="../ink/ink1842.xml"/><Relationship Id="rId307" Type="http://schemas.openxmlformats.org/officeDocument/2006/relationships/customXml" Target="../ink/ink1849.xml"/><Relationship Id="rId349" Type="http://schemas.openxmlformats.org/officeDocument/2006/relationships/image" Target="../media/image1793.png"/><Relationship Id="rId88" Type="http://schemas.openxmlformats.org/officeDocument/2006/relationships/customXml" Target="../ink/ink1738.xml"/><Relationship Id="rId111" Type="http://schemas.openxmlformats.org/officeDocument/2006/relationships/image" Target="../media/image1676.png"/><Relationship Id="rId153" Type="http://schemas.openxmlformats.org/officeDocument/2006/relationships/image" Target="../media/image1697.png"/><Relationship Id="rId195" Type="http://schemas.openxmlformats.org/officeDocument/2006/relationships/customXml" Target="../ink/ink1792.xml"/><Relationship Id="rId209" Type="http://schemas.openxmlformats.org/officeDocument/2006/relationships/customXml" Target="../ink/ink1799.xml"/><Relationship Id="rId360" Type="http://schemas.openxmlformats.org/officeDocument/2006/relationships/customXml" Target="../ink/ink1876.xml"/><Relationship Id="rId416" Type="http://schemas.openxmlformats.org/officeDocument/2006/relationships/customXml" Target="../ink/ink1905.xml"/><Relationship Id="rId220" Type="http://schemas.openxmlformats.org/officeDocument/2006/relationships/image" Target="../media/image1730.png"/><Relationship Id="rId15" Type="http://schemas.openxmlformats.org/officeDocument/2006/relationships/image" Target="../media/image1630.png"/><Relationship Id="rId57" Type="http://schemas.openxmlformats.org/officeDocument/2006/relationships/image" Target="../media/image166.png"/><Relationship Id="rId262" Type="http://schemas.openxmlformats.org/officeDocument/2006/relationships/customXml" Target="../ink/ink1826.xml"/><Relationship Id="rId318" Type="http://schemas.openxmlformats.org/officeDocument/2006/relationships/customXml" Target="../ink/ink1855.xml"/><Relationship Id="rId99" Type="http://schemas.openxmlformats.org/officeDocument/2006/relationships/image" Target="../media/image1670.png"/><Relationship Id="rId122" Type="http://schemas.openxmlformats.org/officeDocument/2006/relationships/customXml" Target="../ink/ink1755.xml"/><Relationship Id="rId164" Type="http://schemas.openxmlformats.org/officeDocument/2006/relationships/customXml" Target="../ink/ink1776.xml"/><Relationship Id="rId371" Type="http://schemas.openxmlformats.org/officeDocument/2006/relationships/customXml" Target="../ink/ink1882.xml"/><Relationship Id="rId427" Type="http://schemas.openxmlformats.org/officeDocument/2006/relationships/image" Target="../media/image1831.png"/><Relationship Id="rId26" Type="http://schemas.openxmlformats.org/officeDocument/2006/relationships/customXml" Target="../ink/ink1707.xml"/><Relationship Id="rId231" Type="http://schemas.openxmlformats.org/officeDocument/2006/relationships/image" Target="../media/image1735.png"/><Relationship Id="rId273" Type="http://schemas.openxmlformats.org/officeDocument/2006/relationships/image" Target="../media/image1756.png"/><Relationship Id="rId329" Type="http://schemas.openxmlformats.org/officeDocument/2006/relationships/image" Target="../media/image1783.png"/><Relationship Id="rId68" Type="http://schemas.openxmlformats.org/officeDocument/2006/relationships/customXml" Target="../ink/ink1728.xml"/><Relationship Id="rId133" Type="http://schemas.openxmlformats.org/officeDocument/2006/relationships/image" Target="../media/image1687.png"/><Relationship Id="rId175" Type="http://schemas.openxmlformats.org/officeDocument/2006/relationships/image" Target="../media/image1708.png"/><Relationship Id="rId340" Type="http://schemas.openxmlformats.org/officeDocument/2006/relationships/customXml" Target="../ink/ink1866.xml"/><Relationship Id="rId200" Type="http://schemas.openxmlformats.org/officeDocument/2006/relationships/image" Target="../media/image1720.png"/><Relationship Id="rId382" Type="http://schemas.openxmlformats.org/officeDocument/2006/relationships/customXml" Target="../ink/ink1888.xml"/><Relationship Id="rId242" Type="http://schemas.openxmlformats.org/officeDocument/2006/relationships/customXml" Target="../ink/ink1816.xml"/><Relationship Id="rId284" Type="http://schemas.openxmlformats.org/officeDocument/2006/relationships/image" Target="../media/image1761.png"/><Relationship Id="rId37" Type="http://schemas.openxmlformats.org/officeDocument/2006/relationships/image" Target="../media/image1641.png"/><Relationship Id="rId79" Type="http://schemas.openxmlformats.org/officeDocument/2006/relationships/image" Target="../media/image1661.png"/><Relationship Id="rId102" Type="http://schemas.openxmlformats.org/officeDocument/2006/relationships/customXml" Target="../ink/ink1745.xml"/><Relationship Id="rId144" Type="http://schemas.openxmlformats.org/officeDocument/2006/relationships/customXml" Target="../ink/ink1766.xml"/><Relationship Id="rId90" Type="http://schemas.openxmlformats.org/officeDocument/2006/relationships/customXml" Target="../ink/ink1739.xml"/><Relationship Id="rId186" Type="http://schemas.openxmlformats.org/officeDocument/2006/relationships/image" Target="../media/image1713.png"/><Relationship Id="rId351" Type="http://schemas.openxmlformats.org/officeDocument/2006/relationships/image" Target="../media/image1794.png"/><Relationship Id="rId393" Type="http://schemas.openxmlformats.org/officeDocument/2006/relationships/image" Target="../media/image1814.png"/><Relationship Id="rId407" Type="http://schemas.openxmlformats.org/officeDocument/2006/relationships/image" Target="../media/image1821.png"/><Relationship Id="rId211" Type="http://schemas.openxmlformats.org/officeDocument/2006/relationships/customXml" Target="../ink/ink1800.xml"/><Relationship Id="rId253" Type="http://schemas.openxmlformats.org/officeDocument/2006/relationships/image" Target="../media/image1746.png"/><Relationship Id="rId295" Type="http://schemas.openxmlformats.org/officeDocument/2006/relationships/customXml" Target="../ink/ink1843.xml"/><Relationship Id="rId309" Type="http://schemas.openxmlformats.org/officeDocument/2006/relationships/customXml" Target="../ink/ink1850.xml"/><Relationship Id="rId48" Type="http://schemas.openxmlformats.org/officeDocument/2006/relationships/customXml" Target="../ink/ink1718.xml"/><Relationship Id="rId113" Type="http://schemas.openxmlformats.org/officeDocument/2006/relationships/image" Target="../media/image1677.png"/><Relationship Id="rId320" Type="http://schemas.openxmlformats.org/officeDocument/2006/relationships/customXml" Target="../ink/ink1856.xml"/><Relationship Id="rId155" Type="http://schemas.openxmlformats.org/officeDocument/2006/relationships/image" Target="../media/image1698.png"/><Relationship Id="rId197" Type="http://schemas.openxmlformats.org/officeDocument/2006/relationships/customXml" Target="../ink/ink1793.xml"/><Relationship Id="rId362" Type="http://schemas.openxmlformats.org/officeDocument/2006/relationships/customXml" Target="../ink/ink1877.xml"/><Relationship Id="rId418" Type="http://schemas.openxmlformats.org/officeDocument/2006/relationships/customXml" Target="../ink/ink1906.xml"/><Relationship Id="rId222" Type="http://schemas.openxmlformats.org/officeDocument/2006/relationships/image" Target="../media/image1731.png"/><Relationship Id="rId264" Type="http://schemas.openxmlformats.org/officeDocument/2006/relationships/customXml" Target="../ink/ink1827.xml"/><Relationship Id="rId17" Type="http://schemas.openxmlformats.org/officeDocument/2006/relationships/image" Target="../media/image1631.png"/><Relationship Id="rId59" Type="http://schemas.openxmlformats.org/officeDocument/2006/relationships/image" Target="../media/image1651.png"/><Relationship Id="rId124" Type="http://schemas.openxmlformats.org/officeDocument/2006/relationships/customXml" Target="../ink/ink1756.xml"/><Relationship Id="rId70" Type="http://schemas.openxmlformats.org/officeDocument/2006/relationships/customXml" Target="../ink/ink1729.xml"/><Relationship Id="rId166" Type="http://schemas.openxmlformats.org/officeDocument/2006/relationships/customXml" Target="../ink/ink1777.xml"/><Relationship Id="rId331" Type="http://schemas.openxmlformats.org/officeDocument/2006/relationships/image" Target="../media/image1784.png"/><Relationship Id="rId373" Type="http://schemas.openxmlformats.org/officeDocument/2006/relationships/customXml" Target="../ink/ink1883.xml"/><Relationship Id="rId429" Type="http://schemas.openxmlformats.org/officeDocument/2006/relationships/image" Target="../media/image1832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736.png"/><Relationship Id="rId28" Type="http://schemas.openxmlformats.org/officeDocument/2006/relationships/customXml" Target="../ink/ink1708.xml"/><Relationship Id="rId275" Type="http://schemas.openxmlformats.org/officeDocument/2006/relationships/image" Target="../media/image1757.png"/><Relationship Id="rId300" Type="http://schemas.openxmlformats.org/officeDocument/2006/relationships/image" Target="../media/image1769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93.png"/><Relationship Id="rId299" Type="http://schemas.openxmlformats.org/officeDocument/2006/relationships/customXml" Target="../ink/ink2065.xml"/><Relationship Id="rId21" Type="http://schemas.openxmlformats.org/officeDocument/2006/relationships/image" Target="../media/image1846.png"/><Relationship Id="rId63" Type="http://schemas.openxmlformats.org/officeDocument/2006/relationships/image" Target="../media/image1867.png"/><Relationship Id="rId159" Type="http://schemas.openxmlformats.org/officeDocument/2006/relationships/image" Target="../media/image1914.png"/><Relationship Id="rId170" Type="http://schemas.openxmlformats.org/officeDocument/2006/relationships/customXml" Target="../ink/ink2000.xml"/><Relationship Id="rId226" Type="http://schemas.openxmlformats.org/officeDocument/2006/relationships/customXml" Target="../ink/ink2028.xml"/><Relationship Id="rId268" Type="http://schemas.openxmlformats.org/officeDocument/2006/relationships/customXml" Target="../ink/ink2049.xml"/><Relationship Id="rId32" Type="http://schemas.openxmlformats.org/officeDocument/2006/relationships/customXml" Target="../ink/ink1931.xml"/><Relationship Id="rId74" Type="http://schemas.openxmlformats.org/officeDocument/2006/relationships/customXml" Target="../ink/ink1952.xml"/><Relationship Id="rId128" Type="http://schemas.openxmlformats.org/officeDocument/2006/relationships/customXml" Target="../ink/ink1979.xml"/><Relationship Id="rId5" Type="http://schemas.openxmlformats.org/officeDocument/2006/relationships/image" Target="../media/image1838.png"/><Relationship Id="rId181" Type="http://schemas.openxmlformats.org/officeDocument/2006/relationships/image" Target="../media/image1925.png"/><Relationship Id="rId237" Type="http://schemas.openxmlformats.org/officeDocument/2006/relationships/image" Target="../media/image1953.png"/><Relationship Id="rId279" Type="http://schemas.openxmlformats.org/officeDocument/2006/relationships/image" Target="../media/image1973.png"/><Relationship Id="rId43" Type="http://schemas.openxmlformats.org/officeDocument/2006/relationships/image" Target="../media/image1857.png"/><Relationship Id="rId139" Type="http://schemas.openxmlformats.org/officeDocument/2006/relationships/image" Target="../media/image1904.png"/><Relationship Id="rId290" Type="http://schemas.openxmlformats.org/officeDocument/2006/relationships/customXml" Target="../ink/ink2060.xml"/><Relationship Id="rId304" Type="http://schemas.openxmlformats.org/officeDocument/2006/relationships/image" Target="../media/image1985.png"/><Relationship Id="rId85" Type="http://schemas.openxmlformats.org/officeDocument/2006/relationships/image" Target="../media/image1878.png"/><Relationship Id="rId150" Type="http://schemas.openxmlformats.org/officeDocument/2006/relationships/customXml" Target="../ink/ink1990.xml"/><Relationship Id="rId192" Type="http://schemas.openxmlformats.org/officeDocument/2006/relationships/customXml" Target="../ink/ink2011.xml"/><Relationship Id="rId206" Type="http://schemas.openxmlformats.org/officeDocument/2006/relationships/customXml" Target="../ink/ink2018.xml"/><Relationship Id="rId248" Type="http://schemas.openxmlformats.org/officeDocument/2006/relationships/customXml" Target="../ink/ink2039.xml"/><Relationship Id="rId12" Type="http://schemas.openxmlformats.org/officeDocument/2006/relationships/customXml" Target="../ink/ink1921.xml"/><Relationship Id="rId108" Type="http://schemas.openxmlformats.org/officeDocument/2006/relationships/customXml" Target="../ink/ink1969.xml"/><Relationship Id="rId54" Type="http://schemas.openxmlformats.org/officeDocument/2006/relationships/customXml" Target="../ink/ink1942.xml"/><Relationship Id="rId96" Type="http://schemas.openxmlformats.org/officeDocument/2006/relationships/customXml" Target="../ink/ink1963.xml"/><Relationship Id="rId161" Type="http://schemas.openxmlformats.org/officeDocument/2006/relationships/image" Target="../media/image1915.png"/><Relationship Id="rId217" Type="http://schemas.openxmlformats.org/officeDocument/2006/relationships/image" Target="../media/image1943.png"/><Relationship Id="rId259" Type="http://schemas.openxmlformats.org/officeDocument/2006/relationships/image" Target="../media/image1964.png"/><Relationship Id="rId23" Type="http://schemas.openxmlformats.org/officeDocument/2006/relationships/image" Target="../media/image1847.png"/><Relationship Id="rId119" Type="http://schemas.openxmlformats.org/officeDocument/2006/relationships/image" Target="../media/image1894.png"/><Relationship Id="rId270" Type="http://schemas.openxmlformats.org/officeDocument/2006/relationships/customXml" Target="../ink/ink2050.xml"/><Relationship Id="rId44" Type="http://schemas.openxmlformats.org/officeDocument/2006/relationships/customXml" Target="../ink/ink1937.xml"/><Relationship Id="rId65" Type="http://schemas.openxmlformats.org/officeDocument/2006/relationships/image" Target="../media/image1868.png"/><Relationship Id="rId86" Type="http://schemas.openxmlformats.org/officeDocument/2006/relationships/customXml" Target="../ink/ink1958.xml"/><Relationship Id="rId130" Type="http://schemas.openxmlformats.org/officeDocument/2006/relationships/customXml" Target="../ink/ink1980.xml"/><Relationship Id="rId151" Type="http://schemas.openxmlformats.org/officeDocument/2006/relationships/image" Target="../media/image1910.png"/><Relationship Id="rId172" Type="http://schemas.openxmlformats.org/officeDocument/2006/relationships/customXml" Target="../ink/ink2001.xml"/><Relationship Id="rId193" Type="http://schemas.openxmlformats.org/officeDocument/2006/relationships/image" Target="../media/image1931.png"/><Relationship Id="rId207" Type="http://schemas.openxmlformats.org/officeDocument/2006/relationships/image" Target="../media/image1938.png"/><Relationship Id="rId228" Type="http://schemas.openxmlformats.org/officeDocument/2006/relationships/customXml" Target="../ink/ink2029.xml"/><Relationship Id="rId249" Type="http://schemas.openxmlformats.org/officeDocument/2006/relationships/image" Target="../media/image1959.png"/><Relationship Id="rId13" Type="http://schemas.openxmlformats.org/officeDocument/2006/relationships/image" Target="../media/image1842.png"/><Relationship Id="rId109" Type="http://schemas.openxmlformats.org/officeDocument/2006/relationships/image" Target="../media/image1889.png"/><Relationship Id="rId260" Type="http://schemas.openxmlformats.org/officeDocument/2006/relationships/customXml" Target="../ink/ink2045.xml"/><Relationship Id="rId281" Type="http://schemas.openxmlformats.org/officeDocument/2006/relationships/image" Target="../media/image1974.png"/><Relationship Id="rId34" Type="http://schemas.openxmlformats.org/officeDocument/2006/relationships/customXml" Target="../ink/ink1932.xml"/><Relationship Id="rId55" Type="http://schemas.openxmlformats.org/officeDocument/2006/relationships/image" Target="../media/image1863.png"/><Relationship Id="rId76" Type="http://schemas.openxmlformats.org/officeDocument/2006/relationships/customXml" Target="../ink/ink1953.xml"/><Relationship Id="rId97" Type="http://schemas.openxmlformats.org/officeDocument/2006/relationships/image" Target="../media/image1883.png"/><Relationship Id="rId120" Type="http://schemas.openxmlformats.org/officeDocument/2006/relationships/customXml" Target="../ink/ink1975.xml"/><Relationship Id="rId141" Type="http://schemas.openxmlformats.org/officeDocument/2006/relationships/image" Target="../media/image1905.png"/><Relationship Id="rId7" Type="http://schemas.openxmlformats.org/officeDocument/2006/relationships/image" Target="../media/image1839.png"/><Relationship Id="rId162" Type="http://schemas.openxmlformats.org/officeDocument/2006/relationships/customXml" Target="../ink/ink1996.xml"/><Relationship Id="rId183" Type="http://schemas.openxmlformats.org/officeDocument/2006/relationships/image" Target="../media/image1926.png"/><Relationship Id="rId218" Type="http://schemas.openxmlformats.org/officeDocument/2006/relationships/customXml" Target="../ink/ink2024.xml"/><Relationship Id="rId239" Type="http://schemas.openxmlformats.org/officeDocument/2006/relationships/image" Target="../media/image1954.png"/><Relationship Id="rId250" Type="http://schemas.openxmlformats.org/officeDocument/2006/relationships/customXml" Target="../ink/ink2040.xml"/><Relationship Id="rId271" Type="http://schemas.openxmlformats.org/officeDocument/2006/relationships/image" Target="../media/image1970.png"/><Relationship Id="rId292" Type="http://schemas.openxmlformats.org/officeDocument/2006/relationships/customXml" Target="../ink/ink2061.xml"/><Relationship Id="rId306" Type="http://schemas.openxmlformats.org/officeDocument/2006/relationships/image" Target="../media/image1986.png"/><Relationship Id="rId24" Type="http://schemas.openxmlformats.org/officeDocument/2006/relationships/customXml" Target="../ink/ink1927.xml"/><Relationship Id="rId45" Type="http://schemas.openxmlformats.org/officeDocument/2006/relationships/image" Target="../media/image1858.png"/><Relationship Id="rId66" Type="http://schemas.openxmlformats.org/officeDocument/2006/relationships/customXml" Target="../ink/ink1948.xml"/><Relationship Id="rId87" Type="http://schemas.openxmlformats.org/officeDocument/2006/relationships/image" Target="../media/image1879.png"/><Relationship Id="rId110" Type="http://schemas.openxmlformats.org/officeDocument/2006/relationships/customXml" Target="../ink/ink1970.xml"/><Relationship Id="rId131" Type="http://schemas.openxmlformats.org/officeDocument/2006/relationships/image" Target="../media/image1900.png"/><Relationship Id="rId152" Type="http://schemas.openxmlformats.org/officeDocument/2006/relationships/customXml" Target="../ink/ink1991.xml"/><Relationship Id="rId173" Type="http://schemas.openxmlformats.org/officeDocument/2006/relationships/image" Target="../media/image1921.png"/><Relationship Id="rId194" Type="http://schemas.openxmlformats.org/officeDocument/2006/relationships/customXml" Target="../ink/ink2012.xml"/><Relationship Id="rId208" Type="http://schemas.openxmlformats.org/officeDocument/2006/relationships/customXml" Target="../ink/ink2019.xml"/><Relationship Id="rId229" Type="http://schemas.openxmlformats.org/officeDocument/2006/relationships/image" Target="../media/image1949.png"/><Relationship Id="rId240" Type="http://schemas.openxmlformats.org/officeDocument/2006/relationships/customXml" Target="../ink/ink2035.xml"/><Relationship Id="rId261" Type="http://schemas.openxmlformats.org/officeDocument/2006/relationships/image" Target="../media/image1965.png"/><Relationship Id="rId14" Type="http://schemas.openxmlformats.org/officeDocument/2006/relationships/customXml" Target="../ink/ink1922.xml"/><Relationship Id="rId35" Type="http://schemas.openxmlformats.org/officeDocument/2006/relationships/image" Target="../media/image1853.png"/><Relationship Id="rId56" Type="http://schemas.openxmlformats.org/officeDocument/2006/relationships/customXml" Target="../ink/ink1943.xml"/><Relationship Id="rId77" Type="http://schemas.openxmlformats.org/officeDocument/2006/relationships/image" Target="../media/image1874.png"/><Relationship Id="rId100" Type="http://schemas.openxmlformats.org/officeDocument/2006/relationships/customXml" Target="../ink/ink1965.xml"/><Relationship Id="rId282" Type="http://schemas.openxmlformats.org/officeDocument/2006/relationships/customXml" Target="../ink/ink2056.xml"/><Relationship Id="rId8" Type="http://schemas.openxmlformats.org/officeDocument/2006/relationships/customXml" Target="../ink/ink1919.xml"/><Relationship Id="rId98" Type="http://schemas.openxmlformats.org/officeDocument/2006/relationships/customXml" Target="../ink/ink1964.xml"/><Relationship Id="rId121" Type="http://schemas.openxmlformats.org/officeDocument/2006/relationships/image" Target="../media/image1895.png"/><Relationship Id="rId142" Type="http://schemas.openxmlformats.org/officeDocument/2006/relationships/customXml" Target="../ink/ink1986.xml"/><Relationship Id="rId163" Type="http://schemas.openxmlformats.org/officeDocument/2006/relationships/image" Target="../media/image1916.png"/><Relationship Id="rId184" Type="http://schemas.openxmlformats.org/officeDocument/2006/relationships/customXml" Target="../ink/ink2007.xml"/><Relationship Id="rId219" Type="http://schemas.openxmlformats.org/officeDocument/2006/relationships/image" Target="../media/image1944.png"/><Relationship Id="rId230" Type="http://schemas.openxmlformats.org/officeDocument/2006/relationships/customXml" Target="../ink/ink2030.xml"/><Relationship Id="rId251" Type="http://schemas.openxmlformats.org/officeDocument/2006/relationships/image" Target="../media/image1960.png"/><Relationship Id="rId25" Type="http://schemas.openxmlformats.org/officeDocument/2006/relationships/image" Target="../media/image1848.png"/><Relationship Id="rId46" Type="http://schemas.openxmlformats.org/officeDocument/2006/relationships/customXml" Target="../ink/ink1938.xml"/><Relationship Id="rId67" Type="http://schemas.openxmlformats.org/officeDocument/2006/relationships/image" Target="../media/image1869.png"/><Relationship Id="rId272" Type="http://schemas.openxmlformats.org/officeDocument/2006/relationships/customXml" Target="../ink/ink2051.xml"/><Relationship Id="rId293" Type="http://schemas.openxmlformats.org/officeDocument/2006/relationships/image" Target="../media/image1980.png"/><Relationship Id="rId307" Type="http://schemas.openxmlformats.org/officeDocument/2006/relationships/customXml" Target="../ink/ink2069.xml"/><Relationship Id="rId88" Type="http://schemas.openxmlformats.org/officeDocument/2006/relationships/customXml" Target="../ink/ink1959.xml"/><Relationship Id="rId111" Type="http://schemas.openxmlformats.org/officeDocument/2006/relationships/image" Target="../media/image1890.png"/><Relationship Id="rId132" Type="http://schemas.openxmlformats.org/officeDocument/2006/relationships/customXml" Target="../ink/ink1981.xml"/><Relationship Id="rId153" Type="http://schemas.openxmlformats.org/officeDocument/2006/relationships/image" Target="../media/image1911.png"/><Relationship Id="rId174" Type="http://schemas.openxmlformats.org/officeDocument/2006/relationships/customXml" Target="../ink/ink2002.xml"/><Relationship Id="rId195" Type="http://schemas.openxmlformats.org/officeDocument/2006/relationships/image" Target="../media/image1932.png"/><Relationship Id="rId209" Type="http://schemas.openxmlformats.org/officeDocument/2006/relationships/image" Target="../media/image1939.png"/><Relationship Id="rId220" Type="http://schemas.openxmlformats.org/officeDocument/2006/relationships/customXml" Target="../ink/ink2025.xml"/><Relationship Id="rId241" Type="http://schemas.openxmlformats.org/officeDocument/2006/relationships/image" Target="../media/image1955.png"/><Relationship Id="rId15" Type="http://schemas.openxmlformats.org/officeDocument/2006/relationships/image" Target="../media/image1843.png"/><Relationship Id="rId36" Type="http://schemas.openxmlformats.org/officeDocument/2006/relationships/customXml" Target="../ink/ink1933.xml"/><Relationship Id="rId57" Type="http://schemas.openxmlformats.org/officeDocument/2006/relationships/image" Target="../media/image1864.png"/><Relationship Id="rId262" Type="http://schemas.openxmlformats.org/officeDocument/2006/relationships/customXml" Target="../ink/ink2046.xml"/><Relationship Id="rId283" Type="http://schemas.openxmlformats.org/officeDocument/2006/relationships/image" Target="../media/image1975.png"/><Relationship Id="rId78" Type="http://schemas.openxmlformats.org/officeDocument/2006/relationships/customXml" Target="../ink/ink1954.xml"/><Relationship Id="rId99" Type="http://schemas.openxmlformats.org/officeDocument/2006/relationships/image" Target="../media/image1884.png"/><Relationship Id="rId101" Type="http://schemas.openxmlformats.org/officeDocument/2006/relationships/image" Target="../media/image1885.png"/><Relationship Id="rId122" Type="http://schemas.openxmlformats.org/officeDocument/2006/relationships/customXml" Target="../ink/ink1976.xml"/><Relationship Id="rId143" Type="http://schemas.openxmlformats.org/officeDocument/2006/relationships/image" Target="../media/image1906.png"/><Relationship Id="rId164" Type="http://schemas.openxmlformats.org/officeDocument/2006/relationships/customXml" Target="../ink/ink1997.xml"/><Relationship Id="rId185" Type="http://schemas.openxmlformats.org/officeDocument/2006/relationships/image" Target="../media/image1927.png"/><Relationship Id="rId9" Type="http://schemas.openxmlformats.org/officeDocument/2006/relationships/image" Target="../media/image1840.png"/><Relationship Id="rId210" Type="http://schemas.openxmlformats.org/officeDocument/2006/relationships/customXml" Target="../ink/ink2020.xml"/><Relationship Id="rId26" Type="http://schemas.openxmlformats.org/officeDocument/2006/relationships/customXml" Target="../ink/ink1928.xml"/><Relationship Id="rId231" Type="http://schemas.openxmlformats.org/officeDocument/2006/relationships/image" Target="../media/image1950.png"/><Relationship Id="rId252" Type="http://schemas.openxmlformats.org/officeDocument/2006/relationships/customXml" Target="../ink/ink2041.xml"/><Relationship Id="rId273" Type="http://schemas.openxmlformats.org/officeDocument/2006/relationships/image" Target="../media/image1971.png"/><Relationship Id="rId294" Type="http://schemas.openxmlformats.org/officeDocument/2006/relationships/customXml" Target="../ink/ink2062.xml"/><Relationship Id="rId308" Type="http://schemas.openxmlformats.org/officeDocument/2006/relationships/image" Target="../media/image1987.png"/><Relationship Id="rId47" Type="http://schemas.openxmlformats.org/officeDocument/2006/relationships/image" Target="../media/image1859.png"/><Relationship Id="rId68" Type="http://schemas.openxmlformats.org/officeDocument/2006/relationships/customXml" Target="../ink/ink1949.xml"/><Relationship Id="rId89" Type="http://schemas.openxmlformats.org/officeDocument/2006/relationships/image" Target="../media/image27.png"/><Relationship Id="rId112" Type="http://schemas.openxmlformats.org/officeDocument/2006/relationships/customXml" Target="../ink/ink1971.xml"/><Relationship Id="rId133" Type="http://schemas.openxmlformats.org/officeDocument/2006/relationships/image" Target="../media/image1901.png"/><Relationship Id="rId154" Type="http://schemas.openxmlformats.org/officeDocument/2006/relationships/customXml" Target="../ink/ink1992.xml"/><Relationship Id="rId175" Type="http://schemas.openxmlformats.org/officeDocument/2006/relationships/image" Target="../media/image1922.png"/><Relationship Id="rId196" Type="http://schemas.openxmlformats.org/officeDocument/2006/relationships/customXml" Target="../ink/ink2013.xml"/><Relationship Id="rId200" Type="http://schemas.openxmlformats.org/officeDocument/2006/relationships/customXml" Target="../ink/ink2015.xml"/><Relationship Id="rId16" Type="http://schemas.openxmlformats.org/officeDocument/2006/relationships/customXml" Target="../ink/ink1923.xml"/><Relationship Id="rId221" Type="http://schemas.openxmlformats.org/officeDocument/2006/relationships/image" Target="../media/image1945.png"/><Relationship Id="rId242" Type="http://schemas.openxmlformats.org/officeDocument/2006/relationships/customXml" Target="../ink/ink2036.xml"/><Relationship Id="rId263" Type="http://schemas.openxmlformats.org/officeDocument/2006/relationships/image" Target="../media/image1966.png"/><Relationship Id="rId284" Type="http://schemas.openxmlformats.org/officeDocument/2006/relationships/customXml" Target="../ink/ink2057.xml"/><Relationship Id="rId37" Type="http://schemas.openxmlformats.org/officeDocument/2006/relationships/image" Target="../media/image1854.png"/><Relationship Id="rId58" Type="http://schemas.openxmlformats.org/officeDocument/2006/relationships/customXml" Target="../ink/ink1944.xml"/><Relationship Id="rId79" Type="http://schemas.openxmlformats.org/officeDocument/2006/relationships/image" Target="../media/image1875.png"/><Relationship Id="rId102" Type="http://schemas.openxmlformats.org/officeDocument/2006/relationships/customXml" Target="../ink/ink1966.xml"/><Relationship Id="rId123" Type="http://schemas.openxmlformats.org/officeDocument/2006/relationships/image" Target="../media/image1896.png"/><Relationship Id="rId144" Type="http://schemas.openxmlformats.org/officeDocument/2006/relationships/customXml" Target="../ink/ink1987.xml"/><Relationship Id="rId90" Type="http://schemas.openxmlformats.org/officeDocument/2006/relationships/customXml" Target="../ink/ink1960.xml"/><Relationship Id="rId165" Type="http://schemas.openxmlformats.org/officeDocument/2006/relationships/image" Target="../media/image1917.png"/><Relationship Id="rId186" Type="http://schemas.openxmlformats.org/officeDocument/2006/relationships/customXml" Target="../ink/ink2008.xml"/><Relationship Id="rId211" Type="http://schemas.openxmlformats.org/officeDocument/2006/relationships/image" Target="../media/image1940.png"/><Relationship Id="rId232" Type="http://schemas.openxmlformats.org/officeDocument/2006/relationships/customXml" Target="../ink/ink2031.xml"/><Relationship Id="rId253" Type="http://schemas.openxmlformats.org/officeDocument/2006/relationships/image" Target="../media/image1961.png"/><Relationship Id="rId274" Type="http://schemas.openxmlformats.org/officeDocument/2006/relationships/customXml" Target="../ink/ink2052.xml"/><Relationship Id="rId295" Type="http://schemas.openxmlformats.org/officeDocument/2006/relationships/customXml" Target="../ink/ink2063.xml"/><Relationship Id="rId309" Type="http://schemas.openxmlformats.org/officeDocument/2006/relationships/customXml" Target="../ink/ink2070.xml"/><Relationship Id="rId27" Type="http://schemas.openxmlformats.org/officeDocument/2006/relationships/image" Target="../media/image1849.png"/><Relationship Id="rId48" Type="http://schemas.openxmlformats.org/officeDocument/2006/relationships/customXml" Target="../ink/ink1939.xml"/><Relationship Id="rId69" Type="http://schemas.openxmlformats.org/officeDocument/2006/relationships/image" Target="../media/image1870.png"/><Relationship Id="rId113" Type="http://schemas.openxmlformats.org/officeDocument/2006/relationships/image" Target="../media/image1891.png"/><Relationship Id="rId134" Type="http://schemas.openxmlformats.org/officeDocument/2006/relationships/customXml" Target="../ink/ink1982.xml"/><Relationship Id="rId80" Type="http://schemas.openxmlformats.org/officeDocument/2006/relationships/customXml" Target="../ink/ink1955.xml"/><Relationship Id="rId155" Type="http://schemas.openxmlformats.org/officeDocument/2006/relationships/image" Target="../media/image1912.png"/><Relationship Id="rId176" Type="http://schemas.openxmlformats.org/officeDocument/2006/relationships/customXml" Target="../ink/ink2003.xml"/><Relationship Id="rId197" Type="http://schemas.openxmlformats.org/officeDocument/2006/relationships/image" Target="../media/image1933.png"/><Relationship Id="rId201" Type="http://schemas.openxmlformats.org/officeDocument/2006/relationships/image" Target="../media/image1935.png"/><Relationship Id="rId222" Type="http://schemas.openxmlformats.org/officeDocument/2006/relationships/customXml" Target="../ink/ink2026.xml"/><Relationship Id="rId243" Type="http://schemas.openxmlformats.org/officeDocument/2006/relationships/image" Target="../media/image1956.png"/><Relationship Id="rId264" Type="http://schemas.openxmlformats.org/officeDocument/2006/relationships/customXml" Target="../ink/ink2047.xml"/><Relationship Id="rId285" Type="http://schemas.openxmlformats.org/officeDocument/2006/relationships/image" Target="../media/image1976.png"/><Relationship Id="rId17" Type="http://schemas.openxmlformats.org/officeDocument/2006/relationships/image" Target="../media/image1844.png"/><Relationship Id="rId38" Type="http://schemas.openxmlformats.org/officeDocument/2006/relationships/customXml" Target="../ink/ink1934.xml"/><Relationship Id="rId59" Type="http://schemas.openxmlformats.org/officeDocument/2006/relationships/image" Target="../media/image1865.png"/><Relationship Id="rId103" Type="http://schemas.openxmlformats.org/officeDocument/2006/relationships/image" Target="../media/image1886.png"/><Relationship Id="rId124" Type="http://schemas.openxmlformats.org/officeDocument/2006/relationships/customXml" Target="../ink/ink1977.xml"/><Relationship Id="rId310" Type="http://schemas.openxmlformats.org/officeDocument/2006/relationships/image" Target="../media/image1988.png"/><Relationship Id="rId70" Type="http://schemas.openxmlformats.org/officeDocument/2006/relationships/customXml" Target="../ink/ink1950.xml"/><Relationship Id="rId91" Type="http://schemas.openxmlformats.org/officeDocument/2006/relationships/image" Target="../media/image1880.png"/><Relationship Id="rId145" Type="http://schemas.openxmlformats.org/officeDocument/2006/relationships/image" Target="../media/image1907.png"/><Relationship Id="rId166" Type="http://schemas.openxmlformats.org/officeDocument/2006/relationships/customXml" Target="../ink/ink1998.xml"/><Relationship Id="rId187" Type="http://schemas.openxmlformats.org/officeDocument/2006/relationships/image" Target="../media/image192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21.xml"/><Relationship Id="rId233" Type="http://schemas.openxmlformats.org/officeDocument/2006/relationships/image" Target="../media/image1951.png"/><Relationship Id="rId254" Type="http://schemas.openxmlformats.org/officeDocument/2006/relationships/customXml" Target="../ink/ink2042.xml"/><Relationship Id="rId28" Type="http://schemas.openxmlformats.org/officeDocument/2006/relationships/customXml" Target="../ink/ink1929.xml"/><Relationship Id="rId49" Type="http://schemas.openxmlformats.org/officeDocument/2006/relationships/image" Target="../media/image1860.png"/><Relationship Id="rId114" Type="http://schemas.openxmlformats.org/officeDocument/2006/relationships/customXml" Target="../ink/ink1972.xml"/><Relationship Id="rId275" Type="http://schemas.openxmlformats.org/officeDocument/2006/relationships/image" Target="../media/image1972.png"/><Relationship Id="rId296" Type="http://schemas.openxmlformats.org/officeDocument/2006/relationships/image" Target="../media/image1981.png"/><Relationship Id="rId300" Type="http://schemas.openxmlformats.org/officeDocument/2006/relationships/image" Target="../media/image1983.png"/><Relationship Id="rId60" Type="http://schemas.openxmlformats.org/officeDocument/2006/relationships/customXml" Target="../ink/ink1945.xml"/><Relationship Id="rId81" Type="http://schemas.openxmlformats.org/officeDocument/2006/relationships/image" Target="../media/image1876.png"/><Relationship Id="rId135" Type="http://schemas.openxmlformats.org/officeDocument/2006/relationships/image" Target="../media/image1902.png"/><Relationship Id="rId156" Type="http://schemas.openxmlformats.org/officeDocument/2006/relationships/customXml" Target="../ink/ink1993.xml"/><Relationship Id="rId177" Type="http://schemas.openxmlformats.org/officeDocument/2006/relationships/image" Target="../media/image1923.png"/><Relationship Id="rId198" Type="http://schemas.openxmlformats.org/officeDocument/2006/relationships/customXml" Target="../ink/ink2014.xml"/><Relationship Id="rId202" Type="http://schemas.openxmlformats.org/officeDocument/2006/relationships/customXml" Target="../ink/ink2016.xml"/><Relationship Id="rId223" Type="http://schemas.openxmlformats.org/officeDocument/2006/relationships/image" Target="../media/image1946.png"/><Relationship Id="rId244" Type="http://schemas.openxmlformats.org/officeDocument/2006/relationships/customXml" Target="../ink/ink2037.xml"/><Relationship Id="rId18" Type="http://schemas.openxmlformats.org/officeDocument/2006/relationships/customXml" Target="../ink/ink1924.xml"/><Relationship Id="rId39" Type="http://schemas.openxmlformats.org/officeDocument/2006/relationships/image" Target="../media/image1855.png"/><Relationship Id="rId265" Type="http://schemas.openxmlformats.org/officeDocument/2006/relationships/image" Target="../media/image1967.png"/><Relationship Id="rId286" Type="http://schemas.openxmlformats.org/officeDocument/2006/relationships/customXml" Target="../ink/ink2058.xml"/><Relationship Id="rId50" Type="http://schemas.openxmlformats.org/officeDocument/2006/relationships/customXml" Target="../ink/ink1940.xml"/><Relationship Id="rId104" Type="http://schemas.openxmlformats.org/officeDocument/2006/relationships/customXml" Target="../ink/ink1967.xml"/><Relationship Id="rId125" Type="http://schemas.openxmlformats.org/officeDocument/2006/relationships/image" Target="../media/image1897.png"/><Relationship Id="rId146" Type="http://schemas.openxmlformats.org/officeDocument/2006/relationships/customXml" Target="../ink/ink1988.xml"/><Relationship Id="rId167" Type="http://schemas.openxmlformats.org/officeDocument/2006/relationships/image" Target="../media/image1918.png"/><Relationship Id="rId188" Type="http://schemas.openxmlformats.org/officeDocument/2006/relationships/customXml" Target="../ink/ink2009.xml"/><Relationship Id="rId311" Type="http://schemas.openxmlformats.org/officeDocument/2006/relationships/customXml" Target="../ink/ink2071.xml"/><Relationship Id="rId71" Type="http://schemas.openxmlformats.org/officeDocument/2006/relationships/image" Target="../media/image1871.png"/><Relationship Id="rId92" Type="http://schemas.openxmlformats.org/officeDocument/2006/relationships/customXml" Target="../ink/ink1961.xml"/><Relationship Id="rId213" Type="http://schemas.openxmlformats.org/officeDocument/2006/relationships/image" Target="../media/image1941.png"/><Relationship Id="rId234" Type="http://schemas.openxmlformats.org/officeDocument/2006/relationships/customXml" Target="../ink/ink2032.xml"/><Relationship Id="rId2" Type="http://schemas.openxmlformats.org/officeDocument/2006/relationships/customXml" Target="../ink/ink1916.xml"/><Relationship Id="rId29" Type="http://schemas.openxmlformats.org/officeDocument/2006/relationships/image" Target="../media/image1850.png"/><Relationship Id="rId255" Type="http://schemas.openxmlformats.org/officeDocument/2006/relationships/image" Target="../media/image1962.png"/><Relationship Id="rId276" Type="http://schemas.openxmlformats.org/officeDocument/2006/relationships/customXml" Target="../ink/ink2053.xml"/><Relationship Id="rId297" Type="http://schemas.openxmlformats.org/officeDocument/2006/relationships/customXml" Target="../ink/ink2064.xml"/><Relationship Id="rId40" Type="http://schemas.openxmlformats.org/officeDocument/2006/relationships/customXml" Target="../ink/ink1935.xml"/><Relationship Id="rId115" Type="http://schemas.openxmlformats.org/officeDocument/2006/relationships/image" Target="../media/image1892.png"/><Relationship Id="rId136" Type="http://schemas.openxmlformats.org/officeDocument/2006/relationships/customXml" Target="../ink/ink1983.xml"/><Relationship Id="rId157" Type="http://schemas.openxmlformats.org/officeDocument/2006/relationships/image" Target="../media/image1913.png"/><Relationship Id="rId178" Type="http://schemas.openxmlformats.org/officeDocument/2006/relationships/customXml" Target="../ink/ink2004.xml"/><Relationship Id="rId301" Type="http://schemas.openxmlformats.org/officeDocument/2006/relationships/customXml" Target="../ink/ink2066.xml"/><Relationship Id="rId61" Type="http://schemas.openxmlformats.org/officeDocument/2006/relationships/image" Target="../media/image1866.png"/><Relationship Id="rId82" Type="http://schemas.openxmlformats.org/officeDocument/2006/relationships/customXml" Target="../ink/ink1956.xml"/><Relationship Id="rId199" Type="http://schemas.openxmlformats.org/officeDocument/2006/relationships/image" Target="../media/image1934.png"/><Relationship Id="rId203" Type="http://schemas.openxmlformats.org/officeDocument/2006/relationships/image" Target="../media/image1936.png"/><Relationship Id="rId19" Type="http://schemas.openxmlformats.org/officeDocument/2006/relationships/image" Target="../media/image1845.png"/><Relationship Id="rId224" Type="http://schemas.openxmlformats.org/officeDocument/2006/relationships/customXml" Target="../ink/ink2027.xml"/><Relationship Id="rId245" Type="http://schemas.openxmlformats.org/officeDocument/2006/relationships/image" Target="../media/image1957.png"/><Relationship Id="rId266" Type="http://schemas.openxmlformats.org/officeDocument/2006/relationships/customXml" Target="../ink/ink2048.xml"/><Relationship Id="rId287" Type="http://schemas.openxmlformats.org/officeDocument/2006/relationships/image" Target="../media/image1977.png"/><Relationship Id="rId30" Type="http://schemas.openxmlformats.org/officeDocument/2006/relationships/customXml" Target="../ink/ink1930.xml"/><Relationship Id="rId105" Type="http://schemas.openxmlformats.org/officeDocument/2006/relationships/image" Target="../media/image1887.png"/><Relationship Id="rId126" Type="http://schemas.openxmlformats.org/officeDocument/2006/relationships/customXml" Target="../ink/ink1978.xml"/><Relationship Id="rId147" Type="http://schemas.openxmlformats.org/officeDocument/2006/relationships/image" Target="../media/image1908.png"/><Relationship Id="rId168" Type="http://schemas.openxmlformats.org/officeDocument/2006/relationships/customXml" Target="../ink/ink1999.xml"/><Relationship Id="rId312" Type="http://schemas.openxmlformats.org/officeDocument/2006/relationships/image" Target="../media/image1989.png"/><Relationship Id="rId51" Type="http://schemas.openxmlformats.org/officeDocument/2006/relationships/image" Target="../media/image1861.png"/><Relationship Id="rId72" Type="http://schemas.openxmlformats.org/officeDocument/2006/relationships/customXml" Target="../ink/ink1951.xml"/><Relationship Id="rId93" Type="http://schemas.openxmlformats.org/officeDocument/2006/relationships/image" Target="../media/image1881.png"/><Relationship Id="rId189" Type="http://schemas.openxmlformats.org/officeDocument/2006/relationships/image" Target="../media/image1929.png"/><Relationship Id="rId3" Type="http://schemas.openxmlformats.org/officeDocument/2006/relationships/image" Target="../media/image1837.png"/><Relationship Id="rId214" Type="http://schemas.openxmlformats.org/officeDocument/2006/relationships/customXml" Target="../ink/ink2022.xml"/><Relationship Id="rId235" Type="http://schemas.openxmlformats.org/officeDocument/2006/relationships/image" Target="../media/image1952.png"/><Relationship Id="rId256" Type="http://schemas.openxmlformats.org/officeDocument/2006/relationships/customXml" Target="../ink/ink2043.xml"/><Relationship Id="rId277" Type="http://schemas.openxmlformats.org/officeDocument/2006/relationships/image" Target="../media/image806.png"/><Relationship Id="rId298" Type="http://schemas.openxmlformats.org/officeDocument/2006/relationships/image" Target="../media/image1982.png"/><Relationship Id="rId116" Type="http://schemas.openxmlformats.org/officeDocument/2006/relationships/customXml" Target="../ink/ink1973.xml"/><Relationship Id="rId137" Type="http://schemas.openxmlformats.org/officeDocument/2006/relationships/image" Target="../media/image1903.png"/><Relationship Id="rId158" Type="http://schemas.openxmlformats.org/officeDocument/2006/relationships/customXml" Target="../ink/ink1994.xml"/><Relationship Id="rId302" Type="http://schemas.openxmlformats.org/officeDocument/2006/relationships/image" Target="../media/image1984.png"/><Relationship Id="rId20" Type="http://schemas.openxmlformats.org/officeDocument/2006/relationships/customXml" Target="../ink/ink1925.xml"/><Relationship Id="rId41" Type="http://schemas.openxmlformats.org/officeDocument/2006/relationships/image" Target="../media/image1856.png"/><Relationship Id="rId62" Type="http://schemas.openxmlformats.org/officeDocument/2006/relationships/customXml" Target="../ink/ink1946.xml"/><Relationship Id="rId83" Type="http://schemas.openxmlformats.org/officeDocument/2006/relationships/image" Target="../media/image1877.png"/><Relationship Id="rId179" Type="http://schemas.openxmlformats.org/officeDocument/2006/relationships/image" Target="../media/image1924.png"/><Relationship Id="rId190" Type="http://schemas.openxmlformats.org/officeDocument/2006/relationships/customXml" Target="../ink/ink2010.xml"/><Relationship Id="rId204" Type="http://schemas.openxmlformats.org/officeDocument/2006/relationships/customXml" Target="../ink/ink2017.xml"/><Relationship Id="rId225" Type="http://schemas.openxmlformats.org/officeDocument/2006/relationships/image" Target="../media/image1947.png"/><Relationship Id="rId246" Type="http://schemas.openxmlformats.org/officeDocument/2006/relationships/customXml" Target="../ink/ink2038.xml"/><Relationship Id="rId267" Type="http://schemas.openxmlformats.org/officeDocument/2006/relationships/image" Target="../media/image1968.png"/><Relationship Id="rId288" Type="http://schemas.openxmlformats.org/officeDocument/2006/relationships/customXml" Target="../ink/ink2059.xml"/><Relationship Id="rId106" Type="http://schemas.openxmlformats.org/officeDocument/2006/relationships/customXml" Target="../ink/ink1968.xml"/><Relationship Id="rId127" Type="http://schemas.openxmlformats.org/officeDocument/2006/relationships/image" Target="../media/image1898.png"/><Relationship Id="rId10" Type="http://schemas.openxmlformats.org/officeDocument/2006/relationships/customXml" Target="../ink/ink1920.xml"/><Relationship Id="rId31" Type="http://schemas.openxmlformats.org/officeDocument/2006/relationships/image" Target="../media/image1851.png"/><Relationship Id="rId52" Type="http://schemas.openxmlformats.org/officeDocument/2006/relationships/customXml" Target="../ink/ink1941.xml"/><Relationship Id="rId73" Type="http://schemas.openxmlformats.org/officeDocument/2006/relationships/image" Target="../media/image1872.png"/><Relationship Id="rId94" Type="http://schemas.openxmlformats.org/officeDocument/2006/relationships/customXml" Target="../ink/ink1962.xml"/><Relationship Id="rId148" Type="http://schemas.openxmlformats.org/officeDocument/2006/relationships/customXml" Target="../ink/ink1989.xml"/><Relationship Id="rId169" Type="http://schemas.openxmlformats.org/officeDocument/2006/relationships/image" Target="../media/image1919.png"/><Relationship Id="rId4" Type="http://schemas.openxmlformats.org/officeDocument/2006/relationships/customXml" Target="../ink/ink1917.xml"/><Relationship Id="rId180" Type="http://schemas.openxmlformats.org/officeDocument/2006/relationships/customXml" Target="../ink/ink2005.xml"/><Relationship Id="rId215" Type="http://schemas.openxmlformats.org/officeDocument/2006/relationships/image" Target="../media/image1942.png"/><Relationship Id="rId236" Type="http://schemas.openxmlformats.org/officeDocument/2006/relationships/customXml" Target="../ink/ink2033.xml"/><Relationship Id="rId257" Type="http://schemas.openxmlformats.org/officeDocument/2006/relationships/image" Target="../media/image1963.png"/><Relationship Id="rId278" Type="http://schemas.openxmlformats.org/officeDocument/2006/relationships/customXml" Target="../ink/ink2054.xml"/><Relationship Id="rId303" Type="http://schemas.openxmlformats.org/officeDocument/2006/relationships/customXml" Target="../ink/ink2067.xml"/><Relationship Id="rId42" Type="http://schemas.openxmlformats.org/officeDocument/2006/relationships/customXml" Target="../ink/ink1936.xml"/><Relationship Id="rId84" Type="http://schemas.openxmlformats.org/officeDocument/2006/relationships/customXml" Target="../ink/ink1957.xml"/><Relationship Id="rId138" Type="http://schemas.openxmlformats.org/officeDocument/2006/relationships/customXml" Target="../ink/ink1984.xml"/><Relationship Id="rId191" Type="http://schemas.openxmlformats.org/officeDocument/2006/relationships/image" Target="../media/image1930.png"/><Relationship Id="rId205" Type="http://schemas.openxmlformats.org/officeDocument/2006/relationships/image" Target="../media/image1937.png"/><Relationship Id="rId247" Type="http://schemas.openxmlformats.org/officeDocument/2006/relationships/image" Target="../media/image1958.png"/><Relationship Id="rId107" Type="http://schemas.openxmlformats.org/officeDocument/2006/relationships/image" Target="../media/image1888.png"/><Relationship Id="rId289" Type="http://schemas.openxmlformats.org/officeDocument/2006/relationships/image" Target="../media/image1978.png"/><Relationship Id="rId11" Type="http://schemas.openxmlformats.org/officeDocument/2006/relationships/image" Target="../media/image1841.png"/><Relationship Id="rId53" Type="http://schemas.openxmlformats.org/officeDocument/2006/relationships/image" Target="../media/image1862.png"/><Relationship Id="rId149" Type="http://schemas.openxmlformats.org/officeDocument/2006/relationships/image" Target="../media/image1909.png"/><Relationship Id="rId95" Type="http://schemas.openxmlformats.org/officeDocument/2006/relationships/image" Target="../media/image1882.png"/><Relationship Id="rId160" Type="http://schemas.openxmlformats.org/officeDocument/2006/relationships/customXml" Target="../ink/ink1995.xml"/><Relationship Id="rId216" Type="http://schemas.openxmlformats.org/officeDocument/2006/relationships/customXml" Target="../ink/ink2023.xml"/><Relationship Id="rId258" Type="http://schemas.openxmlformats.org/officeDocument/2006/relationships/customXml" Target="../ink/ink2044.xml"/><Relationship Id="rId22" Type="http://schemas.openxmlformats.org/officeDocument/2006/relationships/customXml" Target="../ink/ink1926.xml"/><Relationship Id="rId64" Type="http://schemas.openxmlformats.org/officeDocument/2006/relationships/customXml" Target="../ink/ink1947.xml"/><Relationship Id="rId118" Type="http://schemas.openxmlformats.org/officeDocument/2006/relationships/customXml" Target="../ink/ink1974.xml"/><Relationship Id="rId171" Type="http://schemas.openxmlformats.org/officeDocument/2006/relationships/image" Target="../media/image1920.png"/><Relationship Id="rId227" Type="http://schemas.openxmlformats.org/officeDocument/2006/relationships/image" Target="../media/image1948.png"/><Relationship Id="rId269" Type="http://schemas.openxmlformats.org/officeDocument/2006/relationships/image" Target="../media/image1969.png"/><Relationship Id="rId33" Type="http://schemas.openxmlformats.org/officeDocument/2006/relationships/image" Target="../media/image1852.png"/><Relationship Id="rId129" Type="http://schemas.openxmlformats.org/officeDocument/2006/relationships/image" Target="../media/image1899.png"/><Relationship Id="rId280" Type="http://schemas.openxmlformats.org/officeDocument/2006/relationships/customXml" Target="../ink/ink2055.xml"/><Relationship Id="rId75" Type="http://schemas.openxmlformats.org/officeDocument/2006/relationships/image" Target="../media/image1873.png"/><Relationship Id="rId140" Type="http://schemas.openxmlformats.org/officeDocument/2006/relationships/customXml" Target="../ink/ink1985.xml"/><Relationship Id="rId182" Type="http://schemas.openxmlformats.org/officeDocument/2006/relationships/customXml" Target="../ink/ink2006.xml"/><Relationship Id="rId6" Type="http://schemas.openxmlformats.org/officeDocument/2006/relationships/customXml" Target="../ink/ink1918.xml"/><Relationship Id="rId238" Type="http://schemas.openxmlformats.org/officeDocument/2006/relationships/customXml" Target="../ink/ink2034.xml"/><Relationship Id="rId291" Type="http://schemas.openxmlformats.org/officeDocument/2006/relationships/image" Target="../media/image1979.png"/><Relationship Id="rId305" Type="http://schemas.openxmlformats.org/officeDocument/2006/relationships/customXml" Target="../ink/ink20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2CAC7C7-E505-E0BC-8A57-B28AB30C9B35}"/>
              </a:ext>
            </a:extLst>
          </p:cNvPr>
          <p:cNvGrpSpPr/>
          <p:nvPr/>
        </p:nvGrpSpPr>
        <p:grpSpPr>
          <a:xfrm>
            <a:off x="572115" y="215490"/>
            <a:ext cx="1465560" cy="397800"/>
            <a:chOff x="572115" y="215490"/>
            <a:chExt cx="146556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577982-977F-E58F-7115-09F9350D8B2D}"/>
                    </a:ext>
                  </a:extLst>
                </p14:cNvPr>
                <p14:cNvContentPartPr/>
                <p14:nvPr/>
              </p14:nvContentPartPr>
              <p14:xfrm>
                <a:off x="572115" y="215490"/>
                <a:ext cx="132480" cy="33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577982-977F-E58F-7115-09F9350D8B2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3475" y="206850"/>
                  <a:ext cx="15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EF1B0C-8A12-A77D-AEAC-68FAD7565AF6}"/>
                    </a:ext>
                  </a:extLst>
                </p14:cNvPr>
                <p14:cNvContentPartPr/>
                <p14:nvPr/>
              </p14:nvContentPartPr>
              <p14:xfrm>
                <a:off x="707835" y="250410"/>
                <a:ext cx="68040" cy="353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EF1B0C-8A12-A77D-AEAC-68FAD7565A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9195" y="241410"/>
                  <a:ext cx="856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127F1C-D947-144E-88E4-C85D0605502C}"/>
                    </a:ext>
                  </a:extLst>
                </p14:cNvPr>
                <p14:cNvContentPartPr/>
                <p14:nvPr/>
              </p14:nvContentPartPr>
              <p14:xfrm>
                <a:off x="605595" y="413850"/>
                <a:ext cx="154440" cy="15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127F1C-D947-144E-88E4-C85D060550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955" y="404850"/>
                  <a:ext cx="172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C95E05-AA19-B870-A9D3-2CFF5A35FFF8}"/>
                    </a:ext>
                  </a:extLst>
                </p14:cNvPr>
                <p14:cNvContentPartPr/>
                <p14:nvPr/>
              </p14:nvContentPartPr>
              <p14:xfrm>
                <a:off x="847515" y="248970"/>
                <a:ext cx="7560" cy="364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C95E05-AA19-B870-A9D3-2CFF5A35FF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8515" y="239970"/>
                  <a:ext cx="252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4657AA-C0A5-4996-4EC3-D40D3157C80F}"/>
                    </a:ext>
                  </a:extLst>
                </p14:cNvPr>
                <p14:cNvContentPartPr/>
                <p14:nvPr/>
              </p14:nvContentPartPr>
              <p14:xfrm>
                <a:off x="798195" y="258330"/>
                <a:ext cx="170640" cy="155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4657AA-C0A5-4996-4EC3-D40D3157C8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9195" y="249330"/>
                  <a:ext cx="188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1D0A55-EF76-772B-FFC2-35F4863903C5}"/>
                    </a:ext>
                  </a:extLst>
                </p14:cNvPr>
                <p14:cNvContentPartPr/>
                <p14:nvPr/>
              </p14:nvContentPartPr>
              <p14:xfrm>
                <a:off x="1006275" y="260850"/>
                <a:ext cx="110880" cy="26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1D0A55-EF76-772B-FFC2-35F4863903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7635" y="252210"/>
                  <a:ext cx="128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292179-87F2-708B-185D-517D6357D4C6}"/>
                    </a:ext>
                  </a:extLst>
                </p14:cNvPr>
                <p14:cNvContentPartPr/>
                <p14:nvPr/>
              </p14:nvContentPartPr>
              <p14:xfrm>
                <a:off x="1184475" y="283170"/>
                <a:ext cx="42840" cy="32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292179-87F2-708B-185D-517D6357D4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5475" y="274530"/>
                  <a:ext cx="60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78D99F-3032-D586-FA89-08785F1EEF66}"/>
                    </a:ext>
                  </a:extLst>
                </p14:cNvPr>
                <p14:cNvContentPartPr/>
                <p14:nvPr/>
              </p14:nvContentPartPr>
              <p14:xfrm>
                <a:off x="1262595" y="275610"/>
                <a:ext cx="49680" cy="302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78D99F-3032-D586-FA89-08785F1EEF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3595" y="266970"/>
                  <a:ext cx="673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763CB6-5FC4-2501-C50E-ED9817FF25A6}"/>
                    </a:ext>
                  </a:extLst>
                </p14:cNvPr>
                <p14:cNvContentPartPr/>
                <p14:nvPr/>
              </p14:nvContentPartPr>
              <p14:xfrm>
                <a:off x="1276995" y="263010"/>
                <a:ext cx="209520" cy="243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763CB6-5FC4-2501-C50E-ED9817FF25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355" y="254010"/>
                  <a:ext cx="227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F95670-59A9-411D-8279-1DA7AF3DAB55}"/>
                    </a:ext>
                  </a:extLst>
                </p14:cNvPr>
                <p14:cNvContentPartPr/>
                <p14:nvPr/>
              </p14:nvContentPartPr>
              <p14:xfrm>
                <a:off x="1489035" y="264810"/>
                <a:ext cx="97560" cy="25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F95670-59A9-411D-8279-1DA7AF3DAB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80035" y="255810"/>
                  <a:ext cx="1152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5466D94-BD87-019F-1EC8-4D94AC46AD85}"/>
                    </a:ext>
                  </a:extLst>
                </p14:cNvPr>
                <p14:cNvContentPartPr/>
                <p14:nvPr/>
              </p14:nvContentPartPr>
              <p14:xfrm>
                <a:off x="1551315" y="271290"/>
                <a:ext cx="132120" cy="326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5466D94-BD87-019F-1EC8-4D94AC46AD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42315" y="262290"/>
                  <a:ext cx="1497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0AE1DA-4412-D7D1-92E1-E9BDF5A3D5D7}"/>
                    </a:ext>
                  </a:extLst>
                </p14:cNvPr>
                <p14:cNvContentPartPr/>
                <p14:nvPr/>
              </p14:nvContentPartPr>
              <p14:xfrm>
                <a:off x="1467075" y="411690"/>
                <a:ext cx="159120" cy="2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0AE1DA-4412-D7D1-92E1-E9BDF5A3D5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58435" y="402690"/>
                  <a:ext cx="176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9974C1-7685-AC6D-B2AD-68F87877F1B7}"/>
                    </a:ext>
                  </a:extLst>
                </p14:cNvPr>
                <p14:cNvContentPartPr/>
                <p14:nvPr/>
              </p14:nvContentPartPr>
              <p14:xfrm>
                <a:off x="1739595" y="230610"/>
                <a:ext cx="138600" cy="315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9974C1-7685-AC6D-B2AD-68F87877F1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30955" y="221970"/>
                  <a:ext cx="156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0575D3-A62F-7E03-C70B-8C840399292D}"/>
                    </a:ext>
                  </a:extLst>
                </p14:cNvPr>
                <p14:cNvContentPartPr/>
                <p14:nvPr/>
              </p14:nvContentPartPr>
              <p14:xfrm>
                <a:off x="1971075" y="313050"/>
                <a:ext cx="32400" cy="236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0575D3-A62F-7E03-C70B-8C84039929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62435" y="304050"/>
                  <a:ext cx="50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BF71C7-00DA-3557-9047-0F0B57F870C5}"/>
                    </a:ext>
                  </a:extLst>
                </p14:cNvPr>
                <p14:cNvContentPartPr/>
                <p14:nvPr/>
              </p14:nvContentPartPr>
              <p14:xfrm>
                <a:off x="1967475" y="229530"/>
                <a:ext cx="70200" cy="1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BF71C7-00DA-3557-9047-0F0B57F870C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8835" y="220890"/>
                  <a:ext cx="878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3471EE-3B5E-0052-962D-8076D357D238}"/>
              </a:ext>
            </a:extLst>
          </p:cNvPr>
          <p:cNvGrpSpPr/>
          <p:nvPr/>
        </p:nvGrpSpPr>
        <p:grpSpPr>
          <a:xfrm>
            <a:off x="2240715" y="149610"/>
            <a:ext cx="1411560" cy="443160"/>
            <a:chOff x="2240715" y="149610"/>
            <a:chExt cx="141156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9B48B2-60EA-8D91-FA83-B6A7D0DEA42E}"/>
                    </a:ext>
                  </a:extLst>
                </p14:cNvPr>
                <p14:cNvContentPartPr/>
                <p14:nvPr/>
              </p14:nvContentPartPr>
              <p14:xfrm>
                <a:off x="2254035" y="149610"/>
                <a:ext cx="41400" cy="29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9B48B2-60EA-8D91-FA83-B6A7D0DEA4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45035" y="140610"/>
                  <a:ext cx="590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D4968C-2FED-7878-9ED7-895C1B32814C}"/>
                    </a:ext>
                  </a:extLst>
                </p14:cNvPr>
                <p14:cNvContentPartPr/>
                <p14:nvPr/>
              </p14:nvContentPartPr>
              <p14:xfrm>
                <a:off x="2240715" y="227730"/>
                <a:ext cx="243000" cy="313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D4968C-2FED-7878-9ED7-895C1B3281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32075" y="218730"/>
                  <a:ext cx="260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7D1251-BDCA-715E-3951-99E57284AC92}"/>
                    </a:ext>
                  </a:extLst>
                </p14:cNvPr>
                <p14:cNvContentPartPr/>
                <p14:nvPr/>
              </p14:nvContentPartPr>
              <p14:xfrm>
                <a:off x="2286435" y="338970"/>
                <a:ext cx="14760" cy="205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7D1251-BDCA-715E-3951-99E57284AC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77435" y="329970"/>
                  <a:ext cx="32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63DA7DC-9ABE-572F-D1F2-CF426BEF349A}"/>
                    </a:ext>
                  </a:extLst>
                </p14:cNvPr>
                <p14:cNvContentPartPr/>
                <p14:nvPr/>
              </p14:nvContentPartPr>
              <p14:xfrm>
                <a:off x="2508915" y="283890"/>
                <a:ext cx="122040" cy="275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63DA7DC-9ABE-572F-D1F2-CF426BEF34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00275" y="274890"/>
                  <a:ext cx="139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8AA5E52-2262-5914-2391-4CEA0D9C8072}"/>
                    </a:ext>
                  </a:extLst>
                </p14:cNvPr>
                <p14:cNvContentPartPr/>
                <p14:nvPr/>
              </p14:nvContentPartPr>
              <p14:xfrm>
                <a:off x="2620875" y="291450"/>
                <a:ext cx="115920" cy="301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8AA5E52-2262-5914-2391-4CEA0D9C80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11875" y="282450"/>
                  <a:ext cx="1335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0E6EFE-BE5A-AB3F-29A0-6CB006245393}"/>
                    </a:ext>
                  </a:extLst>
                </p14:cNvPr>
                <p14:cNvContentPartPr/>
                <p14:nvPr/>
              </p14:nvContentPartPr>
              <p14:xfrm>
                <a:off x="2553555" y="367050"/>
                <a:ext cx="162720" cy="41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0E6EFE-BE5A-AB3F-29A0-6CB0062453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44555" y="358410"/>
                  <a:ext cx="180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289CEA-8DB5-5D96-F888-FD40353FDABF}"/>
                    </a:ext>
                  </a:extLst>
                </p14:cNvPr>
                <p14:cNvContentPartPr/>
                <p14:nvPr/>
              </p14:nvContentPartPr>
              <p14:xfrm>
                <a:off x="2822475" y="296130"/>
                <a:ext cx="30960" cy="275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289CEA-8DB5-5D96-F888-FD40353FDAB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13475" y="287130"/>
                  <a:ext cx="48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00EEA8-A1B7-1BC0-05C9-9594317F08F3}"/>
                    </a:ext>
                  </a:extLst>
                </p14:cNvPr>
                <p14:cNvContentPartPr/>
                <p14:nvPr/>
              </p14:nvContentPartPr>
              <p14:xfrm>
                <a:off x="2808435" y="188490"/>
                <a:ext cx="187920" cy="273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00EEA8-A1B7-1BC0-05C9-9594317F08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99795" y="179850"/>
                  <a:ext cx="2055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FB235D-4CE8-E196-7CDE-DD20D08771A7}"/>
                    </a:ext>
                  </a:extLst>
                </p14:cNvPr>
                <p14:cNvContentPartPr/>
                <p14:nvPr/>
              </p14:nvContentPartPr>
              <p14:xfrm>
                <a:off x="3067995" y="215490"/>
                <a:ext cx="164520" cy="256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FB235D-4CE8-E196-7CDE-DD20D08771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58995" y="206850"/>
                  <a:ext cx="182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BF6AE0-BAEE-D719-CFC9-792728759723}"/>
                    </a:ext>
                  </a:extLst>
                </p14:cNvPr>
                <p14:cNvContentPartPr/>
                <p14:nvPr/>
              </p14:nvContentPartPr>
              <p14:xfrm>
                <a:off x="3364635" y="220890"/>
                <a:ext cx="29160" cy="310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BF6AE0-BAEE-D719-CFC9-7927287597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635" y="212250"/>
                  <a:ext cx="46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552550-76FF-B47D-6A1B-118CD5F03C2F}"/>
                    </a:ext>
                  </a:extLst>
                </p14:cNvPr>
                <p14:cNvContentPartPr/>
                <p14:nvPr/>
              </p14:nvContentPartPr>
              <p14:xfrm>
                <a:off x="3350595" y="263370"/>
                <a:ext cx="186840" cy="18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552550-76FF-B47D-6A1B-118CD5F03C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41955" y="254370"/>
                  <a:ext cx="204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D54465-A6B9-BF56-0EA0-27D2525494C0}"/>
                    </a:ext>
                  </a:extLst>
                </p14:cNvPr>
                <p14:cNvContentPartPr/>
                <p14:nvPr/>
              </p14:nvContentPartPr>
              <p14:xfrm>
                <a:off x="3651915" y="448410"/>
                <a:ext cx="360" cy="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D54465-A6B9-BF56-0EA0-27D2525494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42915" y="439410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843E9A5-F06F-93E4-4FBE-7F33596E670D}"/>
              </a:ext>
            </a:extLst>
          </p:cNvPr>
          <p:cNvGrpSpPr/>
          <p:nvPr/>
        </p:nvGrpSpPr>
        <p:grpSpPr>
          <a:xfrm>
            <a:off x="3943515" y="118290"/>
            <a:ext cx="2678040" cy="429840"/>
            <a:chOff x="3943515" y="118290"/>
            <a:chExt cx="2678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4971CA-E188-F916-E3D0-E1525FD05BE6}"/>
                    </a:ext>
                  </a:extLst>
                </p14:cNvPr>
                <p14:cNvContentPartPr/>
                <p14:nvPr/>
              </p14:nvContentPartPr>
              <p14:xfrm>
                <a:off x="3953955" y="188490"/>
                <a:ext cx="20880" cy="31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4971CA-E188-F916-E3D0-E1525FD05B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44955" y="179490"/>
                  <a:ext cx="38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DF239EC-9D37-4100-897C-170A55ABABB6}"/>
                    </a:ext>
                  </a:extLst>
                </p14:cNvPr>
                <p14:cNvContentPartPr/>
                <p14:nvPr/>
              </p14:nvContentPartPr>
              <p14:xfrm>
                <a:off x="3943515" y="197490"/>
                <a:ext cx="198360" cy="251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DF239EC-9D37-4100-897C-170A55ABAB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34515" y="188490"/>
                  <a:ext cx="216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3D7815-DF5B-23C2-ED37-CDC187FD60B5}"/>
                    </a:ext>
                  </a:extLst>
                </p14:cNvPr>
                <p14:cNvContentPartPr/>
                <p14:nvPr/>
              </p14:nvContentPartPr>
              <p14:xfrm>
                <a:off x="4173915" y="209010"/>
                <a:ext cx="184320" cy="281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3D7815-DF5B-23C2-ED37-CDC187FD60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65275" y="200370"/>
                  <a:ext cx="2019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AAF902-5D18-20BD-BE1C-0CD1F1AC2CBF}"/>
                    </a:ext>
                  </a:extLst>
                </p14:cNvPr>
                <p14:cNvContentPartPr/>
                <p14:nvPr/>
              </p14:nvContentPartPr>
              <p14:xfrm>
                <a:off x="4409355" y="222690"/>
                <a:ext cx="23400" cy="320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AAF902-5D18-20BD-BE1C-0CD1F1AC2C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00715" y="214050"/>
                  <a:ext cx="410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D2C4C8-3BA7-AE51-4EF2-296938B062A6}"/>
                    </a:ext>
                  </a:extLst>
                </p14:cNvPr>
                <p14:cNvContentPartPr/>
                <p14:nvPr/>
              </p14:nvContentPartPr>
              <p14:xfrm>
                <a:off x="4403955" y="259050"/>
                <a:ext cx="197640" cy="27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D2C4C8-3BA7-AE51-4EF2-296938B062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94955" y="250410"/>
                  <a:ext cx="215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92EC46-88D3-E746-8150-D5BD245FC3B3}"/>
                    </a:ext>
                  </a:extLst>
                </p14:cNvPr>
                <p14:cNvContentPartPr/>
                <p14:nvPr/>
              </p14:nvContentPartPr>
              <p14:xfrm>
                <a:off x="4638315" y="216930"/>
                <a:ext cx="51480" cy="33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92EC46-88D3-E746-8150-D5BD245FC3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29675" y="208290"/>
                  <a:ext cx="69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B718BA-E34A-1ACB-33FE-09F71DE73231}"/>
                    </a:ext>
                  </a:extLst>
                </p14:cNvPr>
                <p14:cNvContentPartPr/>
                <p14:nvPr/>
              </p14:nvContentPartPr>
              <p14:xfrm>
                <a:off x="4654155" y="223050"/>
                <a:ext cx="144000" cy="297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B718BA-E34A-1ACB-33FE-09F71DE732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45155" y="214410"/>
                  <a:ext cx="161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1FA52E-AE3B-E3FB-23B8-9CD9CC8D25E9}"/>
                    </a:ext>
                  </a:extLst>
                </p14:cNvPr>
                <p14:cNvContentPartPr/>
                <p14:nvPr/>
              </p14:nvContentPartPr>
              <p14:xfrm>
                <a:off x="4866555" y="209010"/>
                <a:ext cx="7920" cy="278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1FA52E-AE3B-E3FB-23B8-9CD9CC8D25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57915" y="200010"/>
                  <a:ext cx="25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96857B-C029-14A2-69FE-2C627A85533B}"/>
                    </a:ext>
                  </a:extLst>
                </p14:cNvPr>
                <p14:cNvContentPartPr/>
                <p14:nvPr/>
              </p14:nvContentPartPr>
              <p14:xfrm>
                <a:off x="4970235" y="249330"/>
                <a:ext cx="14040" cy="231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96857B-C029-14A2-69FE-2C627A8553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61235" y="240330"/>
                  <a:ext cx="31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DD300C-21B9-FC60-D327-FB15B5C31191}"/>
                    </a:ext>
                  </a:extLst>
                </p14:cNvPr>
                <p14:cNvContentPartPr/>
                <p14:nvPr/>
              </p14:nvContentPartPr>
              <p14:xfrm>
                <a:off x="4969155" y="227370"/>
                <a:ext cx="186480" cy="252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DD300C-21B9-FC60-D327-FB15B5C3119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0155" y="218730"/>
                  <a:ext cx="204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AB6D93-D20E-72AB-688F-CCCA994A57A2}"/>
                    </a:ext>
                  </a:extLst>
                </p14:cNvPr>
                <p14:cNvContentPartPr/>
                <p14:nvPr/>
              </p14:nvContentPartPr>
              <p14:xfrm>
                <a:off x="5207475" y="240690"/>
                <a:ext cx="97920" cy="242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AB6D93-D20E-72AB-688F-CCCA994A57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98475" y="231690"/>
                  <a:ext cx="115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E295CD6-4EB5-A5AE-C6A2-173B938942A6}"/>
                    </a:ext>
                  </a:extLst>
                </p14:cNvPr>
                <p14:cNvContentPartPr/>
                <p14:nvPr/>
              </p14:nvContentPartPr>
              <p14:xfrm>
                <a:off x="5305035" y="189570"/>
                <a:ext cx="88920" cy="29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E295CD6-4EB5-A5AE-C6A2-173B938942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96035" y="180930"/>
                  <a:ext cx="1065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65A506-7024-1B1F-473B-6639A5C7B572}"/>
                    </a:ext>
                  </a:extLst>
                </p14:cNvPr>
                <p14:cNvContentPartPr/>
                <p14:nvPr/>
              </p14:nvContentPartPr>
              <p14:xfrm>
                <a:off x="5201355" y="311970"/>
                <a:ext cx="186840" cy="39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65A506-7024-1B1F-473B-6639A5C7B5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92715" y="302970"/>
                  <a:ext cx="204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4C4352-A9F9-56C8-7342-72C127382AE5}"/>
                    </a:ext>
                  </a:extLst>
                </p14:cNvPr>
                <p14:cNvContentPartPr/>
                <p14:nvPr/>
              </p14:nvContentPartPr>
              <p14:xfrm>
                <a:off x="5428155" y="189570"/>
                <a:ext cx="122760" cy="23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4C4352-A9F9-56C8-7342-72C127382A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19155" y="180930"/>
                  <a:ext cx="140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9A2EAD-D909-DCE3-29BC-42C5B4704227}"/>
                    </a:ext>
                  </a:extLst>
                </p14:cNvPr>
                <p14:cNvContentPartPr/>
                <p14:nvPr/>
              </p14:nvContentPartPr>
              <p14:xfrm>
                <a:off x="5645235" y="214410"/>
                <a:ext cx="15840" cy="209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9A2EAD-D909-DCE3-29BC-42C5B47042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36595" y="205770"/>
                  <a:ext cx="33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B4D169-4521-7E17-2469-74242DEEF3D6}"/>
                    </a:ext>
                  </a:extLst>
                </p14:cNvPr>
                <p14:cNvContentPartPr/>
                <p14:nvPr/>
              </p14:nvContentPartPr>
              <p14:xfrm>
                <a:off x="5620035" y="118290"/>
                <a:ext cx="36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B4D169-4521-7E17-2469-74242DEEF3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11395" y="1092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4147E2-F4EC-50AB-D235-70AA7CAA6346}"/>
                    </a:ext>
                  </a:extLst>
                </p14:cNvPr>
                <p14:cNvContentPartPr/>
                <p14:nvPr/>
              </p14:nvContentPartPr>
              <p14:xfrm>
                <a:off x="5721195" y="202890"/>
                <a:ext cx="156960" cy="231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4147E2-F4EC-50AB-D235-70AA7CAA634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712555" y="194250"/>
                  <a:ext cx="174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CC1CC0-4428-7866-7FD8-F2FF3BFA0736}"/>
                    </a:ext>
                  </a:extLst>
                </p14:cNvPr>
                <p14:cNvContentPartPr/>
                <p14:nvPr/>
              </p14:nvContentPartPr>
              <p14:xfrm>
                <a:off x="5948355" y="172290"/>
                <a:ext cx="221040" cy="262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CC1CC0-4428-7866-7FD8-F2FF3BFA073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39715" y="163290"/>
                  <a:ext cx="238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32D8B7-0794-3298-AF01-47552AC87F63}"/>
                    </a:ext>
                  </a:extLst>
                </p14:cNvPr>
                <p14:cNvContentPartPr/>
                <p14:nvPr/>
              </p14:nvContentPartPr>
              <p14:xfrm>
                <a:off x="6213315" y="213330"/>
                <a:ext cx="105120" cy="206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32D8B7-0794-3298-AF01-47552AC87F6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04315" y="204690"/>
                  <a:ext cx="122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EA37D0-B17F-5963-673A-19866B53C5A1}"/>
                    </a:ext>
                  </a:extLst>
                </p14:cNvPr>
                <p14:cNvContentPartPr/>
                <p14:nvPr/>
              </p14:nvContentPartPr>
              <p14:xfrm>
                <a:off x="6291795" y="174090"/>
                <a:ext cx="80640" cy="250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EA37D0-B17F-5963-673A-19866B53C5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82795" y="165090"/>
                  <a:ext cx="98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A152DF-4E70-C4C3-59FF-4F073573F2CB}"/>
                    </a:ext>
                  </a:extLst>
                </p14:cNvPr>
                <p14:cNvContentPartPr/>
                <p14:nvPr/>
              </p14:nvContentPartPr>
              <p14:xfrm>
                <a:off x="6237435" y="249330"/>
                <a:ext cx="120600" cy="29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A152DF-4E70-C4C3-59FF-4F073573F2C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28435" y="240330"/>
                  <a:ext cx="138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26279B-1891-76BD-7144-20C2847CE037}"/>
                    </a:ext>
                  </a:extLst>
                </p14:cNvPr>
                <p14:cNvContentPartPr/>
                <p14:nvPr/>
              </p14:nvContentPartPr>
              <p14:xfrm>
                <a:off x="6470355" y="126930"/>
                <a:ext cx="151200" cy="320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26279B-1891-76BD-7144-20C2847CE03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61355" y="117930"/>
                  <a:ext cx="16884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B23ADE1-7C44-8CCC-04C5-57EAB8B810CB}"/>
                  </a:ext>
                </a:extLst>
              </p14:cNvPr>
              <p14:cNvContentPartPr/>
              <p14:nvPr/>
            </p14:nvContentPartPr>
            <p14:xfrm>
              <a:off x="592635" y="682770"/>
              <a:ext cx="5869800" cy="152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B23ADE1-7C44-8CCC-04C5-57EAB8B810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83635" y="673770"/>
                <a:ext cx="588744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C56EB5E3-1F27-5AE3-A2ED-21C070692B47}"/>
              </a:ext>
            </a:extLst>
          </p:cNvPr>
          <p:cNvGrpSpPr/>
          <p:nvPr/>
        </p:nvGrpSpPr>
        <p:grpSpPr>
          <a:xfrm>
            <a:off x="488955" y="1094610"/>
            <a:ext cx="1094040" cy="527040"/>
            <a:chOff x="488955" y="1094610"/>
            <a:chExt cx="109404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6F6242-5BF9-22CC-932E-399069C73F42}"/>
                    </a:ext>
                  </a:extLst>
                </p14:cNvPr>
                <p14:cNvContentPartPr/>
                <p14:nvPr/>
              </p14:nvContentPartPr>
              <p14:xfrm>
                <a:off x="561315" y="1094610"/>
                <a:ext cx="28080" cy="28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6F6242-5BF9-22CC-932E-399069C73F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2315" y="1085970"/>
                  <a:ext cx="45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FA132C-1D3E-F79C-1025-75409511B1EA}"/>
                    </a:ext>
                  </a:extLst>
                </p14:cNvPr>
                <p14:cNvContentPartPr/>
                <p14:nvPr/>
              </p14:nvContentPartPr>
              <p14:xfrm>
                <a:off x="588675" y="1123050"/>
                <a:ext cx="36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FA132C-1D3E-F79C-1025-75409511B1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0035" y="1114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B8E761E-5195-61BC-EF85-DB6996DBD130}"/>
                    </a:ext>
                  </a:extLst>
                </p14:cNvPr>
                <p14:cNvContentPartPr/>
                <p14:nvPr/>
              </p14:nvContentPartPr>
              <p14:xfrm>
                <a:off x="533595" y="1098930"/>
                <a:ext cx="55440" cy="522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B8E761E-5195-61BC-EF85-DB6996DBD13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4955" y="1090290"/>
                  <a:ext cx="730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91CC4BD-E432-7B05-9207-419CAFA424AE}"/>
                    </a:ext>
                  </a:extLst>
                </p14:cNvPr>
                <p14:cNvContentPartPr/>
                <p14:nvPr/>
              </p14:nvContentPartPr>
              <p14:xfrm>
                <a:off x="488955" y="1120530"/>
                <a:ext cx="244800" cy="459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91CC4BD-E432-7B05-9207-419CAFA424A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9955" y="1111530"/>
                  <a:ext cx="2624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E4E766-1174-04C3-4293-940C43127125}"/>
                    </a:ext>
                  </a:extLst>
                </p14:cNvPr>
                <p14:cNvContentPartPr/>
                <p14:nvPr/>
              </p14:nvContentPartPr>
              <p14:xfrm>
                <a:off x="775155" y="1334370"/>
                <a:ext cx="141120" cy="225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E4E766-1174-04C3-4293-940C4312712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6515" y="1325370"/>
                  <a:ext cx="158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5AD494-CE7B-70A8-16E3-10F305BB2BD0}"/>
                    </a:ext>
                  </a:extLst>
                </p14:cNvPr>
                <p14:cNvContentPartPr/>
                <p14:nvPr/>
              </p14:nvContentPartPr>
              <p14:xfrm>
                <a:off x="932835" y="1330770"/>
                <a:ext cx="169920" cy="270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5AD494-CE7B-70A8-16E3-10F305BB2B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4195" y="1322130"/>
                  <a:ext cx="1875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FC4ABF4-3ECE-4C55-8BCD-9AD8C7F942F2}"/>
                    </a:ext>
                  </a:extLst>
                </p14:cNvPr>
                <p14:cNvContentPartPr/>
                <p14:nvPr/>
              </p14:nvContentPartPr>
              <p14:xfrm>
                <a:off x="1149195" y="1338330"/>
                <a:ext cx="5400" cy="23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FC4ABF4-3ECE-4C55-8BCD-9AD8C7F942F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0195" y="1329690"/>
                  <a:ext cx="23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6A44F4-0821-2080-A512-42D40F061AD4}"/>
                    </a:ext>
                  </a:extLst>
                </p14:cNvPr>
                <p14:cNvContentPartPr/>
                <p14:nvPr/>
              </p14:nvContentPartPr>
              <p14:xfrm>
                <a:off x="1149555" y="1248690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6A44F4-0821-2080-A512-42D40F061AD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0555" y="1239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F65566-16EC-CA42-B692-B43CDDDF899F}"/>
                    </a:ext>
                  </a:extLst>
                </p14:cNvPr>
                <p14:cNvContentPartPr/>
                <p14:nvPr/>
              </p14:nvContentPartPr>
              <p14:xfrm>
                <a:off x="1147035" y="1305570"/>
                <a:ext cx="166320" cy="232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F65566-16EC-CA42-B692-B43CDDDF89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8395" y="1296930"/>
                  <a:ext cx="183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0C7EE52-511F-5E8E-F291-F402DEF44CC3}"/>
                    </a:ext>
                  </a:extLst>
                </p14:cNvPr>
                <p14:cNvContentPartPr/>
                <p14:nvPr/>
              </p14:nvContentPartPr>
              <p14:xfrm>
                <a:off x="1302195" y="1265970"/>
                <a:ext cx="280800" cy="29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0C7EE52-511F-5E8E-F291-F402DEF44C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293555" y="1256970"/>
                  <a:ext cx="29844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A12896C-9124-059C-CC65-AD72E1C72A75}"/>
                  </a:ext>
                </a:extLst>
              </p14:cNvPr>
              <p14:cNvContentPartPr/>
              <p14:nvPr/>
            </p14:nvContentPartPr>
            <p14:xfrm>
              <a:off x="1824555" y="1356690"/>
              <a:ext cx="8640" cy="4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A12896C-9124-059C-CC65-AD72E1C72A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815555" y="1348050"/>
                <a:ext cx="262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3C8DDBE-AD1C-80E8-C19C-7EC9210FD8C6}"/>
                  </a:ext>
                </a:extLst>
              </p14:cNvPr>
              <p14:cNvContentPartPr/>
              <p14:nvPr/>
            </p14:nvContentPartPr>
            <p14:xfrm>
              <a:off x="1814835" y="1489890"/>
              <a:ext cx="2880" cy="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3C8DDBE-AD1C-80E8-C19C-7EC9210FD8C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805835" y="1481250"/>
                <a:ext cx="205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C85190B7-0B92-C82E-8977-5D15F5B596C9}"/>
              </a:ext>
            </a:extLst>
          </p:cNvPr>
          <p:cNvGrpSpPr/>
          <p:nvPr/>
        </p:nvGrpSpPr>
        <p:grpSpPr>
          <a:xfrm>
            <a:off x="4176075" y="1078410"/>
            <a:ext cx="966960" cy="495000"/>
            <a:chOff x="4176075" y="1078410"/>
            <a:chExt cx="96696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5447DB6-9C05-AD19-8DD5-9AD33194865B}"/>
                    </a:ext>
                  </a:extLst>
                </p14:cNvPr>
                <p14:cNvContentPartPr/>
                <p14:nvPr/>
              </p14:nvContentPartPr>
              <p14:xfrm>
                <a:off x="4176075" y="1083810"/>
                <a:ext cx="213480" cy="349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5447DB6-9C05-AD19-8DD5-9AD33194865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67435" y="1074810"/>
                  <a:ext cx="2311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ADB90D3-3C48-2623-7077-FA607F71EE2A}"/>
                    </a:ext>
                  </a:extLst>
                </p14:cNvPr>
                <p14:cNvContentPartPr/>
                <p14:nvPr/>
              </p14:nvContentPartPr>
              <p14:xfrm>
                <a:off x="4366515" y="1174890"/>
                <a:ext cx="173160" cy="39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ADB90D3-3C48-2623-7077-FA607F71EE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357515" y="1165890"/>
                  <a:ext cx="1908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D6146C-7B51-22C8-EF26-12F8F63D912D}"/>
                    </a:ext>
                  </a:extLst>
                </p14:cNvPr>
                <p14:cNvContentPartPr/>
                <p14:nvPr/>
              </p14:nvContentPartPr>
              <p14:xfrm>
                <a:off x="4536075" y="1078410"/>
                <a:ext cx="82080" cy="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D6146C-7B51-22C8-EF26-12F8F63D912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27435" y="1069770"/>
                  <a:ext cx="99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0B981F2-77B7-5124-69FB-5D4B6C45032E}"/>
                    </a:ext>
                  </a:extLst>
                </p14:cNvPr>
                <p14:cNvContentPartPr/>
                <p14:nvPr/>
              </p14:nvContentPartPr>
              <p14:xfrm>
                <a:off x="4586835" y="1186410"/>
                <a:ext cx="169920" cy="216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0B981F2-77B7-5124-69FB-5D4B6C45032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577835" y="1177770"/>
                  <a:ext cx="187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5547F8C-9E41-A7EE-9C24-42747C90A272}"/>
                    </a:ext>
                  </a:extLst>
                </p14:cNvPr>
                <p14:cNvContentPartPr/>
                <p14:nvPr/>
              </p14:nvContentPartPr>
              <p14:xfrm>
                <a:off x="4749195" y="1179210"/>
                <a:ext cx="128880" cy="250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5547F8C-9E41-A7EE-9C24-42747C90A27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40555" y="1170570"/>
                  <a:ext cx="146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E89A494-2208-1913-291B-8BC09FCC9AEF}"/>
                    </a:ext>
                  </a:extLst>
                </p14:cNvPr>
                <p14:cNvContentPartPr/>
                <p14:nvPr/>
              </p14:nvContentPartPr>
              <p14:xfrm>
                <a:off x="4915155" y="1186770"/>
                <a:ext cx="24480" cy="268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E89A494-2208-1913-291B-8BC09FCC9AE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906155" y="1178130"/>
                  <a:ext cx="421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523E3F-0565-F565-48A3-25C75CEDC97C}"/>
                    </a:ext>
                  </a:extLst>
                </p14:cNvPr>
                <p14:cNvContentPartPr/>
                <p14:nvPr/>
              </p14:nvContentPartPr>
              <p14:xfrm>
                <a:off x="4940355" y="1087050"/>
                <a:ext cx="112680" cy="356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523E3F-0565-F565-48A3-25C75CEDC97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31715" y="1078410"/>
                  <a:ext cx="130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7C05D74-DFAC-12CA-D11E-E67DB4588965}"/>
                    </a:ext>
                  </a:extLst>
                </p14:cNvPr>
                <p14:cNvContentPartPr/>
                <p14:nvPr/>
              </p14:nvContentPartPr>
              <p14:xfrm>
                <a:off x="4999395" y="1195410"/>
                <a:ext cx="143640" cy="12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7C05D74-DFAC-12CA-D11E-E67DB458896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90395" y="1186770"/>
                  <a:ext cx="1612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5C5EDE-272E-DC07-4E6F-33C4E5744173}"/>
              </a:ext>
            </a:extLst>
          </p:cNvPr>
          <p:cNvGrpSpPr/>
          <p:nvPr/>
        </p:nvGrpSpPr>
        <p:grpSpPr>
          <a:xfrm>
            <a:off x="5396475" y="963930"/>
            <a:ext cx="1377720" cy="593640"/>
            <a:chOff x="5396475" y="963930"/>
            <a:chExt cx="137772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13DFE0-AC81-9B74-AE2C-C737E313B456}"/>
                    </a:ext>
                  </a:extLst>
                </p14:cNvPr>
                <p14:cNvContentPartPr/>
                <p14:nvPr/>
              </p14:nvContentPartPr>
              <p14:xfrm>
                <a:off x="5396475" y="1121970"/>
                <a:ext cx="168840" cy="240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13DFE0-AC81-9B74-AE2C-C737E313B45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87475" y="1112970"/>
                  <a:ext cx="186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D02036-B97A-D28F-160B-2B78CA0B9FB8}"/>
                    </a:ext>
                  </a:extLst>
                </p14:cNvPr>
                <p14:cNvContentPartPr/>
                <p14:nvPr/>
              </p14:nvContentPartPr>
              <p14:xfrm>
                <a:off x="5512755" y="1131330"/>
                <a:ext cx="173880" cy="235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D02036-B97A-D28F-160B-2B78CA0B9FB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504115" y="1122330"/>
                  <a:ext cx="191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7A1172-0F0A-797F-2557-F94681CAD290}"/>
                    </a:ext>
                  </a:extLst>
                </p14:cNvPr>
                <p14:cNvContentPartPr/>
                <p14:nvPr/>
              </p14:nvContentPartPr>
              <p14:xfrm>
                <a:off x="5686275" y="1131690"/>
                <a:ext cx="302400" cy="425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7A1172-0F0A-797F-2557-F94681CAD29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77635" y="1122690"/>
                  <a:ext cx="3200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69B2613-0A8C-6822-8AFB-BF07B02FC89D}"/>
                    </a:ext>
                  </a:extLst>
                </p14:cNvPr>
                <p14:cNvContentPartPr/>
                <p14:nvPr/>
              </p14:nvContentPartPr>
              <p14:xfrm>
                <a:off x="5992995" y="1001730"/>
                <a:ext cx="52200" cy="380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69B2613-0A8C-6822-8AFB-BF07B02FC89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84355" y="992730"/>
                  <a:ext cx="698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8C7247-7306-4307-6EB7-577C566DEDB7}"/>
                    </a:ext>
                  </a:extLst>
                </p14:cNvPr>
                <p14:cNvContentPartPr/>
                <p14:nvPr/>
              </p14:nvContentPartPr>
              <p14:xfrm>
                <a:off x="6009915" y="1121970"/>
                <a:ext cx="169920" cy="150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8C7247-7306-4307-6EB7-577C566DEDB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01275" y="1112970"/>
                  <a:ext cx="187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FD4117A-A9A2-05CE-04FF-8B8A329F4B95}"/>
                    </a:ext>
                  </a:extLst>
                </p14:cNvPr>
                <p14:cNvContentPartPr/>
                <p14:nvPr/>
              </p14:nvContentPartPr>
              <p14:xfrm>
                <a:off x="6154275" y="1121610"/>
                <a:ext cx="125640" cy="158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FD4117A-A9A2-05CE-04FF-8B8A329F4B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45275" y="1112970"/>
                  <a:ext cx="143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591ED0-1574-3C86-6D86-A4FBDFE0D47B}"/>
                    </a:ext>
                  </a:extLst>
                </p14:cNvPr>
                <p14:cNvContentPartPr/>
                <p14:nvPr/>
              </p14:nvContentPartPr>
              <p14:xfrm>
                <a:off x="6279555" y="1147890"/>
                <a:ext cx="96480" cy="173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591ED0-1574-3C86-6D86-A4FBDFE0D47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70555" y="1138890"/>
                  <a:ext cx="114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5AFFB7-D977-B499-DD99-D6DC20D70BFE}"/>
                    </a:ext>
                  </a:extLst>
                </p14:cNvPr>
                <p14:cNvContentPartPr/>
                <p14:nvPr/>
              </p14:nvContentPartPr>
              <p14:xfrm>
                <a:off x="6388995" y="963930"/>
                <a:ext cx="160200" cy="185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5AFFB7-D977-B499-DD99-D6DC20D70BF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379995" y="954930"/>
                  <a:ext cx="177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43A888C-AAAD-B3F3-F58F-7BD3EC4E949F}"/>
                    </a:ext>
                  </a:extLst>
                </p14:cNvPr>
                <p14:cNvContentPartPr/>
                <p14:nvPr/>
              </p14:nvContentPartPr>
              <p14:xfrm>
                <a:off x="6392595" y="1140690"/>
                <a:ext cx="225360" cy="152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43A888C-AAAD-B3F3-F58F-7BD3EC4E949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83595" y="1132050"/>
                  <a:ext cx="243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0FD6D17-8793-E745-D68E-038E34B6E469}"/>
                    </a:ext>
                  </a:extLst>
                </p14:cNvPr>
                <p14:cNvContentPartPr/>
                <p14:nvPr/>
              </p14:nvContentPartPr>
              <p14:xfrm>
                <a:off x="6548835" y="1106850"/>
                <a:ext cx="225360" cy="202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0FD6D17-8793-E745-D68E-038E34B6E46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540195" y="1098210"/>
                  <a:ext cx="24300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1498D26-9A71-A0F0-EA5D-366204356ECE}"/>
              </a:ext>
            </a:extLst>
          </p:cNvPr>
          <p:cNvGrpSpPr/>
          <p:nvPr/>
        </p:nvGrpSpPr>
        <p:grpSpPr>
          <a:xfrm>
            <a:off x="2277795" y="1021530"/>
            <a:ext cx="1488600" cy="1278360"/>
            <a:chOff x="2277795" y="1021530"/>
            <a:chExt cx="1488600" cy="12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4FB268-D099-A3A7-EBE8-5F1475A97988}"/>
                    </a:ext>
                  </a:extLst>
                </p14:cNvPr>
                <p14:cNvContentPartPr/>
                <p14:nvPr/>
              </p14:nvContentPartPr>
              <p14:xfrm>
                <a:off x="2382555" y="1066530"/>
                <a:ext cx="52200" cy="480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4FB268-D099-A3A7-EBE8-5F1475A9798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73915" y="1057530"/>
                  <a:ext cx="698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CBBE122-1EEB-C7A2-6A2B-FFB2106EFA7E}"/>
                    </a:ext>
                  </a:extLst>
                </p14:cNvPr>
                <p14:cNvContentPartPr/>
                <p14:nvPr/>
              </p14:nvContentPartPr>
              <p14:xfrm>
                <a:off x="2277795" y="1281090"/>
                <a:ext cx="180720" cy="14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CBBE122-1EEB-C7A2-6A2B-FFB2106EFA7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69155" y="1272090"/>
                  <a:ext cx="198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0F7416-9702-699F-8AC1-363B8D56B6E4}"/>
                    </a:ext>
                  </a:extLst>
                </p14:cNvPr>
                <p14:cNvContentPartPr/>
                <p14:nvPr/>
              </p14:nvContentPartPr>
              <p14:xfrm>
                <a:off x="2528355" y="1201890"/>
                <a:ext cx="220680" cy="30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0F7416-9702-699F-8AC1-363B8D56B6E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519355" y="1192890"/>
                  <a:ext cx="238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C60B9BD-39E5-AEE5-8186-2BC4E361109D}"/>
                    </a:ext>
                  </a:extLst>
                </p14:cNvPr>
                <p14:cNvContentPartPr/>
                <p14:nvPr/>
              </p14:nvContentPartPr>
              <p14:xfrm>
                <a:off x="2722035" y="1250850"/>
                <a:ext cx="177840" cy="258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C60B9BD-39E5-AEE5-8186-2BC4E361109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713035" y="1241850"/>
                  <a:ext cx="195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5525E9-82FF-4D4F-2B8D-3FC09A9E21DF}"/>
                    </a:ext>
                  </a:extLst>
                </p14:cNvPr>
                <p14:cNvContentPartPr/>
                <p14:nvPr/>
              </p14:nvContentPartPr>
              <p14:xfrm>
                <a:off x="2903835" y="1021530"/>
                <a:ext cx="159120" cy="504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5525E9-82FF-4D4F-2B8D-3FC09A9E21D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894835" y="1012890"/>
                  <a:ext cx="1767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AB0D11-7754-B4FC-E3EC-1F948DB12E5E}"/>
                    </a:ext>
                  </a:extLst>
                </p14:cNvPr>
                <p14:cNvContentPartPr/>
                <p14:nvPr/>
              </p14:nvContentPartPr>
              <p14:xfrm>
                <a:off x="3117675" y="1217010"/>
                <a:ext cx="179640" cy="266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AB0D11-7754-B4FC-E3EC-1F948DB12E5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108675" y="1208370"/>
                  <a:ext cx="197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A23328-D6BF-B734-8011-7A3B678FF1B5}"/>
                    </a:ext>
                  </a:extLst>
                </p14:cNvPr>
                <p14:cNvContentPartPr/>
                <p14:nvPr/>
              </p14:nvContentPartPr>
              <p14:xfrm>
                <a:off x="3304155" y="1227810"/>
                <a:ext cx="138960" cy="424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A23328-D6BF-B734-8011-7A3B678FF1B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295515" y="1219170"/>
                  <a:ext cx="1566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2CEC265-D780-1C41-11F1-3843EBCC4E79}"/>
                    </a:ext>
                  </a:extLst>
                </p14:cNvPr>
                <p14:cNvContentPartPr/>
                <p14:nvPr/>
              </p14:nvContentPartPr>
              <p14:xfrm>
                <a:off x="3471195" y="1235010"/>
                <a:ext cx="146160" cy="275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2CEC265-D780-1C41-11F1-3843EBCC4E7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62555" y="1226370"/>
                  <a:ext cx="163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BC0743-23C0-AE53-7529-784892995441}"/>
                    </a:ext>
                  </a:extLst>
                </p14:cNvPr>
                <p14:cNvContentPartPr/>
                <p14:nvPr/>
              </p14:nvContentPartPr>
              <p14:xfrm>
                <a:off x="3668835" y="1077330"/>
                <a:ext cx="20880" cy="417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BC0743-23C0-AE53-7529-78489299544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659835" y="1068690"/>
                  <a:ext cx="385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37AF67-BFDC-B953-576D-4E6CDFDDC1C4}"/>
                    </a:ext>
                  </a:extLst>
                </p14:cNvPr>
                <p14:cNvContentPartPr/>
                <p14:nvPr/>
              </p14:nvContentPartPr>
              <p14:xfrm>
                <a:off x="3632475" y="1257330"/>
                <a:ext cx="133920" cy="19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37AF67-BFDC-B953-576D-4E6CDFDDC1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623835" y="1248330"/>
                  <a:ext cx="151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A05E0DC-3A66-ACC9-C073-3D551B928A90}"/>
                    </a:ext>
                  </a:extLst>
                </p14:cNvPr>
                <p14:cNvContentPartPr/>
                <p14:nvPr/>
              </p14:nvContentPartPr>
              <p14:xfrm>
                <a:off x="2285355" y="1654410"/>
                <a:ext cx="191520" cy="456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A05E0DC-3A66-ACC9-C073-3D551B928A9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276715" y="1645410"/>
                  <a:ext cx="2091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2BFE337-41A5-6A19-8FE7-5DD70610788E}"/>
                    </a:ext>
                  </a:extLst>
                </p14:cNvPr>
                <p14:cNvContentPartPr/>
                <p14:nvPr/>
              </p14:nvContentPartPr>
              <p14:xfrm>
                <a:off x="2521155" y="1856010"/>
                <a:ext cx="53280" cy="204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2BFE337-41A5-6A19-8FE7-5DD70610788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512155" y="1847010"/>
                  <a:ext cx="70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2B8A61E-719A-AA6E-C4E0-56AB29A32F06}"/>
                    </a:ext>
                  </a:extLst>
                </p14:cNvPr>
                <p14:cNvContentPartPr/>
                <p14:nvPr/>
              </p14:nvContentPartPr>
              <p14:xfrm>
                <a:off x="2521155" y="1741170"/>
                <a:ext cx="360" cy="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2B8A61E-719A-AA6E-C4E0-56AB29A32F0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12155" y="17321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E55FE2-B65C-C0B8-AE6E-203AC3189E6A}"/>
                    </a:ext>
                  </a:extLst>
                </p14:cNvPr>
                <p14:cNvContentPartPr/>
                <p14:nvPr/>
              </p14:nvContentPartPr>
              <p14:xfrm>
                <a:off x="2607555" y="1887330"/>
                <a:ext cx="246960" cy="412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E55FE2-B65C-C0B8-AE6E-203AC3189E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98915" y="1878330"/>
                  <a:ext cx="2646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D3D903-303F-E7AF-AC52-127EEB90069C}"/>
                    </a:ext>
                  </a:extLst>
                </p14:cNvPr>
                <p14:cNvContentPartPr/>
                <p14:nvPr/>
              </p14:nvContentPartPr>
              <p14:xfrm>
                <a:off x="2819235" y="1747650"/>
                <a:ext cx="36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D3D903-303F-E7AF-AC52-127EEB9006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810595" y="17390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A8D7EE9-9623-F4E6-3B6A-70D3327F6B9D}"/>
                    </a:ext>
                  </a:extLst>
                </p14:cNvPr>
                <p14:cNvContentPartPr/>
                <p14:nvPr/>
              </p14:nvContentPartPr>
              <p14:xfrm>
                <a:off x="2862795" y="1792650"/>
                <a:ext cx="153000" cy="356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A8D7EE9-9623-F4E6-3B6A-70D3327F6B9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853795" y="1784010"/>
                  <a:ext cx="1706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8CA5FA3-46F7-6809-64AB-867118D3AC33}"/>
                    </a:ext>
                  </a:extLst>
                </p14:cNvPr>
                <p14:cNvContentPartPr/>
                <p14:nvPr/>
              </p14:nvContentPartPr>
              <p14:xfrm>
                <a:off x="3005715" y="1947810"/>
                <a:ext cx="60480" cy="162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8CA5FA3-46F7-6809-64AB-867118D3AC3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997075" y="1939170"/>
                  <a:ext cx="78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47D148-514E-3737-7B20-FBC3286F0069}"/>
                    </a:ext>
                  </a:extLst>
                </p14:cNvPr>
                <p14:cNvContentPartPr/>
                <p14:nvPr/>
              </p14:nvContentPartPr>
              <p14:xfrm>
                <a:off x="3056835" y="1710930"/>
                <a:ext cx="268200" cy="375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447D148-514E-3737-7B20-FBC3286F006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048195" y="1702290"/>
                  <a:ext cx="285840" cy="39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6D4F874-6B08-DA0E-1AA6-CBE0BBE13983}"/>
                  </a:ext>
                </a:extLst>
              </p14:cNvPr>
              <p14:cNvContentPartPr/>
              <p14:nvPr/>
            </p14:nvContentPartPr>
            <p14:xfrm>
              <a:off x="504795" y="1659090"/>
              <a:ext cx="1083960" cy="597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6D4F874-6B08-DA0E-1AA6-CBE0BBE13983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95795" y="1650090"/>
                <a:ext cx="11016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F948016-3832-F1D4-E786-5550F77A07FE}"/>
                  </a:ext>
                </a:extLst>
              </p14:cNvPr>
              <p14:cNvContentPartPr/>
              <p14:nvPr/>
            </p14:nvContentPartPr>
            <p14:xfrm>
              <a:off x="999075" y="2599770"/>
              <a:ext cx="165240" cy="2746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F948016-3832-F1D4-E786-5550F77A07F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990435" y="2590770"/>
                <a:ext cx="1828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8B48260-6E65-1D62-9B89-BD3210C47D66}"/>
                  </a:ext>
                </a:extLst>
              </p14:cNvPr>
              <p14:cNvContentPartPr/>
              <p14:nvPr/>
            </p14:nvContentPartPr>
            <p14:xfrm>
              <a:off x="1369515" y="2892090"/>
              <a:ext cx="360" cy="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8B48260-6E65-1D62-9B89-BD3210C47D6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360875" y="288345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7FDF044-B849-7663-86B6-0C912C30F512}"/>
              </a:ext>
            </a:extLst>
          </p:cNvPr>
          <p:cNvGrpSpPr/>
          <p:nvPr/>
        </p:nvGrpSpPr>
        <p:grpSpPr>
          <a:xfrm>
            <a:off x="1791795" y="2357130"/>
            <a:ext cx="1292760" cy="617400"/>
            <a:chOff x="1791795" y="2357130"/>
            <a:chExt cx="129276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1E49ED-640C-29B9-8A94-460E88087F0C}"/>
                    </a:ext>
                  </a:extLst>
                </p14:cNvPr>
                <p14:cNvContentPartPr/>
                <p14:nvPr/>
              </p14:nvContentPartPr>
              <p14:xfrm>
                <a:off x="1791795" y="2397090"/>
                <a:ext cx="57960" cy="404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1E49ED-640C-29B9-8A94-460E88087F0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83155" y="2388090"/>
                  <a:ext cx="756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E25F183-7328-94C0-BA66-05A0A2AB97F4}"/>
                    </a:ext>
                  </a:extLst>
                </p14:cNvPr>
                <p14:cNvContentPartPr/>
                <p14:nvPr/>
              </p14:nvContentPartPr>
              <p14:xfrm>
                <a:off x="1802595" y="2357130"/>
                <a:ext cx="230400" cy="45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E25F183-7328-94C0-BA66-05A0A2AB97F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93955" y="2348490"/>
                  <a:ext cx="2480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F33AA6-F3F1-6F9C-F24C-AF31EEF43E5D}"/>
                    </a:ext>
                  </a:extLst>
                </p14:cNvPr>
                <p14:cNvContentPartPr/>
                <p14:nvPr/>
              </p14:nvContentPartPr>
              <p14:xfrm>
                <a:off x="2065035" y="2547930"/>
                <a:ext cx="587520" cy="426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F33AA6-F3F1-6F9C-F24C-AF31EEF43E5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56035" y="2538930"/>
                  <a:ext cx="6051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2F512B3-D16C-D685-B539-E7D755DE8D90}"/>
                    </a:ext>
                  </a:extLst>
                </p14:cNvPr>
                <p14:cNvContentPartPr/>
                <p14:nvPr/>
              </p14:nvContentPartPr>
              <p14:xfrm>
                <a:off x="2691435" y="2438490"/>
                <a:ext cx="174240" cy="392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2F512B3-D16C-D685-B539-E7D755DE8D9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82795" y="2429490"/>
                  <a:ext cx="1918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1FC0FF7-CA46-7C9B-57E9-4BEDE6D951CE}"/>
                    </a:ext>
                  </a:extLst>
                </p14:cNvPr>
                <p14:cNvContentPartPr/>
                <p14:nvPr/>
              </p14:nvContentPartPr>
              <p14:xfrm>
                <a:off x="3070875" y="2712450"/>
                <a:ext cx="13680" cy="18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FC0FF7-CA46-7C9B-57E9-4BEDE6D951C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61875" y="2703450"/>
                  <a:ext cx="3132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8637871-1EDA-193C-55AA-6259B8960802}"/>
                  </a:ext>
                </a:extLst>
              </p14:cNvPr>
              <p14:cNvContentPartPr/>
              <p14:nvPr/>
            </p14:nvContentPartPr>
            <p14:xfrm>
              <a:off x="1093035" y="3125730"/>
              <a:ext cx="159120" cy="228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8637871-1EDA-193C-55AA-6259B896080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84035" y="3117090"/>
                <a:ext cx="1767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0F36C68-5653-2CD9-C2C9-20436FA22B18}"/>
                  </a:ext>
                </a:extLst>
              </p14:cNvPr>
              <p14:cNvContentPartPr/>
              <p14:nvPr/>
            </p14:nvContentPartPr>
            <p14:xfrm>
              <a:off x="1467075" y="3308970"/>
              <a:ext cx="19440" cy="208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0F36C68-5653-2CD9-C2C9-20436FA22B1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458435" y="3299970"/>
                <a:ext cx="370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A917CC3-1DD8-6DDA-A4EE-CC0E52A99666}"/>
              </a:ext>
            </a:extLst>
          </p:cNvPr>
          <p:cNvGrpSpPr/>
          <p:nvPr/>
        </p:nvGrpSpPr>
        <p:grpSpPr>
          <a:xfrm>
            <a:off x="1897995" y="2983890"/>
            <a:ext cx="965160" cy="522720"/>
            <a:chOff x="1897995" y="2983890"/>
            <a:chExt cx="96516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9F09EBE-9770-D4C9-C800-FB55A95A31F0}"/>
                    </a:ext>
                  </a:extLst>
                </p14:cNvPr>
                <p14:cNvContentPartPr/>
                <p14:nvPr/>
              </p14:nvContentPartPr>
              <p14:xfrm>
                <a:off x="1897995" y="2983890"/>
                <a:ext cx="214200" cy="384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9F09EBE-9770-D4C9-C800-FB55A95A31F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88995" y="2975250"/>
                  <a:ext cx="2318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4B25A8C-91BA-115F-41A7-5915DABABEAE}"/>
                    </a:ext>
                  </a:extLst>
                </p14:cNvPr>
                <p14:cNvContentPartPr/>
                <p14:nvPr/>
              </p14:nvContentPartPr>
              <p14:xfrm>
                <a:off x="2111835" y="3125010"/>
                <a:ext cx="278280" cy="213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4B25A8C-91BA-115F-41A7-5915DABABE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03195" y="3116370"/>
                  <a:ext cx="295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97F8110-57F7-2532-1770-25CE881997D6}"/>
                    </a:ext>
                  </a:extLst>
                </p14:cNvPr>
                <p14:cNvContentPartPr/>
                <p14:nvPr/>
              </p14:nvContentPartPr>
              <p14:xfrm>
                <a:off x="2431875" y="3136890"/>
                <a:ext cx="263520" cy="369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97F8110-57F7-2532-1770-25CE881997D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23235" y="3127890"/>
                  <a:ext cx="2811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44E7FA-924D-60D5-F918-91D8820BD20C}"/>
                    </a:ext>
                  </a:extLst>
                </p14:cNvPr>
                <p14:cNvContentPartPr/>
                <p14:nvPr/>
              </p14:nvContentPartPr>
              <p14:xfrm>
                <a:off x="2732835" y="3029610"/>
                <a:ext cx="43560" cy="32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44E7FA-924D-60D5-F918-91D8820BD20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23835" y="3020610"/>
                  <a:ext cx="612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CFF3926-0F4B-8758-1523-DC904B9C922D}"/>
                    </a:ext>
                  </a:extLst>
                </p14:cNvPr>
                <p14:cNvContentPartPr/>
                <p14:nvPr/>
              </p14:nvContentPartPr>
              <p14:xfrm>
                <a:off x="2735355" y="3139050"/>
                <a:ext cx="127800" cy="161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CFF3926-0F4B-8758-1523-DC904B9C92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26355" y="3130050"/>
                  <a:ext cx="14544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5ECFEE7-4740-209D-3189-4A1A07CDA71B}"/>
                  </a:ext>
                </a:extLst>
              </p14:cNvPr>
              <p14:cNvContentPartPr/>
              <p14:nvPr/>
            </p14:nvContentPartPr>
            <p14:xfrm>
              <a:off x="3134595" y="3253890"/>
              <a:ext cx="360" cy="25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5ECFEE7-4740-209D-3189-4A1A07CDA71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125595" y="3244890"/>
                <a:ext cx="1800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859B44A-6F3B-709C-9FA1-3128AA0C8F42}"/>
              </a:ext>
            </a:extLst>
          </p:cNvPr>
          <p:cNvGrpSpPr/>
          <p:nvPr/>
        </p:nvGrpSpPr>
        <p:grpSpPr>
          <a:xfrm>
            <a:off x="3516915" y="2218530"/>
            <a:ext cx="2373120" cy="1282680"/>
            <a:chOff x="3516915" y="2218530"/>
            <a:chExt cx="2373120" cy="12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FD2DC26-3F35-9C01-60C7-B395452B036F}"/>
                    </a:ext>
                  </a:extLst>
                </p14:cNvPr>
                <p14:cNvContentPartPr/>
                <p14:nvPr/>
              </p14:nvContentPartPr>
              <p14:xfrm>
                <a:off x="3516915" y="2353170"/>
                <a:ext cx="27000" cy="398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FD2DC26-3F35-9C01-60C7-B395452B036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508275" y="2344530"/>
                  <a:ext cx="44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C925B5A-AEF2-C401-A499-42D61FD3E0BD}"/>
                    </a:ext>
                  </a:extLst>
                </p14:cNvPr>
                <p14:cNvContentPartPr/>
                <p14:nvPr/>
              </p14:nvContentPartPr>
              <p14:xfrm>
                <a:off x="3532035" y="2406090"/>
                <a:ext cx="365760" cy="353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C925B5A-AEF2-C401-A499-42D61FD3E0B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523395" y="2397090"/>
                  <a:ext cx="3834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6534DD-D4B1-2305-10CC-B0018191E46A}"/>
                    </a:ext>
                  </a:extLst>
                </p14:cNvPr>
                <p14:cNvContentPartPr/>
                <p14:nvPr/>
              </p14:nvContentPartPr>
              <p14:xfrm>
                <a:off x="3941355" y="2477370"/>
                <a:ext cx="260640" cy="295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36534DD-D4B1-2305-10CC-B0018191E46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932715" y="2468370"/>
                  <a:ext cx="2782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F0AB7BC-8E52-8C75-FCB9-9CE7F683B678}"/>
                    </a:ext>
                  </a:extLst>
                </p14:cNvPr>
                <p14:cNvContentPartPr/>
                <p14:nvPr/>
              </p14:nvContentPartPr>
              <p14:xfrm>
                <a:off x="4236555" y="2218530"/>
                <a:ext cx="171360" cy="468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F0AB7BC-8E52-8C75-FCB9-9CE7F683B67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27915" y="2209890"/>
                  <a:ext cx="1890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3A79755-8390-5CE4-71C1-D8C49A74F30E}"/>
                    </a:ext>
                  </a:extLst>
                </p14:cNvPr>
                <p14:cNvContentPartPr/>
                <p14:nvPr/>
              </p14:nvContentPartPr>
              <p14:xfrm>
                <a:off x="4436355" y="2467650"/>
                <a:ext cx="55800" cy="237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3A79755-8390-5CE4-71C1-D8C49A74F30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427355" y="2459010"/>
                  <a:ext cx="73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DEE859-7395-C0E6-F708-715BCF8D279E}"/>
                    </a:ext>
                  </a:extLst>
                </p14:cNvPr>
                <p14:cNvContentPartPr/>
                <p14:nvPr/>
              </p14:nvContentPartPr>
              <p14:xfrm>
                <a:off x="4447155" y="2343090"/>
                <a:ext cx="360" cy="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DEE859-7395-C0E6-F708-715BCF8D279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438155" y="2334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69E8FC0-3102-5FD2-3281-DD799305DD5A}"/>
                    </a:ext>
                  </a:extLst>
                </p14:cNvPr>
                <p14:cNvContentPartPr/>
                <p14:nvPr/>
              </p14:nvContentPartPr>
              <p14:xfrm>
                <a:off x="4527075" y="2474130"/>
                <a:ext cx="152280" cy="213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69E8FC0-3102-5FD2-3281-DD799305DD5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18435" y="2465490"/>
                  <a:ext cx="169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72E1FD9-DF56-D9B7-3139-E30061FAC4E1}"/>
                    </a:ext>
                  </a:extLst>
                </p14:cNvPr>
                <p14:cNvContentPartPr/>
                <p14:nvPr/>
              </p14:nvContentPartPr>
              <p14:xfrm>
                <a:off x="4716435" y="2401770"/>
                <a:ext cx="165240" cy="232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72E1FD9-DF56-D9B7-3139-E30061FAC4E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07795" y="2392770"/>
                  <a:ext cx="182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0828A19-81F8-D905-889B-C72DA0ACDC74}"/>
                    </a:ext>
                  </a:extLst>
                </p14:cNvPr>
                <p14:cNvContentPartPr/>
                <p14:nvPr/>
              </p14:nvContentPartPr>
              <p14:xfrm>
                <a:off x="4944675" y="2344170"/>
                <a:ext cx="187200" cy="275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0828A19-81F8-D905-889B-C72DA0ACDC7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36035" y="2335530"/>
                  <a:ext cx="204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8A88256-487F-0110-4254-B45D1A2B0E5F}"/>
                    </a:ext>
                  </a:extLst>
                </p14:cNvPr>
                <p14:cNvContentPartPr/>
                <p14:nvPr/>
              </p14:nvContentPartPr>
              <p14:xfrm>
                <a:off x="5122155" y="2366850"/>
                <a:ext cx="360" cy="4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8A88256-487F-0110-4254-B45D1A2B0E5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13155" y="2358210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1DDE04C-A0E9-B0CB-E020-9B0F38130E21}"/>
                    </a:ext>
                  </a:extLst>
                </p14:cNvPr>
                <p14:cNvContentPartPr/>
                <p14:nvPr/>
              </p14:nvContentPartPr>
              <p14:xfrm>
                <a:off x="5122155" y="2371170"/>
                <a:ext cx="172440" cy="273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1DDE04C-A0E9-B0CB-E020-9B0F38130E2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113155" y="2362530"/>
                  <a:ext cx="190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CD5BE10-D535-2595-F424-218CA436B2CE}"/>
                    </a:ext>
                  </a:extLst>
                </p14:cNvPr>
                <p14:cNvContentPartPr/>
                <p14:nvPr/>
              </p14:nvContentPartPr>
              <p14:xfrm>
                <a:off x="5362635" y="2403930"/>
                <a:ext cx="135000" cy="223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CD5BE10-D535-2595-F424-218CA436B2C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53995" y="2394930"/>
                  <a:ext cx="152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B1D7D8E-2A94-7178-6D47-8F0FA3544EBE}"/>
                    </a:ext>
                  </a:extLst>
                </p14:cNvPr>
                <p14:cNvContentPartPr/>
                <p14:nvPr/>
              </p14:nvContentPartPr>
              <p14:xfrm>
                <a:off x="5572155" y="2402850"/>
                <a:ext cx="139680" cy="162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B1D7D8E-2A94-7178-6D47-8F0FA3544EB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563155" y="2394210"/>
                  <a:ext cx="157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44F48FE-B944-5496-3238-B58C4DADBC04}"/>
                    </a:ext>
                  </a:extLst>
                </p14:cNvPr>
                <p14:cNvContentPartPr/>
                <p14:nvPr/>
              </p14:nvContentPartPr>
              <p14:xfrm>
                <a:off x="5694555" y="2228610"/>
                <a:ext cx="195480" cy="383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44F48FE-B944-5496-3238-B58C4DADBC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85915" y="2219610"/>
                  <a:ext cx="2131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F1EC2D9-6132-F8F4-E1A4-E10FCA437ACC}"/>
                    </a:ext>
                  </a:extLst>
                </p14:cNvPr>
                <p14:cNvContentPartPr/>
                <p14:nvPr/>
              </p14:nvContentPartPr>
              <p14:xfrm>
                <a:off x="3568395" y="2884170"/>
                <a:ext cx="142560" cy="398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F1EC2D9-6132-F8F4-E1A4-E10FCA437A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59755" y="2875530"/>
                  <a:ext cx="1602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9285AEB-2456-7A7A-E165-D64B26BF2A30}"/>
                    </a:ext>
                  </a:extLst>
                </p14:cNvPr>
                <p14:cNvContentPartPr/>
                <p14:nvPr/>
              </p14:nvContentPartPr>
              <p14:xfrm>
                <a:off x="3780795" y="2967690"/>
                <a:ext cx="177120" cy="256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9285AEB-2456-7A7A-E165-D64B26BF2A3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71795" y="2959050"/>
                  <a:ext cx="1947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B9DDE17-BC4D-5D6C-DF28-E3E658391E1B}"/>
                    </a:ext>
                  </a:extLst>
                </p14:cNvPr>
                <p14:cNvContentPartPr/>
                <p14:nvPr/>
              </p14:nvContentPartPr>
              <p14:xfrm>
                <a:off x="3945315" y="2979570"/>
                <a:ext cx="178200" cy="521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B9DDE17-BC4D-5D6C-DF28-E3E658391E1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36675" y="2970930"/>
                  <a:ext cx="1958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F1839B7-FFB7-A5FA-C946-6C937995BD8C}"/>
                    </a:ext>
                  </a:extLst>
                </p14:cNvPr>
                <p14:cNvContentPartPr/>
                <p14:nvPr/>
              </p14:nvContentPartPr>
              <p14:xfrm>
                <a:off x="4137915" y="2986410"/>
                <a:ext cx="102600" cy="187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F1839B7-FFB7-A5FA-C946-6C937995BD8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29275" y="2977410"/>
                  <a:ext cx="120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2BDC151-366C-0ACD-BDE2-18DE62BCC9D7}"/>
                    </a:ext>
                  </a:extLst>
                </p14:cNvPr>
                <p14:cNvContentPartPr/>
                <p14:nvPr/>
              </p14:nvContentPartPr>
              <p14:xfrm>
                <a:off x="4305315" y="2959050"/>
                <a:ext cx="115920" cy="209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2BDC151-366C-0ACD-BDE2-18DE62BCC9D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296315" y="2950410"/>
                  <a:ext cx="133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71BD5AE-2E05-404E-E033-E91E17E386DC}"/>
                    </a:ext>
                  </a:extLst>
                </p14:cNvPr>
                <p14:cNvContentPartPr/>
                <p14:nvPr/>
              </p14:nvContentPartPr>
              <p14:xfrm>
                <a:off x="4444635" y="2991810"/>
                <a:ext cx="28080" cy="191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71BD5AE-2E05-404E-E033-E91E17E386D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35995" y="2982810"/>
                  <a:ext cx="45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0686A06-E4EB-984C-3EBA-43192369BFEC}"/>
                    </a:ext>
                  </a:extLst>
                </p14:cNvPr>
                <p14:cNvContentPartPr/>
                <p14:nvPr/>
              </p14:nvContentPartPr>
              <p14:xfrm>
                <a:off x="4444635" y="2952570"/>
                <a:ext cx="151920" cy="153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0686A06-E4EB-984C-3EBA-43192369BFE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35995" y="2943930"/>
                  <a:ext cx="169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57ECCA3-7D5D-8174-DED5-E39F4F651BBD}"/>
                    </a:ext>
                  </a:extLst>
                </p14:cNvPr>
                <p14:cNvContentPartPr/>
                <p14:nvPr/>
              </p14:nvContentPartPr>
              <p14:xfrm>
                <a:off x="4667115" y="2802090"/>
                <a:ext cx="25920" cy="400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57ECCA3-7D5D-8174-DED5-E39F4F651B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58475" y="2793450"/>
                  <a:ext cx="435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5A8F108-9628-D2D3-2AF1-6B7D9C6B667D}"/>
                    </a:ext>
                  </a:extLst>
                </p14:cNvPr>
                <p14:cNvContentPartPr/>
                <p14:nvPr/>
              </p14:nvContentPartPr>
              <p14:xfrm>
                <a:off x="4627515" y="2979930"/>
                <a:ext cx="217080" cy="145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5A8F108-9628-D2D3-2AF1-6B7D9C6B667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8875" y="2970930"/>
                  <a:ext cx="234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F7B1281-7927-7BE9-D152-A27DCF7DCBF6}"/>
                    </a:ext>
                  </a:extLst>
                </p14:cNvPr>
                <p14:cNvContentPartPr/>
                <p14:nvPr/>
              </p14:nvContentPartPr>
              <p14:xfrm>
                <a:off x="4873035" y="2858610"/>
                <a:ext cx="360" cy="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F7B1281-7927-7BE9-D152-A27DCF7DCBF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64035" y="28496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A10CA87-8193-9411-9E55-ABDF7AF2EE2A}"/>
                    </a:ext>
                  </a:extLst>
                </p14:cNvPr>
                <p14:cNvContentPartPr/>
                <p14:nvPr/>
              </p14:nvContentPartPr>
              <p14:xfrm>
                <a:off x="4918035" y="2940690"/>
                <a:ext cx="106920" cy="214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A10CA87-8193-9411-9E55-ABDF7AF2EE2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909035" y="2931690"/>
                  <a:ext cx="124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3CE6674-F814-6261-EAE1-CCAF055D3B98}"/>
                    </a:ext>
                  </a:extLst>
                </p14:cNvPr>
                <p14:cNvContentPartPr/>
                <p14:nvPr/>
              </p14:nvContentPartPr>
              <p14:xfrm>
                <a:off x="5046195" y="2989650"/>
                <a:ext cx="23040" cy="117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3CE6674-F814-6261-EAE1-CCAF055D3B9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037555" y="2980650"/>
                  <a:ext cx="4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4AAFC19-5288-D24A-378C-7137E2EBFB00}"/>
                    </a:ext>
                  </a:extLst>
                </p14:cNvPr>
                <p14:cNvContentPartPr/>
                <p14:nvPr/>
              </p14:nvContentPartPr>
              <p14:xfrm>
                <a:off x="5027115" y="2801010"/>
                <a:ext cx="154440" cy="406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4AAFC19-5288-D24A-378C-7137E2EBFB0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18115" y="2792370"/>
                  <a:ext cx="172080" cy="42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5F80266-0EDA-88BB-3703-DC684AA9614F}"/>
                  </a:ext>
                </a:extLst>
              </p14:cNvPr>
              <p14:cNvContentPartPr/>
              <p14:nvPr/>
            </p14:nvContentPartPr>
            <p14:xfrm>
              <a:off x="324075" y="3513450"/>
              <a:ext cx="10080" cy="795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5F80266-0EDA-88BB-3703-DC684AA9614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15435" y="3504810"/>
                <a:ext cx="2772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E33B161-3A81-8B37-CB69-E03F0B76552A}"/>
              </a:ext>
            </a:extLst>
          </p:cNvPr>
          <p:cNvGrpSpPr/>
          <p:nvPr/>
        </p:nvGrpSpPr>
        <p:grpSpPr>
          <a:xfrm>
            <a:off x="5003715" y="3641250"/>
            <a:ext cx="1872720" cy="767880"/>
            <a:chOff x="5003715" y="3641250"/>
            <a:chExt cx="1872720" cy="7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69C79C6-619F-085A-96C0-52B610856067}"/>
                    </a:ext>
                  </a:extLst>
                </p14:cNvPr>
                <p14:cNvContentPartPr/>
                <p14:nvPr/>
              </p14:nvContentPartPr>
              <p14:xfrm>
                <a:off x="5107035" y="3731250"/>
                <a:ext cx="3240" cy="10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69C79C6-619F-085A-96C0-52B61085606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098395" y="3722250"/>
                  <a:ext cx="20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0CDA912-A1B6-8D77-BBCE-A0BF96805B9F}"/>
                    </a:ext>
                  </a:extLst>
                </p14:cNvPr>
                <p14:cNvContentPartPr/>
                <p14:nvPr/>
              </p14:nvContentPartPr>
              <p14:xfrm>
                <a:off x="5003715" y="3910890"/>
                <a:ext cx="148320" cy="498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0CDA912-A1B6-8D77-BBCE-A0BF96805B9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995075" y="3902250"/>
                  <a:ext cx="1659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398FA17-91EB-C664-1B25-3BB3D3ED60F8}"/>
                    </a:ext>
                  </a:extLst>
                </p14:cNvPr>
                <p14:cNvContentPartPr/>
                <p14:nvPr/>
              </p14:nvContentPartPr>
              <p14:xfrm>
                <a:off x="5188035" y="3924930"/>
                <a:ext cx="25560" cy="110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398FA17-91EB-C664-1B25-3BB3D3ED60F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179395" y="3916290"/>
                  <a:ext cx="43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B896084-77B1-E3D0-A4F8-334890BD7B61}"/>
                    </a:ext>
                  </a:extLst>
                </p14:cNvPr>
                <p14:cNvContentPartPr/>
                <p14:nvPr/>
              </p14:nvContentPartPr>
              <p14:xfrm>
                <a:off x="5204955" y="3766890"/>
                <a:ext cx="36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B896084-77B1-E3D0-A4F8-334890BD7B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96315" y="37582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54E3ACD-0FA2-125D-8493-DDB5E6B83EE1}"/>
                    </a:ext>
                  </a:extLst>
                </p14:cNvPr>
                <p14:cNvContentPartPr/>
                <p14:nvPr/>
              </p14:nvContentPartPr>
              <p14:xfrm>
                <a:off x="5289915" y="3712890"/>
                <a:ext cx="36720" cy="366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54E3ACD-0FA2-125D-8493-DDB5E6B83EE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81275" y="3703890"/>
                  <a:ext cx="543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EC5BCDB-A5FD-66C3-C014-9024B29EB192}"/>
                    </a:ext>
                  </a:extLst>
                </p14:cNvPr>
                <p14:cNvContentPartPr/>
                <p14:nvPr/>
              </p14:nvContentPartPr>
              <p14:xfrm>
                <a:off x="5263995" y="3865530"/>
                <a:ext cx="140040" cy="20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EC5BCDB-A5FD-66C3-C014-9024B29EB19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255355" y="3856530"/>
                  <a:ext cx="157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F8338E-0FA7-D691-AFDA-4AC833A566C8}"/>
                    </a:ext>
                  </a:extLst>
                </p14:cNvPr>
                <p14:cNvContentPartPr/>
                <p14:nvPr/>
              </p14:nvContentPartPr>
              <p14:xfrm>
                <a:off x="5452995" y="3901170"/>
                <a:ext cx="108720" cy="182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F8338E-0FA7-D691-AFDA-4AC833A566C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43995" y="3892530"/>
                  <a:ext cx="126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D5C7FB-4522-576E-BB10-AF9C248A16F6}"/>
                    </a:ext>
                  </a:extLst>
                </p14:cNvPr>
                <p14:cNvContentPartPr/>
                <p14:nvPr/>
              </p14:nvContentPartPr>
              <p14:xfrm>
                <a:off x="5715075" y="3822330"/>
                <a:ext cx="149040" cy="2142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D5C7FB-4522-576E-BB10-AF9C248A16F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06435" y="3813330"/>
                  <a:ext cx="166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57FE4B9-24FE-6A66-2C5B-DFB0A6EB141C}"/>
                    </a:ext>
                  </a:extLst>
                </p14:cNvPr>
                <p14:cNvContentPartPr/>
                <p14:nvPr/>
              </p14:nvContentPartPr>
              <p14:xfrm>
                <a:off x="6006315" y="3789570"/>
                <a:ext cx="130680" cy="227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57FE4B9-24FE-6A66-2C5B-DFB0A6EB14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97315" y="3780930"/>
                  <a:ext cx="148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FDD1478-38F0-4486-3030-6D417ECF0B02}"/>
                    </a:ext>
                  </a:extLst>
                </p14:cNvPr>
                <p14:cNvContentPartPr/>
                <p14:nvPr/>
              </p14:nvContentPartPr>
              <p14:xfrm>
                <a:off x="6221235" y="3694530"/>
                <a:ext cx="37080" cy="352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FDD1478-38F0-4486-3030-6D417ECF0B0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12235" y="3685530"/>
                  <a:ext cx="547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25EC58F-10CA-725D-27CE-D12CA3299B6A}"/>
                    </a:ext>
                  </a:extLst>
                </p14:cNvPr>
                <p14:cNvContentPartPr/>
                <p14:nvPr/>
              </p14:nvContentPartPr>
              <p14:xfrm>
                <a:off x="6175875" y="3827730"/>
                <a:ext cx="132840" cy="176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25EC58F-10CA-725D-27CE-D12CA3299B6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67235" y="3818730"/>
                  <a:ext cx="150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FB802D5-4905-A495-CD91-A48F9D3746D3}"/>
                    </a:ext>
                  </a:extLst>
                </p14:cNvPr>
                <p14:cNvContentPartPr/>
                <p14:nvPr/>
              </p14:nvContentPartPr>
              <p14:xfrm>
                <a:off x="6347955" y="3762210"/>
                <a:ext cx="141120" cy="398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FB802D5-4905-A495-CD91-A48F9D3746D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339315" y="3753210"/>
                  <a:ext cx="1587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437C117-D5C2-21DC-3642-ECF1CA8C6ECB}"/>
                    </a:ext>
                  </a:extLst>
                </p14:cNvPr>
                <p14:cNvContentPartPr/>
                <p14:nvPr/>
              </p14:nvContentPartPr>
              <p14:xfrm>
                <a:off x="6565755" y="3752850"/>
                <a:ext cx="105120" cy="185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437C117-D5C2-21DC-3642-ECF1CA8C6EC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556755" y="3744210"/>
                  <a:ext cx="122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BD1C7F1-2345-EE41-5926-E16B8A6E6A42}"/>
                    </a:ext>
                  </a:extLst>
                </p14:cNvPr>
                <p14:cNvContentPartPr/>
                <p14:nvPr/>
              </p14:nvContentPartPr>
              <p14:xfrm>
                <a:off x="6664395" y="3641250"/>
                <a:ext cx="212040" cy="3571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BD1C7F1-2345-EE41-5926-E16B8A6E6A4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55395" y="3632610"/>
                  <a:ext cx="22968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BE222F2-9622-65C2-3D4E-2B661A021A64}"/>
              </a:ext>
            </a:extLst>
          </p:cNvPr>
          <p:cNvGrpSpPr/>
          <p:nvPr/>
        </p:nvGrpSpPr>
        <p:grpSpPr>
          <a:xfrm>
            <a:off x="242355" y="3789570"/>
            <a:ext cx="4551840" cy="1366920"/>
            <a:chOff x="242355" y="3789570"/>
            <a:chExt cx="4551840" cy="13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241D0ED-2992-F136-A839-21C7CD48497D}"/>
                    </a:ext>
                  </a:extLst>
                </p14:cNvPr>
                <p14:cNvContentPartPr/>
                <p14:nvPr/>
              </p14:nvContentPartPr>
              <p14:xfrm>
                <a:off x="242355" y="4058130"/>
                <a:ext cx="112320" cy="257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241D0ED-2992-F136-A839-21C7CD48497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33715" y="4049490"/>
                  <a:ext cx="129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743369-0EAF-4AFE-71DA-14023641E637}"/>
                    </a:ext>
                  </a:extLst>
                </p14:cNvPr>
                <p14:cNvContentPartPr/>
                <p14:nvPr/>
              </p14:nvContentPartPr>
              <p14:xfrm>
                <a:off x="505875" y="4209690"/>
                <a:ext cx="360" cy="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743369-0EAF-4AFE-71DA-14023641E6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6875" y="4201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248AA06-749F-FDAA-A658-658F39CAABDB}"/>
                    </a:ext>
                  </a:extLst>
                </p14:cNvPr>
                <p14:cNvContentPartPr/>
                <p14:nvPr/>
              </p14:nvContentPartPr>
              <p14:xfrm>
                <a:off x="312195" y="3927450"/>
                <a:ext cx="274680" cy="370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248AA06-749F-FDAA-A658-658F39CAABD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03195" y="3918450"/>
                  <a:ext cx="292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091854-9D5B-B8E1-39E6-B3FE1646A30D}"/>
                    </a:ext>
                  </a:extLst>
                </p14:cNvPr>
                <p14:cNvContentPartPr/>
                <p14:nvPr/>
              </p14:nvContentPartPr>
              <p14:xfrm>
                <a:off x="604515" y="4070010"/>
                <a:ext cx="571320" cy="519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091854-9D5B-B8E1-39E6-B3FE1646A30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5515" y="4061370"/>
                  <a:ext cx="58896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6033958-0575-DD84-6F73-6CA5F194EA89}"/>
                    </a:ext>
                  </a:extLst>
                </p14:cNvPr>
                <p14:cNvContentPartPr/>
                <p14:nvPr/>
              </p14:nvContentPartPr>
              <p14:xfrm>
                <a:off x="1214355" y="4008090"/>
                <a:ext cx="131760" cy="353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6033958-0575-DD84-6F73-6CA5F194EA8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205355" y="3999090"/>
                  <a:ext cx="1494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6C74218-5517-A4EF-5DC4-7084B3C1C947}"/>
                    </a:ext>
                  </a:extLst>
                </p14:cNvPr>
                <p14:cNvContentPartPr/>
                <p14:nvPr/>
              </p14:nvContentPartPr>
              <p14:xfrm>
                <a:off x="1081875" y="4061010"/>
                <a:ext cx="46440" cy="159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6C74218-5517-A4EF-5DC4-7084B3C1C94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73235" y="4052370"/>
                  <a:ext cx="64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835503A-D9C4-F3BA-C244-0FC2C38BDA80}"/>
                    </a:ext>
                  </a:extLst>
                </p14:cNvPr>
                <p14:cNvContentPartPr/>
                <p14:nvPr/>
              </p14:nvContentPartPr>
              <p14:xfrm>
                <a:off x="1586595" y="3922770"/>
                <a:ext cx="27720" cy="440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835503A-D9C4-F3BA-C244-0FC2C38BDA8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577595" y="3913770"/>
                  <a:ext cx="453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40CA1F-AA80-E3AA-7E5B-A82845940B75}"/>
                    </a:ext>
                  </a:extLst>
                </p14:cNvPr>
                <p14:cNvContentPartPr/>
                <p14:nvPr/>
              </p14:nvContentPartPr>
              <p14:xfrm>
                <a:off x="1605675" y="3920970"/>
                <a:ext cx="399960" cy="369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40CA1F-AA80-E3AA-7E5B-A82845940B7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597035" y="3911970"/>
                  <a:ext cx="4176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E7F7045-1150-7D10-0766-FD692149E3FB}"/>
                    </a:ext>
                  </a:extLst>
                </p14:cNvPr>
                <p14:cNvContentPartPr/>
                <p14:nvPr/>
              </p14:nvContentPartPr>
              <p14:xfrm>
                <a:off x="2079435" y="4046610"/>
                <a:ext cx="299160" cy="262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E7F7045-1150-7D10-0766-FD692149E3F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70795" y="4037610"/>
                  <a:ext cx="316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27625C1-FCBB-1CFB-515A-AE3C7C6128E6}"/>
                    </a:ext>
                  </a:extLst>
                </p14:cNvPr>
                <p14:cNvContentPartPr/>
                <p14:nvPr/>
              </p14:nvContentPartPr>
              <p14:xfrm>
                <a:off x="2442675" y="3849690"/>
                <a:ext cx="102600" cy="490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27625C1-FCBB-1CFB-515A-AE3C7C6128E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434035" y="3841050"/>
                  <a:ext cx="12024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4590B8F-8BE8-C862-4300-A58D6FD1DB0B}"/>
                    </a:ext>
                  </a:extLst>
                </p14:cNvPr>
                <p14:cNvContentPartPr/>
                <p14:nvPr/>
              </p14:nvContentPartPr>
              <p14:xfrm>
                <a:off x="2692515" y="4068930"/>
                <a:ext cx="9360" cy="18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4590B8F-8BE8-C862-4300-A58D6FD1DB0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683875" y="4060290"/>
                  <a:ext cx="27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870A871-D288-8648-8D41-447EBDA01A6C}"/>
                    </a:ext>
                  </a:extLst>
                </p14:cNvPr>
                <p14:cNvContentPartPr/>
                <p14:nvPr/>
              </p14:nvContentPartPr>
              <p14:xfrm>
                <a:off x="2648595" y="3957330"/>
                <a:ext cx="36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870A871-D288-8648-8D41-447EBDA01A6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39595" y="3948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775FAFD-6F65-CFE1-59EE-D5A385089757}"/>
                    </a:ext>
                  </a:extLst>
                </p14:cNvPr>
                <p14:cNvContentPartPr/>
                <p14:nvPr/>
              </p14:nvContentPartPr>
              <p14:xfrm>
                <a:off x="2788275" y="4027890"/>
                <a:ext cx="151200" cy="240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775FAFD-6F65-CFE1-59EE-D5A38508975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79275" y="4018890"/>
                  <a:ext cx="168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F050AF6-759D-4BAD-2A07-A6139E28A501}"/>
                    </a:ext>
                  </a:extLst>
                </p14:cNvPr>
                <p14:cNvContentPartPr/>
                <p14:nvPr/>
              </p14:nvContentPartPr>
              <p14:xfrm>
                <a:off x="3037035" y="3989370"/>
                <a:ext cx="154800" cy="252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F050AF6-759D-4BAD-2A07-A6139E28A5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028035" y="3980370"/>
                  <a:ext cx="172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F53622E-F3D6-8A7F-2652-9A57A6BBFC29}"/>
                    </a:ext>
                  </a:extLst>
                </p14:cNvPr>
                <p14:cNvContentPartPr/>
                <p14:nvPr/>
              </p14:nvContentPartPr>
              <p14:xfrm>
                <a:off x="3256995" y="3955170"/>
                <a:ext cx="190440" cy="241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F53622E-F3D6-8A7F-2652-9A57A6BBFC2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248355" y="3946530"/>
                  <a:ext cx="208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EAD8EB-E0EE-735B-4603-8622D1FA7876}"/>
                    </a:ext>
                  </a:extLst>
                </p14:cNvPr>
                <p14:cNvContentPartPr/>
                <p14:nvPr/>
              </p14:nvContentPartPr>
              <p14:xfrm>
                <a:off x="3393075" y="3937890"/>
                <a:ext cx="360" cy="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EAD8EB-E0EE-735B-4603-8622D1FA78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84435" y="39292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8AE3B6-C2B8-6311-38BD-FDAEF4665FF7}"/>
                    </a:ext>
                  </a:extLst>
                </p14:cNvPr>
                <p14:cNvContentPartPr/>
                <p14:nvPr/>
              </p14:nvContentPartPr>
              <p14:xfrm>
                <a:off x="3483435" y="4013850"/>
                <a:ext cx="93240" cy="200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8AE3B6-C2B8-6311-38BD-FDAEF4665FF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474795" y="4004850"/>
                  <a:ext cx="110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9B8A16B-AFCB-85A2-523A-38E4A513D262}"/>
                    </a:ext>
                  </a:extLst>
                </p14:cNvPr>
                <p14:cNvContentPartPr/>
                <p14:nvPr/>
              </p14:nvContentPartPr>
              <p14:xfrm>
                <a:off x="3641115" y="3945090"/>
                <a:ext cx="115920" cy="285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9B8A16B-AFCB-85A2-523A-38E4A513D26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632115" y="3936090"/>
                  <a:ext cx="133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4651C08-39A1-850B-DD72-90F68E45585C}"/>
                    </a:ext>
                  </a:extLst>
                </p14:cNvPr>
                <p14:cNvContentPartPr/>
                <p14:nvPr/>
              </p14:nvContentPartPr>
              <p14:xfrm>
                <a:off x="3809595" y="3789570"/>
                <a:ext cx="281880" cy="416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4651C08-39A1-850B-DD72-90F68E45585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800595" y="3780930"/>
                  <a:ext cx="2995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1300DDD-4B55-8B0D-940E-DBF0F8698449}"/>
                    </a:ext>
                  </a:extLst>
                </p14:cNvPr>
                <p14:cNvContentPartPr/>
                <p14:nvPr/>
              </p14:nvContentPartPr>
              <p14:xfrm>
                <a:off x="4482075" y="4081890"/>
                <a:ext cx="145440" cy="24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1300DDD-4B55-8B0D-940E-DBF0F869844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473075" y="4073250"/>
                  <a:ext cx="163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8F210C-B8A4-BA57-ACFB-F481CB456ADE}"/>
                    </a:ext>
                  </a:extLst>
                </p14:cNvPr>
                <p14:cNvContentPartPr/>
                <p14:nvPr/>
              </p14:nvContentPartPr>
              <p14:xfrm>
                <a:off x="4459035" y="3982530"/>
                <a:ext cx="160200" cy="29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8F210C-B8A4-BA57-ACFB-F481CB456AD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450395" y="3973530"/>
                  <a:ext cx="177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D458F8-2CB4-9B12-CD9E-B366CB3FFEB9}"/>
                    </a:ext>
                  </a:extLst>
                </p14:cNvPr>
                <p14:cNvContentPartPr/>
                <p14:nvPr/>
              </p14:nvContentPartPr>
              <p14:xfrm>
                <a:off x="4546875" y="3890370"/>
                <a:ext cx="147240" cy="29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D458F8-2CB4-9B12-CD9E-B366CB3FFEB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538235" y="3881730"/>
                  <a:ext cx="164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D896DC8-C288-6558-1D8D-CB0FF895FC8C}"/>
                    </a:ext>
                  </a:extLst>
                </p14:cNvPr>
                <p14:cNvContentPartPr/>
                <p14:nvPr/>
              </p14:nvContentPartPr>
              <p14:xfrm>
                <a:off x="1453755" y="4603890"/>
                <a:ext cx="360" cy="7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D896DC8-C288-6558-1D8D-CB0FF895FC8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445115" y="4595250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40E431D-CC20-41CD-7DD6-92113A89445F}"/>
                    </a:ext>
                  </a:extLst>
                </p14:cNvPr>
                <p14:cNvContentPartPr/>
                <p14:nvPr/>
              </p14:nvContentPartPr>
              <p14:xfrm>
                <a:off x="1544835" y="4473930"/>
                <a:ext cx="53640" cy="543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40E431D-CC20-41CD-7DD6-92113A89445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536195" y="4464930"/>
                  <a:ext cx="712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52A1D47-284C-9417-AE4C-F3504A8EF133}"/>
                    </a:ext>
                  </a:extLst>
                </p14:cNvPr>
                <p14:cNvContentPartPr/>
                <p14:nvPr/>
              </p14:nvContentPartPr>
              <p14:xfrm>
                <a:off x="1465995" y="4756530"/>
                <a:ext cx="105120" cy="36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52A1D47-284C-9417-AE4C-F3504A8EF13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56995" y="4747890"/>
                  <a:ext cx="12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75503D0-7DF5-25CD-1743-56EB53CA9886}"/>
                    </a:ext>
                  </a:extLst>
                </p14:cNvPr>
                <p14:cNvContentPartPr/>
                <p14:nvPr/>
              </p14:nvContentPartPr>
              <p14:xfrm>
                <a:off x="1715475" y="4662210"/>
                <a:ext cx="123840" cy="231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75503D0-7DF5-25CD-1743-56EB53CA988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706835" y="4653570"/>
                  <a:ext cx="141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FAB5AA-E48D-C93D-B64A-F6AC756C353E}"/>
                    </a:ext>
                  </a:extLst>
                </p14:cNvPr>
                <p14:cNvContentPartPr/>
                <p14:nvPr/>
              </p14:nvContentPartPr>
              <p14:xfrm>
                <a:off x="1820955" y="4670850"/>
                <a:ext cx="174960" cy="220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FAB5AA-E48D-C93D-B64A-F6AC756C353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811955" y="4662210"/>
                  <a:ext cx="192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2054DA0-6C5A-9B10-8B25-0C2AC5367679}"/>
                    </a:ext>
                  </a:extLst>
                </p14:cNvPr>
                <p14:cNvContentPartPr/>
                <p14:nvPr/>
              </p14:nvContentPartPr>
              <p14:xfrm>
                <a:off x="1894035" y="4687410"/>
                <a:ext cx="140400" cy="395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2054DA0-6C5A-9B10-8B25-0C2AC536767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885035" y="4678410"/>
                  <a:ext cx="1580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1D40610-A963-5802-4ECC-A2CE6A30AE4F}"/>
                    </a:ext>
                  </a:extLst>
                </p14:cNvPr>
                <p14:cNvContentPartPr/>
                <p14:nvPr/>
              </p14:nvContentPartPr>
              <p14:xfrm>
                <a:off x="2072235" y="4695690"/>
                <a:ext cx="126720" cy="2008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1D40610-A963-5802-4ECC-A2CE6A30AE4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063595" y="4686690"/>
                  <a:ext cx="144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2579D24-AC92-53D8-C389-D9677586B78A}"/>
                    </a:ext>
                  </a:extLst>
                </p14:cNvPr>
                <p14:cNvContentPartPr/>
                <p14:nvPr/>
              </p14:nvContentPartPr>
              <p14:xfrm>
                <a:off x="2148195" y="4697850"/>
                <a:ext cx="210960" cy="165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2579D24-AC92-53D8-C389-D9677586B78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139195" y="4689210"/>
                  <a:ext cx="228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549171C-810E-C4D8-D4DC-70A66A735151}"/>
                    </a:ext>
                  </a:extLst>
                </p14:cNvPr>
                <p14:cNvContentPartPr/>
                <p14:nvPr/>
              </p14:nvContentPartPr>
              <p14:xfrm>
                <a:off x="2434395" y="4509210"/>
                <a:ext cx="40320" cy="350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549171C-810E-C4D8-D4DC-70A66A73515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425395" y="4500570"/>
                  <a:ext cx="579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53610F5-12C7-8EB3-5A4B-509A3BF04595}"/>
                    </a:ext>
                  </a:extLst>
                </p14:cNvPr>
                <p14:cNvContentPartPr/>
                <p14:nvPr/>
              </p14:nvContentPartPr>
              <p14:xfrm>
                <a:off x="2383995" y="4689570"/>
                <a:ext cx="224280" cy="233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53610F5-12C7-8EB3-5A4B-509A3BF0459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374995" y="4680570"/>
                  <a:ext cx="241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9D3941C-12D7-13E3-CD04-BEF20FB2BB58}"/>
                    </a:ext>
                  </a:extLst>
                </p14:cNvPr>
                <p14:cNvContentPartPr/>
                <p14:nvPr/>
              </p14:nvContentPartPr>
              <p14:xfrm>
                <a:off x="2684595" y="4664370"/>
                <a:ext cx="274680" cy="492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9D3941C-12D7-13E3-CD04-BEF20FB2BB5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675955" y="4655730"/>
                  <a:ext cx="2923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DC02506-1003-327A-3CF2-A5042E942A10}"/>
                    </a:ext>
                  </a:extLst>
                </p14:cNvPr>
                <p14:cNvContentPartPr/>
                <p14:nvPr/>
              </p14:nvContentPartPr>
              <p14:xfrm>
                <a:off x="3121275" y="4694970"/>
                <a:ext cx="139320" cy="389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DC02506-1003-327A-3CF2-A5042E942A1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112635" y="4686330"/>
                  <a:ext cx="156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58224F7-8D03-80DB-ED20-9B979940A742}"/>
                    </a:ext>
                  </a:extLst>
                </p14:cNvPr>
                <p14:cNvContentPartPr/>
                <p14:nvPr/>
              </p14:nvContentPartPr>
              <p14:xfrm>
                <a:off x="3353475" y="4510650"/>
                <a:ext cx="184680" cy="383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58224F7-8D03-80DB-ED20-9B979940A74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344475" y="4501650"/>
                  <a:ext cx="2023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A0C9A9-510C-2637-F47E-E41CB424BA8E}"/>
                    </a:ext>
                  </a:extLst>
                </p14:cNvPr>
                <p14:cNvContentPartPr/>
                <p14:nvPr/>
              </p14:nvContentPartPr>
              <p14:xfrm>
                <a:off x="3867915" y="4471770"/>
                <a:ext cx="14040" cy="339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A0C9A9-510C-2637-F47E-E41CB424BA8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858915" y="4463130"/>
                  <a:ext cx="31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3C50EBF-719A-70C7-5290-1CE785BD4976}"/>
                    </a:ext>
                  </a:extLst>
                </p14:cNvPr>
                <p14:cNvContentPartPr/>
                <p14:nvPr/>
              </p14:nvContentPartPr>
              <p14:xfrm>
                <a:off x="3978075" y="4558530"/>
                <a:ext cx="97200" cy="232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3C50EBF-719A-70C7-5290-1CE785BD497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969075" y="4549890"/>
                  <a:ext cx="114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01AD1DA-DE83-041C-193F-8BCEF174BD0F}"/>
                    </a:ext>
                  </a:extLst>
                </p14:cNvPr>
                <p14:cNvContentPartPr/>
                <p14:nvPr/>
              </p14:nvContentPartPr>
              <p14:xfrm>
                <a:off x="4141515" y="4590930"/>
                <a:ext cx="76680" cy="370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01AD1DA-DE83-041C-193F-8BCEF174BD0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132875" y="4581930"/>
                  <a:ext cx="94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9EDBDB4-24CF-294E-DE9E-6A4730DA4E2D}"/>
                    </a:ext>
                  </a:extLst>
                </p14:cNvPr>
                <p14:cNvContentPartPr/>
                <p14:nvPr/>
              </p14:nvContentPartPr>
              <p14:xfrm>
                <a:off x="4141515" y="4517850"/>
                <a:ext cx="187560" cy="194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9EDBDB4-24CF-294E-DE9E-6A4730DA4E2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132875" y="4509210"/>
                  <a:ext cx="205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6BE173A-99F6-3059-08B8-D0D5242B8184}"/>
                    </a:ext>
                  </a:extLst>
                </p14:cNvPr>
                <p14:cNvContentPartPr/>
                <p14:nvPr/>
              </p14:nvContentPartPr>
              <p14:xfrm>
                <a:off x="4382715" y="4536570"/>
                <a:ext cx="99720" cy="209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6BE173A-99F6-3059-08B8-D0D5242B818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373715" y="4527930"/>
                  <a:ext cx="117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F3BA233-1FDA-F8B4-018F-8D1F2C8F17B6}"/>
                    </a:ext>
                  </a:extLst>
                </p14:cNvPr>
                <p14:cNvContentPartPr/>
                <p14:nvPr/>
              </p14:nvContentPartPr>
              <p14:xfrm>
                <a:off x="4498995" y="4434690"/>
                <a:ext cx="295200" cy="333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F3BA233-1FDA-F8B4-018F-8D1F2C8F17B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489995" y="4425690"/>
                  <a:ext cx="31284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14F9C07-6A0B-01BB-4599-4D626B213B59}"/>
              </a:ext>
            </a:extLst>
          </p:cNvPr>
          <p:cNvGrpSpPr/>
          <p:nvPr/>
        </p:nvGrpSpPr>
        <p:grpSpPr>
          <a:xfrm>
            <a:off x="1532235" y="5384370"/>
            <a:ext cx="3138480" cy="920880"/>
            <a:chOff x="1532235" y="5384370"/>
            <a:chExt cx="3138480" cy="9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40F5D4F-467B-B729-CD4A-D87A3D9E7B6F}"/>
                    </a:ext>
                  </a:extLst>
                </p14:cNvPr>
                <p14:cNvContentPartPr/>
                <p14:nvPr/>
              </p14:nvContentPartPr>
              <p14:xfrm>
                <a:off x="2273835" y="5544930"/>
                <a:ext cx="20160" cy="738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40F5D4F-467B-B729-CD4A-D87A3D9E7B6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264835" y="5535930"/>
                  <a:ext cx="3780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D51D062-BB4B-1B51-B083-0C1F31666C44}"/>
                    </a:ext>
                  </a:extLst>
                </p14:cNvPr>
                <p14:cNvContentPartPr/>
                <p14:nvPr/>
              </p14:nvContentPartPr>
              <p14:xfrm>
                <a:off x="2281755" y="5475450"/>
                <a:ext cx="1423080" cy="829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D51D062-BB4B-1B51-B083-0C1F31666C4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272755" y="5466450"/>
                  <a:ext cx="144072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27806B6-2E13-FDF6-7230-DCBEDCABBBDF}"/>
                    </a:ext>
                  </a:extLst>
                </p14:cNvPr>
                <p14:cNvContentPartPr/>
                <p14:nvPr/>
              </p14:nvContentPartPr>
              <p14:xfrm>
                <a:off x="2312715" y="6225690"/>
                <a:ext cx="1354320" cy="26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27806B6-2E13-FDF6-7230-DCBEDCABBBD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04075" y="6217050"/>
                  <a:ext cx="1371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E758969-7CF3-FFF7-1E5A-7F9AED1B36DA}"/>
                    </a:ext>
                  </a:extLst>
                </p14:cNvPr>
                <p14:cNvContentPartPr/>
                <p14:nvPr/>
              </p14:nvContentPartPr>
              <p14:xfrm>
                <a:off x="3692955" y="5687850"/>
                <a:ext cx="977760" cy="212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E758969-7CF3-FFF7-1E5A-7F9AED1B36D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683955" y="5678850"/>
                  <a:ext cx="995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ED3E7BB-61C7-06FA-E5E3-D877FABFFFBB}"/>
                    </a:ext>
                  </a:extLst>
                </p14:cNvPr>
                <p14:cNvContentPartPr/>
                <p14:nvPr/>
              </p14:nvContentPartPr>
              <p14:xfrm>
                <a:off x="3940635" y="5435850"/>
                <a:ext cx="131040" cy="190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ED3E7BB-61C7-06FA-E5E3-D877FABFFFB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931635" y="5426850"/>
                  <a:ext cx="148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9718879-18D6-820F-5376-BEDA1A8AFC19}"/>
                    </a:ext>
                  </a:extLst>
                </p14:cNvPr>
                <p14:cNvContentPartPr/>
                <p14:nvPr/>
              </p14:nvContentPartPr>
              <p14:xfrm>
                <a:off x="4091115" y="5412450"/>
                <a:ext cx="114480" cy="1717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9718879-18D6-820F-5376-BEDA1A8AFC1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082475" y="5403810"/>
                  <a:ext cx="132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DBF8C4F-D8C5-ECCD-BF65-1FDB89FE4D59}"/>
                    </a:ext>
                  </a:extLst>
                </p14:cNvPr>
                <p14:cNvContentPartPr/>
                <p14:nvPr/>
              </p14:nvContentPartPr>
              <p14:xfrm>
                <a:off x="4298115" y="5410650"/>
                <a:ext cx="19440" cy="226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DBF8C4F-D8C5-ECCD-BF65-1FDB89FE4D5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289115" y="5401650"/>
                  <a:ext cx="370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C0449BB-CB69-1D87-D4E5-19E27A2EE53B}"/>
                    </a:ext>
                  </a:extLst>
                </p14:cNvPr>
                <p14:cNvContentPartPr/>
                <p14:nvPr/>
              </p14:nvContentPartPr>
              <p14:xfrm>
                <a:off x="4226835" y="5384370"/>
                <a:ext cx="195120" cy="208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C0449BB-CB69-1D87-D4E5-19E27A2EE53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218195" y="5375730"/>
                  <a:ext cx="212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90C156E-FD7F-30F2-9047-C11F93C08199}"/>
                    </a:ext>
                  </a:extLst>
                </p14:cNvPr>
                <p14:cNvContentPartPr/>
                <p14:nvPr/>
              </p14:nvContentPartPr>
              <p14:xfrm>
                <a:off x="1568235" y="5840490"/>
                <a:ext cx="712080" cy="8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90C156E-FD7F-30F2-9047-C11F93C0819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559235" y="5831850"/>
                  <a:ext cx="729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E7EE417-07F8-EFC1-2DFA-78F2C00F1DA9}"/>
                    </a:ext>
                  </a:extLst>
                </p14:cNvPr>
                <p14:cNvContentPartPr/>
                <p14:nvPr/>
              </p14:nvContentPartPr>
              <p14:xfrm>
                <a:off x="1532235" y="5466810"/>
                <a:ext cx="10080" cy="283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E7EE417-07F8-EFC1-2DFA-78F2C00F1DA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523235" y="5458170"/>
                  <a:ext cx="27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63A8A8E-D4E7-206B-DE7D-E90CE56F5D8F}"/>
                    </a:ext>
                  </a:extLst>
                </p14:cNvPr>
                <p14:cNvContentPartPr/>
                <p14:nvPr/>
              </p14:nvContentPartPr>
              <p14:xfrm>
                <a:off x="1625835" y="5461410"/>
                <a:ext cx="212040" cy="279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63A8A8E-D4E7-206B-DE7D-E90CE56F5D8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617195" y="5452770"/>
                  <a:ext cx="229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C08F6E5-BBB1-C7F5-F0C5-B85C309B4091}"/>
                    </a:ext>
                  </a:extLst>
                </p14:cNvPr>
                <p14:cNvContentPartPr/>
                <p14:nvPr/>
              </p14:nvContentPartPr>
              <p14:xfrm>
                <a:off x="1535115" y="5902050"/>
                <a:ext cx="66960" cy="194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C08F6E5-BBB1-C7F5-F0C5-B85C309B409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526475" y="5893050"/>
                  <a:ext cx="84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0BBE426-1059-55CF-41E9-E50818662D58}"/>
                    </a:ext>
                  </a:extLst>
                </p14:cNvPr>
                <p14:cNvContentPartPr/>
                <p14:nvPr/>
              </p14:nvContentPartPr>
              <p14:xfrm>
                <a:off x="1608915" y="5891250"/>
                <a:ext cx="82080" cy="163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0BBE426-1059-55CF-41E9-E50818662D5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600275" y="5882250"/>
                  <a:ext cx="99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4B4BD6A-12C9-5AFE-051F-A160C9AAAE13}"/>
                    </a:ext>
                  </a:extLst>
                </p14:cNvPr>
                <p14:cNvContentPartPr/>
                <p14:nvPr/>
              </p14:nvContentPartPr>
              <p14:xfrm>
                <a:off x="1675155" y="5883690"/>
                <a:ext cx="88200" cy="197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4B4BD6A-12C9-5AFE-051F-A160C9AAAE1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666515" y="5874690"/>
                  <a:ext cx="105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780B59E-020F-117C-BF71-695B6A67DE2E}"/>
                    </a:ext>
                  </a:extLst>
                </p14:cNvPr>
                <p14:cNvContentPartPr/>
                <p14:nvPr/>
              </p14:nvContentPartPr>
              <p14:xfrm>
                <a:off x="1621155" y="5989890"/>
                <a:ext cx="120600" cy="24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780B59E-020F-117C-BF71-695B6A67DE2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612155" y="5980890"/>
                  <a:ext cx="138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0452E02-7240-2B38-1DD5-5BFA73C4BB2F}"/>
                    </a:ext>
                  </a:extLst>
                </p14:cNvPr>
                <p14:cNvContentPartPr/>
                <p14:nvPr/>
              </p14:nvContentPartPr>
              <p14:xfrm>
                <a:off x="1782435" y="5907450"/>
                <a:ext cx="105840" cy="177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0452E02-7240-2B38-1DD5-5BFA73C4BB2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773435" y="5898810"/>
                  <a:ext cx="123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09F87E-4E04-9C4F-51CC-80D3CB757EEB}"/>
                    </a:ext>
                  </a:extLst>
                </p14:cNvPr>
                <p14:cNvContentPartPr/>
                <p14:nvPr/>
              </p14:nvContentPartPr>
              <p14:xfrm>
                <a:off x="1766595" y="5873970"/>
                <a:ext cx="6480" cy="28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09F87E-4E04-9C4F-51CC-80D3CB757EE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757955" y="5864970"/>
                  <a:ext cx="24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318E2B5-478E-E7FF-B4B3-1108EE3C68D1}"/>
                    </a:ext>
                  </a:extLst>
                </p14:cNvPr>
                <p14:cNvContentPartPr/>
                <p14:nvPr/>
              </p14:nvContentPartPr>
              <p14:xfrm>
                <a:off x="1769115" y="6044970"/>
                <a:ext cx="360" cy="4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318E2B5-478E-E7FF-B4B3-1108EE3C68D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60115" y="6036330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712810E-78BF-8ED6-CB7A-7D99A3C71FFE}"/>
                    </a:ext>
                  </a:extLst>
                </p14:cNvPr>
                <p14:cNvContentPartPr/>
                <p14:nvPr/>
              </p14:nvContentPartPr>
              <p14:xfrm>
                <a:off x="1773075" y="5904210"/>
                <a:ext cx="69840" cy="10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712810E-78BF-8ED6-CB7A-7D99A3C71FF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764435" y="5895210"/>
                  <a:ext cx="87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F7649A0-56D0-19C5-833B-6A605C8211FF}"/>
                    </a:ext>
                  </a:extLst>
                </p14:cNvPr>
                <p14:cNvContentPartPr/>
                <p14:nvPr/>
              </p14:nvContentPartPr>
              <p14:xfrm>
                <a:off x="1768035" y="6081690"/>
                <a:ext cx="7560" cy="59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F7649A0-56D0-19C5-833B-6A605C8211F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759035" y="6073050"/>
                  <a:ext cx="25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C85106B-E675-A8D7-2DFB-45EBC0168515}"/>
                    </a:ext>
                  </a:extLst>
                </p14:cNvPr>
                <p14:cNvContentPartPr/>
                <p14:nvPr/>
              </p14:nvContentPartPr>
              <p14:xfrm>
                <a:off x="1913475" y="6073050"/>
                <a:ext cx="25560" cy="586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C85106B-E675-A8D7-2DFB-45EBC016851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04475" y="6064410"/>
                  <a:ext cx="43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6D52280-B180-DEBF-38D7-C691F0486FD5}"/>
                    </a:ext>
                  </a:extLst>
                </p14:cNvPr>
                <p14:cNvContentPartPr/>
                <p14:nvPr/>
              </p14:nvContentPartPr>
              <p14:xfrm>
                <a:off x="2078355" y="6037410"/>
                <a:ext cx="2880" cy="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6D52280-B180-DEBF-38D7-C691F0486FD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069355" y="6028770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1D78817-2798-7710-BC95-BF310489821E}"/>
                    </a:ext>
                  </a:extLst>
                </p14:cNvPr>
                <p14:cNvContentPartPr/>
                <p14:nvPr/>
              </p14:nvContentPartPr>
              <p14:xfrm>
                <a:off x="2080515" y="6037410"/>
                <a:ext cx="110880" cy="13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1D78817-2798-7710-BC95-BF310489821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071875" y="6028770"/>
                  <a:ext cx="128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2B8300D-EAE5-C0A5-F786-341139015C7A}"/>
              </a:ext>
            </a:extLst>
          </p:cNvPr>
          <p:cNvGrpSpPr/>
          <p:nvPr/>
        </p:nvGrpSpPr>
        <p:grpSpPr>
          <a:xfrm>
            <a:off x="4621395" y="5137770"/>
            <a:ext cx="1233720" cy="789840"/>
            <a:chOff x="4621395" y="5137770"/>
            <a:chExt cx="1233720" cy="78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3DC782E-4E89-6936-3F22-229B9269FE1B}"/>
                    </a:ext>
                  </a:extLst>
                </p14:cNvPr>
                <p14:cNvContentPartPr/>
                <p14:nvPr/>
              </p14:nvContentPartPr>
              <p14:xfrm>
                <a:off x="4621395" y="5286810"/>
                <a:ext cx="89640" cy="3459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3DC782E-4E89-6936-3F22-229B9269FE1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612395" y="5278170"/>
                  <a:ext cx="1072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3E3B3DD-C418-6301-E837-4904555252C8}"/>
                    </a:ext>
                  </a:extLst>
                </p14:cNvPr>
                <p14:cNvContentPartPr/>
                <p14:nvPr/>
              </p14:nvContentPartPr>
              <p14:xfrm>
                <a:off x="4804995" y="5227410"/>
                <a:ext cx="133200" cy="560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3E3B3DD-C418-6301-E837-4904555252C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796355" y="5218770"/>
                  <a:ext cx="15084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D0869D9-D49B-2010-EABC-BFA7FF677630}"/>
                    </a:ext>
                  </a:extLst>
                </p14:cNvPr>
                <p14:cNvContentPartPr/>
                <p14:nvPr/>
              </p14:nvContentPartPr>
              <p14:xfrm>
                <a:off x="4817595" y="5465730"/>
                <a:ext cx="108720" cy="15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D0869D9-D49B-2010-EABC-BFA7FF67763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808955" y="5457090"/>
                  <a:ext cx="126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DBA42EE-1E8C-38D1-5D04-9DFD35F2EC07}"/>
                    </a:ext>
                  </a:extLst>
                </p14:cNvPr>
                <p14:cNvContentPartPr/>
                <p14:nvPr/>
              </p14:nvContentPartPr>
              <p14:xfrm>
                <a:off x="5028915" y="5355210"/>
                <a:ext cx="135360" cy="254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DBA42EE-1E8C-38D1-5D04-9DFD35F2EC0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020275" y="5346210"/>
                  <a:ext cx="153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BDA42CA-9DBB-3A84-D2C3-8A01CD580E7E}"/>
                    </a:ext>
                  </a:extLst>
                </p14:cNvPr>
                <p14:cNvContentPartPr/>
                <p14:nvPr/>
              </p14:nvContentPartPr>
              <p14:xfrm>
                <a:off x="5197755" y="5394450"/>
                <a:ext cx="5040" cy="1800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BDA42CA-9DBB-3A84-D2C3-8A01CD580E7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189115" y="5385450"/>
                  <a:ext cx="22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EAC6411-0616-B85F-8ABF-B4ECF9D7203C}"/>
                    </a:ext>
                  </a:extLst>
                </p14:cNvPr>
                <p14:cNvContentPartPr/>
                <p14:nvPr/>
              </p14:nvContentPartPr>
              <p14:xfrm>
                <a:off x="5275155" y="5395530"/>
                <a:ext cx="131040" cy="165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EAC6411-0616-B85F-8ABF-B4ECF9D7203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266515" y="5386530"/>
                  <a:ext cx="148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F017FE5-7031-D43C-D6B1-CE0CBCA5CF22}"/>
                    </a:ext>
                  </a:extLst>
                </p14:cNvPr>
                <p14:cNvContentPartPr/>
                <p14:nvPr/>
              </p14:nvContentPartPr>
              <p14:xfrm>
                <a:off x="5454075" y="5265570"/>
                <a:ext cx="113400" cy="490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F017FE5-7031-D43C-D6B1-CE0CBCA5CF2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445435" y="5256570"/>
                  <a:ext cx="1310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C2949AD-AD8D-69B0-4E21-850C12867A29}"/>
                    </a:ext>
                  </a:extLst>
                </p14:cNvPr>
                <p14:cNvContentPartPr/>
                <p14:nvPr/>
              </p14:nvContentPartPr>
              <p14:xfrm>
                <a:off x="5611755" y="5137770"/>
                <a:ext cx="243360" cy="7898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C2949AD-AD8D-69B0-4E21-850C12867A2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602755" y="5128770"/>
                  <a:ext cx="26100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667DA58-6B51-6E6F-7A1C-BF8607BE2948}"/>
                    </a:ext>
                  </a:extLst>
                </p14:cNvPr>
                <p14:cNvContentPartPr/>
                <p14:nvPr/>
              </p14:nvContentPartPr>
              <p14:xfrm>
                <a:off x="5015595" y="5301210"/>
                <a:ext cx="150480" cy="449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667DA58-6B51-6E6F-7A1C-BF8607BE294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006955" y="5292210"/>
                  <a:ext cx="168120" cy="46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F8A13766-ADBD-5D28-8243-9AA58EA308CB}"/>
                  </a:ext>
                </a:extLst>
              </p14:cNvPr>
              <p14:cNvContentPartPr/>
              <p14:nvPr/>
            </p14:nvContentPartPr>
            <p14:xfrm>
              <a:off x="6992715" y="41250"/>
              <a:ext cx="105480" cy="673884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F8A13766-ADBD-5D28-8243-9AA58EA308CB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6930075" y="-21390"/>
                <a:ext cx="231120" cy="686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45DD3573-1B7B-2CDB-E18F-E71F8F9F2C60}"/>
              </a:ext>
            </a:extLst>
          </p:cNvPr>
          <p:cNvGrpSpPr/>
          <p:nvPr/>
        </p:nvGrpSpPr>
        <p:grpSpPr>
          <a:xfrm>
            <a:off x="24555" y="3994410"/>
            <a:ext cx="201600" cy="419400"/>
            <a:chOff x="24555" y="3994410"/>
            <a:chExt cx="20160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9D17E4D-9888-6F64-C55E-4D35E8F29E8D}"/>
                    </a:ext>
                  </a:extLst>
                </p14:cNvPr>
                <p14:cNvContentPartPr/>
                <p14:nvPr/>
              </p14:nvContentPartPr>
              <p14:xfrm>
                <a:off x="89715" y="4116090"/>
                <a:ext cx="64080" cy="194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9D17E4D-9888-6F64-C55E-4D35E8F29E8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0715" y="4107090"/>
                  <a:ext cx="81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6B975FB-8A13-452D-B1FF-DB90F78CEF39}"/>
                    </a:ext>
                  </a:extLst>
                </p14:cNvPr>
                <p14:cNvContentPartPr/>
                <p14:nvPr/>
              </p14:nvContentPartPr>
              <p14:xfrm>
                <a:off x="24555" y="3994410"/>
                <a:ext cx="201600" cy="4194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6B975FB-8A13-452D-B1FF-DB90F78CEF3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5555" y="3985770"/>
                  <a:ext cx="219240" cy="43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07CDB02-C8AA-F58C-5143-2A2FD422574B}"/>
              </a:ext>
            </a:extLst>
          </p:cNvPr>
          <p:cNvGrpSpPr/>
          <p:nvPr/>
        </p:nvGrpSpPr>
        <p:grpSpPr>
          <a:xfrm>
            <a:off x="7182795" y="107850"/>
            <a:ext cx="352800" cy="377640"/>
            <a:chOff x="7182795" y="107850"/>
            <a:chExt cx="35280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7BE3CDC-C960-7BA5-74FF-E6FF2A195FBA}"/>
                    </a:ext>
                  </a:extLst>
                </p14:cNvPr>
                <p14:cNvContentPartPr/>
                <p14:nvPr/>
              </p14:nvContentPartPr>
              <p14:xfrm>
                <a:off x="7281795" y="247170"/>
                <a:ext cx="111600" cy="119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7BE3CDC-C960-7BA5-74FF-E6FF2A195FB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272795" y="238170"/>
                  <a:ext cx="129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732FDE5-9E50-4450-2D2C-30637ACB56B1}"/>
                    </a:ext>
                  </a:extLst>
                </p14:cNvPr>
                <p14:cNvContentPartPr/>
                <p14:nvPr/>
              </p14:nvContentPartPr>
              <p14:xfrm>
                <a:off x="7182795" y="107850"/>
                <a:ext cx="352800" cy="377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732FDE5-9E50-4450-2D2C-30637ACB56B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174155" y="98850"/>
                  <a:ext cx="37044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AC05D9A-1070-FFA4-6C78-B1873534A3F3}"/>
              </a:ext>
            </a:extLst>
          </p:cNvPr>
          <p:cNvGrpSpPr/>
          <p:nvPr/>
        </p:nvGrpSpPr>
        <p:grpSpPr>
          <a:xfrm>
            <a:off x="7682115" y="103890"/>
            <a:ext cx="976320" cy="562680"/>
            <a:chOff x="7682115" y="103890"/>
            <a:chExt cx="976320" cy="5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29EF62C-1641-04CC-850C-A83901DE2658}"/>
                    </a:ext>
                  </a:extLst>
                </p14:cNvPr>
                <p14:cNvContentPartPr/>
                <p14:nvPr/>
              </p14:nvContentPartPr>
              <p14:xfrm>
                <a:off x="7682115" y="157170"/>
                <a:ext cx="29160" cy="2844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29EF62C-1641-04CC-850C-A83901DE265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673475" y="148170"/>
                  <a:ext cx="468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EFAA919-FE67-37DD-9E16-6DAC416B96BA}"/>
                    </a:ext>
                  </a:extLst>
                </p14:cNvPr>
                <p14:cNvContentPartPr/>
                <p14:nvPr/>
              </p14:nvContentPartPr>
              <p14:xfrm>
                <a:off x="7699035" y="103890"/>
                <a:ext cx="204120" cy="3427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EFAA919-FE67-37DD-9E16-6DAC416B96B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690395" y="94890"/>
                  <a:ext cx="2217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40A1AB3-9AB9-26A7-99C4-BE46B44D0CE1}"/>
                    </a:ext>
                  </a:extLst>
                </p14:cNvPr>
                <p14:cNvContentPartPr/>
                <p14:nvPr/>
              </p14:nvContentPartPr>
              <p14:xfrm>
                <a:off x="7940595" y="246090"/>
                <a:ext cx="221760" cy="141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40A1AB3-9AB9-26A7-99C4-BE46B44D0CE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931955" y="237090"/>
                  <a:ext cx="239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F1788E3-AECE-4175-8EAA-553A8682F9B2}"/>
                    </a:ext>
                  </a:extLst>
                </p14:cNvPr>
                <p14:cNvContentPartPr/>
                <p14:nvPr/>
              </p14:nvContentPartPr>
              <p14:xfrm>
                <a:off x="8164515" y="221970"/>
                <a:ext cx="303840" cy="444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F1788E3-AECE-4175-8EAA-553A8682F9B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155515" y="213330"/>
                  <a:ext cx="3214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ED6E3A4-F288-8C10-A0A9-DD94593ED21A}"/>
                    </a:ext>
                  </a:extLst>
                </p14:cNvPr>
                <p14:cNvContentPartPr/>
                <p14:nvPr/>
              </p14:nvContentPartPr>
              <p14:xfrm>
                <a:off x="8503995" y="162930"/>
                <a:ext cx="154440" cy="300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ED6E3A4-F288-8C10-A0A9-DD94593ED21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494995" y="154290"/>
                  <a:ext cx="17208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2ADFB3A-D78A-9694-C95E-E2B1EFE75E63}"/>
              </a:ext>
            </a:extLst>
          </p:cNvPr>
          <p:cNvGrpSpPr/>
          <p:nvPr/>
        </p:nvGrpSpPr>
        <p:grpSpPr>
          <a:xfrm>
            <a:off x="8921235" y="74730"/>
            <a:ext cx="1330920" cy="567000"/>
            <a:chOff x="8921235" y="74730"/>
            <a:chExt cx="133092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7C653B9-C9F8-736A-0268-202FC1A684A8}"/>
                    </a:ext>
                  </a:extLst>
                </p14:cNvPr>
                <p14:cNvContentPartPr/>
                <p14:nvPr/>
              </p14:nvContentPartPr>
              <p14:xfrm>
                <a:off x="8921235" y="90930"/>
                <a:ext cx="118440" cy="2962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7C653B9-C9F8-736A-0268-202FC1A684A8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912235" y="81930"/>
                  <a:ext cx="136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1E464FC-20BD-3577-B85E-2F8464D24785}"/>
                    </a:ext>
                  </a:extLst>
                </p14:cNvPr>
                <p14:cNvContentPartPr/>
                <p14:nvPr/>
              </p14:nvContentPartPr>
              <p14:xfrm>
                <a:off x="9076395" y="227010"/>
                <a:ext cx="108720" cy="129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1E464FC-20BD-3577-B85E-2F8464D2478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067755" y="218010"/>
                  <a:ext cx="126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5D1122D-6C6B-661B-1FD5-228DDF605D0A}"/>
                    </a:ext>
                  </a:extLst>
                </p14:cNvPr>
                <p14:cNvContentPartPr/>
                <p14:nvPr/>
              </p14:nvContentPartPr>
              <p14:xfrm>
                <a:off x="9208875" y="211530"/>
                <a:ext cx="133920" cy="430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5D1122D-6C6B-661B-1FD5-228DDF605D0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200235" y="202530"/>
                  <a:ext cx="1515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C67607C-A8B2-6468-D930-24636591A807}"/>
                    </a:ext>
                  </a:extLst>
                </p14:cNvPr>
                <p14:cNvContentPartPr/>
                <p14:nvPr/>
              </p14:nvContentPartPr>
              <p14:xfrm>
                <a:off x="9348555" y="220890"/>
                <a:ext cx="100080" cy="2138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C67607C-A8B2-6468-D930-24636591A80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339555" y="212250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F7A43CF-B833-A814-AF39-76E7DAC7CCEB}"/>
                    </a:ext>
                  </a:extLst>
                </p14:cNvPr>
                <p14:cNvContentPartPr/>
                <p14:nvPr/>
              </p14:nvContentPartPr>
              <p14:xfrm>
                <a:off x="9497595" y="200730"/>
                <a:ext cx="168840" cy="192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F7A43CF-B833-A814-AF39-76E7DAC7CCE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488955" y="192090"/>
                  <a:ext cx="186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587EE7F-F700-707D-311E-B39B141634A7}"/>
                    </a:ext>
                  </a:extLst>
                </p14:cNvPr>
                <p14:cNvContentPartPr/>
                <p14:nvPr/>
              </p14:nvContentPartPr>
              <p14:xfrm>
                <a:off x="9659955" y="204690"/>
                <a:ext cx="90720" cy="2095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587EE7F-F700-707D-311E-B39B141634A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650955" y="196050"/>
                  <a:ext cx="108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794EABC-E841-8F62-6D07-062EBBB8209D}"/>
                    </a:ext>
                  </a:extLst>
                </p14:cNvPr>
                <p14:cNvContentPartPr/>
                <p14:nvPr/>
              </p14:nvContentPartPr>
              <p14:xfrm>
                <a:off x="9823755" y="140970"/>
                <a:ext cx="34200" cy="303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794EABC-E841-8F62-6D07-062EBBB8209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814755" y="131970"/>
                  <a:ext cx="518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88818E2-B00D-2B2C-644E-4F84A375BBFE}"/>
                    </a:ext>
                  </a:extLst>
                </p14:cNvPr>
                <p14:cNvContentPartPr/>
                <p14:nvPr/>
              </p14:nvContentPartPr>
              <p14:xfrm>
                <a:off x="9803235" y="252570"/>
                <a:ext cx="158040" cy="147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88818E2-B00D-2B2C-644E-4F84A375BBF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794235" y="243570"/>
                  <a:ext cx="175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223D34D-D5F1-BB18-AB00-C1ACB33DB2B3}"/>
                    </a:ext>
                  </a:extLst>
                </p14:cNvPr>
                <p14:cNvContentPartPr/>
                <p14:nvPr/>
              </p14:nvContentPartPr>
              <p14:xfrm>
                <a:off x="9961995" y="186330"/>
                <a:ext cx="360" cy="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223D34D-D5F1-BB18-AB00-C1ACB33DB2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53355" y="177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4A6A912-4991-0324-3A17-2DF85B4F58C3}"/>
                    </a:ext>
                  </a:extLst>
                </p14:cNvPr>
                <p14:cNvContentPartPr/>
                <p14:nvPr/>
              </p14:nvContentPartPr>
              <p14:xfrm>
                <a:off x="10001595" y="74730"/>
                <a:ext cx="250560" cy="356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4A6A912-4991-0324-3A17-2DF85B4F58C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92955" y="66090"/>
                  <a:ext cx="268200" cy="37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844BE0E7-CF8D-DA36-2903-94DE97A53E64}"/>
                  </a:ext>
                </a:extLst>
              </p14:cNvPr>
              <p14:cNvContentPartPr/>
              <p14:nvPr/>
            </p14:nvContentPartPr>
            <p14:xfrm>
              <a:off x="464835" y="4248930"/>
              <a:ext cx="3509640" cy="2102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844BE0E7-CF8D-DA36-2903-94DE97A53E64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456195" y="4239930"/>
                <a:ext cx="35272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591D6FCB-3D02-C37C-276C-45864A3BBCED}"/>
                  </a:ext>
                </a:extLst>
              </p14:cNvPr>
              <p14:cNvContentPartPr/>
              <p14:nvPr/>
            </p14:nvContentPartPr>
            <p14:xfrm>
              <a:off x="7736475" y="488010"/>
              <a:ext cx="2624400" cy="6372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591D6FCB-3D02-C37C-276C-45864A3BBCED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7727475" y="479370"/>
                <a:ext cx="2642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8C42BA0B-6A23-0F89-60D6-C352463F4C59}"/>
                  </a:ext>
                </a:extLst>
              </p14:cNvPr>
              <p14:cNvContentPartPr/>
              <p14:nvPr/>
            </p14:nvContentPartPr>
            <p14:xfrm>
              <a:off x="8814315" y="349770"/>
              <a:ext cx="8640" cy="36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8C42BA0B-6A23-0F89-60D6-C352463F4C59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8805315" y="341130"/>
                <a:ext cx="2628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Group 372">
            <a:extLst>
              <a:ext uri="{FF2B5EF4-FFF2-40B4-BE49-F238E27FC236}">
                <a16:creationId xmlns:a16="http://schemas.microsoft.com/office/drawing/2014/main" id="{C346D3A9-BDB2-E338-4116-9CF536778F1D}"/>
              </a:ext>
            </a:extLst>
          </p:cNvPr>
          <p:cNvGrpSpPr/>
          <p:nvPr/>
        </p:nvGrpSpPr>
        <p:grpSpPr>
          <a:xfrm>
            <a:off x="8571315" y="2997930"/>
            <a:ext cx="1868400" cy="1379160"/>
            <a:chOff x="8571315" y="2997930"/>
            <a:chExt cx="1868400" cy="13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503D2AB-70A6-8CC3-D993-A31CD37FD131}"/>
                    </a:ext>
                  </a:extLst>
                </p14:cNvPr>
                <p14:cNvContentPartPr/>
                <p14:nvPr/>
              </p14:nvContentPartPr>
              <p14:xfrm>
                <a:off x="8571315" y="3035010"/>
                <a:ext cx="66240" cy="13244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503D2AB-70A6-8CC3-D993-A31CD37FD13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562315" y="3026370"/>
                  <a:ext cx="8388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DA9D70B-B823-9FC3-7BDE-7FD66C288992}"/>
                    </a:ext>
                  </a:extLst>
                </p14:cNvPr>
                <p14:cNvContentPartPr/>
                <p14:nvPr/>
              </p14:nvContentPartPr>
              <p14:xfrm>
                <a:off x="8599035" y="2998290"/>
                <a:ext cx="1827720" cy="925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DA9D70B-B823-9FC3-7BDE-7FD66C28899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590035" y="2989290"/>
                  <a:ext cx="1845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4CE623-6894-F141-7B7D-264B3EFF1296}"/>
                    </a:ext>
                  </a:extLst>
                </p14:cNvPr>
                <p14:cNvContentPartPr/>
                <p14:nvPr/>
              </p14:nvContentPartPr>
              <p14:xfrm>
                <a:off x="10374555" y="2997930"/>
                <a:ext cx="65160" cy="13215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4CE623-6894-F141-7B7D-264B3EFF129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365915" y="2989290"/>
                  <a:ext cx="82800" cy="13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915920A-1035-D1BE-9D07-202D56E37EEF}"/>
                    </a:ext>
                  </a:extLst>
                </p14:cNvPr>
                <p14:cNvContentPartPr/>
                <p14:nvPr/>
              </p14:nvContentPartPr>
              <p14:xfrm>
                <a:off x="8601555" y="4277730"/>
                <a:ext cx="1836000" cy="993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915920A-1035-D1BE-9D07-202D56E37EE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592555" y="4268730"/>
                  <a:ext cx="185364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12AFC09B-E69C-900A-309B-A8C065F53669}"/>
                  </a:ext>
                </a:extLst>
              </p14:cNvPr>
              <p14:cNvContentPartPr/>
              <p14:nvPr/>
            </p14:nvContentPartPr>
            <p14:xfrm>
              <a:off x="10443315" y="3482130"/>
              <a:ext cx="993240" cy="1926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12AFC09B-E69C-900A-309B-A8C065F53669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10434315" y="3473130"/>
                <a:ext cx="101088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E22698B9-7C09-9345-3B04-742AFCF5F0EE}"/>
              </a:ext>
            </a:extLst>
          </p:cNvPr>
          <p:cNvGrpSpPr/>
          <p:nvPr/>
        </p:nvGrpSpPr>
        <p:grpSpPr>
          <a:xfrm>
            <a:off x="11117235" y="2941770"/>
            <a:ext cx="920520" cy="422640"/>
            <a:chOff x="11117235" y="2941770"/>
            <a:chExt cx="92052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EFD49E2-7D6B-4441-216D-4358B77041B9}"/>
                    </a:ext>
                  </a:extLst>
                </p14:cNvPr>
                <p14:cNvContentPartPr/>
                <p14:nvPr/>
              </p14:nvContentPartPr>
              <p14:xfrm>
                <a:off x="11117235" y="2941770"/>
                <a:ext cx="148680" cy="3132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EFD49E2-7D6B-4441-216D-4358B77041B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108595" y="2933130"/>
                  <a:ext cx="1663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5852B06-0F3F-74DD-A758-9EBA52919C07}"/>
                    </a:ext>
                  </a:extLst>
                </p14:cNvPr>
                <p14:cNvContentPartPr/>
                <p14:nvPr/>
              </p14:nvContentPartPr>
              <p14:xfrm>
                <a:off x="11333955" y="3017730"/>
                <a:ext cx="106560" cy="1944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5852B06-0F3F-74DD-A758-9EBA52919C0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325315" y="3008730"/>
                  <a:ext cx="124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0765E3C-FB28-E1F0-A008-D5DFDEB77EC4}"/>
                    </a:ext>
                  </a:extLst>
                </p14:cNvPr>
                <p14:cNvContentPartPr/>
                <p14:nvPr/>
              </p14:nvContentPartPr>
              <p14:xfrm>
                <a:off x="11505675" y="2961210"/>
                <a:ext cx="7560" cy="297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0765E3C-FB28-E1F0-A008-D5DFDEB77EC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496675" y="2952210"/>
                  <a:ext cx="252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D446A08-B960-B08F-8A81-5C910A7907BE}"/>
                    </a:ext>
                  </a:extLst>
                </p14:cNvPr>
                <p14:cNvContentPartPr/>
                <p14:nvPr/>
              </p14:nvContentPartPr>
              <p14:xfrm>
                <a:off x="11465715" y="3072810"/>
                <a:ext cx="150840" cy="284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D446A08-B960-B08F-8A81-5C910A7907B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457075" y="3064170"/>
                  <a:ext cx="168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6873220-392E-1177-E979-0E41E37EE75E}"/>
                    </a:ext>
                  </a:extLst>
                </p14:cNvPr>
                <p14:cNvContentPartPr/>
                <p14:nvPr/>
              </p14:nvContentPartPr>
              <p14:xfrm>
                <a:off x="11642115" y="3028890"/>
                <a:ext cx="79200" cy="3355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6873220-392E-1177-E979-0E41E37EE75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633475" y="3019890"/>
                  <a:ext cx="968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E7B1A13-56D0-4DB5-C0D8-ECFCE61ED6B0}"/>
                    </a:ext>
                  </a:extLst>
                </p14:cNvPr>
                <p14:cNvContentPartPr/>
                <p14:nvPr/>
              </p14:nvContentPartPr>
              <p14:xfrm>
                <a:off x="11755875" y="3028530"/>
                <a:ext cx="93240" cy="2066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E7B1A13-56D0-4DB5-C0D8-ECFCE61ED6B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746875" y="3019530"/>
                  <a:ext cx="110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AEA3C77-4594-22DD-2D03-251C0801D8E0}"/>
                    </a:ext>
                  </a:extLst>
                </p14:cNvPr>
                <p14:cNvContentPartPr/>
                <p14:nvPr/>
              </p14:nvContentPartPr>
              <p14:xfrm>
                <a:off x="11949555" y="2966970"/>
                <a:ext cx="10440" cy="2847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AEA3C77-4594-22DD-2D03-251C0801D8E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940555" y="2957970"/>
                  <a:ext cx="28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9425236-B09D-D7B3-001F-A97F8F196AA4}"/>
                    </a:ext>
                  </a:extLst>
                </p14:cNvPr>
                <p14:cNvContentPartPr/>
                <p14:nvPr/>
              </p14:nvContentPartPr>
              <p14:xfrm>
                <a:off x="11886915" y="3047970"/>
                <a:ext cx="150840" cy="208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9425236-B09D-D7B3-001F-A97F8F196AA4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878275" y="3039330"/>
                  <a:ext cx="1684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AE87EA00-5855-1C2F-5E7A-E51B6FEC94FC}"/>
                  </a:ext>
                </a:extLst>
              </p14:cNvPr>
              <p14:cNvContentPartPr/>
              <p14:nvPr/>
            </p14:nvContentPartPr>
            <p14:xfrm>
              <a:off x="7996035" y="3571050"/>
              <a:ext cx="2932920" cy="13122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AE87EA00-5855-1C2F-5E7A-E51B6FEC94FC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7987395" y="3562050"/>
                <a:ext cx="2950560" cy="132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" name="Group 398">
            <a:extLst>
              <a:ext uri="{FF2B5EF4-FFF2-40B4-BE49-F238E27FC236}">
                <a16:creationId xmlns:a16="http://schemas.microsoft.com/office/drawing/2014/main" id="{87E3DDA5-835B-6FBC-38F3-C60740378BA9}"/>
              </a:ext>
            </a:extLst>
          </p:cNvPr>
          <p:cNvGrpSpPr/>
          <p:nvPr/>
        </p:nvGrpSpPr>
        <p:grpSpPr>
          <a:xfrm>
            <a:off x="10375995" y="3427770"/>
            <a:ext cx="62640" cy="51480"/>
            <a:chOff x="10375995" y="3427770"/>
            <a:chExt cx="62640" cy="5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896F0C9-84DF-C192-7C16-B5AF9CC3DDA9}"/>
                    </a:ext>
                  </a:extLst>
                </p14:cNvPr>
                <p14:cNvContentPartPr/>
                <p14:nvPr/>
              </p14:nvContentPartPr>
              <p14:xfrm>
                <a:off x="10416675" y="3444690"/>
                <a:ext cx="21960" cy="129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896F0C9-84DF-C192-7C16-B5AF9CC3DDA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408035" y="3435690"/>
                  <a:ext cx="39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ACDD025-FA8A-40F3-EF82-7B82CCF0C712}"/>
                    </a:ext>
                  </a:extLst>
                </p14:cNvPr>
                <p14:cNvContentPartPr/>
                <p14:nvPr/>
              </p14:nvContentPartPr>
              <p14:xfrm>
                <a:off x="10415595" y="3448650"/>
                <a:ext cx="360" cy="68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ACDD025-FA8A-40F3-EF82-7B82CCF0C71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406595" y="3439650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24E52453-F516-A57F-4584-F13090944F3C}"/>
                    </a:ext>
                  </a:extLst>
                </p14:cNvPr>
                <p14:cNvContentPartPr/>
                <p14:nvPr/>
              </p14:nvContentPartPr>
              <p14:xfrm>
                <a:off x="10415595" y="3455130"/>
                <a:ext cx="360" cy="3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24E52453-F516-A57F-4584-F13090944F3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06595" y="34461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0A3C1BE-1277-8722-EF16-C953EF811559}"/>
                    </a:ext>
                  </a:extLst>
                </p14:cNvPr>
                <p14:cNvContentPartPr/>
                <p14:nvPr/>
              </p14:nvContentPartPr>
              <p14:xfrm>
                <a:off x="10402275" y="3427770"/>
                <a:ext cx="14040" cy="331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0A3C1BE-1277-8722-EF16-C953EF81155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393635" y="3419130"/>
                  <a:ext cx="31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D948D63-F378-4784-5DD0-E41F6EE08223}"/>
                    </a:ext>
                  </a:extLst>
                </p14:cNvPr>
                <p14:cNvContentPartPr/>
                <p14:nvPr/>
              </p14:nvContentPartPr>
              <p14:xfrm>
                <a:off x="10375995" y="3477810"/>
                <a:ext cx="360" cy="14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D948D63-F378-4784-5DD0-E41F6EE082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66995" y="346917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E6C3B0CE-7DC3-122E-C2B5-20C1C7FDE3E8}"/>
              </a:ext>
            </a:extLst>
          </p:cNvPr>
          <p:cNvGrpSpPr/>
          <p:nvPr/>
        </p:nvGrpSpPr>
        <p:grpSpPr>
          <a:xfrm>
            <a:off x="7436595" y="2790210"/>
            <a:ext cx="1186920" cy="906840"/>
            <a:chOff x="7436595" y="2790210"/>
            <a:chExt cx="1186920" cy="90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C66CCE5-09E5-D398-17F1-7C54CDDE2E9D}"/>
                    </a:ext>
                  </a:extLst>
                </p14:cNvPr>
                <p14:cNvContentPartPr/>
                <p14:nvPr/>
              </p14:nvContentPartPr>
              <p14:xfrm>
                <a:off x="7436595" y="3176850"/>
                <a:ext cx="1186920" cy="1789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C66CCE5-09E5-D398-17F1-7C54CDDE2E9D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427955" y="3167850"/>
                  <a:ext cx="1204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E46326A-6CA9-E38B-C095-970E74683C7F}"/>
                    </a:ext>
                  </a:extLst>
                </p14:cNvPr>
                <p14:cNvContentPartPr/>
                <p14:nvPr/>
              </p14:nvContentPartPr>
              <p14:xfrm>
                <a:off x="7534155" y="2911170"/>
                <a:ext cx="13320" cy="2170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E46326A-6CA9-E38B-C095-970E74683C7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525515" y="2902170"/>
                  <a:ext cx="30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83C21A1-8AB9-92FA-1B3B-FFB4393F9BF7}"/>
                    </a:ext>
                  </a:extLst>
                </p14:cNvPr>
                <p14:cNvContentPartPr/>
                <p14:nvPr/>
              </p14:nvContentPartPr>
              <p14:xfrm>
                <a:off x="7614435" y="2936370"/>
                <a:ext cx="112680" cy="1908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83C21A1-8AB9-92FA-1B3B-FFB4393F9BF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605795" y="2927730"/>
                  <a:ext cx="1303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0F05C8E-29A7-1F86-099D-03324554987F}"/>
                    </a:ext>
                  </a:extLst>
                </p14:cNvPr>
                <p14:cNvContentPartPr/>
                <p14:nvPr/>
              </p14:nvContentPartPr>
              <p14:xfrm>
                <a:off x="7778595" y="2922690"/>
                <a:ext cx="95400" cy="2894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0F05C8E-29A7-1F86-099D-03324554987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769595" y="2913690"/>
                  <a:ext cx="113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77D6B78-708E-BD0A-D2E2-08DD8B0DDA7B}"/>
                    </a:ext>
                  </a:extLst>
                </p14:cNvPr>
                <p14:cNvContentPartPr/>
                <p14:nvPr/>
              </p14:nvContentPartPr>
              <p14:xfrm>
                <a:off x="7909635" y="2902530"/>
                <a:ext cx="93240" cy="180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77D6B78-708E-BD0A-D2E2-08DD8B0DDA7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900635" y="2893890"/>
                  <a:ext cx="110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5835252-734D-2D53-5CB3-2DE711D92520}"/>
                    </a:ext>
                  </a:extLst>
                </p14:cNvPr>
                <p14:cNvContentPartPr/>
                <p14:nvPr/>
              </p14:nvContentPartPr>
              <p14:xfrm>
                <a:off x="8046795" y="2790210"/>
                <a:ext cx="41400" cy="27828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5835252-734D-2D53-5CB3-2DE711D9252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037795" y="2781570"/>
                  <a:ext cx="59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0683688-A8C7-A89E-37B9-559EFC2FBB49}"/>
                    </a:ext>
                  </a:extLst>
                </p14:cNvPr>
                <p14:cNvContentPartPr/>
                <p14:nvPr/>
              </p14:nvContentPartPr>
              <p14:xfrm>
                <a:off x="8021595" y="2882370"/>
                <a:ext cx="190440" cy="219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0683688-A8C7-A89E-37B9-559EFC2FBB49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012595" y="2873370"/>
                  <a:ext cx="20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AC7D820-CAD9-2E33-60BF-C5514B6F53A3}"/>
                    </a:ext>
                  </a:extLst>
                </p14:cNvPr>
                <p14:cNvContentPartPr/>
                <p14:nvPr/>
              </p14:nvContentPartPr>
              <p14:xfrm>
                <a:off x="7504995" y="3305370"/>
                <a:ext cx="46440" cy="2451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AC7D820-CAD9-2E33-60BF-C5514B6F53A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495995" y="3296730"/>
                  <a:ext cx="64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5B5C3BE-1B19-AAE9-0B08-AEC5981A174B}"/>
                    </a:ext>
                  </a:extLst>
                </p14:cNvPr>
                <p14:cNvContentPartPr/>
                <p14:nvPr/>
              </p14:nvContentPartPr>
              <p14:xfrm>
                <a:off x="7602195" y="3347490"/>
                <a:ext cx="74520" cy="1476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5B5C3BE-1B19-AAE9-0B08-AEC5981A174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593195" y="3338490"/>
                  <a:ext cx="92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F4D6EE0-2764-AA68-2535-5E4832566612}"/>
                    </a:ext>
                  </a:extLst>
                </p14:cNvPr>
                <p14:cNvContentPartPr/>
                <p14:nvPr/>
              </p14:nvContentPartPr>
              <p14:xfrm>
                <a:off x="7824315" y="3360810"/>
                <a:ext cx="360" cy="1173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F4D6EE0-2764-AA68-2535-5E4832566612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15315" y="3351810"/>
                  <a:ext cx="18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CA1C43E-8DBD-E4AB-D546-6B3F6C27AC94}"/>
                    </a:ext>
                  </a:extLst>
                </p14:cNvPr>
                <p14:cNvContentPartPr/>
                <p14:nvPr/>
              </p14:nvContentPartPr>
              <p14:xfrm>
                <a:off x="7825395" y="3314370"/>
                <a:ext cx="360" cy="3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CA1C43E-8DBD-E4AB-D546-6B3F6C27AC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16395" y="3305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594DDF3-F6AA-0A7E-D482-5ACC29978D67}"/>
                    </a:ext>
                  </a:extLst>
                </p14:cNvPr>
                <p14:cNvContentPartPr/>
                <p14:nvPr/>
              </p14:nvContentPartPr>
              <p14:xfrm>
                <a:off x="7825395" y="3314370"/>
                <a:ext cx="90360" cy="2386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594DDF3-F6AA-0A7E-D482-5ACC29978D6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816395" y="3305370"/>
                  <a:ext cx="108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F77B815-EDDC-D131-D9AF-154CF26B955C}"/>
                    </a:ext>
                  </a:extLst>
                </p14:cNvPr>
                <p14:cNvContentPartPr/>
                <p14:nvPr/>
              </p14:nvContentPartPr>
              <p14:xfrm>
                <a:off x="7962555" y="3373770"/>
                <a:ext cx="59400" cy="864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F77B815-EDDC-D131-D9AF-154CF26B955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953555" y="3365130"/>
                  <a:ext cx="77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4D022B9-7773-6C35-26F7-5138880383A9}"/>
                    </a:ext>
                  </a:extLst>
                </p14:cNvPr>
                <p14:cNvContentPartPr/>
                <p14:nvPr/>
              </p14:nvContentPartPr>
              <p14:xfrm>
                <a:off x="8111595" y="3284130"/>
                <a:ext cx="2880" cy="2365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4D022B9-7773-6C35-26F7-5138880383A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102955" y="3275130"/>
                  <a:ext cx="20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609FE995-3CA7-E1A4-8ACD-FD34E5437079}"/>
                    </a:ext>
                  </a:extLst>
                </p14:cNvPr>
                <p14:cNvContentPartPr/>
                <p14:nvPr/>
              </p14:nvContentPartPr>
              <p14:xfrm>
                <a:off x="8079195" y="3381330"/>
                <a:ext cx="70200" cy="36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609FE995-3CA7-E1A4-8ACD-FD34E543707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070555" y="3372690"/>
                  <a:ext cx="87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25E9CE0-9692-EA93-25C6-39A91A0FC272}"/>
                    </a:ext>
                  </a:extLst>
                </p14:cNvPr>
                <p14:cNvContentPartPr/>
                <p14:nvPr/>
              </p14:nvContentPartPr>
              <p14:xfrm>
                <a:off x="7731435" y="3355410"/>
                <a:ext cx="11880" cy="1281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25E9CE0-9692-EA93-25C6-39A91A0FC27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722795" y="3346770"/>
                  <a:ext cx="29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16B34EB-4852-9BEC-2B11-176568D1F338}"/>
                    </a:ext>
                  </a:extLst>
                </p14:cNvPr>
                <p14:cNvContentPartPr/>
                <p14:nvPr/>
              </p14:nvContentPartPr>
              <p14:xfrm>
                <a:off x="7769955" y="3382410"/>
                <a:ext cx="7560" cy="86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16B34EB-4852-9BEC-2B11-176568D1F3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761315" y="3373770"/>
                  <a:ext cx="25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E2931D0E-2CAF-1A78-32C6-0250169C2E2A}"/>
                    </a:ext>
                  </a:extLst>
                </p14:cNvPr>
                <p14:cNvContentPartPr/>
                <p14:nvPr/>
              </p14:nvContentPartPr>
              <p14:xfrm>
                <a:off x="7769955" y="3382410"/>
                <a:ext cx="60480" cy="871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E2931D0E-2CAF-1A78-32C6-0250169C2E2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761315" y="3373770"/>
                  <a:ext cx="78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88025FB-E411-C589-F165-944C8B33B453}"/>
                    </a:ext>
                  </a:extLst>
                </p14:cNvPr>
                <p14:cNvContentPartPr/>
                <p14:nvPr/>
              </p14:nvContentPartPr>
              <p14:xfrm>
                <a:off x="8198355" y="3274410"/>
                <a:ext cx="90360" cy="2275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88025FB-E411-C589-F165-944C8B33B45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189355" y="3265770"/>
                  <a:ext cx="108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8FCE99A-8E61-3CEA-3F33-5A8791D7C68D}"/>
                    </a:ext>
                  </a:extLst>
                </p14:cNvPr>
                <p14:cNvContentPartPr/>
                <p14:nvPr/>
              </p14:nvContentPartPr>
              <p14:xfrm>
                <a:off x="7611195" y="3536490"/>
                <a:ext cx="65160" cy="1605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8FCE99A-8E61-3CEA-3F33-5A8791D7C68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602555" y="3527490"/>
                  <a:ext cx="82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54F6ED92-BA80-FBFE-FBE4-63CB4610313C}"/>
                    </a:ext>
                  </a:extLst>
                </p14:cNvPr>
                <p14:cNvContentPartPr/>
                <p14:nvPr/>
              </p14:nvContentPartPr>
              <p14:xfrm>
                <a:off x="7676355" y="3539730"/>
                <a:ext cx="87120" cy="1497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54F6ED92-BA80-FBFE-FBE4-63CB4610313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667355" y="3530730"/>
                  <a:ext cx="104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8D0A9BD-5689-CAC9-E681-C6AF961F671F}"/>
                    </a:ext>
                  </a:extLst>
                </p14:cNvPr>
                <p14:cNvContentPartPr/>
                <p14:nvPr/>
              </p14:nvContentPartPr>
              <p14:xfrm>
                <a:off x="7838715" y="3632610"/>
                <a:ext cx="6480" cy="608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8D0A9BD-5689-CAC9-E681-C6AF961F671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829715" y="3623970"/>
                  <a:ext cx="24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69E7C2F-B616-9FA1-CAD5-5A334363D30A}"/>
                    </a:ext>
                  </a:extLst>
                </p14:cNvPr>
                <p14:cNvContentPartPr/>
                <p14:nvPr/>
              </p14:nvContentPartPr>
              <p14:xfrm>
                <a:off x="7926915" y="3487530"/>
                <a:ext cx="85680" cy="1756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69E7C2F-B616-9FA1-CAD5-5A334363D30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918275" y="3478890"/>
                  <a:ext cx="10332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5FCE8D8D-788D-3B6D-B6CC-88E65B5A845F}"/>
                  </a:ext>
                </a:extLst>
              </p14:cNvPr>
              <p14:cNvContentPartPr/>
              <p14:nvPr/>
            </p14:nvContentPartPr>
            <p14:xfrm>
              <a:off x="11190315" y="3731250"/>
              <a:ext cx="41400" cy="27036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5FCE8D8D-788D-3B6D-B6CC-88E65B5A845F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11181675" y="3722250"/>
                <a:ext cx="590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D42A0A58-B883-9B72-2E23-108947E2F1BB}"/>
                  </a:ext>
                </a:extLst>
              </p14:cNvPr>
              <p14:cNvContentPartPr/>
              <p14:nvPr/>
            </p14:nvContentPartPr>
            <p14:xfrm>
              <a:off x="8437755" y="4037610"/>
              <a:ext cx="28080" cy="18000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D42A0A58-B883-9B72-2E23-108947E2F1BB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8428755" y="4028970"/>
                <a:ext cx="4572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D54C30C-7541-13D8-4992-EBDACF4FAA58}"/>
              </a:ext>
            </a:extLst>
          </p:cNvPr>
          <p:cNvGrpSpPr/>
          <p:nvPr/>
        </p:nvGrpSpPr>
        <p:grpSpPr>
          <a:xfrm>
            <a:off x="11380755" y="3727650"/>
            <a:ext cx="570600" cy="1094400"/>
            <a:chOff x="11380755" y="3727650"/>
            <a:chExt cx="570600" cy="10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8BBB907-8D6E-1F0B-49E0-266CEAA3E246}"/>
                    </a:ext>
                  </a:extLst>
                </p14:cNvPr>
                <p14:cNvContentPartPr/>
                <p14:nvPr/>
              </p14:nvContentPartPr>
              <p14:xfrm>
                <a:off x="11380755" y="3781290"/>
                <a:ext cx="256680" cy="1602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8BBB907-8D6E-1F0B-49E0-266CEAA3E24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371755" y="3772650"/>
                  <a:ext cx="274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1041A648-0FAD-CDCD-2AB3-A9593CC90701}"/>
                    </a:ext>
                  </a:extLst>
                </p14:cNvPr>
                <p14:cNvContentPartPr/>
                <p14:nvPr/>
              </p14:nvContentPartPr>
              <p14:xfrm>
                <a:off x="11759835" y="3727650"/>
                <a:ext cx="191520" cy="2466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1041A648-0FAD-CDCD-2AB3-A9593CC90701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750835" y="3719010"/>
                  <a:ext cx="209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AD4B83B-2AC1-F0A5-D489-73E4105938CA}"/>
                    </a:ext>
                  </a:extLst>
                </p14:cNvPr>
                <p14:cNvContentPartPr/>
                <p14:nvPr/>
              </p14:nvContentPartPr>
              <p14:xfrm>
                <a:off x="11784675" y="4055970"/>
                <a:ext cx="18360" cy="3211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AD4B83B-2AC1-F0A5-D489-73E4105938C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776035" y="4047330"/>
                  <a:ext cx="360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95339E1-5981-97A4-6589-D5D423F28A9B}"/>
                    </a:ext>
                  </a:extLst>
                </p14:cNvPr>
                <p14:cNvContentPartPr/>
                <p14:nvPr/>
              </p14:nvContentPartPr>
              <p14:xfrm>
                <a:off x="11730675" y="4283490"/>
                <a:ext cx="133560" cy="1990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95339E1-5981-97A4-6589-D5D423F28A9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721675" y="4274490"/>
                  <a:ext cx="151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5D93258-2648-80EF-DB51-44B69C856C45}"/>
                    </a:ext>
                  </a:extLst>
                </p14:cNvPr>
                <p14:cNvContentPartPr/>
                <p14:nvPr/>
              </p14:nvContentPartPr>
              <p14:xfrm>
                <a:off x="11749755" y="4601730"/>
                <a:ext cx="39240" cy="2203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5D93258-2648-80EF-DB51-44B69C856C4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741115" y="4592730"/>
                  <a:ext cx="5688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939BD0CA-67A3-8339-299C-0228343D8756}"/>
              </a:ext>
            </a:extLst>
          </p:cNvPr>
          <p:cNvGrpSpPr/>
          <p:nvPr/>
        </p:nvGrpSpPr>
        <p:grpSpPr>
          <a:xfrm>
            <a:off x="9975315" y="5149290"/>
            <a:ext cx="1465920" cy="307080"/>
            <a:chOff x="9975315" y="5149290"/>
            <a:chExt cx="146592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F92EE4C5-40E2-0AFE-AF4C-A166B4E51729}"/>
                    </a:ext>
                  </a:extLst>
                </p14:cNvPr>
                <p14:cNvContentPartPr/>
                <p14:nvPr/>
              </p14:nvContentPartPr>
              <p14:xfrm>
                <a:off x="9975315" y="5190690"/>
                <a:ext cx="83520" cy="2613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F92EE4C5-40E2-0AFE-AF4C-A166B4E5172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966315" y="5182050"/>
                  <a:ext cx="101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599B75EC-A946-7751-0271-E8EE842EC89B}"/>
                    </a:ext>
                  </a:extLst>
                </p14:cNvPr>
                <p14:cNvContentPartPr/>
                <p14:nvPr/>
              </p14:nvContentPartPr>
              <p14:xfrm>
                <a:off x="10220835" y="5256930"/>
                <a:ext cx="226800" cy="392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599B75EC-A946-7751-0271-E8EE842EC89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211835" y="5247930"/>
                  <a:ext cx="244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FF5A848-0800-B33B-98E4-91410E198F61}"/>
                    </a:ext>
                  </a:extLst>
                </p14:cNvPr>
                <p14:cNvContentPartPr/>
                <p14:nvPr/>
              </p14:nvContentPartPr>
              <p14:xfrm>
                <a:off x="10418115" y="5223090"/>
                <a:ext cx="81000" cy="1695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FF5A848-0800-B33B-98E4-91410E198F6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409115" y="5214450"/>
                  <a:ext cx="98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E29CE37-5900-7705-8768-2227B0902E2A}"/>
                    </a:ext>
                  </a:extLst>
                </p14:cNvPr>
                <p14:cNvContentPartPr/>
                <p14:nvPr/>
              </p14:nvContentPartPr>
              <p14:xfrm>
                <a:off x="10663275" y="5156130"/>
                <a:ext cx="65160" cy="2563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E29CE37-5900-7705-8768-2227B0902E2A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654635" y="5147130"/>
                  <a:ext cx="828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83042A2-FDDC-8E71-51CE-7EBAD2A24BD4}"/>
                    </a:ext>
                  </a:extLst>
                </p14:cNvPr>
                <p14:cNvContentPartPr/>
                <p14:nvPr/>
              </p14:nvContentPartPr>
              <p14:xfrm>
                <a:off x="10825995" y="5264490"/>
                <a:ext cx="280800" cy="684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83042A2-FDDC-8E71-51CE-7EBAD2A24BD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816995" y="5255490"/>
                  <a:ext cx="298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A127C63-D6AB-F7C7-49DE-0205BF1432BC}"/>
                    </a:ext>
                  </a:extLst>
                </p14:cNvPr>
                <p14:cNvContentPartPr/>
                <p14:nvPr/>
              </p14:nvContentPartPr>
              <p14:xfrm>
                <a:off x="11061795" y="5219850"/>
                <a:ext cx="92880" cy="1976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A127C63-D6AB-F7C7-49DE-0205BF1432B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052795" y="5211210"/>
                  <a:ext cx="110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D728656-110C-5F58-44EE-0C0AE4677E1E}"/>
                    </a:ext>
                  </a:extLst>
                </p14:cNvPr>
                <p14:cNvContentPartPr/>
                <p14:nvPr/>
              </p14:nvContentPartPr>
              <p14:xfrm>
                <a:off x="11354115" y="5149290"/>
                <a:ext cx="87120" cy="3070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D728656-110C-5F58-44EE-0C0AE4677E1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345115" y="5140650"/>
                  <a:ext cx="10476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4239BA9F-604F-4FE7-A6A7-AE5AA7125407}"/>
              </a:ext>
            </a:extLst>
          </p:cNvPr>
          <p:cNvGrpSpPr/>
          <p:nvPr/>
        </p:nvGrpSpPr>
        <p:grpSpPr>
          <a:xfrm>
            <a:off x="10018515" y="5620530"/>
            <a:ext cx="1553040" cy="345960"/>
            <a:chOff x="10018515" y="5620530"/>
            <a:chExt cx="155304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78EFCD41-84C0-F201-6440-858024A43B0E}"/>
                    </a:ext>
                  </a:extLst>
                </p14:cNvPr>
                <p14:cNvContentPartPr/>
                <p14:nvPr/>
              </p14:nvContentPartPr>
              <p14:xfrm>
                <a:off x="10018515" y="5675970"/>
                <a:ext cx="208440" cy="2905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78EFCD41-84C0-F201-6440-858024A43B0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009875" y="5666970"/>
                  <a:ext cx="226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454C0DB0-5CCB-ADF6-F896-5BE3076BA0AE}"/>
                    </a:ext>
                  </a:extLst>
                </p14:cNvPr>
                <p14:cNvContentPartPr/>
                <p14:nvPr/>
              </p14:nvContentPartPr>
              <p14:xfrm>
                <a:off x="10298955" y="5702970"/>
                <a:ext cx="257760" cy="478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454C0DB0-5CCB-ADF6-F896-5BE3076BA0A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289955" y="5693970"/>
                  <a:ext cx="275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90D2115-7133-D6AC-3E69-A1586136E39B}"/>
                    </a:ext>
                  </a:extLst>
                </p14:cNvPr>
                <p14:cNvContentPartPr/>
                <p14:nvPr/>
              </p14:nvContentPartPr>
              <p14:xfrm>
                <a:off x="10474635" y="5625930"/>
                <a:ext cx="105480" cy="22212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90D2115-7133-D6AC-3E69-A1586136E39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465635" y="5617290"/>
                  <a:ext cx="123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ADC70FF-1415-6812-FA3B-F29B05DAD4DD}"/>
                    </a:ext>
                  </a:extLst>
                </p14:cNvPr>
                <p14:cNvContentPartPr/>
                <p14:nvPr/>
              </p14:nvContentPartPr>
              <p14:xfrm>
                <a:off x="10736715" y="5620530"/>
                <a:ext cx="147600" cy="28080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ADC70FF-1415-6812-FA3B-F29B05DAD4D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727715" y="5611890"/>
                  <a:ext cx="165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2BD15D62-7BBE-903E-B503-7C0D293C27D4}"/>
                    </a:ext>
                  </a:extLst>
                </p14:cNvPr>
                <p14:cNvContentPartPr/>
                <p14:nvPr/>
              </p14:nvContentPartPr>
              <p14:xfrm>
                <a:off x="10984755" y="5731050"/>
                <a:ext cx="219240" cy="489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2BD15D62-7BBE-903E-B503-7C0D293C27D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975755" y="5722050"/>
                  <a:ext cx="236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98ECCD4E-1597-945D-1977-1B33D206B39B}"/>
                    </a:ext>
                  </a:extLst>
                </p14:cNvPr>
                <p14:cNvContentPartPr/>
                <p14:nvPr/>
              </p14:nvContentPartPr>
              <p14:xfrm>
                <a:off x="11162595" y="5685690"/>
                <a:ext cx="74520" cy="1915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98ECCD4E-1597-945D-1977-1B33D206B39B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153955" y="5676690"/>
                  <a:ext cx="92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B0F202A7-076B-2410-C7BB-362D842836BD}"/>
                    </a:ext>
                  </a:extLst>
                </p14:cNvPr>
                <p14:cNvContentPartPr/>
                <p14:nvPr/>
              </p14:nvContentPartPr>
              <p14:xfrm>
                <a:off x="11363835" y="5635650"/>
                <a:ext cx="207720" cy="2804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B0F202A7-076B-2410-C7BB-362D842836B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355195" y="5627010"/>
                  <a:ext cx="22536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C93FA1D-4998-FD57-EA74-2D219BD27982}"/>
              </a:ext>
            </a:extLst>
          </p:cNvPr>
          <p:cNvGrpSpPr/>
          <p:nvPr/>
        </p:nvGrpSpPr>
        <p:grpSpPr>
          <a:xfrm>
            <a:off x="9016635" y="3294210"/>
            <a:ext cx="1209240" cy="739800"/>
            <a:chOff x="9016635" y="3294210"/>
            <a:chExt cx="1209240" cy="73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77AFC5B1-55DE-320D-CFD4-7E52DC41A07C}"/>
                    </a:ext>
                  </a:extLst>
                </p14:cNvPr>
                <p14:cNvContentPartPr/>
                <p14:nvPr/>
              </p14:nvContentPartPr>
              <p14:xfrm>
                <a:off x="9016635" y="3294210"/>
                <a:ext cx="103680" cy="5047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77AFC5B1-55DE-320D-CFD4-7E52DC41A07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007635" y="3285210"/>
                  <a:ext cx="1213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41139B5-F801-56A6-D9DA-246C89F66074}"/>
                    </a:ext>
                  </a:extLst>
                </p14:cNvPr>
                <p14:cNvContentPartPr/>
                <p14:nvPr/>
              </p14:nvContentPartPr>
              <p14:xfrm>
                <a:off x="9176835" y="3542610"/>
                <a:ext cx="131040" cy="2548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41139B5-F801-56A6-D9DA-246C89F66074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168195" y="3533970"/>
                  <a:ext cx="148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B2254EB-2E13-27BB-D466-1BBBF64A8CE2}"/>
                    </a:ext>
                  </a:extLst>
                </p14:cNvPr>
                <p14:cNvContentPartPr/>
                <p14:nvPr/>
              </p14:nvContentPartPr>
              <p14:xfrm>
                <a:off x="9301035" y="3523170"/>
                <a:ext cx="164520" cy="5108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B2254EB-2E13-27BB-D466-1BBBF64A8CE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292035" y="3514530"/>
                  <a:ext cx="1821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F00FA56-13DE-495C-B9D8-D01700B621E5}"/>
                    </a:ext>
                  </a:extLst>
                </p14:cNvPr>
                <p14:cNvContentPartPr/>
                <p14:nvPr/>
              </p14:nvContentPartPr>
              <p14:xfrm>
                <a:off x="9504795" y="3545130"/>
                <a:ext cx="130320" cy="2397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F00FA56-13DE-495C-B9D8-D01700B621E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496155" y="3536130"/>
                  <a:ext cx="147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CE473534-70C8-05E1-713E-445CB6722E32}"/>
                    </a:ext>
                  </a:extLst>
                </p14:cNvPr>
                <p14:cNvContentPartPr/>
                <p14:nvPr/>
              </p14:nvContentPartPr>
              <p14:xfrm>
                <a:off x="9667155" y="3497250"/>
                <a:ext cx="135360" cy="24300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CE473534-70C8-05E1-713E-445CB6722E32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658155" y="3488250"/>
                  <a:ext cx="153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4F9167F-3C0B-C8AE-32E8-93A58898ED5E}"/>
                    </a:ext>
                  </a:extLst>
                </p14:cNvPr>
                <p14:cNvContentPartPr/>
                <p14:nvPr/>
              </p14:nvContentPartPr>
              <p14:xfrm>
                <a:off x="9787755" y="3519210"/>
                <a:ext cx="88920" cy="2178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4F9167F-3C0B-C8AE-32E8-93A58898ED5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778755" y="3510570"/>
                  <a:ext cx="106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E0C59A76-82AC-8D23-535F-18378CAB3116}"/>
                    </a:ext>
                  </a:extLst>
                </p14:cNvPr>
                <p14:cNvContentPartPr/>
                <p14:nvPr/>
              </p14:nvContentPartPr>
              <p14:xfrm>
                <a:off x="9930675" y="3331650"/>
                <a:ext cx="37800" cy="4237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E0C59A76-82AC-8D23-535F-18378CAB3116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035" y="3323010"/>
                  <a:ext cx="554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04332981-FB71-688C-3A82-1C8D32E4356B}"/>
                    </a:ext>
                  </a:extLst>
                </p14:cNvPr>
                <p14:cNvContentPartPr/>
                <p14:nvPr/>
              </p14:nvContentPartPr>
              <p14:xfrm>
                <a:off x="9876675" y="3560250"/>
                <a:ext cx="183240" cy="17424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04332981-FB71-688C-3A82-1C8D32E4356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867675" y="3551250"/>
                  <a:ext cx="200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6FA1476-66C8-3250-FC6B-3F8ED219DE27}"/>
                    </a:ext>
                  </a:extLst>
                </p14:cNvPr>
                <p14:cNvContentPartPr/>
                <p14:nvPr/>
              </p14:nvContentPartPr>
              <p14:xfrm>
                <a:off x="10048395" y="3565650"/>
                <a:ext cx="160920" cy="18036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6FA1476-66C8-3250-FC6B-3F8ED219DE2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39395" y="3557010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07A0B78-3B43-F8D1-C316-E7C7B735B950}"/>
                    </a:ext>
                  </a:extLst>
                </p14:cNvPr>
                <p14:cNvContentPartPr/>
                <p14:nvPr/>
              </p14:nvContentPartPr>
              <p14:xfrm>
                <a:off x="10208595" y="3423810"/>
                <a:ext cx="17280" cy="4410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07A0B78-3B43-F8D1-C316-E7C7B735B95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199955" y="3414810"/>
                  <a:ext cx="3492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F9CCF51F-A6C8-5BA9-FBA9-38062A866144}"/>
              </a:ext>
            </a:extLst>
          </p:cNvPr>
          <p:cNvGrpSpPr/>
          <p:nvPr/>
        </p:nvGrpSpPr>
        <p:grpSpPr>
          <a:xfrm>
            <a:off x="2407755" y="5629170"/>
            <a:ext cx="1258920" cy="581400"/>
            <a:chOff x="2407755" y="5629170"/>
            <a:chExt cx="125892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2E1B4FE-49D0-506E-2C85-3BB476EDEC51}"/>
                    </a:ext>
                  </a:extLst>
                </p14:cNvPr>
                <p14:cNvContentPartPr/>
                <p14:nvPr/>
              </p14:nvContentPartPr>
              <p14:xfrm>
                <a:off x="2407755" y="5639250"/>
                <a:ext cx="72720" cy="3855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2E1B4FE-49D0-506E-2C85-3BB476EDEC51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399115" y="5630250"/>
                  <a:ext cx="90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365A8FC7-E0A6-E60A-2DD6-EBF84F423158}"/>
                    </a:ext>
                  </a:extLst>
                </p14:cNvPr>
                <p14:cNvContentPartPr/>
                <p14:nvPr/>
              </p14:nvContentPartPr>
              <p14:xfrm>
                <a:off x="2419995" y="5659410"/>
                <a:ext cx="291240" cy="37908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365A8FC7-E0A6-E60A-2DD6-EBF84F42315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411355" y="5650770"/>
                  <a:ext cx="3088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0A0A27A-C866-E53F-A97E-20E519BE3EEE}"/>
                    </a:ext>
                  </a:extLst>
                </p14:cNvPr>
                <p14:cNvContentPartPr/>
                <p14:nvPr/>
              </p14:nvContentPartPr>
              <p14:xfrm>
                <a:off x="2765955" y="5793330"/>
                <a:ext cx="188640" cy="2422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0A0A27A-C866-E53F-A97E-20E519BE3EE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6955" y="5784690"/>
                  <a:ext cx="206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9AEA755-10C6-45BB-8B3A-207E3677BA3B}"/>
                    </a:ext>
                  </a:extLst>
                </p14:cNvPr>
                <p14:cNvContentPartPr/>
                <p14:nvPr/>
              </p14:nvContentPartPr>
              <p14:xfrm>
                <a:off x="2937315" y="5629170"/>
                <a:ext cx="151200" cy="45144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9AEA755-10C6-45BB-8B3A-207E3677BA3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928315" y="5620170"/>
                  <a:ext cx="1688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F1304E5-B765-F155-C8A4-6621DEC0BB4A}"/>
                    </a:ext>
                  </a:extLst>
                </p14:cNvPr>
                <p14:cNvContentPartPr/>
                <p14:nvPr/>
              </p14:nvContentPartPr>
              <p14:xfrm>
                <a:off x="3156195" y="5835090"/>
                <a:ext cx="24480" cy="1929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F1304E5-B765-F155-C8A4-6621DEC0BB4A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3147555" y="5826090"/>
                  <a:ext cx="4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96B6DEF-BEE8-0FEE-FE58-D63B9D8C68E9}"/>
                    </a:ext>
                  </a:extLst>
                </p14:cNvPr>
                <p14:cNvContentPartPr/>
                <p14:nvPr/>
              </p14:nvContentPartPr>
              <p14:xfrm>
                <a:off x="3130995" y="5738610"/>
                <a:ext cx="43560" cy="100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96B6DEF-BEE8-0FEE-FE58-D63B9D8C68E9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3121995" y="5729610"/>
                  <a:ext cx="61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1370CC31-975C-841C-96B4-1FB5748AF07B}"/>
                    </a:ext>
                  </a:extLst>
                </p14:cNvPr>
                <p14:cNvContentPartPr/>
                <p14:nvPr/>
              </p14:nvContentPartPr>
              <p14:xfrm>
                <a:off x="3250155" y="5859930"/>
                <a:ext cx="112320" cy="19872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1370CC31-975C-841C-96B4-1FB5748AF07B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241155" y="5850930"/>
                  <a:ext cx="129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F79C5A4-24B3-C9A4-C852-B5CECF305DA3}"/>
                    </a:ext>
                  </a:extLst>
                </p14:cNvPr>
                <p14:cNvContentPartPr/>
                <p14:nvPr/>
              </p14:nvContentPartPr>
              <p14:xfrm>
                <a:off x="3382995" y="5808810"/>
                <a:ext cx="119880" cy="18720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F79C5A4-24B3-C9A4-C852-B5CECF305DA3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374355" y="5800170"/>
                  <a:ext cx="137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68EDB21-A05F-A14B-8DDC-C24DA4BE8523}"/>
                    </a:ext>
                  </a:extLst>
                </p14:cNvPr>
                <p14:cNvContentPartPr/>
                <p14:nvPr/>
              </p14:nvContentPartPr>
              <p14:xfrm>
                <a:off x="2946675" y="6033090"/>
                <a:ext cx="140040" cy="16380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68EDB21-A05F-A14B-8DDC-C24DA4BE852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38035" y="6024450"/>
                  <a:ext cx="157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12CDA7C-53D2-A400-B905-E2ECDA6147F4}"/>
                    </a:ext>
                  </a:extLst>
                </p14:cNvPr>
                <p14:cNvContentPartPr/>
                <p14:nvPr/>
              </p14:nvContentPartPr>
              <p14:xfrm>
                <a:off x="3064755" y="5992050"/>
                <a:ext cx="360" cy="36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12CDA7C-53D2-A400-B905-E2ECDA6147F4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056115" y="5983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8BE794F-3D47-DECE-C3D5-B1445A2F6D5D}"/>
                    </a:ext>
                  </a:extLst>
                </p14:cNvPr>
                <p14:cNvContentPartPr/>
                <p14:nvPr/>
              </p14:nvContentPartPr>
              <p14:xfrm>
                <a:off x="3149715" y="6058290"/>
                <a:ext cx="80280" cy="1249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8BE794F-3D47-DECE-C3D5-B1445A2F6D5D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140715" y="6049290"/>
                  <a:ext cx="97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96FDF74-E08B-F84E-26FF-B87AA9D31713}"/>
                    </a:ext>
                  </a:extLst>
                </p14:cNvPr>
                <p14:cNvContentPartPr/>
                <p14:nvPr/>
              </p14:nvContentPartPr>
              <p14:xfrm>
                <a:off x="3275355" y="6061170"/>
                <a:ext cx="89280" cy="1494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96FDF74-E08B-F84E-26FF-B87AA9D3171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66355" y="6052530"/>
                  <a:ext cx="106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DD15E738-5E0B-4E69-EAE1-67D5019E6A59}"/>
                    </a:ext>
                  </a:extLst>
                </p14:cNvPr>
                <p14:cNvContentPartPr/>
                <p14:nvPr/>
              </p14:nvContentPartPr>
              <p14:xfrm>
                <a:off x="3447435" y="5956410"/>
                <a:ext cx="168840" cy="25128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DD15E738-5E0B-4E69-EAE1-67D5019E6A59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38435" y="5947410"/>
                  <a:ext cx="186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5BCD651-6424-257D-A17F-FE5774EFB501}"/>
                    </a:ext>
                  </a:extLst>
                </p14:cNvPr>
                <p14:cNvContentPartPr/>
                <p14:nvPr/>
              </p14:nvContentPartPr>
              <p14:xfrm>
                <a:off x="3588195" y="5791530"/>
                <a:ext cx="78480" cy="241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5BCD651-6424-257D-A17F-FE5774EFB50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79195" y="5782890"/>
                  <a:ext cx="96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1EE43782-E95B-5848-06A5-151FB1634C9F}"/>
                    </a:ext>
                  </a:extLst>
                </p14:cNvPr>
                <p14:cNvContentPartPr/>
                <p14:nvPr/>
              </p14:nvContentPartPr>
              <p14:xfrm>
                <a:off x="2753355" y="6114450"/>
                <a:ext cx="145800" cy="2412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1EE43782-E95B-5848-06A5-151FB1634C9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2744355" y="6105450"/>
                  <a:ext cx="1634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2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17137C29-80A5-15DA-73FB-2DD23CF19765}"/>
                  </a:ext>
                </a:extLst>
              </p14:cNvPr>
              <p14:cNvContentPartPr/>
              <p14:nvPr/>
            </p14:nvContentPartPr>
            <p14:xfrm>
              <a:off x="7583475" y="6146850"/>
              <a:ext cx="360" cy="360"/>
            </p14:xfrm>
          </p:contentPart>
        </mc:Choice>
        <mc:Fallback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17137C29-80A5-15DA-73FB-2DD23CF19765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7574835" y="613785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3" name="Group 482">
            <a:extLst>
              <a:ext uri="{FF2B5EF4-FFF2-40B4-BE49-F238E27FC236}">
                <a16:creationId xmlns:a16="http://schemas.microsoft.com/office/drawing/2014/main" id="{5F9D524B-3240-C105-296E-44B7F50F01E7}"/>
              </a:ext>
            </a:extLst>
          </p:cNvPr>
          <p:cNvGrpSpPr/>
          <p:nvPr/>
        </p:nvGrpSpPr>
        <p:grpSpPr>
          <a:xfrm>
            <a:off x="7316715" y="680610"/>
            <a:ext cx="4766760" cy="2037240"/>
            <a:chOff x="7316715" y="680610"/>
            <a:chExt cx="4766760" cy="20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413B559-55CA-601A-C04E-D1A4626392E0}"/>
                    </a:ext>
                  </a:extLst>
                </p14:cNvPr>
                <p14:cNvContentPartPr/>
                <p14:nvPr/>
              </p14:nvContentPartPr>
              <p14:xfrm>
                <a:off x="7649355" y="825330"/>
                <a:ext cx="177840" cy="394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413B559-55CA-601A-C04E-D1A4626392E0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7640715" y="816690"/>
                  <a:ext cx="1954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FDCD01E-9733-00EC-B229-B37680636D19}"/>
                    </a:ext>
                  </a:extLst>
                </p14:cNvPr>
                <p14:cNvContentPartPr/>
                <p14:nvPr/>
              </p14:nvContentPartPr>
              <p14:xfrm>
                <a:off x="7908195" y="984450"/>
                <a:ext cx="122040" cy="1850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FDCD01E-9733-00EC-B229-B37680636D1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899555" y="975450"/>
                  <a:ext cx="139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844ED9A-2E92-7DB5-9BAE-391AABD05390}"/>
                    </a:ext>
                  </a:extLst>
                </p14:cNvPr>
                <p14:cNvContentPartPr/>
                <p14:nvPr/>
              </p14:nvContentPartPr>
              <p14:xfrm>
                <a:off x="8139315" y="794730"/>
                <a:ext cx="19440" cy="382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844ED9A-2E92-7DB5-9BAE-391AABD0539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8130675" y="786090"/>
                  <a:ext cx="370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8B60417-8602-1C43-ABF4-A5C31FF53B15}"/>
                    </a:ext>
                  </a:extLst>
                </p14:cNvPr>
                <p14:cNvContentPartPr/>
                <p14:nvPr/>
              </p14:nvContentPartPr>
              <p14:xfrm>
                <a:off x="8073075" y="994530"/>
                <a:ext cx="233280" cy="3355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8B60417-8602-1C43-ABF4-A5C31FF53B15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8064435" y="985530"/>
                  <a:ext cx="250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747316B-A107-080A-9581-D14E29CF069B}"/>
                    </a:ext>
                  </a:extLst>
                </p14:cNvPr>
                <p14:cNvContentPartPr/>
                <p14:nvPr/>
              </p14:nvContentPartPr>
              <p14:xfrm>
                <a:off x="8365395" y="970410"/>
                <a:ext cx="117360" cy="235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747316B-A107-080A-9581-D14E29CF069B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8356755" y="961410"/>
                  <a:ext cx="135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7E42CD4-597D-D00E-9577-6DDEAF1BA1F9}"/>
                    </a:ext>
                  </a:extLst>
                </p14:cNvPr>
                <p14:cNvContentPartPr/>
                <p14:nvPr/>
              </p14:nvContentPartPr>
              <p14:xfrm>
                <a:off x="8614515" y="783930"/>
                <a:ext cx="27360" cy="4114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7E42CD4-597D-D00E-9577-6DDEAF1BA1F9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8605875" y="775290"/>
                  <a:ext cx="450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73C27E6-9C9E-E6EF-15F2-208865850A3D}"/>
                    </a:ext>
                  </a:extLst>
                </p14:cNvPr>
                <p14:cNvContentPartPr/>
                <p14:nvPr/>
              </p14:nvContentPartPr>
              <p14:xfrm>
                <a:off x="8550795" y="987690"/>
                <a:ext cx="161640" cy="7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73C27E6-9C9E-E6EF-15F2-208865850A3D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542155" y="978690"/>
                  <a:ext cx="179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8281033-468B-35ED-580B-70FCBF6C3564}"/>
                    </a:ext>
                  </a:extLst>
                </p14:cNvPr>
                <p14:cNvContentPartPr/>
                <p14:nvPr/>
              </p14:nvContentPartPr>
              <p14:xfrm>
                <a:off x="9004755" y="863130"/>
                <a:ext cx="153720" cy="264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8281033-468B-35ED-580B-70FCBF6C3564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996115" y="854130"/>
                  <a:ext cx="1713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485A424-5489-621D-66DE-D685F727E96E}"/>
                    </a:ext>
                  </a:extLst>
                </p14:cNvPr>
                <p14:cNvContentPartPr/>
                <p14:nvPr/>
              </p14:nvContentPartPr>
              <p14:xfrm>
                <a:off x="9171435" y="895890"/>
                <a:ext cx="532080" cy="516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485A424-5489-621D-66DE-D685F727E96E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9162795" y="887250"/>
                  <a:ext cx="54972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9ADE0EA-A28D-F8EC-6FC7-5F5A8E92214C}"/>
                    </a:ext>
                  </a:extLst>
                </p14:cNvPr>
                <p14:cNvContentPartPr/>
                <p14:nvPr/>
              </p14:nvContentPartPr>
              <p14:xfrm>
                <a:off x="9767955" y="751890"/>
                <a:ext cx="107280" cy="4158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9ADE0EA-A28D-F8EC-6FC7-5F5A8E92214C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9759315" y="742890"/>
                  <a:ext cx="1249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EEDBEA4-0593-6302-3D7E-65CE639267FA}"/>
                    </a:ext>
                  </a:extLst>
                </p14:cNvPr>
                <p14:cNvContentPartPr/>
                <p14:nvPr/>
              </p14:nvContentPartPr>
              <p14:xfrm>
                <a:off x="9621435" y="860970"/>
                <a:ext cx="87480" cy="111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EEDBEA4-0593-6302-3D7E-65CE639267FA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12795" y="851970"/>
                  <a:ext cx="105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BF14ABC-B2BC-8499-C314-7FA11D670677}"/>
                    </a:ext>
                  </a:extLst>
                </p14:cNvPr>
                <p14:cNvContentPartPr/>
                <p14:nvPr/>
              </p14:nvContentPartPr>
              <p14:xfrm>
                <a:off x="10141275" y="680610"/>
                <a:ext cx="153360" cy="5292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BF14ABC-B2BC-8499-C314-7FA11D670677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132635" y="671610"/>
                  <a:ext cx="1710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9CF2FD2-4EC2-69DA-067F-316C5A7EB666}"/>
                    </a:ext>
                  </a:extLst>
                </p14:cNvPr>
                <p14:cNvContentPartPr/>
                <p14:nvPr/>
              </p14:nvContentPartPr>
              <p14:xfrm>
                <a:off x="10214715" y="941970"/>
                <a:ext cx="177480" cy="1702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9CF2FD2-4EC2-69DA-067F-316C5A7EB666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0205715" y="933330"/>
                  <a:ext cx="195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238E168-9F09-FF4D-859B-C8D0BF8C0949}"/>
                    </a:ext>
                  </a:extLst>
                </p14:cNvPr>
                <p14:cNvContentPartPr/>
                <p14:nvPr/>
              </p14:nvContentPartPr>
              <p14:xfrm>
                <a:off x="10420275" y="805530"/>
                <a:ext cx="25560" cy="3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238E168-9F09-FF4D-859B-C8D0BF8C094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0411635" y="796890"/>
                  <a:ext cx="43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434302A-5DEB-1BF5-F134-F2A6346C38C1}"/>
                    </a:ext>
                  </a:extLst>
                </p14:cNvPr>
                <p14:cNvContentPartPr/>
                <p14:nvPr/>
              </p14:nvContentPartPr>
              <p14:xfrm>
                <a:off x="10425315" y="710130"/>
                <a:ext cx="167760" cy="4266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434302A-5DEB-1BF5-F134-F2A6346C38C1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416315" y="701490"/>
                  <a:ext cx="185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50125A5-98FC-74A2-912A-B0A788018114}"/>
                    </a:ext>
                  </a:extLst>
                </p14:cNvPr>
                <p14:cNvContentPartPr/>
                <p14:nvPr/>
              </p14:nvContentPartPr>
              <p14:xfrm>
                <a:off x="10666875" y="918210"/>
                <a:ext cx="171360" cy="225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50125A5-98FC-74A2-912A-B0A788018114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657875" y="909210"/>
                  <a:ext cx="189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AF8E1E9-33D4-E402-A165-B16016A72148}"/>
                    </a:ext>
                  </a:extLst>
                </p14:cNvPr>
                <p14:cNvContentPartPr/>
                <p14:nvPr/>
              </p14:nvContentPartPr>
              <p14:xfrm>
                <a:off x="10854435" y="753690"/>
                <a:ext cx="33120" cy="4172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AF8E1E9-33D4-E402-A165-B16016A72148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845795" y="745050"/>
                  <a:ext cx="507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FE5C2B4-40BE-FFB9-BA66-59B00A362438}"/>
                    </a:ext>
                  </a:extLst>
                </p14:cNvPr>
                <p14:cNvContentPartPr/>
                <p14:nvPr/>
              </p14:nvContentPartPr>
              <p14:xfrm>
                <a:off x="10905915" y="994170"/>
                <a:ext cx="91080" cy="1522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FE5C2B4-40BE-FFB9-BA66-59B00A362438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0897275" y="985170"/>
                  <a:ext cx="108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135C8CA-EE4E-1084-D323-1A3BD47CAB6A}"/>
                    </a:ext>
                  </a:extLst>
                </p14:cNvPr>
                <p14:cNvContentPartPr/>
                <p14:nvPr/>
              </p14:nvContentPartPr>
              <p14:xfrm>
                <a:off x="11226315" y="754770"/>
                <a:ext cx="136440" cy="353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135C8CA-EE4E-1084-D323-1A3BD47CAB6A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1217675" y="746130"/>
                  <a:ext cx="154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F16F28-80BE-BBB7-F1D2-C3CBBF3C37F7}"/>
                    </a:ext>
                  </a:extLst>
                </p14:cNvPr>
                <p14:cNvContentPartPr/>
                <p14:nvPr/>
              </p14:nvContentPartPr>
              <p14:xfrm>
                <a:off x="11386515" y="887970"/>
                <a:ext cx="184320" cy="1922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F16F28-80BE-BBB7-F1D2-C3CBBF3C37F7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1377515" y="878970"/>
                  <a:ext cx="201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F6357C5-3CA1-8017-F626-CC3EB0604336}"/>
                    </a:ext>
                  </a:extLst>
                </p14:cNvPr>
                <p14:cNvContentPartPr/>
                <p14:nvPr/>
              </p14:nvContentPartPr>
              <p14:xfrm>
                <a:off x="11600715" y="889050"/>
                <a:ext cx="293760" cy="211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F6357C5-3CA1-8017-F626-CC3EB0604336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11591715" y="880410"/>
                  <a:ext cx="311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ED86DEB-CDC5-9FD4-206A-C593B9FFC20C}"/>
                    </a:ext>
                  </a:extLst>
                </p14:cNvPr>
                <p14:cNvContentPartPr/>
                <p14:nvPr/>
              </p14:nvContentPartPr>
              <p14:xfrm>
                <a:off x="11764515" y="920370"/>
                <a:ext cx="139680" cy="4478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ED86DEB-CDC5-9FD4-206A-C593B9FFC20C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1755875" y="911730"/>
                  <a:ext cx="1573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BE3C2AD-A916-3544-67CB-452A115B7C32}"/>
                    </a:ext>
                  </a:extLst>
                </p14:cNvPr>
                <p14:cNvContentPartPr/>
                <p14:nvPr/>
              </p14:nvContentPartPr>
              <p14:xfrm>
                <a:off x="11919315" y="984090"/>
                <a:ext cx="117360" cy="1915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BE3C2AD-A916-3544-67CB-452A115B7C32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11910315" y="975450"/>
                  <a:ext cx="13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12D50D9-A90B-41E1-5A28-E2615FF2076E}"/>
                    </a:ext>
                  </a:extLst>
                </p14:cNvPr>
                <p14:cNvContentPartPr/>
                <p14:nvPr/>
              </p14:nvContentPartPr>
              <p14:xfrm>
                <a:off x="9656355" y="1613370"/>
                <a:ext cx="11160" cy="2214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12D50D9-A90B-41E1-5A28-E2615FF2076E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647715" y="1604730"/>
                  <a:ext cx="28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D30E35C-FD12-F311-5329-C63BDD3D3EB1}"/>
                    </a:ext>
                  </a:extLst>
                </p14:cNvPr>
                <p14:cNvContentPartPr/>
                <p14:nvPr/>
              </p14:nvContentPartPr>
              <p14:xfrm>
                <a:off x="9617835" y="1555050"/>
                <a:ext cx="360" cy="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D30E35C-FD12-F311-5329-C63BDD3D3EB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09195" y="1546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A708434-52D5-3D52-6EA7-D9F25A4DD835}"/>
                    </a:ext>
                  </a:extLst>
                </p14:cNvPr>
                <p14:cNvContentPartPr/>
                <p14:nvPr/>
              </p14:nvContentPartPr>
              <p14:xfrm>
                <a:off x="9770835" y="1577730"/>
                <a:ext cx="133920" cy="2548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A708434-52D5-3D52-6EA7-D9F25A4DD83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9761835" y="1568730"/>
                  <a:ext cx="151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C96A9CA-DF4F-B922-3998-9D2601D6D2B2}"/>
                    </a:ext>
                  </a:extLst>
                </p14:cNvPr>
                <p14:cNvContentPartPr/>
                <p14:nvPr/>
              </p14:nvContentPartPr>
              <p14:xfrm>
                <a:off x="9978915" y="1588170"/>
                <a:ext cx="126360" cy="4986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C96A9CA-DF4F-B922-3998-9D2601D6D2B2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9969915" y="1579170"/>
                  <a:ext cx="1440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858C098-D4A6-B387-31EC-217678C74C2C}"/>
                    </a:ext>
                  </a:extLst>
                </p14:cNvPr>
                <p14:cNvContentPartPr/>
                <p14:nvPr/>
              </p14:nvContentPartPr>
              <p14:xfrm>
                <a:off x="10206795" y="1590690"/>
                <a:ext cx="97560" cy="1681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858C098-D4A6-B387-31EC-217678C74C2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0198155" y="1581690"/>
                  <a:ext cx="115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AC5E14A-465B-B70F-BDAB-DE9C360F18BB}"/>
                    </a:ext>
                  </a:extLst>
                </p14:cNvPr>
                <p14:cNvContentPartPr/>
                <p14:nvPr/>
              </p14:nvContentPartPr>
              <p14:xfrm>
                <a:off x="10408395" y="1407810"/>
                <a:ext cx="27000" cy="394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AC5E14A-465B-B70F-BDAB-DE9C360F18B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0399395" y="1398810"/>
                  <a:ext cx="446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FE6FDB4-15D0-C673-C7AC-C4947C236926}"/>
                    </a:ext>
                  </a:extLst>
                </p14:cNvPr>
                <p14:cNvContentPartPr/>
                <p14:nvPr/>
              </p14:nvContentPartPr>
              <p14:xfrm>
                <a:off x="10391475" y="1484490"/>
                <a:ext cx="451440" cy="86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FE6FDB4-15D0-C673-C7AC-C4947C236926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0382835" y="1475850"/>
                  <a:ext cx="469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5FB162F-C075-3F22-5BB0-7D85168CEF87}"/>
                    </a:ext>
                  </a:extLst>
                </p14:cNvPr>
                <p14:cNvContentPartPr/>
                <p14:nvPr/>
              </p14:nvContentPartPr>
              <p14:xfrm>
                <a:off x="10813035" y="1365330"/>
                <a:ext cx="22680" cy="371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5FB162F-C075-3F22-5BB0-7D85168CEF87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0804395" y="1356690"/>
                  <a:ext cx="403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2BDCDFF-F666-B2CD-3DCD-02D7C84C835A}"/>
                    </a:ext>
                  </a:extLst>
                </p14:cNvPr>
                <p14:cNvContentPartPr/>
                <p14:nvPr/>
              </p14:nvContentPartPr>
              <p14:xfrm>
                <a:off x="10765515" y="1546410"/>
                <a:ext cx="143640" cy="295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2BDCDFF-F666-B2CD-3DCD-02D7C84C835A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0756875" y="1537410"/>
                  <a:ext cx="161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F596D34-16EF-CFA6-A568-574DE9E502C1}"/>
                    </a:ext>
                  </a:extLst>
                </p14:cNvPr>
                <p14:cNvContentPartPr/>
                <p14:nvPr/>
              </p14:nvContentPartPr>
              <p14:xfrm>
                <a:off x="10946955" y="1486650"/>
                <a:ext cx="156240" cy="2242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F596D34-16EF-CFA6-A568-574DE9E502C1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0937955" y="1477650"/>
                  <a:ext cx="173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57ED734-A318-0571-0011-7FCD6986CD3B}"/>
                    </a:ext>
                  </a:extLst>
                </p14:cNvPr>
                <p14:cNvContentPartPr/>
                <p14:nvPr/>
              </p14:nvContentPartPr>
              <p14:xfrm>
                <a:off x="11081955" y="1501770"/>
                <a:ext cx="173520" cy="2322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57ED734-A318-0571-0011-7FCD6986CD3B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073315" y="1493130"/>
                  <a:ext cx="191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EC8E73C-A9FD-00B6-379C-02DA5962AB61}"/>
                    </a:ext>
                  </a:extLst>
                </p14:cNvPr>
                <p14:cNvContentPartPr/>
                <p14:nvPr/>
              </p14:nvContentPartPr>
              <p14:xfrm>
                <a:off x="11212995" y="1489890"/>
                <a:ext cx="137160" cy="5083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EC8E73C-A9FD-00B6-379C-02DA5962AB61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204355" y="1481250"/>
                  <a:ext cx="15480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E6476D6-E7CB-4696-70DB-9A51BA19EA83}"/>
                    </a:ext>
                  </a:extLst>
                </p14:cNvPr>
                <p14:cNvContentPartPr/>
                <p14:nvPr/>
              </p14:nvContentPartPr>
              <p14:xfrm>
                <a:off x="11392275" y="1481250"/>
                <a:ext cx="196560" cy="2055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E6476D6-E7CB-4696-70DB-9A51BA19EA83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1383635" y="1472610"/>
                  <a:ext cx="214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0C1ACB6-B736-8E5D-6085-8099374EB8FF}"/>
                    </a:ext>
                  </a:extLst>
                </p14:cNvPr>
                <p14:cNvContentPartPr/>
                <p14:nvPr/>
              </p14:nvContentPartPr>
              <p14:xfrm>
                <a:off x="11616195" y="1448850"/>
                <a:ext cx="100080" cy="2602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0C1ACB6-B736-8E5D-6085-8099374EB8FF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1607555" y="1439850"/>
                  <a:ext cx="1177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AF95FF6-1EA9-97BC-7C60-4EB48AA31D0B}"/>
                    </a:ext>
                  </a:extLst>
                </p14:cNvPr>
                <p14:cNvContentPartPr/>
                <p14:nvPr/>
              </p14:nvContentPartPr>
              <p14:xfrm>
                <a:off x="11785755" y="1344810"/>
                <a:ext cx="36360" cy="3787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AF95FF6-1EA9-97BC-7C60-4EB48AA31D0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1777115" y="1336170"/>
                  <a:ext cx="540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BC5CB49-8667-E198-C7DE-5328590987DA}"/>
                    </a:ext>
                  </a:extLst>
                </p14:cNvPr>
                <p14:cNvContentPartPr/>
                <p14:nvPr/>
              </p14:nvContentPartPr>
              <p14:xfrm>
                <a:off x="11750835" y="1505010"/>
                <a:ext cx="208440" cy="2066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BC5CB49-8667-E198-C7DE-5328590987D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1742195" y="1496370"/>
                  <a:ext cx="22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5C2DA1F-B10B-B847-BEC4-F265BC392C28}"/>
                    </a:ext>
                  </a:extLst>
                </p14:cNvPr>
                <p14:cNvContentPartPr/>
                <p14:nvPr/>
              </p14:nvContentPartPr>
              <p14:xfrm>
                <a:off x="11942715" y="1510410"/>
                <a:ext cx="140760" cy="415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5C2DA1F-B10B-B847-BEC4-F265BC392C2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1933715" y="1501770"/>
                  <a:ext cx="1584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89BF5A8-111B-A4C8-89A2-24A4321A032C}"/>
                    </a:ext>
                  </a:extLst>
                </p14:cNvPr>
                <p14:cNvContentPartPr/>
                <p14:nvPr/>
              </p14:nvContentPartPr>
              <p14:xfrm>
                <a:off x="7501395" y="1510050"/>
                <a:ext cx="116280" cy="3927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89BF5A8-111B-A4C8-89A2-24A4321A032C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492395" y="1501410"/>
                  <a:ext cx="1339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EC51BB7-4B4E-86B3-F3AC-2C42DBAEA8F3}"/>
                    </a:ext>
                  </a:extLst>
                </p14:cNvPr>
                <p14:cNvContentPartPr/>
                <p14:nvPr/>
              </p14:nvContentPartPr>
              <p14:xfrm>
                <a:off x="7525875" y="1632810"/>
                <a:ext cx="253080" cy="1519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EC51BB7-4B4E-86B3-F3AC-2C42DBAEA8F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516875" y="1624170"/>
                  <a:ext cx="270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EC4943A-6780-2BD8-8C21-9EF150E73434}"/>
                    </a:ext>
                  </a:extLst>
                </p14:cNvPr>
                <p14:cNvContentPartPr/>
                <p14:nvPr/>
              </p14:nvContentPartPr>
              <p14:xfrm>
                <a:off x="7717755" y="1615530"/>
                <a:ext cx="293040" cy="2325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EC4943A-6780-2BD8-8C21-9EF150E73434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709115" y="1606890"/>
                  <a:ext cx="310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6CCC5CB-30B9-8B0B-206E-51B2B05FD49C}"/>
                    </a:ext>
                  </a:extLst>
                </p14:cNvPr>
                <p14:cNvContentPartPr/>
                <p14:nvPr/>
              </p14:nvContentPartPr>
              <p14:xfrm>
                <a:off x="7996395" y="1656570"/>
                <a:ext cx="194040" cy="4906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6CCC5CB-30B9-8B0B-206E-51B2B05FD49C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987755" y="1647930"/>
                  <a:ext cx="2116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872419B-5A48-4D27-2C7C-1236DF42F23F}"/>
                    </a:ext>
                  </a:extLst>
                </p14:cNvPr>
                <p14:cNvContentPartPr/>
                <p14:nvPr/>
              </p14:nvContentPartPr>
              <p14:xfrm>
                <a:off x="8189715" y="1690050"/>
                <a:ext cx="206280" cy="1792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872419B-5A48-4D27-2C7C-1236DF42F23F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180715" y="1681410"/>
                  <a:ext cx="223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28E287C-2F73-27E4-E81F-0E706CA6C927}"/>
                    </a:ext>
                  </a:extLst>
                </p14:cNvPr>
                <p14:cNvContentPartPr/>
                <p14:nvPr/>
              </p14:nvContentPartPr>
              <p14:xfrm>
                <a:off x="8307795" y="1674570"/>
                <a:ext cx="233640" cy="1753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28E287C-2F73-27E4-E81F-0E706CA6C927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299155" y="1665570"/>
                  <a:ext cx="251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C42E579-FB3B-0424-0F32-32B0CE74902F}"/>
                    </a:ext>
                  </a:extLst>
                </p14:cNvPr>
                <p14:cNvContentPartPr/>
                <p14:nvPr/>
              </p14:nvContentPartPr>
              <p14:xfrm>
                <a:off x="8659155" y="1474770"/>
                <a:ext cx="50760" cy="3826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C42E579-FB3B-0424-0F32-32B0CE74902F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650155" y="1466130"/>
                  <a:ext cx="684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86509B-F813-3F0B-8A4F-6CB066581464}"/>
                    </a:ext>
                  </a:extLst>
                </p14:cNvPr>
                <p14:cNvContentPartPr/>
                <p14:nvPr/>
              </p14:nvContentPartPr>
              <p14:xfrm>
                <a:off x="8646915" y="1658010"/>
                <a:ext cx="214560" cy="1918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86509B-F813-3F0B-8A4F-6CB066581464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638275" y="1649370"/>
                  <a:ext cx="232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14EACCE-73E2-DD78-4EE5-799477A7CD9B}"/>
                    </a:ext>
                  </a:extLst>
                </p14:cNvPr>
                <p14:cNvContentPartPr/>
                <p14:nvPr/>
              </p14:nvContentPartPr>
              <p14:xfrm>
                <a:off x="8899635" y="1636050"/>
                <a:ext cx="428760" cy="5673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14EACCE-73E2-DD78-4EE5-799477A7CD9B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890995" y="1627410"/>
                  <a:ext cx="44640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EADBEEE-44C1-959F-E83C-8D2ECAC79E7F}"/>
                    </a:ext>
                  </a:extLst>
                </p14:cNvPr>
                <p14:cNvContentPartPr/>
                <p14:nvPr/>
              </p14:nvContentPartPr>
              <p14:xfrm>
                <a:off x="7316715" y="2230770"/>
                <a:ext cx="90360" cy="487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EADBEEE-44C1-959F-E83C-8D2ECAC79E7F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7307715" y="2221770"/>
                  <a:ext cx="1080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ED5C6FD-8766-DB8A-1127-1CDB91DEB41F}"/>
                    </a:ext>
                  </a:extLst>
                </p14:cNvPr>
                <p14:cNvContentPartPr/>
                <p14:nvPr/>
              </p14:nvContentPartPr>
              <p14:xfrm>
                <a:off x="7469355" y="2322570"/>
                <a:ext cx="11160" cy="36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ED5C6FD-8766-DB8A-1127-1CDB91DEB41F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7460355" y="2313930"/>
                  <a:ext cx="28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A25AE83-1BE7-F5C8-1054-1F81A2E46D90}"/>
                    </a:ext>
                  </a:extLst>
                </p14:cNvPr>
                <p14:cNvContentPartPr/>
                <p14:nvPr/>
              </p14:nvContentPartPr>
              <p14:xfrm>
                <a:off x="7428315" y="2188290"/>
                <a:ext cx="107280" cy="2782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A25AE83-1BE7-F5C8-1054-1F81A2E46D90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7419315" y="2179650"/>
                  <a:ext cx="124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80DBA3C0-EDFC-8AB9-B133-F975E11B1B7F}"/>
                    </a:ext>
                  </a:extLst>
                </p14:cNvPr>
                <p14:cNvContentPartPr/>
                <p14:nvPr/>
              </p14:nvContentPartPr>
              <p14:xfrm>
                <a:off x="7513995" y="2096850"/>
                <a:ext cx="34200" cy="4086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80DBA3C0-EDFC-8AB9-B133-F975E11B1B7F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7504995" y="2087850"/>
                  <a:ext cx="518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FA89359-E2C3-7EFA-E7E7-569F7CAA0665}"/>
                    </a:ext>
                  </a:extLst>
                </p14:cNvPr>
                <p14:cNvContentPartPr/>
                <p14:nvPr/>
              </p14:nvContentPartPr>
              <p14:xfrm>
                <a:off x="7837275" y="2072010"/>
                <a:ext cx="82080" cy="360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FA89359-E2C3-7EFA-E7E7-569F7CAA0665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7828635" y="2063370"/>
                  <a:ext cx="99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F21E1EC-CF83-906C-B07C-4F3FC536DCF5}"/>
                    </a:ext>
                  </a:extLst>
                </p14:cNvPr>
                <p14:cNvContentPartPr/>
                <p14:nvPr/>
              </p14:nvContentPartPr>
              <p14:xfrm>
                <a:off x="7886235" y="2176410"/>
                <a:ext cx="196920" cy="2228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F21E1EC-CF83-906C-B07C-4F3FC536DCF5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7877595" y="2167770"/>
                  <a:ext cx="214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39C9B45-87FA-1226-61C1-115CF8C40BE5}"/>
                    </a:ext>
                  </a:extLst>
                </p14:cNvPr>
                <p14:cNvContentPartPr/>
                <p14:nvPr/>
              </p14:nvContentPartPr>
              <p14:xfrm>
                <a:off x="8109795" y="2222850"/>
                <a:ext cx="75600" cy="2196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39C9B45-87FA-1226-61C1-115CF8C40BE5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8100795" y="2214210"/>
                  <a:ext cx="93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E4A295D-A118-0234-E71B-9EE3AA1E16A7}"/>
                    </a:ext>
                  </a:extLst>
                </p14:cNvPr>
                <p14:cNvContentPartPr/>
                <p14:nvPr/>
              </p14:nvContentPartPr>
              <p14:xfrm>
                <a:off x="8277555" y="2210250"/>
                <a:ext cx="158040" cy="2401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E4A295D-A118-0234-E71B-9EE3AA1E16A7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8268915" y="2201250"/>
                  <a:ext cx="175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7FF2FB2-E735-052B-317D-47E82DD9E2C6}"/>
                    </a:ext>
                  </a:extLst>
                </p14:cNvPr>
                <p14:cNvContentPartPr/>
                <p14:nvPr/>
              </p14:nvContentPartPr>
              <p14:xfrm>
                <a:off x="8489595" y="1991730"/>
                <a:ext cx="277920" cy="4514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7FF2FB2-E735-052B-317D-47E82DD9E2C6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8480955" y="1982730"/>
                  <a:ext cx="2955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D4A72DF-947A-3C53-ABB5-F8229EE36392}"/>
                    </a:ext>
                  </a:extLst>
                </p14:cNvPr>
                <p14:cNvContentPartPr/>
                <p14:nvPr/>
              </p14:nvContentPartPr>
              <p14:xfrm>
                <a:off x="8728995" y="2156970"/>
                <a:ext cx="360" cy="3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D4A72DF-947A-3C53-ABB5-F8229EE363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19995" y="21479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A334BD2-76AC-881B-F724-8D98D6A0B45E}"/>
                    </a:ext>
                  </a:extLst>
                </p14:cNvPr>
                <p14:cNvContentPartPr/>
                <p14:nvPr/>
              </p14:nvContentPartPr>
              <p14:xfrm>
                <a:off x="8819355" y="2168490"/>
                <a:ext cx="233640" cy="2854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A334BD2-76AC-881B-F724-8D98D6A0B45E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8810355" y="2159850"/>
                  <a:ext cx="251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E58FC3BD-542C-4FCE-5700-C557322A54AC}"/>
                    </a:ext>
                  </a:extLst>
                </p14:cNvPr>
                <p14:cNvContentPartPr/>
                <p14:nvPr/>
              </p14:nvContentPartPr>
              <p14:xfrm>
                <a:off x="9038235" y="2123490"/>
                <a:ext cx="360" cy="79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E58FC3BD-542C-4FCE-5700-C557322A54A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9029235" y="2114490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1E193FA-0D03-ABBB-23A2-91395E6EC009}"/>
                    </a:ext>
                  </a:extLst>
                </p14:cNvPr>
                <p14:cNvContentPartPr/>
                <p14:nvPr/>
              </p14:nvContentPartPr>
              <p14:xfrm>
                <a:off x="9311115" y="2163450"/>
                <a:ext cx="74880" cy="2887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1E193FA-0D03-ABBB-23A2-91395E6EC009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9302115" y="2154450"/>
                  <a:ext cx="92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4C5BDD8-88D3-D75C-E06D-E735ABF36843}"/>
                    </a:ext>
                  </a:extLst>
                </p14:cNvPr>
                <p14:cNvContentPartPr/>
                <p14:nvPr/>
              </p14:nvContentPartPr>
              <p14:xfrm>
                <a:off x="9430275" y="2189370"/>
                <a:ext cx="121680" cy="19656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4C5BDD8-88D3-D75C-E06D-E735ABF36843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9421635" y="2180370"/>
                  <a:ext cx="139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CBDA9EF6-4F1E-3D36-9704-B80AFA6CD4B1}"/>
                    </a:ext>
                  </a:extLst>
                </p14:cNvPr>
                <p14:cNvContentPartPr/>
                <p14:nvPr/>
              </p14:nvContentPartPr>
              <p14:xfrm>
                <a:off x="9536115" y="1952490"/>
                <a:ext cx="141120" cy="4341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CBDA9EF6-4F1E-3D36-9704-B80AFA6CD4B1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9527115" y="1943490"/>
                  <a:ext cx="1587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277ED96A-A7A5-7DA3-0972-6DDA9C90D65D}"/>
                    </a:ext>
                  </a:extLst>
                </p14:cNvPr>
                <p14:cNvContentPartPr/>
                <p14:nvPr/>
              </p14:nvContentPartPr>
              <p14:xfrm>
                <a:off x="9725475" y="2186850"/>
                <a:ext cx="104400" cy="17460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277ED96A-A7A5-7DA3-0972-6DDA9C90D65D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9716835" y="2178210"/>
                  <a:ext cx="122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4CB9149-1D11-8D83-6F58-EEB534A6233B}"/>
                    </a:ext>
                  </a:extLst>
                </p14:cNvPr>
                <p14:cNvContentPartPr/>
                <p14:nvPr/>
              </p14:nvContentPartPr>
              <p14:xfrm>
                <a:off x="9814755" y="2010810"/>
                <a:ext cx="47880" cy="4053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4CB9149-1D11-8D83-6F58-EEB534A6233B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9805755" y="2001810"/>
                  <a:ext cx="655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9743F5F-025F-4C16-03B6-CC56768D6A9D}"/>
                    </a:ext>
                  </a:extLst>
                </p14:cNvPr>
                <p14:cNvContentPartPr/>
                <p14:nvPr/>
              </p14:nvContentPartPr>
              <p14:xfrm>
                <a:off x="9919875" y="2162370"/>
                <a:ext cx="121320" cy="21708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9743F5F-025F-4C16-03B6-CC56768D6A9D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9911235" y="2153370"/>
                  <a:ext cx="138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0B3D08A4-CD9E-22AE-099A-CBD41F81A579}"/>
                    </a:ext>
                  </a:extLst>
                </p14:cNvPr>
                <p14:cNvContentPartPr/>
                <p14:nvPr/>
              </p14:nvContentPartPr>
              <p14:xfrm>
                <a:off x="10105995" y="2144010"/>
                <a:ext cx="218520" cy="20052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0B3D08A4-CD9E-22AE-099A-CBD41F81A579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097355" y="2135370"/>
                  <a:ext cx="236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79D05D1-1F75-E36C-8CFF-7387CA20657E}"/>
                    </a:ext>
                  </a:extLst>
                </p14:cNvPr>
                <p14:cNvContentPartPr/>
                <p14:nvPr/>
              </p14:nvContentPartPr>
              <p14:xfrm>
                <a:off x="10456635" y="2146170"/>
                <a:ext cx="178560" cy="23076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79D05D1-1F75-E36C-8CFF-7387CA20657E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447635" y="2137170"/>
                  <a:ext cx="196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472FD4E9-6BF1-76BC-56C3-EA3C43D3C984}"/>
                    </a:ext>
                  </a:extLst>
                </p14:cNvPr>
                <p14:cNvContentPartPr/>
                <p14:nvPr/>
              </p14:nvContentPartPr>
              <p14:xfrm>
                <a:off x="10657515" y="2125650"/>
                <a:ext cx="156600" cy="50400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472FD4E9-6BF1-76BC-56C3-EA3C43D3C98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48515" y="2116650"/>
                  <a:ext cx="174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C88DCA6B-90D9-6723-037B-B91B95D090FF}"/>
                    </a:ext>
                  </a:extLst>
                </p14:cNvPr>
                <p14:cNvContentPartPr/>
                <p14:nvPr/>
              </p14:nvContentPartPr>
              <p14:xfrm>
                <a:off x="10851555" y="2164530"/>
                <a:ext cx="147960" cy="2149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C88DCA6B-90D9-6723-037B-B91B95D090FF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842555" y="2155530"/>
                  <a:ext cx="165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5AA5F3C3-084C-7FE5-C99F-2AB8412295D8}"/>
                    </a:ext>
                  </a:extLst>
                </p14:cNvPr>
                <p14:cNvContentPartPr/>
                <p14:nvPr/>
              </p14:nvContentPartPr>
              <p14:xfrm>
                <a:off x="11231355" y="2315010"/>
                <a:ext cx="360" cy="273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5AA5F3C3-084C-7FE5-C99F-2AB8412295D8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1222355" y="2306010"/>
                  <a:ext cx="180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B3BACD46-0CA7-A740-C14A-EF4949634181}"/>
              </a:ext>
            </a:extLst>
          </p:cNvPr>
          <p:cNvGrpSpPr/>
          <p:nvPr/>
        </p:nvGrpSpPr>
        <p:grpSpPr>
          <a:xfrm>
            <a:off x="7476555" y="6123810"/>
            <a:ext cx="1668960" cy="715320"/>
            <a:chOff x="7476555" y="6123810"/>
            <a:chExt cx="1668960" cy="71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3EDABE48-8708-1411-4CE0-925DE5811A7F}"/>
                    </a:ext>
                  </a:extLst>
                </p14:cNvPr>
                <p14:cNvContentPartPr/>
                <p14:nvPr/>
              </p14:nvContentPartPr>
              <p14:xfrm>
                <a:off x="7476555" y="6123810"/>
                <a:ext cx="245880" cy="3916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3EDABE48-8708-1411-4CE0-925DE5811A7F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7467555" y="6115170"/>
                  <a:ext cx="2635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D7C09B76-2675-786C-EB25-C4290AB29D5D}"/>
                    </a:ext>
                  </a:extLst>
                </p14:cNvPr>
                <p14:cNvContentPartPr/>
                <p14:nvPr/>
              </p14:nvContentPartPr>
              <p14:xfrm>
                <a:off x="7683195" y="6296610"/>
                <a:ext cx="636480" cy="54252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D7C09B76-2675-786C-EB25-C4290AB29D5D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7674555" y="6287610"/>
                  <a:ext cx="6541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18BDCC09-0093-76F7-3854-51AACB96E6E5}"/>
                    </a:ext>
                  </a:extLst>
                </p14:cNvPr>
                <p14:cNvContentPartPr/>
                <p14:nvPr/>
              </p14:nvContentPartPr>
              <p14:xfrm>
                <a:off x="8379435" y="6215250"/>
                <a:ext cx="132120" cy="3506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18BDCC09-0093-76F7-3854-51AACB96E6E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8370435" y="6206610"/>
                  <a:ext cx="1497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56FE6C34-BED2-91FA-D6D3-4FDD71CD5E54}"/>
                    </a:ext>
                  </a:extLst>
                </p14:cNvPr>
                <p14:cNvContentPartPr/>
                <p14:nvPr/>
              </p14:nvContentPartPr>
              <p14:xfrm>
                <a:off x="8514795" y="6335490"/>
                <a:ext cx="149400" cy="16272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56FE6C34-BED2-91FA-D6D3-4FDD71CD5E54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8505795" y="6326850"/>
                  <a:ext cx="167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BA4DD6CB-408F-38B9-C220-A664341BA1D0}"/>
                    </a:ext>
                  </a:extLst>
                </p14:cNvPr>
                <p14:cNvContentPartPr/>
                <p14:nvPr/>
              </p14:nvContentPartPr>
              <p14:xfrm>
                <a:off x="8722875" y="6253050"/>
                <a:ext cx="66600" cy="25488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BA4DD6CB-408F-38B9-C220-A664341BA1D0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8713875" y="6244050"/>
                  <a:ext cx="84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E2F7EC61-7E6E-0DF7-3810-53FB53C7A6B3}"/>
                    </a:ext>
                  </a:extLst>
                </p14:cNvPr>
                <p14:cNvContentPartPr/>
                <p14:nvPr/>
              </p14:nvContentPartPr>
              <p14:xfrm>
                <a:off x="8803515" y="6312450"/>
                <a:ext cx="116280" cy="2077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E2F7EC61-7E6E-0DF7-3810-53FB53C7A6B3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8794515" y="6303450"/>
                  <a:ext cx="13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188CEADB-4ACE-A895-0625-692204CA668B}"/>
                    </a:ext>
                  </a:extLst>
                </p14:cNvPr>
                <p14:cNvContentPartPr/>
                <p14:nvPr/>
              </p14:nvContentPartPr>
              <p14:xfrm>
                <a:off x="8955075" y="6310290"/>
                <a:ext cx="190440" cy="22032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188CEADB-4ACE-A895-0625-692204CA668B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8946075" y="6301290"/>
                  <a:ext cx="208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127AD5C4-97B4-502C-E418-9ECD2B0F3AED}"/>
                    </a:ext>
                  </a:extLst>
                </p14:cNvPr>
                <p14:cNvContentPartPr/>
                <p14:nvPr/>
              </p14:nvContentPartPr>
              <p14:xfrm>
                <a:off x="9040395" y="6317130"/>
                <a:ext cx="71280" cy="9900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127AD5C4-97B4-502C-E418-9ECD2B0F3AED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9031755" y="6308490"/>
                  <a:ext cx="8892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37A5A540-152D-F3E1-3C5B-D7D68E639067}"/>
              </a:ext>
            </a:extLst>
          </p:cNvPr>
          <p:cNvGrpSpPr/>
          <p:nvPr/>
        </p:nvGrpSpPr>
        <p:grpSpPr>
          <a:xfrm>
            <a:off x="9394275" y="6174570"/>
            <a:ext cx="1662840" cy="579240"/>
            <a:chOff x="9394275" y="6174570"/>
            <a:chExt cx="1662840" cy="5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C9310E37-350F-040B-16A8-ECF16DD17E5C}"/>
                    </a:ext>
                  </a:extLst>
                </p14:cNvPr>
                <p14:cNvContentPartPr/>
                <p14:nvPr/>
              </p14:nvContentPartPr>
              <p14:xfrm>
                <a:off x="9433875" y="6174930"/>
                <a:ext cx="18360" cy="39744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C9310E37-350F-040B-16A8-ECF16DD17E5C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425235" y="6166290"/>
                  <a:ext cx="360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84649167-0DE7-B81A-E414-A03C434F57CE}"/>
                    </a:ext>
                  </a:extLst>
                </p14:cNvPr>
                <p14:cNvContentPartPr/>
                <p14:nvPr/>
              </p14:nvContentPartPr>
              <p14:xfrm>
                <a:off x="9394275" y="6203010"/>
                <a:ext cx="290160" cy="2772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84649167-0DE7-B81A-E414-A03C434F57CE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385275" y="6194010"/>
                  <a:ext cx="307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40B6FD8-1606-541E-0DF1-94F7689D4B1B}"/>
                    </a:ext>
                  </a:extLst>
                </p14:cNvPr>
                <p14:cNvContentPartPr/>
                <p14:nvPr/>
              </p14:nvContentPartPr>
              <p14:xfrm>
                <a:off x="9407235" y="6345930"/>
                <a:ext cx="242280" cy="57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40B6FD8-1606-541E-0DF1-94F7689D4B1B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398595" y="6337290"/>
                  <a:ext cx="259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8EC90BA-F3FE-EF6B-FBA8-4D0FDA1D146E}"/>
                    </a:ext>
                  </a:extLst>
                </p14:cNvPr>
                <p14:cNvContentPartPr/>
                <p14:nvPr/>
              </p14:nvContentPartPr>
              <p14:xfrm>
                <a:off x="9725835" y="6174570"/>
                <a:ext cx="58320" cy="42444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8EC90BA-F3FE-EF6B-FBA8-4D0FDA1D146E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9717195" y="6165930"/>
                  <a:ext cx="759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5D8B09E-365F-CD00-8BA4-367446624CAD}"/>
                    </a:ext>
                  </a:extLst>
                </p14:cNvPr>
                <p14:cNvContentPartPr/>
                <p14:nvPr/>
              </p14:nvContentPartPr>
              <p14:xfrm>
                <a:off x="9830955" y="6314610"/>
                <a:ext cx="61560" cy="25380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5D8B09E-365F-CD00-8BA4-367446624CAD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9821955" y="6305610"/>
                  <a:ext cx="79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14C2CFF-20FB-E6AA-3361-33F97D326DCF}"/>
                    </a:ext>
                  </a:extLst>
                </p14:cNvPr>
                <p14:cNvContentPartPr/>
                <p14:nvPr/>
              </p14:nvContentPartPr>
              <p14:xfrm>
                <a:off x="9937875" y="6327570"/>
                <a:ext cx="138960" cy="3726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14C2CFF-20FB-E6AA-3361-33F97D326DCF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9929235" y="6318570"/>
                  <a:ext cx="1566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5C10F48B-76F3-638E-6A33-E5640C861F62}"/>
                    </a:ext>
                  </a:extLst>
                </p14:cNvPr>
                <p14:cNvContentPartPr/>
                <p14:nvPr/>
              </p14:nvContentPartPr>
              <p14:xfrm>
                <a:off x="10211835" y="6205890"/>
                <a:ext cx="154800" cy="54792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5C10F48B-76F3-638E-6A33-E5640C861F62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203195" y="6196890"/>
                  <a:ext cx="1724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EC1C84B3-9E5E-39C7-2DAC-6422DF40189D}"/>
                    </a:ext>
                  </a:extLst>
                </p14:cNvPr>
                <p14:cNvContentPartPr/>
                <p14:nvPr/>
              </p14:nvContentPartPr>
              <p14:xfrm>
                <a:off x="10188075" y="6447810"/>
                <a:ext cx="141120" cy="2844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EC1C84B3-9E5E-39C7-2DAC-6422DF40189D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0179435" y="6438810"/>
                  <a:ext cx="158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B302D-0DA9-E8C6-B2E2-FBD645FBF5A2}"/>
                    </a:ext>
                  </a:extLst>
                </p14:cNvPr>
                <p14:cNvContentPartPr/>
                <p14:nvPr/>
              </p14:nvContentPartPr>
              <p14:xfrm>
                <a:off x="10456275" y="6298410"/>
                <a:ext cx="10080" cy="33732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B302D-0DA9-E8C6-B2E2-FBD645FBF5A2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0447635" y="6289410"/>
                  <a:ext cx="277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F5782E1A-54DF-BF42-184D-CCA1C6768665}"/>
                    </a:ext>
                  </a:extLst>
                </p14:cNvPr>
                <p14:cNvContentPartPr/>
                <p14:nvPr/>
              </p14:nvContentPartPr>
              <p14:xfrm>
                <a:off x="10563195" y="6428370"/>
                <a:ext cx="154800" cy="1774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F5782E1A-54DF-BF42-184D-CCA1C6768665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0554195" y="6419370"/>
                  <a:ext cx="172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2B0434D4-F62F-70B0-2384-CC554C628DC6}"/>
                    </a:ext>
                  </a:extLst>
                </p14:cNvPr>
                <p14:cNvContentPartPr/>
                <p14:nvPr/>
              </p14:nvContentPartPr>
              <p14:xfrm>
                <a:off x="10602075" y="6422970"/>
                <a:ext cx="54360" cy="5112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2B0434D4-F62F-70B0-2384-CC554C628DC6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0593075" y="6413970"/>
                  <a:ext cx="72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5E242B0-1B70-8774-FDA2-168FC89E10EA}"/>
                    </a:ext>
                  </a:extLst>
                </p14:cNvPr>
                <p14:cNvContentPartPr/>
                <p14:nvPr/>
              </p14:nvContentPartPr>
              <p14:xfrm>
                <a:off x="10773075" y="6410730"/>
                <a:ext cx="179280" cy="33624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5E242B0-1B70-8774-FDA2-168FC89E10EA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764075" y="6401730"/>
                  <a:ext cx="1969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BAA7EBB-B3BF-FD8F-DCE3-ACB7C17CD0EA}"/>
                    </a:ext>
                  </a:extLst>
                </p14:cNvPr>
                <p14:cNvContentPartPr/>
                <p14:nvPr/>
              </p14:nvContentPartPr>
              <p14:xfrm>
                <a:off x="11056755" y="6491010"/>
                <a:ext cx="360" cy="3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BAA7EBB-B3BF-FD8F-DCE3-ACB7C17CD0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048115" y="6482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6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BB61FFA-9461-9547-4CD8-14775FE78F64}"/>
                    </a:ext>
                  </a:extLst>
                </p14:cNvPr>
                <p14:cNvContentPartPr/>
                <p14:nvPr/>
              </p14:nvContentPartPr>
              <p14:xfrm>
                <a:off x="10575435" y="6395610"/>
                <a:ext cx="117000" cy="6120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BB61FFA-9461-9547-4CD8-14775FE78F64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10566795" y="6386970"/>
                  <a:ext cx="1346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8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8E8BDFDB-A60B-830B-E48E-8F9682A29BD9}"/>
                  </a:ext>
                </a:extLst>
              </p14:cNvPr>
              <p14:cNvContentPartPr/>
              <p14:nvPr/>
            </p14:nvContentPartPr>
            <p14:xfrm>
              <a:off x="9277635" y="6332610"/>
              <a:ext cx="19440" cy="25560"/>
            </p14:xfrm>
          </p:contentPart>
        </mc:Choice>
        <mc:Fallback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8E8BDFDB-A60B-830B-E48E-8F9682A29BD9}"/>
                  </a:ext>
                </a:extLst>
              </p:cNvPr>
              <p:cNvPicPr/>
              <p:nvPr/>
            </p:nvPicPr>
            <p:blipFill>
              <a:blip r:embed="rId849"/>
              <a:stretch>
                <a:fillRect/>
              </a:stretch>
            </p:blipFill>
            <p:spPr>
              <a:xfrm>
                <a:off x="9268995" y="6323610"/>
                <a:ext cx="370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0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6B8BF38F-FB1E-6723-DB6F-DD9871E8A345}"/>
                  </a:ext>
                </a:extLst>
              </p14:cNvPr>
              <p14:cNvContentPartPr/>
              <p14:nvPr/>
            </p14:nvContentPartPr>
            <p14:xfrm>
              <a:off x="9329115" y="6509370"/>
              <a:ext cx="360" cy="360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6B8BF38F-FB1E-6723-DB6F-DD9871E8A34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320475" y="6500730"/>
                <a:ext cx="180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1" name="Group 530">
            <a:extLst>
              <a:ext uri="{FF2B5EF4-FFF2-40B4-BE49-F238E27FC236}">
                <a16:creationId xmlns:a16="http://schemas.microsoft.com/office/drawing/2014/main" id="{08132307-7696-217C-1D33-707545A7FA17}"/>
              </a:ext>
            </a:extLst>
          </p:cNvPr>
          <p:cNvGrpSpPr/>
          <p:nvPr/>
        </p:nvGrpSpPr>
        <p:grpSpPr>
          <a:xfrm>
            <a:off x="3908235" y="6338730"/>
            <a:ext cx="1131120" cy="522720"/>
            <a:chOff x="3908235" y="6338730"/>
            <a:chExt cx="113112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03B056C5-2BD3-4DE7-5532-1488315E524D}"/>
                    </a:ext>
                  </a:extLst>
                </p14:cNvPr>
                <p14:cNvContentPartPr/>
                <p14:nvPr/>
              </p14:nvContentPartPr>
              <p14:xfrm>
                <a:off x="3908235" y="6338730"/>
                <a:ext cx="173880" cy="3276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03B056C5-2BD3-4DE7-5532-1488315E524D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3899235" y="6330090"/>
                  <a:ext cx="1915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FC9F7A86-517A-DDD3-342A-D0BB3761297E}"/>
                    </a:ext>
                  </a:extLst>
                </p14:cNvPr>
                <p14:cNvContentPartPr/>
                <p14:nvPr/>
              </p14:nvContentPartPr>
              <p14:xfrm>
                <a:off x="3981675" y="6543570"/>
                <a:ext cx="105120" cy="14580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FC9F7A86-517A-DDD3-342A-D0BB3761297E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3972675" y="6534570"/>
                  <a:ext cx="122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465FBDEE-93D4-2C39-8D72-A702DFB2BD75}"/>
                    </a:ext>
                  </a:extLst>
                </p14:cNvPr>
                <p14:cNvContentPartPr/>
                <p14:nvPr/>
              </p14:nvContentPartPr>
              <p14:xfrm>
                <a:off x="4159515" y="6546450"/>
                <a:ext cx="42480" cy="10008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465FBDEE-93D4-2C39-8D72-A702DFB2BD75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4150875" y="6537450"/>
                  <a:ext cx="60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BD8FAC84-D36A-A67C-B581-50737B1330C3}"/>
                    </a:ext>
                  </a:extLst>
                </p14:cNvPr>
                <p14:cNvContentPartPr/>
                <p14:nvPr/>
              </p14:nvContentPartPr>
              <p14:xfrm>
                <a:off x="4125315" y="6516930"/>
                <a:ext cx="246240" cy="20376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BD8FAC84-D36A-A67C-B581-50737B1330C3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4116315" y="6508290"/>
                  <a:ext cx="263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AB913173-9718-1148-A8DC-B71A397E2D25}"/>
                    </a:ext>
                  </a:extLst>
                </p14:cNvPr>
                <p14:cNvContentPartPr/>
                <p14:nvPr/>
              </p14:nvContentPartPr>
              <p14:xfrm>
                <a:off x="4412235" y="6372930"/>
                <a:ext cx="111960" cy="32328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AB913173-9718-1148-A8DC-B71A397E2D25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4403235" y="6363930"/>
                  <a:ext cx="1296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DE42DC81-2086-9593-3777-3EFD7B2C04A7}"/>
                    </a:ext>
                  </a:extLst>
                </p14:cNvPr>
                <p14:cNvContentPartPr/>
                <p14:nvPr/>
              </p14:nvContentPartPr>
              <p14:xfrm>
                <a:off x="4555515" y="6508290"/>
                <a:ext cx="112320" cy="1688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DE42DC81-2086-9593-3777-3EFD7B2C04A7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4546515" y="6499290"/>
                  <a:ext cx="129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10BAFBD-B152-A089-4630-048643C7318B}"/>
                    </a:ext>
                  </a:extLst>
                </p14:cNvPr>
                <p14:cNvContentPartPr/>
                <p14:nvPr/>
              </p14:nvContentPartPr>
              <p14:xfrm>
                <a:off x="4700955" y="6522330"/>
                <a:ext cx="283680" cy="3391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10BAFBD-B152-A089-4630-048643C7318B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4692315" y="6513690"/>
                  <a:ext cx="3013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A61D1C15-6B20-D6B5-35B4-A10E2EF09806}"/>
                    </a:ext>
                  </a:extLst>
                </p14:cNvPr>
                <p14:cNvContentPartPr/>
                <p14:nvPr/>
              </p14:nvContentPartPr>
              <p14:xfrm>
                <a:off x="4916235" y="6505050"/>
                <a:ext cx="123120" cy="14256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A61D1C15-6B20-D6B5-35B4-A10E2EF09806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4907595" y="6496410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6CD449CA-9F27-B80F-521A-E4928EF38280}"/>
              </a:ext>
            </a:extLst>
          </p:cNvPr>
          <p:cNvGrpSpPr/>
          <p:nvPr/>
        </p:nvGrpSpPr>
        <p:grpSpPr>
          <a:xfrm>
            <a:off x="5339955" y="6344850"/>
            <a:ext cx="837360" cy="371160"/>
            <a:chOff x="5339955" y="6344850"/>
            <a:chExt cx="83736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8D100100-FC15-3EEE-E27B-0BA716422FC3}"/>
                    </a:ext>
                  </a:extLst>
                </p14:cNvPr>
                <p14:cNvContentPartPr/>
                <p14:nvPr/>
              </p14:nvContentPartPr>
              <p14:xfrm>
                <a:off x="5339955" y="6357810"/>
                <a:ext cx="66600" cy="34344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8D100100-FC15-3EEE-E27B-0BA716422FC3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5330955" y="6349170"/>
                  <a:ext cx="84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68E4CCB-9ECE-66C8-C5D1-55CC7490478B}"/>
                    </a:ext>
                  </a:extLst>
                </p14:cNvPr>
                <p14:cNvContentPartPr/>
                <p14:nvPr/>
              </p14:nvContentPartPr>
              <p14:xfrm>
                <a:off x="5359035" y="6344850"/>
                <a:ext cx="189720" cy="29844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68E4CCB-9ECE-66C8-C5D1-55CC7490478B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5350395" y="6335850"/>
                  <a:ext cx="207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147D17E4-0258-C8C4-5CBE-1644A0A947CF}"/>
                    </a:ext>
                  </a:extLst>
                </p14:cNvPr>
                <p14:cNvContentPartPr/>
                <p14:nvPr/>
              </p14:nvContentPartPr>
              <p14:xfrm>
                <a:off x="5588715" y="6464010"/>
                <a:ext cx="126720" cy="22464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147D17E4-0258-C8C4-5CBE-1644A0A947CF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5579715" y="6455010"/>
                  <a:ext cx="144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3767FB6E-DF94-64F3-B570-4D5AEB82BE04}"/>
                    </a:ext>
                  </a:extLst>
                </p14:cNvPr>
                <p14:cNvContentPartPr/>
                <p14:nvPr/>
              </p14:nvContentPartPr>
              <p14:xfrm>
                <a:off x="5771595" y="6445290"/>
                <a:ext cx="82440" cy="21528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3767FB6E-DF94-64F3-B570-4D5AEB82BE04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5762595" y="6436290"/>
                  <a:ext cx="100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FB97BAAA-1AD1-5BC5-03BB-5CE8656573C2}"/>
                    </a:ext>
                  </a:extLst>
                </p14:cNvPr>
                <p14:cNvContentPartPr/>
                <p14:nvPr/>
              </p14:nvContentPartPr>
              <p14:xfrm>
                <a:off x="5886435" y="6480930"/>
                <a:ext cx="103320" cy="21060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FB97BAAA-1AD1-5BC5-03BB-5CE8656573C2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5877435" y="6472290"/>
                  <a:ext cx="120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F997BD26-0987-11B5-8FD1-A86830D1CCF2}"/>
                    </a:ext>
                  </a:extLst>
                </p14:cNvPr>
                <p14:cNvContentPartPr/>
                <p14:nvPr/>
              </p14:nvContentPartPr>
              <p14:xfrm>
                <a:off x="6049515" y="6519810"/>
                <a:ext cx="127800" cy="19620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F997BD26-0987-11B5-8FD1-A86830D1CCF2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6040875" y="6511170"/>
                  <a:ext cx="14544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9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FE472A81-1325-C92B-DBDF-06BB2ED2AFCE}"/>
                  </a:ext>
                </a:extLst>
              </p14:cNvPr>
              <p14:cNvContentPartPr/>
              <p14:nvPr/>
            </p14:nvContentPartPr>
            <p14:xfrm>
              <a:off x="6391155" y="6620970"/>
              <a:ext cx="1440" cy="792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FE472A81-1325-C92B-DBDF-06BB2ED2AFCE}"/>
                  </a:ext>
                </a:extLst>
              </p:cNvPr>
              <p:cNvPicPr/>
              <p:nvPr/>
            </p:nvPicPr>
            <p:blipFill>
              <a:blip r:embed="rId880"/>
              <a:stretch>
                <a:fillRect/>
              </a:stretch>
            </p:blipFill>
            <p:spPr>
              <a:xfrm>
                <a:off x="6382515" y="6612330"/>
                <a:ext cx="1908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30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91F20CD-5401-EEB7-B3C9-08E2F82B5C75}"/>
              </a:ext>
            </a:extLst>
          </p:cNvPr>
          <p:cNvGrpSpPr/>
          <p:nvPr/>
        </p:nvGrpSpPr>
        <p:grpSpPr>
          <a:xfrm>
            <a:off x="195195" y="152130"/>
            <a:ext cx="1134000" cy="469440"/>
            <a:chOff x="195195" y="152130"/>
            <a:chExt cx="113400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2FC76A-12FF-F841-396D-29675A9BFF82}"/>
                    </a:ext>
                  </a:extLst>
                </p14:cNvPr>
                <p14:cNvContentPartPr/>
                <p14:nvPr/>
              </p14:nvContentPartPr>
              <p14:xfrm>
                <a:off x="195195" y="158250"/>
                <a:ext cx="99000" cy="298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2FC76A-12FF-F841-396D-29675A9BFF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6555" y="149250"/>
                  <a:ext cx="116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26D560-092D-4ABF-E517-41BCAB0DB5D9}"/>
                    </a:ext>
                  </a:extLst>
                </p14:cNvPr>
                <p14:cNvContentPartPr/>
                <p14:nvPr/>
              </p14:nvContentPartPr>
              <p14:xfrm>
                <a:off x="284475" y="152130"/>
                <a:ext cx="101520" cy="334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26D560-092D-4ABF-E517-41BCAB0DB5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475" y="143490"/>
                  <a:ext cx="1191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1FDBB1C-8A2A-7908-CB2B-444983FF335B}"/>
                    </a:ext>
                  </a:extLst>
                </p14:cNvPr>
                <p14:cNvContentPartPr/>
                <p14:nvPr/>
              </p14:nvContentPartPr>
              <p14:xfrm>
                <a:off x="239835" y="316290"/>
                <a:ext cx="91800" cy="20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1FDBB1C-8A2A-7908-CB2B-444983FF33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1195" y="307290"/>
                  <a:ext cx="109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2DCB63-59F8-E919-B1C1-FAE9D51F7E4B}"/>
                    </a:ext>
                  </a:extLst>
                </p14:cNvPr>
                <p14:cNvContentPartPr/>
                <p14:nvPr/>
              </p14:nvContentPartPr>
              <p14:xfrm>
                <a:off x="466275" y="261210"/>
                <a:ext cx="113760" cy="360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2DCB63-59F8-E919-B1C1-FAE9D51F7E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275" y="252210"/>
                  <a:ext cx="131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9A5D492-29D0-A790-4EEE-FFDE4D69C018}"/>
                    </a:ext>
                  </a:extLst>
                </p14:cNvPr>
                <p14:cNvContentPartPr/>
                <p14:nvPr/>
              </p14:nvContentPartPr>
              <p14:xfrm>
                <a:off x="626115" y="179850"/>
                <a:ext cx="126720" cy="32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9A5D492-29D0-A790-4EEE-FFDE4D69C0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7475" y="171210"/>
                  <a:ext cx="1443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8AEDA5-3BED-7704-C8C1-353B4F872594}"/>
                    </a:ext>
                  </a:extLst>
                </p14:cNvPr>
                <p14:cNvContentPartPr/>
                <p14:nvPr/>
              </p14:nvContentPartPr>
              <p14:xfrm>
                <a:off x="754995" y="18309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8AEDA5-3BED-7704-C8C1-353B4F8725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5995" y="174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3899CE6-7F5B-D915-0586-B5DE97A9ED35}"/>
                    </a:ext>
                  </a:extLst>
                </p14:cNvPr>
                <p14:cNvContentPartPr/>
                <p14:nvPr/>
              </p14:nvContentPartPr>
              <p14:xfrm>
                <a:off x="754995" y="171210"/>
                <a:ext cx="86760" cy="30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3899CE6-7F5B-D915-0586-B5DE97A9ED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5995" y="162570"/>
                  <a:ext cx="104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BEFCD-7BA0-F527-F754-32C419F8D473}"/>
                    </a:ext>
                  </a:extLst>
                </p14:cNvPr>
                <p14:cNvContentPartPr/>
                <p14:nvPr/>
              </p14:nvContentPartPr>
              <p14:xfrm>
                <a:off x="847155" y="259050"/>
                <a:ext cx="133200" cy="17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BEFCD-7BA0-F527-F754-32C419F8D4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8155" y="250050"/>
                  <a:ext cx="150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A158C6-E980-0DC6-3310-B3B09637BB28}"/>
                    </a:ext>
                  </a:extLst>
                </p14:cNvPr>
                <p14:cNvContentPartPr/>
                <p14:nvPr/>
              </p14:nvContentPartPr>
              <p14:xfrm>
                <a:off x="965595" y="248250"/>
                <a:ext cx="131400" cy="241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A158C6-E980-0DC6-3310-B3B09637BB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6955" y="239250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A0E77C-9A9E-22EA-4DCB-2B8178A6B4E9}"/>
                    </a:ext>
                  </a:extLst>
                </p14:cNvPr>
                <p14:cNvContentPartPr/>
                <p14:nvPr/>
              </p14:nvContentPartPr>
              <p14:xfrm>
                <a:off x="1143075" y="244650"/>
                <a:ext cx="182160" cy="230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A0E77C-9A9E-22EA-4DCB-2B8178A6B4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34435" y="236010"/>
                  <a:ext cx="199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402F40-C438-1944-082F-98BD011F715F}"/>
                    </a:ext>
                  </a:extLst>
                </p14:cNvPr>
                <p14:cNvContentPartPr/>
                <p14:nvPr/>
              </p14:nvContentPartPr>
              <p14:xfrm>
                <a:off x="1328835" y="17661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402F40-C438-1944-082F-98BD011F71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19835" y="1679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E85F8-AF38-746B-E58A-12F5EAA6BD6E}"/>
                  </a:ext>
                </a:extLst>
              </p14:cNvPr>
              <p14:cNvContentPartPr/>
              <p14:nvPr/>
            </p14:nvContentPartPr>
            <p14:xfrm>
              <a:off x="1586235" y="331410"/>
              <a:ext cx="10080" cy="10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E85F8-AF38-746B-E58A-12F5EAA6BD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77235" y="322770"/>
                <a:ext cx="277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0D16E5-7A93-007D-CDC7-3DAFC8A96215}"/>
                  </a:ext>
                </a:extLst>
              </p14:cNvPr>
              <p14:cNvContentPartPr/>
              <p14:nvPr/>
            </p14:nvContentPartPr>
            <p14:xfrm>
              <a:off x="164235" y="677010"/>
              <a:ext cx="1227600" cy="35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0D16E5-7A93-007D-CDC7-3DAFC8A9621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5235" y="668010"/>
                <a:ext cx="12452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3C630F-048D-E200-5CAA-6870BFC2A074}"/>
                  </a:ext>
                </a:extLst>
              </p14:cNvPr>
              <p14:cNvContentPartPr/>
              <p14:nvPr/>
            </p14:nvContentPartPr>
            <p14:xfrm>
              <a:off x="2818155" y="868530"/>
              <a:ext cx="272160" cy="217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3C630F-048D-E200-5CAA-6870BFC2A07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09155" y="859530"/>
                <a:ext cx="28980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D4F818BE-A2F0-67F8-8AA7-2B9012160FEC}"/>
              </a:ext>
            </a:extLst>
          </p:cNvPr>
          <p:cNvGrpSpPr/>
          <p:nvPr/>
        </p:nvGrpSpPr>
        <p:grpSpPr>
          <a:xfrm>
            <a:off x="383115" y="753690"/>
            <a:ext cx="2497680" cy="988560"/>
            <a:chOff x="383115" y="753690"/>
            <a:chExt cx="2497680" cy="9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113934-C5B5-7E76-44A4-7178388328C9}"/>
                    </a:ext>
                  </a:extLst>
                </p14:cNvPr>
                <p14:cNvContentPartPr/>
                <p14:nvPr/>
              </p14:nvContentPartPr>
              <p14:xfrm>
                <a:off x="383115" y="868530"/>
                <a:ext cx="23040" cy="324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113934-C5B5-7E76-44A4-7178388328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4475" y="859530"/>
                  <a:ext cx="406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DB1C3A-175F-4CFD-16AB-3C2F412CF329}"/>
                    </a:ext>
                  </a:extLst>
                </p14:cNvPr>
                <p14:cNvContentPartPr/>
                <p14:nvPr/>
              </p14:nvContentPartPr>
              <p14:xfrm>
                <a:off x="391395" y="869250"/>
                <a:ext cx="225360" cy="35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DB1C3A-175F-4CFD-16AB-3C2F412CF32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2755" y="860610"/>
                  <a:ext cx="2430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201C18-024C-5BA0-825C-56DD1199E6DF}"/>
                    </a:ext>
                  </a:extLst>
                </p14:cNvPr>
                <p14:cNvContentPartPr/>
                <p14:nvPr/>
              </p14:nvContentPartPr>
              <p14:xfrm>
                <a:off x="675435" y="950610"/>
                <a:ext cx="133920" cy="237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201C18-024C-5BA0-825C-56DD1199E6D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6795" y="941970"/>
                  <a:ext cx="151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B40E3D-4CCA-A47D-9200-608C53C4FA7A}"/>
                    </a:ext>
                  </a:extLst>
                </p14:cNvPr>
                <p14:cNvContentPartPr/>
                <p14:nvPr/>
              </p14:nvContentPartPr>
              <p14:xfrm>
                <a:off x="822315" y="947370"/>
                <a:ext cx="268560" cy="517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B40E3D-4CCA-A47D-9200-608C53C4FA7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3315" y="938730"/>
                  <a:ext cx="2862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A1656E-E887-91CD-8A11-890A3B9E0616}"/>
                    </a:ext>
                  </a:extLst>
                </p14:cNvPr>
                <p14:cNvContentPartPr/>
                <p14:nvPr/>
              </p14:nvContentPartPr>
              <p14:xfrm>
                <a:off x="1065315" y="984090"/>
                <a:ext cx="142200" cy="19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A1656E-E887-91CD-8A11-890A3B9E061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56315" y="975090"/>
                  <a:ext cx="159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E6D8BD-14FE-694A-00B5-0E88D4626974}"/>
                    </a:ext>
                  </a:extLst>
                </p14:cNvPr>
                <p14:cNvContentPartPr/>
                <p14:nvPr/>
              </p14:nvContentPartPr>
              <p14:xfrm>
                <a:off x="1206075" y="988770"/>
                <a:ext cx="129240" cy="21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E6D8BD-14FE-694A-00B5-0E88D46269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97075" y="979770"/>
                  <a:ext cx="146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00444A-A146-3972-D1ED-BC86BBE8BC4E}"/>
                    </a:ext>
                  </a:extLst>
                </p14:cNvPr>
                <p14:cNvContentPartPr/>
                <p14:nvPr/>
              </p14:nvContentPartPr>
              <p14:xfrm>
                <a:off x="1406955" y="962850"/>
                <a:ext cx="133920" cy="21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00444A-A146-3972-D1ED-BC86BBE8BC4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397955" y="953850"/>
                  <a:ext cx="151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1B1DB7-44EB-7DE3-B650-3DC5598E3B75}"/>
                    </a:ext>
                  </a:extLst>
                </p14:cNvPr>
                <p14:cNvContentPartPr/>
                <p14:nvPr/>
              </p14:nvContentPartPr>
              <p14:xfrm>
                <a:off x="1506315" y="861330"/>
                <a:ext cx="36000" cy="350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1B1DB7-44EB-7DE3-B650-3DC5598E3B7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97315" y="852690"/>
                  <a:ext cx="536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883560-4CAE-72EE-E277-334E7AE8F66F}"/>
                    </a:ext>
                  </a:extLst>
                </p14:cNvPr>
                <p14:cNvContentPartPr/>
                <p14:nvPr/>
              </p14:nvContentPartPr>
              <p14:xfrm>
                <a:off x="1565715" y="985530"/>
                <a:ext cx="204840" cy="181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883560-4CAE-72EE-E277-334E7AE8F6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57075" y="976530"/>
                  <a:ext cx="222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E58E803-D1D5-6856-C433-BFD2A9A7DFC8}"/>
                    </a:ext>
                  </a:extLst>
                </p14:cNvPr>
                <p14:cNvContentPartPr/>
                <p14:nvPr/>
              </p14:nvContentPartPr>
              <p14:xfrm>
                <a:off x="1775235" y="793650"/>
                <a:ext cx="134280" cy="38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E58E803-D1D5-6856-C433-BFD2A9A7DFC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66235" y="785010"/>
                  <a:ext cx="1519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3449F8-75C2-0D4E-1011-B5C992FF04FE}"/>
                    </a:ext>
                  </a:extLst>
                </p14:cNvPr>
                <p14:cNvContentPartPr/>
                <p14:nvPr/>
              </p14:nvContentPartPr>
              <p14:xfrm>
                <a:off x="1883235" y="780690"/>
                <a:ext cx="360" cy="2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3449F8-75C2-0D4E-1011-B5C992FF04F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74595" y="772050"/>
                  <a:ext cx="18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B858BE-1147-8ABB-305D-889249049337}"/>
                    </a:ext>
                  </a:extLst>
                </p14:cNvPr>
                <p14:cNvContentPartPr/>
                <p14:nvPr/>
              </p14:nvContentPartPr>
              <p14:xfrm>
                <a:off x="1981875" y="772410"/>
                <a:ext cx="12600" cy="398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B858BE-1147-8ABB-305D-8892490493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72875" y="763770"/>
                  <a:ext cx="30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BCA1F81-AB2F-EB8A-78C4-4B3165B1C810}"/>
                    </a:ext>
                  </a:extLst>
                </p14:cNvPr>
                <p14:cNvContentPartPr/>
                <p14:nvPr/>
              </p14:nvContentPartPr>
              <p14:xfrm>
                <a:off x="1994115" y="972570"/>
                <a:ext cx="72360" cy="141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BCA1F81-AB2F-EB8A-78C4-4B3165B1C8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85115" y="963930"/>
                  <a:ext cx="90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B8785B-5925-B145-1E37-39D7D3E053A1}"/>
                    </a:ext>
                  </a:extLst>
                </p14:cNvPr>
                <p14:cNvContentPartPr/>
                <p14:nvPr/>
              </p14:nvContentPartPr>
              <p14:xfrm>
                <a:off x="2092395" y="944130"/>
                <a:ext cx="385560" cy="230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B8785B-5925-B145-1E37-39D7D3E053A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83755" y="935130"/>
                  <a:ext cx="403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0ACE5E-0305-E0A8-94F6-1FB92F8B37CD}"/>
                    </a:ext>
                  </a:extLst>
                </p14:cNvPr>
                <p14:cNvContentPartPr/>
                <p14:nvPr/>
              </p14:nvContentPartPr>
              <p14:xfrm>
                <a:off x="2606115" y="753690"/>
                <a:ext cx="42840" cy="37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0ACE5E-0305-E0A8-94F6-1FB92F8B37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97475" y="745050"/>
                  <a:ext cx="60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3AC596-D318-468B-5F7D-B7DD3BB0C848}"/>
                    </a:ext>
                  </a:extLst>
                </p14:cNvPr>
                <p14:cNvContentPartPr/>
                <p14:nvPr/>
              </p14:nvContentPartPr>
              <p14:xfrm>
                <a:off x="2643555" y="909570"/>
                <a:ext cx="156600" cy="164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3AC596-D318-468B-5F7D-B7DD3BB0C84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34915" y="900930"/>
                  <a:ext cx="174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B1D688E-5DFF-FE0B-D808-CECFF7D7DF0A}"/>
                    </a:ext>
                  </a:extLst>
                </p14:cNvPr>
                <p14:cNvContentPartPr/>
                <p14:nvPr/>
              </p14:nvContentPartPr>
              <p14:xfrm>
                <a:off x="426315" y="1425090"/>
                <a:ext cx="147240" cy="24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B1D688E-5DFF-FE0B-D808-CECFF7D7DF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7315" y="1416450"/>
                  <a:ext cx="164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786E3F-0306-B9A7-09D6-B2A7880CCFDA}"/>
                    </a:ext>
                  </a:extLst>
                </p14:cNvPr>
                <p14:cNvContentPartPr/>
                <p14:nvPr/>
              </p14:nvContentPartPr>
              <p14:xfrm>
                <a:off x="606675" y="1430850"/>
                <a:ext cx="123480" cy="20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786E3F-0306-B9A7-09D6-B2A7880CCFD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7675" y="1421850"/>
                  <a:ext cx="141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5814BB-AC64-2572-A23C-794BD3450B34}"/>
                    </a:ext>
                  </a:extLst>
                </p14:cNvPr>
                <p14:cNvContentPartPr/>
                <p14:nvPr/>
              </p14:nvContentPartPr>
              <p14:xfrm>
                <a:off x="747795" y="1298730"/>
                <a:ext cx="43560" cy="337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5814BB-AC64-2572-A23C-794BD3450B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8795" y="1289730"/>
                  <a:ext cx="612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EBF28A-B556-794A-E412-C049C68EB6BE}"/>
                    </a:ext>
                  </a:extLst>
                </p14:cNvPr>
                <p14:cNvContentPartPr/>
                <p14:nvPr/>
              </p14:nvContentPartPr>
              <p14:xfrm>
                <a:off x="814755" y="1488450"/>
                <a:ext cx="69120" cy="167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EBF28A-B556-794A-E412-C049C68EB6B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6115" y="1479810"/>
                  <a:ext cx="86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E4FF9-75C5-488B-71D2-7411E36085A2}"/>
                    </a:ext>
                  </a:extLst>
                </p14:cNvPr>
                <p14:cNvContentPartPr/>
                <p14:nvPr/>
              </p14:nvContentPartPr>
              <p14:xfrm>
                <a:off x="940035" y="1489890"/>
                <a:ext cx="349200" cy="198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E4FF9-75C5-488B-71D2-7411E36085A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1035" y="1480890"/>
                  <a:ext cx="366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A582AE6-2AD6-0D02-0BCB-7A2BCEA60D60}"/>
                    </a:ext>
                  </a:extLst>
                </p14:cNvPr>
                <p14:cNvContentPartPr/>
                <p14:nvPr/>
              </p14:nvContentPartPr>
              <p14:xfrm>
                <a:off x="1554915" y="1311330"/>
                <a:ext cx="213840" cy="268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A582AE6-2AD6-0D02-0BCB-7A2BCEA60D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46275" y="1302330"/>
                  <a:ext cx="231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EEC78F-F18A-4D31-0ABE-DE13142AE1A8}"/>
                    </a:ext>
                  </a:extLst>
                </p14:cNvPr>
                <p14:cNvContentPartPr/>
                <p14:nvPr/>
              </p14:nvContentPartPr>
              <p14:xfrm>
                <a:off x="1734915" y="1294770"/>
                <a:ext cx="16200" cy="447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EEC78F-F18A-4D31-0ABE-DE13142AE1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26275" y="1285770"/>
                  <a:ext cx="338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7140683-4B45-B34A-E30C-222BCC97FA65}"/>
                    </a:ext>
                  </a:extLst>
                </p14:cNvPr>
                <p14:cNvContentPartPr/>
                <p14:nvPr/>
              </p14:nvContentPartPr>
              <p14:xfrm>
                <a:off x="2068275" y="1408170"/>
                <a:ext cx="93240" cy="261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7140683-4B45-B34A-E30C-222BCC97FA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59635" y="1399170"/>
                  <a:ext cx="110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9119D78-6FC6-0E68-2EEC-14D297EC24E6}"/>
                    </a:ext>
                  </a:extLst>
                </p14:cNvPr>
                <p14:cNvContentPartPr/>
                <p14:nvPr/>
              </p14:nvContentPartPr>
              <p14:xfrm>
                <a:off x="2191035" y="1428690"/>
                <a:ext cx="128160" cy="236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9119D78-6FC6-0E68-2EEC-14D297EC24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82035" y="1419690"/>
                  <a:ext cx="1458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321331A-1A7A-CE2C-4786-235F27FD3417}"/>
                    </a:ext>
                  </a:extLst>
                </p14:cNvPr>
                <p14:cNvContentPartPr/>
                <p14:nvPr/>
              </p14:nvContentPartPr>
              <p14:xfrm>
                <a:off x="2354835" y="1276770"/>
                <a:ext cx="29160" cy="392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321331A-1A7A-CE2C-4786-235F27FD341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346195" y="1267770"/>
                  <a:ext cx="468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F9B807-D5A3-1735-FAF7-7DAE94C956E2}"/>
                    </a:ext>
                  </a:extLst>
                </p14:cNvPr>
                <p14:cNvContentPartPr/>
                <p14:nvPr/>
              </p14:nvContentPartPr>
              <p14:xfrm>
                <a:off x="2353755" y="1449570"/>
                <a:ext cx="118800" cy="149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F9B807-D5A3-1735-FAF7-7DAE94C956E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44755" y="1440570"/>
                  <a:ext cx="136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4817D0-CC13-1745-82ED-781E18FD323B}"/>
                    </a:ext>
                  </a:extLst>
                </p14:cNvPr>
                <p14:cNvContentPartPr/>
                <p14:nvPr/>
              </p14:nvContentPartPr>
              <p14:xfrm>
                <a:off x="2499195" y="1271010"/>
                <a:ext cx="36360" cy="39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4817D0-CC13-1745-82ED-781E18FD323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90555" y="1262010"/>
                  <a:ext cx="540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DCEC3C-DACD-161B-9825-0F0F943044EC}"/>
                    </a:ext>
                  </a:extLst>
                </p14:cNvPr>
                <p14:cNvContentPartPr/>
                <p14:nvPr/>
              </p14:nvContentPartPr>
              <p14:xfrm>
                <a:off x="2586315" y="1413210"/>
                <a:ext cx="121680" cy="202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DCEC3C-DACD-161B-9825-0F0F943044E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77315" y="1404570"/>
                  <a:ext cx="139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0E61629-4818-50FB-95F6-5BECFD112EA5}"/>
                    </a:ext>
                  </a:extLst>
                </p14:cNvPr>
                <p14:cNvContentPartPr/>
                <p14:nvPr/>
              </p14:nvContentPartPr>
              <p14:xfrm>
                <a:off x="2720595" y="1391610"/>
                <a:ext cx="160200" cy="260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0E61629-4818-50FB-95F6-5BECFD112E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11955" y="1382610"/>
                  <a:ext cx="17784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16AB495-CA7B-48C7-888C-4DA10F8E599A}"/>
                  </a:ext>
                </a:extLst>
              </p14:cNvPr>
              <p14:cNvContentPartPr/>
              <p14:nvPr/>
            </p14:nvContentPartPr>
            <p14:xfrm>
              <a:off x="3228555" y="1294050"/>
              <a:ext cx="360" cy="6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16AB495-CA7B-48C7-888C-4DA10F8E599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19555" y="1285050"/>
                <a:ext cx="1800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7E783CEA-16B9-ECAC-E79C-B200E2FF45D8}"/>
              </a:ext>
            </a:extLst>
          </p:cNvPr>
          <p:cNvGrpSpPr/>
          <p:nvPr/>
        </p:nvGrpSpPr>
        <p:grpSpPr>
          <a:xfrm>
            <a:off x="3112995" y="720210"/>
            <a:ext cx="2573640" cy="1034280"/>
            <a:chOff x="3112995" y="720210"/>
            <a:chExt cx="2573640" cy="10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45CD12-E60D-7F08-5C22-CBDABB3D7F7E}"/>
                    </a:ext>
                  </a:extLst>
                </p14:cNvPr>
                <p14:cNvContentPartPr/>
                <p14:nvPr/>
              </p14:nvContentPartPr>
              <p14:xfrm>
                <a:off x="3112995" y="917130"/>
                <a:ext cx="109800" cy="358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45CD12-E60D-7F08-5C22-CBDABB3D7F7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03995" y="908490"/>
                  <a:ext cx="1274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A8330B-9990-9B61-CB6E-FF0EFB5DAFA0}"/>
                    </a:ext>
                  </a:extLst>
                </p14:cNvPr>
                <p14:cNvContentPartPr/>
                <p14:nvPr/>
              </p14:nvContentPartPr>
              <p14:xfrm>
                <a:off x="3153675" y="922530"/>
                <a:ext cx="63000" cy="12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A8330B-9990-9B61-CB6E-FF0EFB5DAFA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45035" y="913890"/>
                  <a:ext cx="80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F41BA0-2BEA-70AD-766F-494A733A34FC}"/>
                    </a:ext>
                  </a:extLst>
                </p14:cNvPr>
                <p14:cNvContentPartPr/>
                <p14:nvPr/>
              </p14:nvContentPartPr>
              <p14:xfrm>
                <a:off x="3241515" y="894450"/>
                <a:ext cx="107280" cy="168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F41BA0-2BEA-70AD-766F-494A733A34F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32875" y="885810"/>
                  <a:ext cx="124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51D71A-2F89-0497-A966-553B4D155306}"/>
                    </a:ext>
                  </a:extLst>
                </p14:cNvPr>
                <p14:cNvContentPartPr/>
                <p14:nvPr/>
              </p14:nvContentPartPr>
              <p14:xfrm>
                <a:off x="3458235" y="720210"/>
                <a:ext cx="70560" cy="401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51D71A-2F89-0497-A966-553B4D15530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49235" y="711210"/>
                  <a:ext cx="882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970C92-A0E7-E796-73A2-2E1C7B85283C}"/>
                    </a:ext>
                  </a:extLst>
                </p14:cNvPr>
                <p14:cNvContentPartPr/>
                <p14:nvPr/>
              </p14:nvContentPartPr>
              <p14:xfrm>
                <a:off x="3394515" y="885810"/>
                <a:ext cx="165240" cy="1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970C92-A0E7-E796-73A2-2E1C7B8528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85515" y="876810"/>
                  <a:ext cx="182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8F0575-13E0-A601-ACB9-43A9DC8BEE09}"/>
                    </a:ext>
                  </a:extLst>
                </p14:cNvPr>
                <p14:cNvContentPartPr/>
                <p14:nvPr/>
              </p14:nvContentPartPr>
              <p14:xfrm>
                <a:off x="3583155" y="862410"/>
                <a:ext cx="159120" cy="200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8F0575-13E0-A601-ACB9-43A9DC8BEE0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74515" y="853770"/>
                  <a:ext cx="176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4D8C1E8-478B-D404-8963-75047DED0C82}"/>
                    </a:ext>
                  </a:extLst>
                </p14:cNvPr>
                <p14:cNvContentPartPr/>
                <p14:nvPr/>
              </p14:nvContentPartPr>
              <p14:xfrm>
                <a:off x="3756675" y="879330"/>
                <a:ext cx="268920" cy="199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4D8C1E8-478B-D404-8963-75047DED0C8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47675" y="870330"/>
                  <a:ext cx="286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D81C3C-D124-E419-BA88-96CE2CFDB23D}"/>
                    </a:ext>
                  </a:extLst>
                </p14:cNvPr>
                <p14:cNvContentPartPr/>
                <p14:nvPr/>
              </p14:nvContentPartPr>
              <p14:xfrm>
                <a:off x="4070595" y="833610"/>
                <a:ext cx="137520" cy="203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D81C3C-D124-E419-BA88-96CE2CFDB23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061595" y="824610"/>
                  <a:ext cx="15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BCF7C2-0E59-B77A-EAF1-BCBC5463056C}"/>
                    </a:ext>
                  </a:extLst>
                </p14:cNvPr>
                <p14:cNvContentPartPr/>
                <p14:nvPr/>
              </p14:nvContentPartPr>
              <p14:xfrm>
                <a:off x="4191915" y="880410"/>
                <a:ext cx="266400" cy="232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BCF7C2-0E59-B77A-EAF1-BCBC5463056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83275" y="871410"/>
                  <a:ext cx="284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463016-3446-6D3D-E765-4813222A920E}"/>
                    </a:ext>
                  </a:extLst>
                </p14:cNvPr>
                <p14:cNvContentPartPr/>
                <p14:nvPr/>
              </p14:nvContentPartPr>
              <p14:xfrm>
                <a:off x="4654155" y="845130"/>
                <a:ext cx="15840" cy="15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463016-3446-6D3D-E765-4813222A920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45155" y="836490"/>
                  <a:ext cx="33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3CDD78-5D38-FB8F-D4CC-3BC77FDFEA1E}"/>
                    </a:ext>
                  </a:extLst>
                </p14:cNvPr>
                <p14:cNvContentPartPr/>
                <p14:nvPr/>
              </p14:nvContentPartPr>
              <p14:xfrm>
                <a:off x="4654155" y="850170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3CDD78-5D38-FB8F-D4CC-3BC77FDFEA1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645155" y="8411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85F083-88B2-0432-4ACB-9AE89D1588CC}"/>
                    </a:ext>
                  </a:extLst>
                </p14:cNvPr>
                <p14:cNvContentPartPr/>
                <p14:nvPr/>
              </p14:nvContentPartPr>
              <p14:xfrm>
                <a:off x="4654155" y="797970"/>
                <a:ext cx="338400" cy="22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85F083-88B2-0432-4ACB-9AE89D1588C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45155" y="789330"/>
                  <a:ext cx="356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B47303-D4D7-B139-91E9-6B817351816A}"/>
                    </a:ext>
                  </a:extLst>
                </p14:cNvPr>
                <p14:cNvContentPartPr/>
                <p14:nvPr/>
              </p14:nvContentPartPr>
              <p14:xfrm>
                <a:off x="4990755" y="823170"/>
                <a:ext cx="101880" cy="218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B47303-D4D7-B139-91E9-6B817351816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982115" y="814170"/>
                  <a:ext cx="119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DB70F7-40CD-E51A-8C72-F626FFA0220D}"/>
                    </a:ext>
                  </a:extLst>
                </p14:cNvPr>
                <p14:cNvContentPartPr/>
                <p14:nvPr/>
              </p14:nvContentPartPr>
              <p14:xfrm>
                <a:off x="5138715" y="866010"/>
                <a:ext cx="150840" cy="374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DB70F7-40CD-E51A-8C72-F626FFA0220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130075" y="857370"/>
                  <a:ext cx="168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8D07F44-6140-8915-A4FA-5051168FB30F}"/>
                    </a:ext>
                  </a:extLst>
                </p14:cNvPr>
                <p14:cNvContentPartPr/>
                <p14:nvPr/>
              </p14:nvContentPartPr>
              <p14:xfrm>
                <a:off x="5260395" y="847290"/>
                <a:ext cx="121320" cy="365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8D07F44-6140-8915-A4FA-5051168FB30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51755" y="838650"/>
                  <a:ext cx="1389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BAA902D-6A4A-812C-D5FE-345540C565B7}"/>
                    </a:ext>
                  </a:extLst>
                </p14:cNvPr>
                <p14:cNvContentPartPr/>
                <p14:nvPr/>
              </p14:nvContentPartPr>
              <p14:xfrm>
                <a:off x="5398635" y="857730"/>
                <a:ext cx="101520" cy="164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BAA902D-6A4A-812C-D5FE-345540C565B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389995" y="849090"/>
                  <a:ext cx="119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C7B10F-06BD-B59D-2C20-3A4B4F44F5E1}"/>
                    </a:ext>
                  </a:extLst>
                </p14:cNvPr>
                <p14:cNvContentPartPr/>
                <p14:nvPr/>
              </p14:nvContentPartPr>
              <p14:xfrm>
                <a:off x="5615355" y="913530"/>
                <a:ext cx="71280" cy="6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C7B10F-06BD-B59D-2C20-3A4B4F44F5E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606355" y="904890"/>
                  <a:ext cx="88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625FBE-3DE4-EEF2-A997-9C336F7D3A03}"/>
                    </a:ext>
                  </a:extLst>
                </p14:cNvPr>
                <p14:cNvContentPartPr/>
                <p14:nvPr/>
              </p14:nvContentPartPr>
              <p14:xfrm>
                <a:off x="3151155" y="1225290"/>
                <a:ext cx="181080" cy="343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625FBE-3DE4-EEF2-A997-9C336F7D3A0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142515" y="1216290"/>
                  <a:ext cx="1987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3C861A6-0728-40A6-210E-0E332A68A1D5}"/>
                    </a:ext>
                  </a:extLst>
                </p14:cNvPr>
                <p14:cNvContentPartPr/>
                <p14:nvPr/>
              </p14:nvContentPartPr>
              <p14:xfrm>
                <a:off x="3458235" y="1509330"/>
                <a:ext cx="48600" cy="132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3C861A6-0728-40A6-210E-0E332A68A1D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449235" y="1500690"/>
                  <a:ext cx="66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3A4FEF-ACD2-46F7-BF25-9B03900B5CF9}"/>
                    </a:ext>
                  </a:extLst>
                </p14:cNvPr>
                <p14:cNvContentPartPr/>
                <p14:nvPr/>
              </p14:nvContentPartPr>
              <p14:xfrm>
                <a:off x="3733635" y="1204410"/>
                <a:ext cx="165960" cy="393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3A4FEF-ACD2-46F7-BF25-9B03900B5CF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724635" y="1195410"/>
                  <a:ext cx="1836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D340DC-209E-2C84-59F2-082161674226}"/>
                    </a:ext>
                  </a:extLst>
                </p14:cNvPr>
                <p14:cNvContentPartPr/>
                <p14:nvPr/>
              </p14:nvContentPartPr>
              <p14:xfrm>
                <a:off x="4041795" y="1606890"/>
                <a:ext cx="36360" cy="87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D340DC-209E-2C84-59F2-08216167422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32795" y="1598250"/>
                  <a:ext cx="54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B270BF8-5422-D742-7768-2E9BF75E307E}"/>
                    </a:ext>
                  </a:extLst>
                </p14:cNvPr>
                <p14:cNvContentPartPr/>
                <p14:nvPr/>
              </p14:nvContentPartPr>
              <p14:xfrm>
                <a:off x="4295595" y="1259850"/>
                <a:ext cx="85320" cy="356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B270BF8-5422-D742-7768-2E9BF75E30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286595" y="1250850"/>
                  <a:ext cx="1029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E181F6A-6D8B-2F4B-E05C-51581427F49D}"/>
                    </a:ext>
                  </a:extLst>
                </p14:cNvPr>
                <p14:cNvContentPartPr/>
                <p14:nvPr/>
              </p14:nvContentPartPr>
              <p14:xfrm>
                <a:off x="4201635" y="1270290"/>
                <a:ext cx="268560" cy="11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E181F6A-6D8B-2F4B-E05C-51581427F49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92995" y="1261290"/>
                  <a:ext cx="286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A32256-1D52-FF7E-4E02-2ABC6D2702C4}"/>
                    </a:ext>
                  </a:extLst>
                </p14:cNvPr>
                <p14:cNvContentPartPr/>
                <p14:nvPr/>
              </p14:nvContentPartPr>
              <p14:xfrm>
                <a:off x="4552995" y="1653330"/>
                <a:ext cx="39960" cy="101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A32256-1D52-FF7E-4E02-2ABC6D2702C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43995" y="1644690"/>
                  <a:ext cx="57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EC269E-9F39-F352-13E9-5804F3E307CF}"/>
                    </a:ext>
                  </a:extLst>
                </p14:cNvPr>
                <p14:cNvContentPartPr/>
                <p14:nvPr/>
              </p14:nvContentPartPr>
              <p14:xfrm>
                <a:off x="4810395" y="1292970"/>
                <a:ext cx="177120" cy="309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EC269E-9F39-F352-13E9-5804F3E307C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01755" y="1283970"/>
                  <a:ext cx="1947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4E0487-A0CE-1B0E-B8FB-67C4E09D233D}"/>
                    </a:ext>
                  </a:extLst>
                </p14:cNvPr>
                <p14:cNvContentPartPr/>
                <p14:nvPr/>
              </p14:nvContentPartPr>
              <p14:xfrm>
                <a:off x="4996875" y="1283250"/>
                <a:ext cx="20160" cy="311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4E0487-A0CE-1B0E-B8FB-67C4E09D233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88235" y="1274610"/>
                  <a:ext cx="37800" cy="3294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84" name="Table 84">
            <a:extLst>
              <a:ext uri="{FF2B5EF4-FFF2-40B4-BE49-F238E27FC236}">
                <a16:creationId xmlns:a16="http://schemas.microsoft.com/office/drawing/2014/main" id="{5F5E67E2-CF27-A06E-54C5-9B5ABA5A7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0931"/>
              </p:ext>
            </p:extLst>
          </p:nvPr>
        </p:nvGraphicFramePr>
        <p:xfrm>
          <a:off x="6442634" y="331010"/>
          <a:ext cx="4132704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784">
                  <a:extLst>
                    <a:ext uri="{9D8B030D-6E8A-4147-A177-3AD203B41FA5}">
                      <a16:colId xmlns:a16="http://schemas.microsoft.com/office/drawing/2014/main" val="3826083124"/>
                    </a:ext>
                  </a:extLst>
                </a:gridCol>
                <a:gridCol w="688784">
                  <a:extLst>
                    <a:ext uri="{9D8B030D-6E8A-4147-A177-3AD203B41FA5}">
                      <a16:colId xmlns:a16="http://schemas.microsoft.com/office/drawing/2014/main" val="4043572561"/>
                    </a:ext>
                  </a:extLst>
                </a:gridCol>
                <a:gridCol w="688784">
                  <a:extLst>
                    <a:ext uri="{9D8B030D-6E8A-4147-A177-3AD203B41FA5}">
                      <a16:colId xmlns:a16="http://schemas.microsoft.com/office/drawing/2014/main" val="1160428848"/>
                    </a:ext>
                  </a:extLst>
                </a:gridCol>
                <a:gridCol w="688784">
                  <a:extLst>
                    <a:ext uri="{9D8B030D-6E8A-4147-A177-3AD203B41FA5}">
                      <a16:colId xmlns:a16="http://schemas.microsoft.com/office/drawing/2014/main" val="2347785673"/>
                    </a:ext>
                  </a:extLst>
                </a:gridCol>
                <a:gridCol w="688784">
                  <a:extLst>
                    <a:ext uri="{9D8B030D-6E8A-4147-A177-3AD203B41FA5}">
                      <a16:colId xmlns:a16="http://schemas.microsoft.com/office/drawing/2014/main" val="1933920433"/>
                    </a:ext>
                  </a:extLst>
                </a:gridCol>
                <a:gridCol w="688784">
                  <a:extLst>
                    <a:ext uri="{9D8B030D-6E8A-4147-A177-3AD203B41FA5}">
                      <a16:colId xmlns:a16="http://schemas.microsoft.com/office/drawing/2014/main" val="3953695899"/>
                    </a:ext>
                  </a:extLst>
                </a:gridCol>
              </a:tblGrid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684773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417783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195972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466091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756912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047211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942305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949278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137462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917675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068528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914569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332259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580484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44474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300978"/>
                  </a:ext>
                </a:extLst>
              </a:tr>
              <a:tr h="3532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19222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4616F0B-4F85-D818-9650-F98EEBEF90C0}"/>
                  </a:ext>
                </a:extLst>
              </p14:cNvPr>
              <p14:cNvContentPartPr/>
              <p14:nvPr/>
            </p14:nvContentPartPr>
            <p14:xfrm>
              <a:off x="11621235" y="2452530"/>
              <a:ext cx="36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4616F0B-4F85-D818-9650-F98EEBEF90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12235" y="2443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DE7A011-E54C-6007-41CC-8281677B48F3}"/>
                  </a:ext>
                </a:extLst>
              </p14:cNvPr>
              <p14:cNvContentPartPr/>
              <p14:nvPr/>
            </p14:nvContentPartPr>
            <p14:xfrm>
              <a:off x="7498875" y="393690"/>
              <a:ext cx="120240" cy="2822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DE7A011-E54C-6007-41CC-8281677B48F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490235" y="384690"/>
                <a:ext cx="137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2866EE9-F854-F334-F26A-9E747836F324}"/>
                  </a:ext>
                </a:extLst>
              </p14:cNvPr>
              <p14:cNvContentPartPr/>
              <p14:nvPr/>
            </p14:nvContentPartPr>
            <p14:xfrm>
              <a:off x="8093595" y="402690"/>
              <a:ext cx="140040" cy="2365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2866EE9-F854-F334-F26A-9E747836F32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084955" y="394050"/>
                <a:ext cx="15768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6496ABF-6DFC-0F48-6B24-0D8E70007D38}"/>
              </a:ext>
            </a:extLst>
          </p:cNvPr>
          <p:cNvGrpSpPr/>
          <p:nvPr/>
        </p:nvGrpSpPr>
        <p:grpSpPr>
          <a:xfrm>
            <a:off x="8750595" y="389010"/>
            <a:ext cx="194040" cy="224640"/>
            <a:chOff x="8750595" y="389010"/>
            <a:chExt cx="19404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A95A2D-0F89-498E-E087-262175517D85}"/>
                    </a:ext>
                  </a:extLst>
                </p14:cNvPr>
                <p14:cNvContentPartPr/>
                <p14:nvPr/>
              </p14:nvContentPartPr>
              <p14:xfrm>
                <a:off x="8815395" y="389010"/>
                <a:ext cx="15120" cy="224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A95A2D-0F89-498E-E087-262175517D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06755" y="380010"/>
                  <a:ext cx="32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B81A5D-9B77-90FA-2F55-89789D8B2ED7}"/>
                    </a:ext>
                  </a:extLst>
                </p14:cNvPr>
                <p14:cNvContentPartPr/>
                <p14:nvPr/>
              </p14:nvContentPartPr>
              <p14:xfrm>
                <a:off x="8750595" y="411690"/>
                <a:ext cx="194040" cy="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B81A5D-9B77-90FA-2F55-89789D8B2ED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41595" y="402690"/>
                  <a:ext cx="2116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FFAB44D-0A1D-DB88-A4F5-0AF29454E20A}"/>
              </a:ext>
            </a:extLst>
          </p:cNvPr>
          <p:cNvGrpSpPr/>
          <p:nvPr/>
        </p:nvGrpSpPr>
        <p:grpSpPr>
          <a:xfrm>
            <a:off x="9449355" y="373530"/>
            <a:ext cx="161640" cy="263520"/>
            <a:chOff x="9449355" y="373530"/>
            <a:chExt cx="16164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AC544D6-F19F-76A4-A91C-92457D99AE6D}"/>
                    </a:ext>
                  </a:extLst>
                </p14:cNvPr>
                <p14:cNvContentPartPr/>
                <p14:nvPr/>
              </p14:nvContentPartPr>
              <p14:xfrm>
                <a:off x="9449355" y="401970"/>
                <a:ext cx="132840" cy="235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AC544D6-F19F-76A4-A91C-92457D99AE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40715" y="393330"/>
                  <a:ext cx="150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E4C98CD-67DB-2FD7-F6D3-DFCB8E0A5338}"/>
                    </a:ext>
                  </a:extLst>
                </p14:cNvPr>
                <p14:cNvContentPartPr/>
                <p14:nvPr/>
              </p14:nvContentPartPr>
              <p14:xfrm>
                <a:off x="9593715" y="373530"/>
                <a:ext cx="17280" cy="260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E4C98CD-67DB-2FD7-F6D3-DFCB8E0A53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85075" y="364890"/>
                  <a:ext cx="3492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65E529B-16D8-AE2B-F553-66525FE9A4AB}"/>
              </a:ext>
            </a:extLst>
          </p:cNvPr>
          <p:cNvGrpSpPr/>
          <p:nvPr/>
        </p:nvGrpSpPr>
        <p:grpSpPr>
          <a:xfrm>
            <a:off x="10167915" y="403410"/>
            <a:ext cx="151920" cy="219960"/>
            <a:chOff x="10167915" y="403410"/>
            <a:chExt cx="15192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CE90F6F-796B-50ED-A19A-D9B383274D06}"/>
                    </a:ext>
                  </a:extLst>
                </p14:cNvPr>
                <p14:cNvContentPartPr/>
                <p14:nvPr/>
              </p14:nvContentPartPr>
              <p14:xfrm>
                <a:off x="10167915" y="404130"/>
                <a:ext cx="19800" cy="219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CE90F6F-796B-50ED-A19A-D9B383274D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58915" y="395130"/>
                  <a:ext cx="37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7E00444-A3AF-4D71-DCE0-30C84B345CD7}"/>
                    </a:ext>
                  </a:extLst>
                </p14:cNvPr>
                <p14:cNvContentPartPr/>
                <p14:nvPr/>
              </p14:nvContentPartPr>
              <p14:xfrm>
                <a:off x="10189515" y="403410"/>
                <a:ext cx="130320" cy="6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7E00444-A3AF-4D71-DCE0-30C84B345C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80515" y="394410"/>
                  <a:ext cx="147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60A3556-9D99-977E-108F-65A3A5207811}"/>
                    </a:ext>
                  </a:extLst>
                </p14:cNvPr>
                <p14:cNvContentPartPr/>
                <p14:nvPr/>
              </p14:nvContentPartPr>
              <p14:xfrm>
                <a:off x="10173675" y="499170"/>
                <a:ext cx="12672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60A3556-9D99-977E-108F-65A3A520781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65035" y="490530"/>
                  <a:ext cx="144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2BBC387-584C-7974-3C15-7D86E7588DB7}"/>
                  </a:ext>
                </a:extLst>
              </p14:cNvPr>
              <p14:cNvContentPartPr/>
              <p14:nvPr/>
            </p14:nvContentPartPr>
            <p14:xfrm>
              <a:off x="7499595" y="792570"/>
              <a:ext cx="143640" cy="182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2BBC387-584C-7974-3C15-7D86E7588DB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490955" y="783930"/>
                <a:ext cx="1612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9E19732-9B26-5976-438C-4094CA8F413C}"/>
                  </a:ext>
                </a:extLst>
              </p14:cNvPr>
              <p14:cNvContentPartPr/>
              <p14:nvPr/>
            </p14:nvContentPartPr>
            <p14:xfrm>
              <a:off x="9480675" y="783210"/>
              <a:ext cx="154800" cy="1980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9E19732-9B26-5976-438C-4094CA8F413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472035" y="774570"/>
                <a:ext cx="1724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F382784-DC51-B4D4-8AAE-1508B7460726}"/>
                  </a:ext>
                </a:extLst>
              </p14:cNvPr>
              <p14:cNvContentPartPr/>
              <p14:nvPr/>
            </p14:nvContentPartPr>
            <p14:xfrm>
              <a:off x="9475995" y="1193250"/>
              <a:ext cx="103680" cy="164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F382784-DC51-B4D4-8AAE-1508B746072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66995" y="1184610"/>
                <a:ext cx="1213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B514FD9-360A-4FDA-A8BB-B3D4EF240ACF}"/>
                  </a:ext>
                </a:extLst>
              </p14:cNvPr>
              <p14:cNvContentPartPr/>
              <p14:nvPr/>
            </p14:nvContentPartPr>
            <p14:xfrm>
              <a:off x="9474555" y="1541010"/>
              <a:ext cx="201960" cy="2217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B514FD9-360A-4FDA-A8BB-B3D4EF240AC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465915" y="1532010"/>
                <a:ext cx="2196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90F14EE-2B08-C20F-0044-E86A1845A109}"/>
                  </a:ext>
                </a:extLst>
              </p14:cNvPr>
              <p14:cNvContentPartPr/>
              <p14:nvPr/>
            </p14:nvContentPartPr>
            <p14:xfrm>
              <a:off x="9518115" y="1868970"/>
              <a:ext cx="83520" cy="2232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90F14EE-2B08-C20F-0044-E86A1845A10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09115" y="1860330"/>
                <a:ext cx="1011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4DE13D6-BD23-D5AD-8107-93713C0A9484}"/>
                  </a:ext>
                </a:extLst>
              </p14:cNvPr>
              <p14:cNvContentPartPr/>
              <p14:nvPr/>
            </p14:nvContentPartPr>
            <p14:xfrm>
              <a:off x="9499035" y="2276130"/>
              <a:ext cx="162720" cy="1969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4DE13D6-BD23-D5AD-8107-93713C0A948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490395" y="2267130"/>
                <a:ext cx="1803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53B7BBE-92C3-E64E-AA3A-822EFE04EA7C}"/>
                  </a:ext>
                </a:extLst>
              </p14:cNvPr>
              <p14:cNvContentPartPr/>
              <p14:nvPr/>
            </p14:nvContentPartPr>
            <p14:xfrm>
              <a:off x="9520635" y="2596890"/>
              <a:ext cx="59400" cy="2098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53B7BBE-92C3-E64E-AA3A-822EFE04EA7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511635" y="2588250"/>
                <a:ext cx="77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4AEC137-D58D-3064-5AA8-FA5F89275DCB}"/>
                  </a:ext>
                </a:extLst>
              </p14:cNvPr>
              <p14:cNvContentPartPr/>
              <p14:nvPr/>
            </p14:nvContentPartPr>
            <p14:xfrm>
              <a:off x="9470955" y="2935290"/>
              <a:ext cx="155880" cy="2718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4AEC137-D58D-3064-5AA8-FA5F89275DC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62315" y="2926650"/>
                <a:ext cx="1735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3B204E4-A536-BBD3-6086-DF1D464D6890}"/>
                  </a:ext>
                </a:extLst>
              </p14:cNvPr>
              <p14:cNvContentPartPr/>
              <p14:nvPr/>
            </p14:nvContentPartPr>
            <p14:xfrm>
              <a:off x="9456915" y="3338850"/>
              <a:ext cx="79560" cy="243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3B204E4-A536-BBD3-6086-DF1D464D689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47915" y="3329850"/>
                <a:ext cx="972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961DE93-9D9C-A55B-2489-894ABF9E8541}"/>
                  </a:ext>
                </a:extLst>
              </p14:cNvPr>
              <p14:cNvContentPartPr/>
              <p14:nvPr/>
            </p14:nvContentPartPr>
            <p14:xfrm>
              <a:off x="9425595" y="3694890"/>
              <a:ext cx="192600" cy="2149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961DE93-9D9C-A55B-2489-894ABF9E854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416955" y="3686250"/>
                <a:ext cx="2102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E72481E-C765-20F0-53F2-E6D72F09EE04}"/>
                  </a:ext>
                </a:extLst>
              </p14:cNvPr>
              <p14:cNvContentPartPr/>
              <p14:nvPr/>
            </p14:nvContentPartPr>
            <p14:xfrm>
              <a:off x="9445755" y="4097730"/>
              <a:ext cx="64440" cy="2325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E72481E-C765-20F0-53F2-E6D72F09EE0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437115" y="4088730"/>
                <a:ext cx="82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CA3B374-2D2A-B624-B224-E898F9038E7A}"/>
                  </a:ext>
                </a:extLst>
              </p14:cNvPr>
              <p14:cNvContentPartPr/>
              <p14:nvPr/>
            </p14:nvContentPartPr>
            <p14:xfrm>
              <a:off x="9428835" y="4450170"/>
              <a:ext cx="128880" cy="2134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CA3B374-2D2A-B624-B224-E898F9038E7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420195" y="4441170"/>
                <a:ext cx="1465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1075575-8677-FBA7-E24C-F4D08BC7EEAD}"/>
                  </a:ext>
                </a:extLst>
              </p14:cNvPr>
              <p14:cNvContentPartPr/>
              <p14:nvPr/>
            </p14:nvContentPartPr>
            <p14:xfrm>
              <a:off x="9454395" y="4812330"/>
              <a:ext cx="50040" cy="2196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1075575-8677-FBA7-E24C-F4D08BC7EEA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445395" y="4803690"/>
                <a:ext cx="676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919A278-CFEB-944D-898A-C5EE58982172}"/>
                  </a:ext>
                </a:extLst>
              </p14:cNvPr>
              <p14:cNvContentPartPr/>
              <p14:nvPr/>
            </p14:nvContentPartPr>
            <p14:xfrm>
              <a:off x="9415515" y="5161530"/>
              <a:ext cx="144360" cy="2408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919A278-CFEB-944D-898A-C5EE5898217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406875" y="5152530"/>
                <a:ext cx="16200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EFA6581-23CF-83AB-5397-76EAA2AB9E62}"/>
              </a:ext>
            </a:extLst>
          </p:cNvPr>
          <p:cNvGrpSpPr/>
          <p:nvPr/>
        </p:nvGrpSpPr>
        <p:grpSpPr>
          <a:xfrm>
            <a:off x="9450435" y="5544210"/>
            <a:ext cx="127080" cy="545400"/>
            <a:chOff x="9450435" y="5544210"/>
            <a:chExt cx="12708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03479A-2985-C6D2-59B4-1EFFEA405382}"/>
                    </a:ext>
                  </a:extLst>
                </p14:cNvPr>
                <p14:cNvContentPartPr/>
                <p14:nvPr/>
              </p14:nvContentPartPr>
              <p14:xfrm>
                <a:off x="9451875" y="5544210"/>
                <a:ext cx="46080" cy="230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03479A-2985-C6D2-59B4-1EFFEA40538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43235" y="5535210"/>
                  <a:ext cx="63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27F7279-39D5-8DBC-6DDA-1F665569CD7B}"/>
                    </a:ext>
                  </a:extLst>
                </p14:cNvPr>
                <p14:cNvContentPartPr/>
                <p14:nvPr/>
              </p14:nvContentPartPr>
              <p14:xfrm>
                <a:off x="9450435" y="5853810"/>
                <a:ext cx="127080" cy="235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27F7279-39D5-8DBC-6DDA-1F665569CD7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41795" y="5844810"/>
                  <a:ext cx="14472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80730B8-3130-98C5-20EE-1CE26B61B6BF}"/>
                  </a:ext>
                </a:extLst>
              </p14:cNvPr>
              <p14:cNvContentPartPr/>
              <p14:nvPr/>
            </p14:nvContentPartPr>
            <p14:xfrm>
              <a:off x="9460515" y="6240090"/>
              <a:ext cx="53640" cy="2023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80730B8-3130-98C5-20EE-1CE26B61B6B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451515" y="6231090"/>
                <a:ext cx="71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7824472-1DA7-3E4D-457C-3CA71C7D0828}"/>
                  </a:ext>
                </a:extLst>
              </p14:cNvPr>
              <p14:cNvContentPartPr/>
              <p14:nvPr/>
            </p14:nvContentPartPr>
            <p14:xfrm>
              <a:off x="8776875" y="770610"/>
              <a:ext cx="126000" cy="1947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7824472-1DA7-3E4D-457C-3CA71C7D082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768235" y="761970"/>
                <a:ext cx="1436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3E8EA91-2763-2B66-9097-73A0B1BECCD8}"/>
                  </a:ext>
                </a:extLst>
              </p14:cNvPr>
              <p14:cNvContentPartPr/>
              <p14:nvPr/>
            </p14:nvContentPartPr>
            <p14:xfrm>
              <a:off x="8774715" y="1102530"/>
              <a:ext cx="103680" cy="2552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3E8EA91-2763-2B66-9097-73A0B1BECCD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765715" y="1093890"/>
                <a:ext cx="121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21B59CD-6C37-07CD-7E40-B45D4451B43C}"/>
                  </a:ext>
                </a:extLst>
              </p14:cNvPr>
              <p14:cNvContentPartPr/>
              <p14:nvPr/>
            </p14:nvContentPartPr>
            <p14:xfrm>
              <a:off x="8828715" y="1527690"/>
              <a:ext cx="10080" cy="1994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21B59CD-6C37-07CD-7E40-B45D4451B43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820075" y="1519050"/>
                <a:ext cx="2772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567FD45-3019-EAB3-23CF-D652055B0CE0}"/>
              </a:ext>
            </a:extLst>
          </p:cNvPr>
          <p:cNvGrpSpPr/>
          <p:nvPr/>
        </p:nvGrpSpPr>
        <p:grpSpPr>
          <a:xfrm>
            <a:off x="8839515" y="1873290"/>
            <a:ext cx="2880" cy="183240"/>
            <a:chOff x="8839515" y="1873290"/>
            <a:chExt cx="288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3C9D655-F374-BD7B-28BA-3CEFCD1368EC}"/>
                    </a:ext>
                  </a:extLst>
                </p14:cNvPr>
                <p14:cNvContentPartPr/>
                <p14:nvPr/>
              </p14:nvContentPartPr>
              <p14:xfrm>
                <a:off x="8842035" y="1954290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3C9D655-F374-BD7B-28BA-3CEFCD136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33035" y="19456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C872949-828F-1BF7-1D61-60388EFA0A73}"/>
                    </a:ext>
                  </a:extLst>
                </p14:cNvPr>
                <p14:cNvContentPartPr/>
                <p14:nvPr/>
              </p14:nvContentPartPr>
              <p14:xfrm>
                <a:off x="8839515" y="1873290"/>
                <a:ext cx="1440" cy="183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C872949-828F-1BF7-1D61-60388EFA0A7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830875" y="1864290"/>
                  <a:ext cx="1908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4179704-94D3-9E7B-A4EE-8A68402F31A6}"/>
                  </a:ext>
                </a:extLst>
              </p14:cNvPr>
              <p14:cNvContentPartPr/>
              <p14:nvPr/>
            </p14:nvContentPartPr>
            <p14:xfrm>
              <a:off x="8802795" y="2207010"/>
              <a:ext cx="159840" cy="2455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4179704-94D3-9E7B-A4EE-8A68402F31A6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793795" y="2198010"/>
                <a:ext cx="1774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B103362-63ED-E71E-57B2-74BAB3882F23}"/>
                  </a:ext>
                </a:extLst>
              </p14:cNvPr>
              <p14:cNvContentPartPr/>
              <p14:nvPr/>
            </p14:nvContentPartPr>
            <p14:xfrm>
              <a:off x="8804595" y="2616690"/>
              <a:ext cx="101880" cy="1940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B103362-63ED-E71E-57B2-74BAB3882F23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795955" y="2608050"/>
                <a:ext cx="1195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548FEB5-8961-7D67-8A99-921715E20F83}"/>
                  </a:ext>
                </a:extLst>
              </p14:cNvPr>
              <p14:cNvContentPartPr/>
              <p14:nvPr/>
            </p14:nvContentPartPr>
            <p14:xfrm>
              <a:off x="8858955" y="2999370"/>
              <a:ext cx="6480" cy="2214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548FEB5-8961-7D67-8A99-921715E20F8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849955" y="2990370"/>
                <a:ext cx="241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309C1E6-1545-DDF5-A058-EDF012F43647}"/>
                  </a:ext>
                </a:extLst>
              </p14:cNvPr>
              <p14:cNvContentPartPr/>
              <p14:nvPr/>
            </p14:nvContentPartPr>
            <p14:xfrm>
              <a:off x="8860035" y="3343530"/>
              <a:ext cx="8640" cy="1616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309C1E6-1545-DDF5-A058-EDF012F43647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851035" y="3334890"/>
                <a:ext cx="262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44A4B23-12E9-BF71-BB82-D2AFA5036C9A}"/>
                  </a:ext>
                </a:extLst>
              </p14:cNvPr>
              <p14:cNvContentPartPr/>
              <p14:nvPr/>
            </p14:nvContentPartPr>
            <p14:xfrm>
              <a:off x="8797395" y="3707490"/>
              <a:ext cx="127080" cy="2113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44A4B23-12E9-BF71-BB82-D2AFA5036C9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788395" y="3698490"/>
                <a:ext cx="1447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F4611E6-5009-3156-E06B-B43B73355B1A}"/>
                  </a:ext>
                </a:extLst>
              </p14:cNvPr>
              <p14:cNvContentPartPr/>
              <p14:nvPr/>
            </p14:nvContentPartPr>
            <p14:xfrm>
              <a:off x="8799915" y="4122210"/>
              <a:ext cx="113400" cy="2001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F4611E6-5009-3156-E06B-B43B73355B1A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790915" y="4113210"/>
                <a:ext cx="1310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F03C559-9183-F54A-81CF-4CA6E9473338}"/>
                  </a:ext>
                </a:extLst>
              </p14:cNvPr>
              <p14:cNvContentPartPr/>
              <p14:nvPr/>
            </p14:nvContentPartPr>
            <p14:xfrm>
              <a:off x="8873355" y="4443690"/>
              <a:ext cx="18360" cy="2170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F03C559-9183-F54A-81CF-4CA6E9473338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8864355" y="4434690"/>
                <a:ext cx="360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85E311E-BAF0-574B-37D3-075E1ADC601C}"/>
                  </a:ext>
                </a:extLst>
              </p14:cNvPr>
              <p14:cNvContentPartPr/>
              <p14:nvPr/>
            </p14:nvContentPartPr>
            <p14:xfrm>
              <a:off x="8842035" y="4812330"/>
              <a:ext cx="6480" cy="203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85E311E-BAF0-574B-37D3-075E1ADC601C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8833035" y="4803330"/>
                <a:ext cx="241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A8D9A79-0480-8B71-9678-8473F2EA18E1}"/>
                  </a:ext>
                </a:extLst>
              </p14:cNvPr>
              <p14:cNvContentPartPr/>
              <p14:nvPr/>
            </p14:nvContentPartPr>
            <p14:xfrm>
              <a:off x="8749515" y="5160450"/>
              <a:ext cx="142200" cy="2145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A8D9A79-0480-8B71-9678-8473F2EA18E1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740875" y="5151810"/>
                <a:ext cx="1598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C75ADA0-22A5-497C-8A0E-D60EE57D7EC2}"/>
                  </a:ext>
                </a:extLst>
              </p14:cNvPr>
              <p14:cNvContentPartPr/>
              <p14:nvPr/>
            </p14:nvContentPartPr>
            <p14:xfrm>
              <a:off x="8749515" y="5557170"/>
              <a:ext cx="122400" cy="2181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C75ADA0-22A5-497C-8A0E-D60EE57D7EC2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740515" y="5548170"/>
                <a:ext cx="140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49068D1-F1A6-1329-4E96-46F4E226192D}"/>
                  </a:ext>
                </a:extLst>
              </p14:cNvPr>
              <p14:cNvContentPartPr/>
              <p14:nvPr/>
            </p14:nvContentPartPr>
            <p14:xfrm>
              <a:off x="8767515" y="5914290"/>
              <a:ext cx="6480" cy="191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49068D1-F1A6-1329-4E96-46F4E226192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758515" y="5905290"/>
                <a:ext cx="241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A040EDC-0A70-FAC4-2023-2214E62F727B}"/>
                  </a:ext>
                </a:extLst>
              </p14:cNvPr>
              <p14:cNvContentPartPr/>
              <p14:nvPr/>
            </p14:nvContentPartPr>
            <p14:xfrm>
              <a:off x="8761395" y="6271410"/>
              <a:ext cx="1440" cy="149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A040EDC-0A70-FAC4-2023-2214E62F727B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752395" y="6262410"/>
                <a:ext cx="1908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AD64751-52BF-E837-395D-1847CC00CE90}"/>
              </a:ext>
            </a:extLst>
          </p:cNvPr>
          <p:cNvGrpSpPr/>
          <p:nvPr/>
        </p:nvGrpSpPr>
        <p:grpSpPr>
          <a:xfrm>
            <a:off x="8100795" y="815250"/>
            <a:ext cx="120600" cy="524520"/>
            <a:chOff x="8100795" y="815250"/>
            <a:chExt cx="120600" cy="5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DBF8770-867C-486F-6277-21694EAFDC92}"/>
                    </a:ext>
                  </a:extLst>
                </p14:cNvPr>
                <p14:cNvContentPartPr/>
                <p14:nvPr/>
              </p14:nvContentPartPr>
              <p14:xfrm>
                <a:off x="8100795" y="815250"/>
                <a:ext cx="105480" cy="210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DBF8770-867C-486F-6277-21694EAFDC9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091795" y="806610"/>
                  <a:ext cx="123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514868-AFA0-2552-820B-4377BC4BEDED}"/>
                    </a:ext>
                  </a:extLst>
                </p14:cNvPr>
                <p14:cNvContentPartPr/>
                <p14:nvPr/>
              </p14:nvContentPartPr>
              <p14:xfrm>
                <a:off x="8104395" y="1104690"/>
                <a:ext cx="117000" cy="235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514868-AFA0-2552-820B-4377BC4BEDE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095755" y="1095690"/>
                  <a:ext cx="13464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E37A13B-3233-FAA7-CEBF-377A904B358F}"/>
                  </a:ext>
                </a:extLst>
              </p14:cNvPr>
              <p14:cNvContentPartPr/>
              <p14:nvPr/>
            </p14:nvContentPartPr>
            <p14:xfrm>
              <a:off x="8095035" y="1492050"/>
              <a:ext cx="134280" cy="2192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E37A13B-3233-FAA7-CEBF-377A904B358F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086395" y="1483410"/>
                <a:ext cx="1519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5AA334D-5A54-D4FD-7E5A-89831F6CC62C}"/>
                  </a:ext>
                </a:extLst>
              </p14:cNvPr>
              <p14:cNvContentPartPr/>
              <p14:nvPr/>
            </p14:nvContentPartPr>
            <p14:xfrm>
              <a:off x="8097555" y="1839810"/>
              <a:ext cx="125280" cy="2577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5AA334D-5A54-D4FD-7E5A-89831F6CC62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088915" y="1830810"/>
                <a:ext cx="1429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775A2C0-F10A-79C8-27CD-12D2BE276362}"/>
                  </a:ext>
                </a:extLst>
              </p14:cNvPr>
              <p14:cNvContentPartPr/>
              <p14:nvPr/>
            </p14:nvContentPartPr>
            <p14:xfrm>
              <a:off x="8157315" y="2276130"/>
              <a:ext cx="1440" cy="2570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775A2C0-F10A-79C8-27CD-12D2BE276362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8148675" y="2267130"/>
                <a:ext cx="19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E1D670E-3E5B-4B6B-A3B3-6463DDDCFA1A}"/>
                  </a:ext>
                </a:extLst>
              </p14:cNvPr>
              <p14:cNvContentPartPr/>
              <p14:nvPr/>
            </p14:nvContentPartPr>
            <p14:xfrm>
              <a:off x="8151555" y="2725410"/>
              <a:ext cx="360" cy="1346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E1D670E-3E5B-4B6B-A3B3-6463DDDCFA1A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8142555" y="2716410"/>
                <a:ext cx="180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531B011-7422-A677-C38F-F7E5707B2DBC}"/>
                  </a:ext>
                </a:extLst>
              </p14:cNvPr>
              <p14:cNvContentPartPr/>
              <p14:nvPr/>
            </p14:nvContentPartPr>
            <p14:xfrm>
              <a:off x="8162355" y="2978850"/>
              <a:ext cx="5040" cy="1864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531B011-7422-A677-C38F-F7E5707B2DBC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8153355" y="2969850"/>
                <a:ext cx="226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D7A8711-2E88-E98B-CE06-F04E7AC097C4}"/>
                  </a:ext>
                </a:extLst>
              </p14:cNvPr>
              <p14:cNvContentPartPr/>
              <p14:nvPr/>
            </p14:nvContentPartPr>
            <p14:xfrm>
              <a:off x="8155155" y="3291690"/>
              <a:ext cx="10080" cy="192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D7A8711-2E88-E98B-CE06-F04E7AC097C4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8146155" y="3282690"/>
                <a:ext cx="277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095EB49-BC17-2F5B-A6CC-318F96A7DB4E}"/>
                  </a:ext>
                </a:extLst>
              </p14:cNvPr>
              <p14:cNvContentPartPr/>
              <p14:nvPr/>
            </p14:nvContentPartPr>
            <p14:xfrm>
              <a:off x="8074875" y="3699930"/>
              <a:ext cx="137160" cy="2509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095EB49-BC17-2F5B-A6CC-318F96A7DB4E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066235" y="3690930"/>
                <a:ext cx="15480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8F28413-A940-AD94-EFCB-A14EC5495C5A}"/>
              </a:ext>
            </a:extLst>
          </p:cNvPr>
          <p:cNvGrpSpPr/>
          <p:nvPr/>
        </p:nvGrpSpPr>
        <p:grpSpPr>
          <a:xfrm>
            <a:off x="8048955" y="4071090"/>
            <a:ext cx="170280" cy="993960"/>
            <a:chOff x="8048955" y="4071090"/>
            <a:chExt cx="170280" cy="9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CE2A0CE-CF27-3177-108F-26E22C9535E4}"/>
                    </a:ext>
                  </a:extLst>
                </p14:cNvPr>
                <p14:cNvContentPartPr/>
                <p14:nvPr/>
              </p14:nvContentPartPr>
              <p14:xfrm>
                <a:off x="8077755" y="4071090"/>
                <a:ext cx="135720" cy="250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CE2A0CE-CF27-3177-108F-26E22C9535E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069115" y="4062450"/>
                  <a:ext cx="1533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3F28708-9531-5A0E-3AF2-56C27A02E422}"/>
                    </a:ext>
                  </a:extLst>
                </p14:cNvPr>
                <p14:cNvContentPartPr/>
                <p14:nvPr/>
              </p14:nvContentPartPr>
              <p14:xfrm>
                <a:off x="8078115" y="4427490"/>
                <a:ext cx="141120" cy="264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3F28708-9531-5A0E-3AF2-56C27A02E42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69115" y="4418490"/>
                  <a:ext cx="1587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1BDA70A-D820-572B-B46E-9E7FB2900240}"/>
                    </a:ext>
                  </a:extLst>
                </p14:cNvPr>
                <p14:cNvContentPartPr/>
                <p14:nvPr/>
              </p14:nvContentPartPr>
              <p14:xfrm>
                <a:off x="8048955" y="4782450"/>
                <a:ext cx="145800" cy="282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1BDA70A-D820-572B-B46E-9E7FB290024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040315" y="4773810"/>
                  <a:ext cx="163440" cy="30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C8AA075-926E-8FA1-90D6-C0E1B4D870E9}"/>
                  </a:ext>
                </a:extLst>
              </p14:cNvPr>
              <p14:cNvContentPartPr/>
              <p14:nvPr/>
            </p14:nvContentPartPr>
            <p14:xfrm>
              <a:off x="8085315" y="5203650"/>
              <a:ext cx="1440" cy="1724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C8AA075-926E-8FA1-90D6-C0E1B4D870E9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076315" y="5195010"/>
                <a:ext cx="190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B28E4EF-BE73-B813-A4BA-EA47A96FA4B3}"/>
                  </a:ext>
                </a:extLst>
              </p14:cNvPr>
              <p14:cNvContentPartPr/>
              <p14:nvPr/>
            </p14:nvContentPartPr>
            <p14:xfrm>
              <a:off x="8073075" y="5525490"/>
              <a:ext cx="5040" cy="238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B28E4EF-BE73-B813-A4BA-EA47A96FA4B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8064435" y="5516490"/>
                <a:ext cx="226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C436905-31FD-2C3F-1534-AACC9102F2E7}"/>
                  </a:ext>
                </a:extLst>
              </p14:cNvPr>
              <p14:cNvContentPartPr/>
              <p14:nvPr/>
            </p14:nvContentPartPr>
            <p14:xfrm>
              <a:off x="8060115" y="5915010"/>
              <a:ext cx="1440" cy="2192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C436905-31FD-2C3F-1534-AACC9102F2E7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8051115" y="5906370"/>
                <a:ext cx="19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23993BB-10ED-5B21-DB5D-63623DABCFAB}"/>
                  </a:ext>
                </a:extLst>
              </p14:cNvPr>
              <p14:cNvContentPartPr/>
              <p14:nvPr/>
            </p14:nvContentPartPr>
            <p14:xfrm>
              <a:off x="8044275" y="6271410"/>
              <a:ext cx="6480" cy="1476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23993BB-10ED-5B21-DB5D-63623DABCFAB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035635" y="6262410"/>
                <a:ext cx="241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C8D59ABE-28AD-28DF-106A-1DB7BD694AB3}"/>
                  </a:ext>
                </a:extLst>
              </p14:cNvPr>
              <p14:cNvContentPartPr/>
              <p14:nvPr/>
            </p14:nvContentPartPr>
            <p14:xfrm>
              <a:off x="7501755" y="1132770"/>
              <a:ext cx="79560" cy="1994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C8D59ABE-28AD-28DF-106A-1DB7BD694AB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493115" y="1123770"/>
                <a:ext cx="9720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45A0DC3-19EC-AAF3-8169-72372383236B}"/>
              </a:ext>
            </a:extLst>
          </p:cNvPr>
          <p:cNvGrpSpPr/>
          <p:nvPr/>
        </p:nvGrpSpPr>
        <p:grpSpPr>
          <a:xfrm>
            <a:off x="7486275" y="1485570"/>
            <a:ext cx="102600" cy="557640"/>
            <a:chOff x="7486275" y="1485570"/>
            <a:chExt cx="102600" cy="55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4EE8886-DD1A-957B-5D25-DE7A992011DC}"/>
                    </a:ext>
                  </a:extLst>
                </p14:cNvPr>
                <p14:cNvContentPartPr/>
                <p14:nvPr/>
              </p14:nvContentPartPr>
              <p14:xfrm>
                <a:off x="7486275" y="1485570"/>
                <a:ext cx="77040" cy="221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4EE8886-DD1A-957B-5D25-DE7A992011D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77635" y="1476930"/>
                  <a:ext cx="946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31BECD2-98D9-7C70-6FA5-C64096AB8B41}"/>
                    </a:ext>
                  </a:extLst>
                </p14:cNvPr>
                <p14:cNvContentPartPr/>
                <p14:nvPr/>
              </p14:nvContentPartPr>
              <p14:xfrm>
                <a:off x="7496715" y="1799490"/>
                <a:ext cx="92160" cy="243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31BECD2-98D9-7C70-6FA5-C64096AB8B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487715" y="1790850"/>
                  <a:ext cx="10980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0CCB422-7942-E4AC-42EF-30480D0919B5}"/>
              </a:ext>
            </a:extLst>
          </p:cNvPr>
          <p:cNvGrpSpPr/>
          <p:nvPr/>
        </p:nvGrpSpPr>
        <p:grpSpPr>
          <a:xfrm>
            <a:off x="7483395" y="2220690"/>
            <a:ext cx="110880" cy="564480"/>
            <a:chOff x="7483395" y="2220690"/>
            <a:chExt cx="11088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335E998-41B6-EAC8-5BCB-7334E0C66C1A}"/>
                    </a:ext>
                  </a:extLst>
                </p14:cNvPr>
                <p14:cNvContentPartPr/>
                <p14:nvPr/>
              </p14:nvContentPartPr>
              <p14:xfrm>
                <a:off x="7486995" y="2220690"/>
                <a:ext cx="107280" cy="245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335E998-41B6-EAC8-5BCB-7334E0C66C1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77995" y="2212050"/>
                  <a:ext cx="124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5A51F19-FF7A-3FBC-0E0C-045E8F53CABC}"/>
                    </a:ext>
                  </a:extLst>
                </p14:cNvPr>
                <p14:cNvContentPartPr/>
                <p14:nvPr/>
              </p14:nvContentPartPr>
              <p14:xfrm>
                <a:off x="7483395" y="2569530"/>
                <a:ext cx="87120" cy="215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5A51F19-FF7A-3FBC-0E0C-045E8F53CAB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74755" y="2560530"/>
                  <a:ext cx="10476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31EF8D5-AF38-4219-87DE-73A71DAB756B}"/>
                  </a:ext>
                </a:extLst>
              </p14:cNvPr>
              <p14:cNvContentPartPr/>
              <p14:nvPr/>
            </p14:nvContentPartPr>
            <p14:xfrm>
              <a:off x="7468995" y="2989650"/>
              <a:ext cx="117000" cy="2534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31EF8D5-AF38-4219-87DE-73A71DAB756B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460355" y="2980650"/>
                <a:ext cx="1346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9141953-99CB-CA17-5460-55CBAC9C8A28}"/>
                  </a:ext>
                </a:extLst>
              </p14:cNvPr>
              <p14:cNvContentPartPr/>
              <p14:nvPr/>
            </p14:nvContentPartPr>
            <p14:xfrm>
              <a:off x="7458555" y="3363690"/>
              <a:ext cx="117720" cy="2120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9141953-99CB-CA17-5460-55CBAC9C8A2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449555" y="3354690"/>
                <a:ext cx="1353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3C2F545-CF0D-E605-B278-31224AE4DDEB}"/>
                  </a:ext>
                </a:extLst>
              </p14:cNvPr>
              <p14:cNvContentPartPr/>
              <p14:nvPr/>
            </p14:nvContentPartPr>
            <p14:xfrm>
              <a:off x="7467915" y="3691290"/>
              <a:ext cx="27000" cy="2181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3C2F545-CF0D-E605-B278-31224AE4DDE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459275" y="3682290"/>
                <a:ext cx="44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3247AA69-8B9A-4BC5-9123-09A2E0A56471}"/>
                  </a:ext>
                </a:extLst>
              </p14:cNvPr>
              <p14:cNvContentPartPr/>
              <p14:nvPr/>
            </p14:nvContentPartPr>
            <p14:xfrm>
              <a:off x="7489875" y="4093050"/>
              <a:ext cx="5040" cy="1645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3247AA69-8B9A-4BC5-9123-09A2E0A5647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480875" y="4084410"/>
                <a:ext cx="22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3CCC39F-874B-EB8E-BA06-9C7704DA00EC}"/>
                  </a:ext>
                </a:extLst>
              </p14:cNvPr>
              <p14:cNvContentPartPr/>
              <p14:nvPr/>
            </p14:nvContentPartPr>
            <p14:xfrm>
              <a:off x="7508955" y="4388610"/>
              <a:ext cx="5040" cy="1767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3CCC39F-874B-EB8E-BA06-9C7704DA00E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499955" y="4379610"/>
                <a:ext cx="226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ABBAB1E-5579-E3D1-88EB-28FFE78D9BD5}"/>
                  </a:ext>
                </a:extLst>
              </p14:cNvPr>
              <p14:cNvContentPartPr/>
              <p14:nvPr/>
            </p14:nvContentPartPr>
            <p14:xfrm>
              <a:off x="7506435" y="4785690"/>
              <a:ext cx="15840" cy="2408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ABBAB1E-5579-E3D1-88EB-28FFE78D9BD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497795" y="4777050"/>
                <a:ext cx="3348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042FAC7-545A-658F-3BB6-89A3CEEE46DF}"/>
              </a:ext>
            </a:extLst>
          </p:cNvPr>
          <p:cNvGrpSpPr/>
          <p:nvPr/>
        </p:nvGrpSpPr>
        <p:grpSpPr>
          <a:xfrm>
            <a:off x="7498155" y="5160450"/>
            <a:ext cx="19440" cy="523080"/>
            <a:chOff x="7498155" y="5160450"/>
            <a:chExt cx="1944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FC0777D-B9A8-8EF4-8A32-C0FF9FE31BA7}"/>
                    </a:ext>
                  </a:extLst>
                </p14:cNvPr>
                <p14:cNvContentPartPr/>
                <p14:nvPr/>
              </p14:nvContentPartPr>
              <p14:xfrm>
                <a:off x="7513635" y="5160450"/>
                <a:ext cx="3960" cy="243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FC0777D-B9A8-8EF4-8A32-C0FF9FE31BA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504995" y="5151450"/>
                  <a:ext cx="21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84CFD56-FB65-1B22-12C1-50B16E029B5C}"/>
                    </a:ext>
                  </a:extLst>
                </p14:cNvPr>
                <p14:cNvContentPartPr/>
                <p14:nvPr/>
              </p14:nvContentPartPr>
              <p14:xfrm>
                <a:off x="7498155" y="5486250"/>
                <a:ext cx="1440" cy="197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84CFD56-FB65-1B22-12C1-50B16E029B5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489155" y="5477610"/>
                  <a:ext cx="1908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241A7A4-CB68-F47E-C564-C0606E29C132}"/>
                  </a:ext>
                </a:extLst>
              </p14:cNvPr>
              <p14:cNvContentPartPr/>
              <p14:nvPr/>
            </p14:nvContentPartPr>
            <p14:xfrm>
              <a:off x="7505355" y="5882610"/>
              <a:ext cx="360" cy="2430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241A7A4-CB68-F47E-C564-C0606E29C13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496355" y="5873610"/>
                <a:ext cx="180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E4C6A9C-58B4-BF72-0943-D6426DCCCAF5}"/>
                  </a:ext>
                </a:extLst>
              </p14:cNvPr>
              <p14:cNvContentPartPr/>
              <p14:nvPr/>
            </p14:nvContentPartPr>
            <p14:xfrm>
              <a:off x="7481235" y="6242970"/>
              <a:ext cx="19440" cy="199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E4C6A9C-58B4-BF72-0943-D6426DCCCAF5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7472595" y="6234330"/>
                <a:ext cx="3708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51DA01D-5A03-BA3B-B2FE-98B05D5B0E1D}"/>
              </a:ext>
            </a:extLst>
          </p:cNvPr>
          <p:cNvGrpSpPr/>
          <p:nvPr/>
        </p:nvGrpSpPr>
        <p:grpSpPr>
          <a:xfrm>
            <a:off x="6648195" y="399450"/>
            <a:ext cx="331920" cy="932760"/>
            <a:chOff x="6648195" y="399450"/>
            <a:chExt cx="331920" cy="9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3C4C67-960D-E7B4-2F90-E4344B095EDB}"/>
                    </a:ext>
                  </a:extLst>
                </p14:cNvPr>
                <p14:cNvContentPartPr/>
                <p14:nvPr/>
              </p14:nvContentPartPr>
              <p14:xfrm>
                <a:off x="6669075" y="400170"/>
                <a:ext cx="6840" cy="236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3C4C67-960D-E7B4-2F90-E4344B095ED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60435" y="391530"/>
                  <a:ext cx="24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E24FA8F-4BEB-A768-7661-A6EDA7E0E39A}"/>
                    </a:ext>
                  </a:extLst>
                </p14:cNvPr>
                <p14:cNvContentPartPr/>
                <p14:nvPr/>
              </p14:nvContentPartPr>
              <p14:xfrm>
                <a:off x="6648195" y="399450"/>
                <a:ext cx="118080" cy="24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E24FA8F-4BEB-A768-7661-A6EDA7E0E39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639195" y="390450"/>
                  <a:ext cx="135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947CCB5-E746-BE1D-8827-805DCBAD1153}"/>
                    </a:ext>
                  </a:extLst>
                </p14:cNvPr>
                <p14:cNvContentPartPr/>
                <p14:nvPr/>
              </p14:nvContentPartPr>
              <p14:xfrm>
                <a:off x="6807675" y="434730"/>
                <a:ext cx="75240" cy="160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947CCB5-E746-BE1D-8827-805DCBAD115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798675" y="426090"/>
                  <a:ext cx="92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CDB08D9-2EA3-0171-24CC-341C74945012}"/>
                    </a:ext>
                  </a:extLst>
                </p14:cNvPr>
                <p14:cNvContentPartPr/>
                <p14:nvPr/>
              </p14:nvContentPartPr>
              <p14:xfrm>
                <a:off x="6888315" y="445890"/>
                <a:ext cx="91800" cy="16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CDB08D9-2EA3-0171-24CC-341C7494501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879315" y="437250"/>
                  <a:ext cx="109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7AD28A6-2B74-5CF6-45BC-425C7DAB4505}"/>
                    </a:ext>
                  </a:extLst>
                </p14:cNvPr>
                <p14:cNvContentPartPr/>
                <p14:nvPr/>
              </p14:nvContentPartPr>
              <p14:xfrm>
                <a:off x="6764115" y="728850"/>
                <a:ext cx="142560" cy="286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7AD28A6-2B74-5CF6-45BC-425C7DAB450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755475" y="720210"/>
                  <a:ext cx="160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83C6D36-B90C-15F8-E6DB-295A28FB6C61}"/>
                    </a:ext>
                  </a:extLst>
                </p14:cNvPr>
                <p14:cNvContentPartPr/>
                <p14:nvPr/>
              </p14:nvContentPartPr>
              <p14:xfrm>
                <a:off x="6799035" y="1108290"/>
                <a:ext cx="60480" cy="223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83C6D36-B90C-15F8-E6DB-295A28FB6C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790395" y="1099650"/>
                  <a:ext cx="781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B4CAFD6-2D98-6721-1B71-CBFF418E3BF4}"/>
                  </a:ext>
                </a:extLst>
              </p14:cNvPr>
              <p14:cNvContentPartPr/>
              <p14:nvPr/>
            </p14:nvContentPartPr>
            <p14:xfrm>
              <a:off x="6737475" y="1502490"/>
              <a:ext cx="150840" cy="26352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B4CAFD6-2D98-6721-1B71-CBFF418E3BF4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6728475" y="1493490"/>
                <a:ext cx="16848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48E675C-C082-C67E-E3EA-7A486C19914F}"/>
              </a:ext>
            </a:extLst>
          </p:cNvPr>
          <p:cNvGrpSpPr/>
          <p:nvPr/>
        </p:nvGrpSpPr>
        <p:grpSpPr>
          <a:xfrm>
            <a:off x="6698235" y="1894890"/>
            <a:ext cx="181800" cy="1303920"/>
            <a:chOff x="6698235" y="1894890"/>
            <a:chExt cx="181800" cy="13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01505DA-8BDE-2237-EB20-38754F8787C6}"/>
                    </a:ext>
                  </a:extLst>
                </p14:cNvPr>
                <p14:cNvContentPartPr/>
                <p14:nvPr/>
              </p14:nvContentPartPr>
              <p14:xfrm>
                <a:off x="6735315" y="1894890"/>
                <a:ext cx="123480" cy="2505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01505DA-8BDE-2237-EB20-38754F8787C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726675" y="1886250"/>
                  <a:ext cx="141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CB236F1-F45A-976E-EE32-DD898DC2D2FA}"/>
                    </a:ext>
                  </a:extLst>
                </p14:cNvPr>
                <p14:cNvContentPartPr/>
                <p14:nvPr/>
              </p14:nvContentPartPr>
              <p14:xfrm>
                <a:off x="6698235" y="2248050"/>
                <a:ext cx="167400" cy="151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CB236F1-F45A-976E-EE32-DD898DC2D2F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689235" y="2239050"/>
                  <a:ext cx="185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D48381D-B322-0357-2A7E-565616846176}"/>
                    </a:ext>
                  </a:extLst>
                </p14:cNvPr>
                <p14:cNvContentPartPr/>
                <p14:nvPr/>
              </p14:nvContentPartPr>
              <p14:xfrm>
                <a:off x="6832875" y="2221770"/>
                <a:ext cx="5040" cy="327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D48381D-B322-0357-2A7E-56561684617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823875" y="2213130"/>
                  <a:ext cx="22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A204972-3A17-5443-D9EC-859C8266C7E2}"/>
                    </a:ext>
                  </a:extLst>
                </p14:cNvPr>
                <p14:cNvContentPartPr/>
                <p14:nvPr/>
              </p14:nvContentPartPr>
              <p14:xfrm>
                <a:off x="6721995" y="2619210"/>
                <a:ext cx="137520" cy="277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A204972-3A17-5443-D9EC-859C8266C7E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713355" y="2610210"/>
                  <a:ext cx="155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84F1E8-D050-6D42-3D2B-3D162DC748E2}"/>
                    </a:ext>
                  </a:extLst>
                </p14:cNvPr>
                <p14:cNvContentPartPr/>
                <p14:nvPr/>
              </p14:nvContentPartPr>
              <p14:xfrm>
                <a:off x="6755835" y="2632170"/>
                <a:ext cx="124200" cy="32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84F1E8-D050-6D42-3D2B-3D162DC748E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746835" y="2623530"/>
                  <a:ext cx="141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103CAEE-DCFD-F2BA-E2B3-E643605AB2F7}"/>
                    </a:ext>
                  </a:extLst>
                </p14:cNvPr>
                <p14:cNvContentPartPr/>
                <p14:nvPr/>
              </p14:nvContentPartPr>
              <p14:xfrm>
                <a:off x="6716595" y="2953290"/>
                <a:ext cx="133200" cy="245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103CAEE-DCFD-F2BA-E2B3-E643605AB2F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707955" y="2944650"/>
                  <a:ext cx="15084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7E2ABF5-4CE1-3097-01F6-2599793A1062}"/>
              </a:ext>
            </a:extLst>
          </p:cNvPr>
          <p:cNvGrpSpPr/>
          <p:nvPr/>
        </p:nvGrpSpPr>
        <p:grpSpPr>
          <a:xfrm>
            <a:off x="6721275" y="3348930"/>
            <a:ext cx="214920" cy="1683000"/>
            <a:chOff x="6721275" y="3348930"/>
            <a:chExt cx="214920" cy="168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BAB121-4505-B6DD-D0ED-0840C360DAE8}"/>
                    </a:ext>
                  </a:extLst>
                </p14:cNvPr>
                <p14:cNvContentPartPr/>
                <p14:nvPr/>
              </p14:nvContentPartPr>
              <p14:xfrm>
                <a:off x="6735315" y="3348930"/>
                <a:ext cx="142200" cy="223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BAB121-4505-B6DD-D0ED-0840C360DAE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726675" y="3340290"/>
                  <a:ext cx="159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9BA56E2-A110-08EE-03CE-E0E20D4586BC}"/>
                    </a:ext>
                  </a:extLst>
                </p14:cNvPr>
                <p14:cNvContentPartPr/>
                <p14:nvPr/>
              </p14:nvContentPartPr>
              <p14:xfrm>
                <a:off x="6722715" y="3678330"/>
                <a:ext cx="151200" cy="258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9BA56E2-A110-08EE-03CE-E0E20D4586B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14075" y="3669330"/>
                  <a:ext cx="168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619C27E-99BA-106D-90DB-7069ADD44B37}"/>
                    </a:ext>
                  </a:extLst>
                </p14:cNvPr>
                <p14:cNvContentPartPr/>
                <p14:nvPr/>
              </p14:nvContentPartPr>
              <p14:xfrm>
                <a:off x="6721275" y="4024650"/>
                <a:ext cx="157320" cy="331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619C27E-99BA-106D-90DB-7069ADD44B3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712635" y="4015650"/>
                  <a:ext cx="174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870A585-D3DA-7A0C-17B1-ADF99F333AB4}"/>
                    </a:ext>
                  </a:extLst>
                </p14:cNvPr>
                <p14:cNvContentPartPr/>
                <p14:nvPr/>
              </p14:nvContentPartPr>
              <p14:xfrm>
                <a:off x="6735315" y="4429650"/>
                <a:ext cx="18360" cy="240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870A585-D3DA-7A0C-17B1-ADF99F333AB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726675" y="4420650"/>
                  <a:ext cx="36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0D5193-AEE1-14EC-0E01-3EE96FE84EFF}"/>
                    </a:ext>
                  </a:extLst>
                </p14:cNvPr>
                <p14:cNvContentPartPr/>
                <p14:nvPr/>
              </p14:nvContentPartPr>
              <p14:xfrm>
                <a:off x="6814515" y="4449810"/>
                <a:ext cx="121680" cy="210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0D5193-AEE1-14EC-0E01-3EE96FE84EF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805875" y="4441170"/>
                  <a:ext cx="139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47AB316-DF4F-2156-94AA-A3071751758F}"/>
                    </a:ext>
                  </a:extLst>
                </p14:cNvPr>
                <p14:cNvContentPartPr/>
                <p14:nvPr/>
              </p14:nvContentPartPr>
              <p14:xfrm>
                <a:off x="6769155" y="4780290"/>
                <a:ext cx="21960" cy="2322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47AB316-DF4F-2156-94AA-A3071751758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760155" y="4771650"/>
                  <a:ext cx="39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4AC347D-2906-451A-A42B-C5D89DFF5CF2}"/>
                    </a:ext>
                  </a:extLst>
                </p14:cNvPr>
                <p14:cNvContentPartPr/>
                <p14:nvPr/>
              </p14:nvContentPartPr>
              <p14:xfrm>
                <a:off x="6867795" y="4798650"/>
                <a:ext cx="3960" cy="233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4AC347D-2906-451A-A42B-C5D89DFF5CF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858795" y="4790010"/>
                  <a:ext cx="216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7BC5394-4F7E-F239-E52D-EFAD18E0E9FB}"/>
              </a:ext>
            </a:extLst>
          </p:cNvPr>
          <p:cNvGrpSpPr/>
          <p:nvPr/>
        </p:nvGrpSpPr>
        <p:grpSpPr>
          <a:xfrm>
            <a:off x="6694635" y="5163690"/>
            <a:ext cx="216720" cy="225720"/>
            <a:chOff x="6694635" y="5163690"/>
            <a:chExt cx="21672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7C95DC0-B547-1222-68A9-6D3A07C730F6}"/>
                    </a:ext>
                  </a:extLst>
                </p14:cNvPr>
                <p14:cNvContentPartPr/>
                <p14:nvPr/>
              </p14:nvContentPartPr>
              <p14:xfrm>
                <a:off x="6694635" y="5163690"/>
                <a:ext cx="38880" cy="225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7C95DC0-B547-1222-68A9-6D3A07C730F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685635" y="5154690"/>
                  <a:ext cx="56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6EC1AE1-F704-28D1-B641-D73C37BD597F}"/>
                    </a:ext>
                  </a:extLst>
                </p14:cNvPr>
                <p14:cNvContentPartPr/>
                <p14:nvPr/>
              </p14:nvContentPartPr>
              <p14:xfrm>
                <a:off x="6780315" y="5209050"/>
                <a:ext cx="131040" cy="158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6EC1AE1-F704-28D1-B641-D73C37BD597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771315" y="5200050"/>
                  <a:ext cx="1486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20BFF73-3F03-29B7-A100-19F01C0A1AB5}"/>
              </a:ext>
            </a:extLst>
          </p:cNvPr>
          <p:cNvGrpSpPr/>
          <p:nvPr/>
        </p:nvGrpSpPr>
        <p:grpSpPr>
          <a:xfrm>
            <a:off x="6712635" y="5543850"/>
            <a:ext cx="228960" cy="867600"/>
            <a:chOff x="6712635" y="5543850"/>
            <a:chExt cx="22896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F4D662A-7B7D-4DC7-AF53-65B76F6835C4}"/>
                    </a:ext>
                  </a:extLst>
                </p14:cNvPr>
                <p14:cNvContentPartPr/>
                <p14:nvPr/>
              </p14:nvContentPartPr>
              <p14:xfrm>
                <a:off x="6712635" y="5543850"/>
                <a:ext cx="13680" cy="210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F4D662A-7B7D-4DC7-AF53-65B76F6835C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703635" y="5534850"/>
                  <a:ext cx="31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AA69615-BFD1-8918-B30E-39AF40641FBC}"/>
                    </a:ext>
                  </a:extLst>
                </p14:cNvPr>
                <p14:cNvContentPartPr/>
                <p14:nvPr/>
              </p14:nvContentPartPr>
              <p14:xfrm>
                <a:off x="6797955" y="5569050"/>
                <a:ext cx="96480" cy="215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AA69615-BFD1-8918-B30E-39AF40641FB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788955" y="5560050"/>
                  <a:ext cx="114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7D1CE62-9DFB-F3CA-4F8B-074A14BD6830}"/>
                    </a:ext>
                  </a:extLst>
                </p14:cNvPr>
                <p14:cNvContentPartPr/>
                <p14:nvPr/>
              </p14:nvContentPartPr>
              <p14:xfrm>
                <a:off x="6723435" y="5892330"/>
                <a:ext cx="20880" cy="196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7D1CE62-9DFB-F3CA-4F8B-074A14BD683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714435" y="5883690"/>
                  <a:ext cx="38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02B0C06-C6BA-4900-F794-8462862138EC}"/>
                    </a:ext>
                  </a:extLst>
                </p14:cNvPr>
                <p14:cNvContentPartPr/>
                <p14:nvPr/>
              </p14:nvContentPartPr>
              <p14:xfrm>
                <a:off x="6818115" y="5891250"/>
                <a:ext cx="118080" cy="150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02B0C06-C6BA-4900-F794-8462862138E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09475" y="5882610"/>
                  <a:ext cx="1357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226E8C8-1390-725A-ADDA-924C2A96B500}"/>
                    </a:ext>
                  </a:extLst>
                </p14:cNvPr>
                <p14:cNvContentPartPr/>
                <p14:nvPr/>
              </p14:nvContentPartPr>
              <p14:xfrm>
                <a:off x="6910995" y="5881530"/>
                <a:ext cx="30600" cy="297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226E8C8-1390-725A-ADDA-924C2A96B50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902355" y="5872530"/>
                  <a:ext cx="482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95E67CB-1108-01B8-484E-38FCAA7662EF}"/>
                    </a:ext>
                  </a:extLst>
                </p14:cNvPr>
                <p14:cNvContentPartPr/>
                <p14:nvPr/>
              </p14:nvContentPartPr>
              <p14:xfrm>
                <a:off x="6749715" y="6234330"/>
                <a:ext cx="15840" cy="177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95E67CB-1108-01B8-484E-38FCAA7662E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741075" y="6225330"/>
                  <a:ext cx="3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9D6994F-E655-9AA9-20C4-C7DBE1FC049E}"/>
                    </a:ext>
                  </a:extLst>
                </p14:cNvPr>
                <p14:cNvContentPartPr/>
                <p14:nvPr/>
              </p14:nvContentPartPr>
              <p14:xfrm>
                <a:off x="6823875" y="6239730"/>
                <a:ext cx="106200" cy="168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9D6994F-E655-9AA9-20C4-C7DBE1FC049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15235" y="6231090"/>
                  <a:ext cx="123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8643BA5-83E1-EBF7-5B90-70AE7184CADF}"/>
                    </a:ext>
                  </a:extLst>
                </p14:cNvPr>
                <p14:cNvContentPartPr/>
                <p14:nvPr/>
              </p14:nvContentPartPr>
              <p14:xfrm>
                <a:off x="6894075" y="6218130"/>
                <a:ext cx="360" cy="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8643BA5-83E1-EBF7-5B90-70AE7184CA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85435" y="62094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2AADD29-AE97-F3E6-3BB0-7B2C1DB5D0BD}"/>
              </a:ext>
            </a:extLst>
          </p:cNvPr>
          <p:cNvGrpSpPr/>
          <p:nvPr/>
        </p:nvGrpSpPr>
        <p:grpSpPr>
          <a:xfrm>
            <a:off x="2477595" y="2073450"/>
            <a:ext cx="164880" cy="57960"/>
            <a:chOff x="2477595" y="2073450"/>
            <a:chExt cx="16488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A2F3935-F99E-3BB1-B54C-699C51CE354D}"/>
                    </a:ext>
                  </a:extLst>
                </p14:cNvPr>
                <p14:cNvContentPartPr/>
                <p14:nvPr/>
              </p14:nvContentPartPr>
              <p14:xfrm>
                <a:off x="2505315" y="2073450"/>
                <a:ext cx="137160" cy="8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A2F3935-F99E-3BB1-B54C-699C51CE354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496675" y="2064810"/>
                  <a:ext cx="154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46F3F86-12E9-40B2-00C6-7CB0290DE40C}"/>
                    </a:ext>
                  </a:extLst>
                </p14:cNvPr>
                <p14:cNvContentPartPr/>
                <p14:nvPr/>
              </p14:nvContentPartPr>
              <p14:xfrm>
                <a:off x="2477595" y="2126730"/>
                <a:ext cx="156600" cy="46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46F3F86-12E9-40B2-00C6-7CB0290DE40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68955" y="2117730"/>
                  <a:ext cx="1742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5609781-CD62-1A19-2F9C-60C58616186F}"/>
              </a:ext>
            </a:extLst>
          </p:cNvPr>
          <p:cNvGrpSpPr/>
          <p:nvPr/>
        </p:nvGrpSpPr>
        <p:grpSpPr>
          <a:xfrm>
            <a:off x="2977995" y="1941330"/>
            <a:ext cx="165240" cy="327240"/>
            <a:chOff x="2977995" y="1941330"/>
            <a:chExt cx="16524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DDE885B-35FE-51BE-60B9-F3226A33922A}"/>
                    </a:ext>
                  </a:extLst>
                </p14:cNvPr>
                <p14:cNvContentPartPr/>
                <p14:nvPr/>
              </p14:nvContentPartPr>
              <p14:xfrm>
                <a:off x="2977995" y="1941330"/>
                <a:ext cx="91800" cy="327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DDE885B-35FE-51BE-60B9-F3226A33922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69355" y="1932690"/>
                  <a:ext cx="109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AAC79FB-EE23-6855-C03E-AD8EF73B71E1}"/>
                    </a:ext>
                  </a:extLst>
                </p14:cNvPr>
                <p14:cNvContentPartPr/>
                <p14:nvPr/>
              </p14:nvContentPartPr>
              <p14:xfrm>
                <a:off x="3015435" y="2216370"/>
                <a:ext cx="127800" cy="2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AAC79FB-EE23-6855-C03E-AD8EF73B71E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06795" y="2207730"/>
                  <a:ext cx="1454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26D8A6C6-EB08-4817-FEFB-40E8BDCC5A2D}"/>
              </a:ext>
            </a:extLst>
          </p:cNvPr>
          <p:cNvGrpSpPr/>
          <p:nvPr/>
        </p:nvGrpSpPr>
        <p:grpSpPr>
          <a:xfrm>
            <a:off x="487875" y="1871490"/>
            <a:ext cx="1715760" cy="460080"/>
            <a:chOff x="487875" y="1871490"/>
            <a:chExt cx="171576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1967916-4E26-A534-4659-6705AB49C6EF}"/>
                    </a:ext>
                  </a:extLst>
                </p14:cNvPr>
                <p14:cNvContentPartPr/>
                <p14:nvPr/>
              </p14:nvContentPartPr>
              <p14:xfrm>
                <a:off x="487875" y="1937370"/>
                <a:ext cx="29160" cy="356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1967916-4E26-A534-4659-6705AB49C6E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78875" y="1928370"/>
                  <a:ext cx="46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B92585C-0A26-6D51-8D03-0103AADED478}"/>
                    </a:ext>
                  </a:extLst>
                </p14:cNvPr>
                <p14:cNvContentPartPr/>
                <p14:nvPr/>
              </p14:nvContentPartPr>
              <p14:xfrm>
                <a:off x="551595" y="1871490"/>
                <a:ext cx="143640" cy="369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B92585C-0A26-6D51-8D03-0103AADED47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42595" y="1862490"/>
                  <a:ext cx="161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2BEFA0D-CE75-E432-B7EF-FF7883F34961}"/>
                    </a:ext>
                  </a:extLst>
                </p14:cNvPr>
                <p14:cNvContentPartPr/>
                <p14:nvPr/>
              </p14:nvContentPartPr>
              <p14:xfrm>
                <a:off x="490035" y="2036730"/>
                <a:ext cx="117000" cy="48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2BEFA0D-CE75-E432-B7EF-FF7883F3496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81395" y="2028090"/>
                  <a:ext cx="134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F81E1D6-4B65-8771-5EE1-672E5F370E5A}"/>
                    </a:ext>
                  </a:extLst>
                </p14:cNvPr>
                <p14:cNvContentPartPr/>
                <p14:nvPr/>
              </p14:nvContentPartPr>
              <p14:xfrm>
                <a:off x="674355" y="1927290"/>
                <a:ext cx="149400" cy="329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F81E1D6-4B65-8771-5EE1-672E5F370E5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65355" y="1918290"/>
                  <a:ext cx="1670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5B62DFD-59AB-42A8-A5E9-2A3D0815B63D}"/>
                    </a:ext>
                  </a:extLst>
                </p14:cNvPr>
                <p14:cNvContentPartPr/>
                <p14:nvPr/>
              </p14:nvContentPartPr>
              <p14:xfrm>
                <a:off x="947235" y="1917570"/>
                <a:ext cx="45000" cy="302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5B62DFD-59AB-42A8-A5E9-2A3D0815B63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38595" y="1908930"/>
                  <a:ext cx="626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0C23BC8-0EAA-A4FD-55F2-3EA21672A221}"/>
                    </a:ext>
                  </a:extLst>
                </p14:cNvPr>
                <p14:cNvContentPartPr/>
                <p14:nvPr/>
              </p14:nvContentPartPr>
              <p14:xfrm>
                <a:off x="1024275" y="2060490"/>
                <a:ext cx="140040" cy="179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0C23BC8-0EAA-A4FD-55F2-3EA21672A22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5635" y="2051490"/>
                  <a:ext cx="157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608F065-8B0D-52FE-52BC-D7A7562E5AD6}"/>
                    </a:ext>
                  </a:extLst>
                </p14:cNvPr>
                <p14:cNvContentPartPr/>
                <p14:nvPr/>
              </p14:nvContentPartPr>
              <p14:xfrm>
                <a:off x="1162515" y="2027370"/>
                <a:ext cx="145080" cy="199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608F065-8B0D-52FE-52BC-D7A7562E5AD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53875" y="2018730"/>
                  <a:ext cx="162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691A97F-2E1E-ACB3-5C51-818CDECD54D0}"/>
                    </a:ext>
                  </a:extLst>
                </p14:cNvPr>
                <p14:cNvContentPartPr/>
                <p14:nvPr/>
              </p14:nvContentPartPr>
              <p14:xfrm>
                <a:off x="1333155" y="2042130"/>
                <a:ext cx="64440" cy="1908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691A97F-2E1E-ACB3-5C51-818CDECD54D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324155" y="2033490"/>
                  <a:ext cx="82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CD7F34E-64A7-C8E7-9F54-755BBF6C9A9F}"/>
                    </a:ext>
                  </a:extLst>
                </p14:cNvPr>
                <p14:cNvContentPartPr/>
                <p14:nvPr/>
              </p14:nvContentPartPr>
              <p14:xfrm>
                <a:off x="1433235" y="1944210"/>
                <a:ext cx="43560" cy="320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CD7F34E-64A7-C8E7-9F54-755BBF6C9A9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424595" y="1935570"/>
                  <a:ext cx="61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774FD5E-0862-18F7-82ED-A52C67F22E71}"/>
                    </a:ext>
                  </a:extLst>
                </p14:cNvPr>
                <p14:cNvContentPartPr/>
                <p14:nvPr/>
              </p14:nvContentPartPr>
              <p14:xfrm>
                <a:off x="1438275" y="2111610"/>
                <a:ext cx="125640" cy="13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774FD5E-0862-18F7-82ED-A52C67F22E7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429275" y="2102610"/>
                  <a:ext cx="143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424BA33-E757-7ADF-E029-1C17E6BE2EAE}"/>
                    </a:ext>
                  </a:extLst>
                </p14:cNvPr>
                <p14:cNvContentPartPr/>
                <p14:nvPr/>
              </p14:nvContentPartPr>
              <p14:xfrm>
                <a:off x="1663995" y="1943130"/>
                <a:ext cx="154440" cy="306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424BA33-E757-7ADF-E029-1C17E6BE2EA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655355" y="1934490"/>
                  <a:ext cx="172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F282E13-3C42-9DD7-67BD-0EDBF76ABFF3}"/>
                    </a:ext>
                  </a:extLst>
                </p14:cNvPr>
                <p14:cNvContentPartPr/>
                <p14:nvPr/>
              </p14:nvContentPartPr>
              <p14:xfrm>
                <a:off x="1867755" y="2228250"/>
                <a:ext cx="23040" cy="103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F282E13-3C42-9DD7-67BD-0EDBF76ABFF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858755" y="2219610"/>
                  <a:ext cx="40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A43F834-A7A4-44B6-1C0A-5CB32533B2D7}"/>
                    </a:ext>
                  </a:extLst>
                </p14:cNvPr>
                <p14:cNvContentPartPr/>
                <p14:nvPr/>
              </p14:nvContentPartPr>
              <p14:xfrm>
                <a:off x="2072595" y="2003250"/>
                <a:ext cx="13680" cy="3283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A43F834-A7A4-44B6-1C0A-5CB32533B2D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063595" y="1994250"/>
                  <a:ext cx="31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500D450-9E50-2D82-2DBB-943B415822DF}"/>
                    </a:ext>
                  </a:extLst>
                </p14:cNvPr>
                <p14:cNvContentPartPr/>
                <p14:nvPr/>
              </p14:nvContentPartPr>
              <p14:xfrm>
                <a:off x="1959195" y="2001090"/>
                <a:ext cx="244440" cy="15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500D450-9E50-2D82-2DBB-943B415822D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950195" y="1992090"/>
                  <a:ext cx="262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F0E331B-2EB0-861C-8D02-9EA3B80C8EE5}"/>
                    </a:ext>
                  </a:extLst>
                </p14:cNvPr>
                <p14:cNvContentPartPr/>
                <p14:nvPr/>
              </p14:nvContentPartPr>
              <p14:xfrm>
                <a:off x="1855875" y="2117010"/>
                <a:ext cx="141120" cy="79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F0E331B-2EB0-861C-8D02-9EA3B80C8EE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847235" y="2108010"/>
                  <a:ext cx="158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AFEC977-C55B-4125-89DF-08F1EB0ED158}"/>
                    </a:ext>
                  </a:extLst>
                </p14:cNvPr>
                <p14:cNvContentPartPr/>
                <p14:nvPr/>
              </p14:nvContentPartPr>
              <p14:xfrm>
                <a:off x="1863075" y="2208810"/>
                <a:ext cx="120600" cy="79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AFEC977-C55B-4125-89DF-08F1EB0ED15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854075" y="2200170"/>
                  <a:ext cx="1382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10C15BB-DFA6-18ED-6565-C44C763DC6AF}"/>
              </a:ext>
            </a:extLst>
          </p:cNvPr>
          <p:cNvGrpSpPr/>
          <p:nvPr/>
        </p:nvGrpSpPr>
        <p:grpSpPr>
          <a:xfrm>
            <a:off x="1720875" y="2565930"/>
            <a:ext cx="480600" cy="400680"/>
            <a:chOff x="1720875" y="2565930"/>
            <a:chExt cx="48060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CE814B-32B4-F27A-331B-37EEED888D5B}"/>
                    </a:ext>
                  </a:extLst>
                </p14:cNvPr>
                <p14:cNvContentPartPr/>
                <p14:nvPr/>
              </p14:nvContentPartPr>
              <p14:xfrm>
                <a:off x="1749675" y="2565930"/>
                <a:ext cx="360" cy="400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CE814B-32B4-F27A-331B-37EEED888D5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741035" y="2557290"/>
                  <a:ext cx="180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4A7DE5E-4C61-1E2F-B076-994C8976C3B2}"/>
                    </a:ext>
                  </a:extLst>
                </p14:cNvPr>
                <p14:cNvContentPartPr/>
                <p14:nvPr/>
              </p14:nvContentPartPr>
              <p14:xfrm>
                <a:off x="1720875" y="2600490"/>
                <a:ext cx="205920" cy="365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4A7DE5E-4C61-1E2F-B076-994C8976C3B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712235" y="2591490"/>
                  <a:ext cx="223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DEFBDAA-2C5D-FA6A-AE3F-A4EEA15B05D9}"/>
                    </a:ext>
                  </a:extLst>
                </p14:cNvPr>
                <p14:cNvContentPartPr/>
                <p14:nvPr/>
              </p14:nvContentPartPr>
              <p14:xfrm>
                <a:off x="2067555" y="2754570"/>
                <a:ext cx="120600" cy="57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DEFBDAA-2C5D-FA6A-AE3F-A4EEA15B05D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058915" y="2745930"/>
                  <a:ext cx="138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132B49C-D727-9B39-1DFF-59DB02197118}"/>
                    </a:ext>
                  </a:extLst>
                </p14:cNvPr>
                <p14:cNvContentPartPr/>
                <p14:nvPr/>
              </p14:nvContentPartPr>
              <p14:xfrm>
                <a:off x="2067555" y="2754570"/>
                <a:ext cx="133920" cy="77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132B49C-D727-9B39-1DFF-59DB021971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058555" y="2745930"/>
                  <a:ext cx="15156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79B11B-DE01-AC21-21B3-7B21052F2DC9}"/>
              </a:ext>
            </a:extLst>
          </p:cNvPr>
          <p:cNvGrpSpPr/>
          <p:nvPr/>
        </p:nvGrpSpPr>
        <p:grpSpPr>
          <a:xfrm>
            <a:off x="2396955" y="2685450"/>
            <a:ext cx="79920" cy="249480"/>
            <a:chOff x="2396955" y="2685450"/>
            <a:chExt cx="799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621652C-153B-7EB5-96FA-AA62B6A8BDC0}"/>
                    </a:ext>
                  </a:extLst>
                </p14:cNvPr>
                <p14:cNvContentPartPr/>
                <p14:nvPr/>
              </p14:nvContentPartPr>
              <p14:xfrm>
                <a:off x="2396955" y="2688690"/>
                <a:ext cx="54360" cy="75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621652C-153B-7EB5-96FA-AA62B6A8BDC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388315" y="2679690"/>
                  <a:ext cx="72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3289EBB-2D5B-3649-FA87-89906E99A62F}"/>
                    </a:ext>
                  </a:extLst>
                </p14:cNvPr>
                <p14:cNvContentPartPr/>
                <p14:nvPr/>
              </p14:nvContentPartPr>
              <p14:xfrm>
                <a:off x="2466795" y="2685450"/>
                <a:ext cx="10080" cy="2494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3289EBB-2D5B-3649-FA87-89906E99A62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458155" y="2676450"/>
                  <a:ext cx="277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61C255E5-792D-610E-9E54-7D746CEF7CA8}"/>
              </a:ext>
            </a:extLst>
          </p:cNvPr>
          <p:cNvGrpSpPr/>
          <p:nvPr/>
        </p:nvGrpSpPr>
        <p:grpSpPr>
          <a:xfrm>
            <a:off x="2838675" y="2747010"/>
            <a:ext cx="67680" cy="242280"/>
            <a:chOff x="2838675" y="2747010"/>
            <a:chExt cx="6768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33EAF5A-A7A8-F286-4513-81E6C1AFE92E}"/>
                    </a:ext>
                  </a:extLst>
                </p14:cNvPr>
                <p14:cNvContentPartPr/>
                <p14:nvPr/>
              </p14:nvContentPartPr>
              <p14:xfrm>
                <a:off x="2838675" y="2833410"/>
                <a:ext cx="67680" cy="155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33EAF5A-A7A8-F286-4513-81E6C1AFE92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829675" y="2824770"/>
                  <a:ext cx="85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4361E5D-4432-9756-5686-D7CF861F044E}"/>
                    </a:ext>
                  </a:extLst>
                </p14:cNvPr>
                <p14:cNvContentPartPr/>
                <p14:nvPr/>
              </p14:nvContentPartPr>
              <p14:xfrm>
                <a:off x="2863875" y="2747010"/>
                <a:ext cx="14760" cy="12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4361E5D-4432-9756-5686-D7CF861F044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854875" y="2738370"/>
                  <a:ext cx="3240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8A7393F-95C9-C41F-3E17-568A3488BA82}"/>
              </a:ext>
            </a:extLst>
          </p:cNvPr>
          <p:cNvGrpSpPr/>
          <p:nvPr/>
        </p:nvGrpSpPr>
        <p:grpSpPr>
          <a:xfrm>
            <a:off x="3440955" y="2527410"/>
            <a:ext cx="664920" cy="351000"/>
            <a:chOff x="3440955" y="2527410"/>
            <a:chExt cx="66492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358EB79-E92D-6E4D-94B7-B9F56EDB3C7D}"/>
                    </a:ext>
                  </a:extLst>
                </p14:cNvPr>
                <p14:cNvContentPartPr/>
                <p14:nvPr/>
              </p14:nvContentPartPr>
              <p14:xfrm>
                <a:off x="3440955" y="2527410"/>
                <a:ext cx="194400" cy="351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358EB79-E92D-6E4D-94B7-B9F56EDB3C7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432315" y="2518410"/>
                  <a:ext cx="2120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326FFB1-1BB4-BF40-57AE-EE36C2E3A9A6}"/>
                    </a:ext>
                  </a:extLst>
                </p14:cNvPr>
                <p14:cNvContentPartPr/>
                <p14:nvPr/>
              </p14:nvContentPartPr>
              <p14:xfrm>
                <a:off x="3719955" y="2688690"/>
                <a:ext cx="113760" cy="13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326FFB1-1BB4-BF40-57AE-EE36C2E3A9A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710955" y="2679690"/>
                  <a:ext cx="131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1EF6168-7ABD-5FB3-7CB7-E709F91F76EA}"/>
                    </a:ext>
                  </a:extLst>
                </p14:cNvPr>
                <p14:cNvContentPartPr/>
                <p14:nvPr/>
              </p14:nvContentPartPr>
              <p14:xfrm>
                <a:off x="3731115" y="2688690"/>
                <a:ext cx="360" cy="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1EF6168-7ABD-5FB3-7CB7-E709F91F76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2475" y="2679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06D5EEA-EEF2-FF28-774E-EFA1AA4880C7}"/>
                    </a:ext>
                  </a:extLst>
                </p14:cNvPr>
                <p14:cNvContentPartPr/>
                <p14:nvPr/>
              </p14:nvContentPartPr>
              <p14:xfrm>
                <a:off x="3713115" y="2688690"/>
                <a:ext cx="108720" cy="838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06D5EEA-EEF2-FF28-774E-EFA1AA4880C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704475" y="2679690"/>
                  <a:ext cx="126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A634029-8DC9-34DF-649B-A85C9AD33700}"/>
                    </a:ext>
                  </a:extLst>
                </p14:cNvPr>
                <p14:cNvContentPartPr/>
                <p14:nvPr/>
              </p14:nvContentPartPr>
              <p14:xfrm>
                <a:off x="3951795" y="2622450"/>
                <a:ext cx="154080" cy="209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A634029-8DC9-34DF-649B-A85C9AD3370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943155" y="2613450"/>
                  <a:ext cx="17172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3A584E2-28BA-CDFF-9295-EE70C6F12750}"/>
              </a:ext>
            </a:extLst>
          </p:cNvPr>
          <p:cNvGrpSpPr/>
          <p:nvPr/>
        </p:nvGrpSpPr>
        <p:grpSpPr>
          <a:xfrm>
            <a:off x="1995195" y="3105570"/>
            <a:ext cx="319320" cy="326160"/>
            <a:chOff x="1995195" y="3105570"/>
            <a:chExt cx="31932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5EC8736-DD2C-DD7E-F9BE-FE997831F01C}"/>
                    </a:ext>
                  </a:extLst>
                </p14:cNvPr>
                <p14:cNvContentPartPr/>
                <p14:nvPr/>
              </p14:nvContentPartPr>
              <p14:xfrm>
                <a:off x="1995195" y="3105570"/>
                <a:ext cx="282960" cy="2934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5EC8736-DD2C-DD7E-F9BE-FE997831F01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986555" y="3096570"/>
                  <a:ext cx="300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34CB833-FA5F-467B-A835-FDE15EBD4F7B}"/>
                    </a:ext>
                  </a:extLst>
                </p14:cNvPr>
                <p14:cNvContentPartPr/>
                <p14:nvPr/>
              </p14:nvContentPartPr>
              <p14:xfrm>
                <a:off x="2047035" y="3158490"/>
                <a:ext cx="267480" cy="273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34CB833-FA5F-467B-A835-FDE15EBD4F7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038035" y="3149490"/>
                  <a:ext cx="28512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F47383A2-DC57-622A-0365-2E1303E5EAA4}"/>
                  </a:ext>
                </a:extLst>
              </p14:cNvPr>
              <p14:cNvContentPartPr/>
              <p14:nvPr/>
            </p14:nvContentPartPr>
            <p14:xfrm>
              <a:off x="3656595" y="2960490"/>
              <a:ext cx="351720" cy="25524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F47383A2-DC57-622A-0365-2E1303E5EAA4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3647955" y="2951490"/>
                <a:ext cx="3693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6C85594-E055-EC4A-03AD-659E2F344204}"/>
                  </a:ext>
                </a:extLst>
              </p14:cNvPr>
              <p14:cNvContentPartPr/>
              <p14:nvPr/>
            </p14:nvContentPartPr>
            <p14:xfrm>
              <a:off x="10179795" y="3001170"/>
              <a:ext cx="5040" cy="1944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6C85594-E055-EC4A-03AD-659E2F34420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0170795" y="2992530"/>
                <a:ext cx="226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2E2D945-8741-03ED-57EF-AAB2331DD330}"/>
                  </a:ext>
                </a:extLst>
              </p14:cNvPr>
              <p14:cNvContentPartPr/>
              <p14:nvPr/>
            </p14:nvContentPartPr>
            <p14:xfrm>
              <a:off x="10178715" y="3358290"/>
              <a:ext cx="7920" cy="2142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2E2D945-8741-03ED-57EF-AAB2331DD330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169715" y="3349290"/>
                <a:ext cx="255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4E330DD-7463-5924-2A26-76960114D5AC}"/>
                  </a:ext>
                </a:extLst>
              </p14:cNvPr>
              <p14:cNvContentPartPr/>
              <p14:nvPr/>
            </p14:nvContentPartPr>
            <p14:xfrm>
              <a:off x="10131195" y="767370"/>
              <a:ext cx="134640" cy="1908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4E330DD-7463-5924-2A26-76960114D5AC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0122195" y="758370"/>
                <a:ext cx="1522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E4951775-D898-9A6F-464E-BF8356108832}"/>
                  </a:ext>
                </a:extLst>
              </p14:cNvPr>
              <p14:cNvContentPartPr/>
              <p14:nvPr/>
            </p14:nvContentPartPr>
            <p14:xfrm>
              <a:off x="10113195" y="1129170"/>
              <a:ext cx="136800" cy="2062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E4951775-D898-9A6F-464E-BF835610883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0104195" y="1120530"/>
                <a:ext cx="1544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9E4AAE96-0457-9DC9-3170-6E70D704A8F0}"/>
                  </a:ext>
                </a:extLst>
              </p14:cNvPr>
              <p14:cNvContentPartPr/>
              <p14:nvPr/>
            </p14:nvContentPartPr>
            <p14:xfrm>
              <a:off x="10090875" y="1523010"/>
              <a:ext cx="117000" cy="2480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9E4AAE96-0457-9DC9-3170-6E70D704A8F0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0082235" y="1514370"/>
                <a:ext cx="1346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620683F8-D99A-8ADF-EB9F-3BEF8C66EF80}"/>
                  </a:ext>
                </a:extLst>
              </p14:cNvPr>
              <p14:cNvContentPartPr/>
              <p14:nvPr/>
            </p14:nvContentPartPr>
            <p14:xfrm>
              <a:off x="10089435" y="1909290"/>
              <a:ext cx="144000" cy="2188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620683F8-D99A-8ADF-EB9F-3BEF8C66EF80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0080795" y="1900650"/>
                <a:ext cx="161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4BC03BB-6EF3-ECC9-267F-7965FBDC119B}"/>
                  </a:ext>
                </a:extLst>
              </p14:cNvPr>
              <p14:cNvContentPartPr/>
              <p14:nvPr/>
            </p14:nvContentPartPr>
            <p14:xfrm>
              <a:off x="10092315" y="2254530"/>
              <a:ext cx="126360" cy="2113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4BC03BB-6EF3-ECC9-267F-7965FBDC119B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0083315" y="2245530"/>
                <a:ext cx="1440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B570BF3-DB3C-539C-86F3-9D0620AD60E3}"/>
                  </a:ext>
                </a:extLst>
              </p14:cNvPr>
              <p14:cNvContentPartPr/>
              <p14:nvPr/>
            </p14:nvContentPartPr>
            <p14:xfrm>
              <a:off x="10103115" y="2584290"/>
              <a:ext cx="168480" cy="2224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B570BF3-DB3C-539C-86F3-9D0620AD60E3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0094475" y="2575650"/>
                <a:ext cx="1861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1921B2A-35A5-9657-65AC-8F979A1A993B}"/>
                  </a:ext>
                </a:extLst>
              </p14:cNvPr>
              <p14:cNvContentPartPr/>
              <p14:nvPr/>
            </p14:nvContentPartPr>
            <p14:xfrm>
              <a:off x="10149555" y="3688050"/>
              <a:ext cx="147960" cy="20808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1921B2A-35A5-9657-65AC-8F979A1A993B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0140555" y="3679050"/>
                <a:ext cx="165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F1F8970-9671-30FC-C4EE-3C7466B61542}"/>
                  </a:ext>
                </a:extLst>
              </p14:cNvPr>
              <p14:cNvContentPartPr/>
              <p14:nvPr/>
            </p14:nvContentPartPr>
            <p14:xfrm>
              <a:off x="10130835" y="4042650"/>
              <a:ext cx="144000" cy="2314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F1F8970-9671-30FC-C4EE-3C7466B6154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122195" y="4033650"/>
                <a:ext cx="16164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600C3BB-A54A-FCC2-1E8B-FFA950EB528A}"/>
              </a:ext>
            </a:extLst>
          </p:cNvPr>
          <p:cNvGrpSpPr/>
          <p:nvPr/>
        </p:nvGrpSpPr>
        <p:grpSpPr>
          <a:xfrm>
            <a:off x="10070715" y="4453770"/>
            <a:ext cx="205920" cy="1281240"/>
            <a:chOff x="10070715" y="4453770"/>
            <a:chExt cx="205920" cy="12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CA58085-D08F-0827-F0DE-76B631467588}"/>
                    </a:ext>
                  </a:extLst>
                </p14:cNvPr>
                <p14:cNvContentPartPr/>
                <p14:nvPr/>
              </p14:nvContentPartPr>
              <p14:xfrm>
                <a:off x="10112475" y="4453770"/>
                <a:ext cx="135000" cy="221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CA58085-D08F-0827-F0DE-76B63146758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103475" y="4445130"/>
                  <a:ext cx="152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217C622-0CAE-281D-B796-FACBA18C73E8}"/>
                    </a:ext>
                  </a:extLst>
                </p14:cNvPr>
                <p14:cNvContentPartPr/>
                <p14:nvPr/>
              </p14:nvContentPartPr>
              <p14:xfrm>
                <a:off x="10070715" y="4761570"/>
                <a:ext cx="146880" cy="2739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217C622-0CAE-281D-B796-FACBA18C73E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062075" y="4752570"/>
                  <a:ext cx="164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1624CD7-744D-A330-4017-AEE46B0A279E}"/>
                    </a:ext>
                  </a:extLst>
                </p14:cNvPr>
                <p14:cNvContentPartPr/>
                <p14:nvPr/>
              </p14:nvContentPartPr>
              <p14:xfrm>
                <a:off x="10082235" y="5121210"/>
                <a:ext cx="153000" cy="252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1624CD7-744D-A330-4017-AEE46B0A279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073595" y="5112570"/>
                  <a:ext cx="170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73C0225-89DB-E7CA-34F7-31B42A74663B}"/>
                    </a:ext>
                  </a:extLst>
                </p14:cNvPr>
                <p14:cNvContentPartPr/>
                <p14:nvPr/>
              </p14:nvContentPartPr>
              <p14:xfrm>
                <a:off x="10107435" y="5476170"/>
                <a:ext cx="169200" cy="258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73C0225-89DB-E7CA-34F7-31B42A74663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098435" y="5467530"/>
                  <a:ext cx="18684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6940503-9495-56B0-FF3F-F649F0AA0094}"/>
              </a:ext>
            </a:extLst>
          </p:cNvPr>
          <p:cNvGrpSpPr/>
          <p:nvPr/>
        </p:nvGrpSpPr>
        <p:grpSpPr>
          <a:xfrm>
            <a:off x="10093755" y="5862090"/>
            <a:ext cx="140400" cy="569520"/>
            <a:chOff x="10093755" y="5862090"/>
            <a:chExt cx="140400" cy="56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22CE06C-4A5C-69F6-69BC-26558B5546C3}"/>
                    </a:ext>
                  </a:extLst>
                </p14:cNvPr>
                <p14:cNvContentPartPr/>
                <p14:nvPr/>
              </p14:nvContentPartPr>
              <p14:xfrm>
                <a:off x="10107795" y="5862090"/>
                <a:ext cx="126360" cy="214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22CE06C-4A5C-69F6-69BC-26558B5546C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098795" y="5853090"/>
                  <a:ext cx="144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FCEBD13-780A-065F-A343-E1EE29658296}"/>
                    </a:ext>
                  </a:extLst>
                </p14:cNvPr>
                <p14:cNvContentPartPr/>
                <p14:nvPr/>
              </p14:nvContentPartPr>
              <p14:xfrm>
                <a:off x="10093755" y="6177450"/>
                <a:ext cx="124920" cy="254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FCEBD13-780A-065F-A343-E1EE2965829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085115" y="6168450"/>
                  <a:ext cx="142560" cy="2718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73" name="Table 273">
            <a:extLst>
              <a:ext uri="{FF2B5EF4-FFF2-40B4-BE49-F238E27FC236}">
                <a16:creationId xmlns:a16="http://schemas.microsoft.com/office/drawing/2014/main" id="{144047C1-5450-8221-B1A0-61EBD9C94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43934"/>
              </p:ext>
            </p:extLst>
          </p:nvPr>
        </p:nvGraphicFramePr>
        <p:xfrm>
          <a:off x="466275" y="3618210"/>
          <a:ext cx="4493695" cy="29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739">
                  <a:extLst>
                    <a:ext uri="{9D8B030D-6E8A-4147-A177-3AD203B41FA5}">
                      <a16:colId xmlns:a16="http://schemas.microsoft.com/office/drawing/2014/main" val="969848533"/>
                    </a:ext>
                  </a:extLst>
                </a:gridCol>
                <a:gridCol w="898739">
                  <a:extLst>
                    <a:ext uri="{9D8B030D-6E8A-4147-A177-3AD203B41FA5}">
                      <a16:colId xmlns:a16="http://schemas.microsoft.com/office/drawing/2014/main" val="3697417564"/>
                    </a:ext>
                  </a:extLst>
                </a:gridCol>
                <a:gridCol w="898739">
                  <a:extLst>
                    <a:ext uri="{9D8B030D-6E8A-4147-A177-3AD203B41FA5}">
                      <a16:colId xmlns:a16="http://schemas.microsoft.com/office/drawing/2014/main" val="3077672044"/>
                    </a:ext>
                  </a:extLst>
                </a:gridCol>
                <a:gridCol w="898739">
                  <a:extLst>
                    <a:ext uri="{9D8B030D-6E8A-4147-A177-3AD203B41FA5}">
                      <a16:colId xmlns:a16="http://schemas.microsoft.com/office/drawing/2014/main" val="3516587956"/>
                    </a:ext>
                  </a:extLst>
                </a:gridCol>
                <a:gridCol w="898739">
                  <a:extLst>
                    <a:ext uri="{9D8B030D-6E8A-4147-A177-3AD203B41FA5}">
                      <a16:colId xmlns:a16="http://schemas.microsoft.com/office/drawing/2014/main" val="251004736"/>
                    </a:ext>
                  </a:extLst>
                </a:gridCol>
              </a:tblGrid>
              <a:tr h="598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83881"/>
                  </a:ext>
                </a:extLst>
              </a:tr>
              <a:tr h="598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51702"/>
                  </a:ext>
                </a:extLst>
              </a:tr>
              <a:tr h="598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849133"/>
                  </a:ext>
                </a:extLst>
              </a:tr>
              <a:tr h="598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93710"/>
                  </a:ext>
                </a:extLst>
              </a:tr>
              <a:tr h="598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1264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F9A965E2-ACD0-BD3A-FCFD-0EF802E0EE44}"/>
                  </a:ext>
                </a:extLst>
              </p14:cNvPr>
              <p14:cNvContentPartPr/>
              <p14:nvPr/>
            </p14:nvContentPartPr>
            <p14:xfrm>
              <a:off x="86115" y="3903330"/>
              <a:ext cx="10080" cy="100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F9A965E2-ACD0-BD3A-FCFD-0EF802E0EE44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77115" y="3894690"/>
                <a:ext cx="27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8A560AA-63B4-9ADC-DA23-5DA90F9A761A}"/>
                  </a:ext>
                </a:extLst>
              </p14:cNvPr>
              <p14:cNvContentPartPr/>
              <p14:nvPr/>
            </p14:nvContentPartPr>
            <p14:xfrm>
              <a:off x="206355" y="3252810"/>
              <a:ext cx="1440" cy="14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8A560AA-63B4-9ADC-DA23-5DA90F9A76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7355" y="324381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1B5AB0C-0369-85EC-DD90-6717E569F2DE}"/>
                  </a:ext>
                </a:extLst>
              </p14:cNvPr>
              <p14:cNvContentPartPr/>
              <p14:nvPr/>
            </p14:nvContentPartPr>
            <p14:xfrm>
              <a:off x="1322715" y="4136970"/>
              <a:ext cx="3680640" cy="1386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1B5AB0C-0369-85EC-DD90-6717E569F2DE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1314075" y="4127970"/>
                <a:ext cx="369828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E5B9743-5E26-6A88-B06A-EDF1F030A250}"/>
              </a:ext>
            </a:extLst>
          </p:cNvPr>
          <p:cNvGrpSpPr/>
          <p:nvPr/>
        </p:nvGrpSpPr>
        <p:grpSpPr>
          <a:xfrm>
            <a:off x="1621515" y="3735570"/>
            <a:ext cx="263160" cy="261360"/>
            <a:chOff x="1621515" y="3735570"/>
            <a:chExt cx="26316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7ED98F9-44FB-E4AF-8031-07C421D472E9}"/>
                    </a:ext>
                  </a:extLst>
                </p14:cNvPr>
                <p14:cNvContentPartPr/>
                <p14:nvPr/>
              </p14:nvContentPartPr>
              <p14:xfrm>
                <a:off x="1621515" y="3748530"/>
                <a:ext cx="75960" cy="248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7ED98F9-44FB-E4AF-8031-07C421D472E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612515" y="3739890"/>
                  <a:ext cx="93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D3F7D27-6F48-F07C-AE3A-DC562AD61B62}"/>
                    </a:ext>
                  </a:extLst>
                </p14:cNvPr>
                <p14:cNvContentPartPr/>
                <p14:nvPr/>
              </p14:nvContentPartPr>
              <p14:xfrm>
                <a:off x="1750755" y="3735570"/>
                <a:ext cx="133920" cy="255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D3F7D27-6F48-F07C-AE3A-DC562AD61B6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742115" y="3726570"/>
                  <a:ext cx="15156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F6B7973-3E8F-7B98-6A8D-E97706F9A266}"/>
              </a:ext>
            </a:extLst>
          </p:cNvPr>
          <p:cNvGrpSpPr/>
          <p:nvPr/>
        </p:nvGrpSpPr>
        <p:grpSpPr>
          <a:xfrm>
            <a:off x="2531595" y="3743490"/>
            <a:ext cx="302760" cy="277200"/>
            <a:chOff x="2531595" y="3743490"/>
            <a:chExt cx="30276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3C769A-CB8F-9CB7-D06D-D4A662EC647A}"/>
                    </a:ext>
                  </a:extLst>
                </p14:cNvPr>
                <p14:cNvContentPartPr/>
                <p14:nvPr/>
              </p14:nvContentPartPr>
              <p14:xfrm>
                <a:off x="2531595" y="3743490"/>
                <a:ext cx="128160" cy="277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3C769A-CB8F-9CB7-D06D-D4A662EC647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522955" y="3734850"/>
                  <a:ext cx="145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AF1E817-024F-2F91-FA3E-6A8B0A5B1FFC}"/>
                    </a:ext>
                  </a:extLst>
                </p14:cNvPr>
                <p14:cNvContentPartPr/>
                <p14:nvPr/>
              </p14:nvContentPartPr>
              <p14:xfrm>
                <a:off x="2800155" y="3762570"/>
                <a:ext cx="34200" cy="2538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AF1E817-024F-2F91-FA3E-6A8B0A5B1FF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791155" y="3753930"/>
                  <a:ext cx="518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0EEF3840-008A-6C70-4932-1B49FA4A22DC}"/>
              </a:ext>
            </a:extLst>
          </p:cNvPr>
          <p:cNvGrpSpPr/>
          <p:nvPr/>
        </p:nvGrpSpPr>
        <p:grpSpPr>
          <a:xfrm>
            <a:off x="481395" y="3629370"/>
            <a:ext cx="885240" cy="3001680"/>
            <a:chOff x="481395" y="3629370"/>
            <a:chExt cx="885240" cy="30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CD72B6E-3EFE-AAA3-1C11-EDB6B9A49018}"/>
                    </a:ext>
                  </a:extLst>
                </p14:cNvPr>
                <p14:cNvContentPartPr/>
                <p14:nvPr/>
              </p14:nvContentPartPr>
              <p14:xfrm>
                <a:off x="481395" y="3632610"/>
                <a:ext cx="829440" cy="541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CD72B6E-3EFE-AAA3-1C11-EDB6B9A4901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72755" y="3623970"/>
                  <a:ext cx="84708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F7CFCAA-9572-5403-C0CA-A21CA437FA57}"/>
                    </a:ext>
                  </a:extLst>
                </p14:cNvPr>
                <p14:cNvContentPartPr/>
                <p14:nvPr/>
              </p14:nvContentPartPr>
              <p14:xfrm>
                <a:off x="1285275" y="4166490"/>
                <a:ext cx="81360" cy="24645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F7CFCAA-9572-5403-C0CA-A21CA437FA5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276635" y="4157850"/>
                  <a:ext cx="99000" cy="24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B5F4178-7C72-D13B-08CF-5840E3A00F93}"/>
                    </a:ext>
                  </a:extLst>
                </p14:cNvPr>
                <p14:cNvContentPartPr/>
                <p14:nvPr/>
              </p14:nvContentPartPr>
              <p14:xfrm>
                <a:off x="563115" y="3821970"/>
                <a:ext cx="115200" cy="249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B5F4178-7C72-D13B-08CF-5840E3A00F9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54475" y="3812970"/>
                  <a:ext cx="132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99A1848-09D0-D4DE-86E0-5899FEBF7498}"/>
                    </a:ext>
                  </a:extLst>
                </p14:cNvPr>
                <p14:cNvContentPartPr/>
                <p14:nvPr/>
              </p14:nvContentPartPr>
              <p14:xfrm>
                <a:off x="758955" y="3911970"/>
                <a:ext cx="96480" cy="169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99A1848-09D0-D4DE-86E0-5899FEBF749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49955" y="3902970"/>
                  <a:ext cx="114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6AB55E4-396E-885C-2F4A-3B10124F880A}"/>
                    </a:ext>
                  </a:extLst>
                </p14:cNvPr>
                <p14:cNvContentPartPr/>
                <p14:nvPr/>
              </p14:nvContentPartPr>
              <p14:xfrm>
                <a:off x="972795" y="3634050"/>
                <a:ext cx="21960" cy="174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6AB55E4-396E-885C-2F4A-3B10124F880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63795" y="3625050"/>
                  <a:ext cx="39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D3E1446-89BB-7B5C-7437-4C1ED458142B}"/>
                    </a:ext>
                  </a:extLst>
                </p14:cNvPr>
                <p14:cNvContentPartPr/>
                <p14:nvPr/>
              </p14:nvContentPartPr>
              <p14:xfrm>
                <a:off x="908715" y="3629370"/>
                <a:ext cx="177120" cy="198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D3E1446-89BB-7B5C-7437-4C1ED458142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00075" y="3620730"/>
                  <a:ext cx="194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D4EF3A5-EB42-B9C3-023F-8238E4959CED}"/>
                    </a:ext>
                  </a:extLst>
                </p14:cNvPr>
                <p14:cNvContentPartPr/>
                <p14:nvPr/>
              </p14:nvContentPartPr>
              <p14:xfrm>
                <a:off x="1106715" y="3630450"/>
                <a:ext cx="80280" cy="2062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D4EF3A5-EB42-B9C3-023F-8238E4959CE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98075" y="3621810"/>
                  <a:ext cx="97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336314C-FC8A-8B08-6CD2-BA65D0361C21}"/>
                    </a:ext>
                  </a:extLst>
                </p14:cNvPr>
                <p14:cNvContentPartPr/>
                <p14:nvPr/>
              </p14:nvContentPartPr>
              <p14:xfrm>
                <a:off x="1193835" y="3643410"/>
                <a:ext cx="20880" cy="1958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336314C-FC8A-8B08-6CD2-BA65D0361C2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85195" y="3634410"/>
                  <a:ext cx="3852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70AE195-5D71-1803-51DA-585B335D7406}"/>
              </a:ext>
            </a:extLst>
          </p:cNvPr>
          <p:cNvGrpSpPr/>
          <p:nvPr/>
        </p:nvGrpSpPr>
        <p:grpSpPr>
          <a:xfrm>
            <a:off x="3537435" y="3732330"/>
            <a:ext cx="135000" cy="312120"/>
            <a:chOff x="3537435" y="3732330"/>
            <a:chExt cx="13500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8A8A0EA-F82D-39B8-F40E-D0D1B5DE58CD}"/>
                    </a:ext>
                  </a:extLst>
                </p14:cNvPr>
                <p14:cNvContentPartPr/>
                <p14:nvPr/>
              </p14:nvContentPartPr>
              <p14:xfrm>
                <a:off x="3537435" y="3732330"/>
                <a:ext cx="17280" cy="255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8A8A0EA-F82D-39B8-F40E-D0D1B5DE58C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528795" y="3723330"/>
                  <a:ext cx="34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6BC90DB-4ED9-A16C-425C-1F5556661F74}"/>
                    </a:ext>
                  </a:extLst>
                </p14:cNvPr>
                <p14:cNvContentPartPr/>
                <p14:nvPr/>
              </p14:nvContentPartPr>
              <p14:xfrm>
                <a:off x="3670995" y="3802170"/>
                <a:ext cx="1440" cy="242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6BC90DB-4ED9-A16C-425C-1F5556661F7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62355" y="3793530"/>
                  <a:ext cx="1908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A84ACA56-E640-5913-B8AF-2E6D24D47F03}"/>
              </a:ext>
            </a:extLst>
          </p:cNvPr>
          <p:cNvGrpSpPr/>
          <p:nvPr/>
        </p:nvGrpSpPr>
        <p:grpSpPr>
          <a:xfrm>
            <a:off x="4410075" y="3790650"/>
            <a:ext cx="250200" cy="256320"/>
            <a:chOff x="4410075" y="3790650"/>
            <a:chExt cx="2502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76D2756-5048-0873-0903-22978F964AE6}"/>
                    </a:ext>
                  </a:extLst>
                </p14:cNvPr>
                <p14:cNvContentPartPr/>
                <p14:nvPr/>
              </p14:nvContentPartPr>
              <p14:xfrm>
                <a:off x="4410075" y="3808290"/>
                <a:ext cx="25560" cy="2376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76D2756-5048-0873-0903-22978F964AE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401075" y="3799290"/>
                  <a:ext cx="43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44619AC-396A-2A7C-96BA-22EBE3A2680C}"/>
                    </a:ext>
                  </a:extLst>
                </p14:cNvPr>
                <p14:cNvContentPartPr/>
                <p14:nvPr/>
              </p14:nvContentPartPr>
              <p14:xfrm>
                <a:off x="4498275" y="3790650"/>
                <a:ext cx="162000" cy="256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44619AC-396A-2A7C-96BA-22EBE3A2680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489635" y="3781650"/>
                  <a:ext cx="1796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5251347-EE9C-522F-14EA-C5D9D530AF08}"/>
              </a:ext>
            </a:extLst>
          </p:cNvPr>
          <p:cNvGrpSpPr/>
          <p:nvPr/>
        </p:nvGrpSpPr>
        <p:grpSpPr>
          <a:xfrm>
            <a:off x="726195" y="4419570"/>
            <a:ext cx="373320" cy="263160"/>
            <a:chOff x="726195" y="4419570"/>
            <a:chExt cx="37332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782059A-B7C9-B4C9-B1AF-A10F5E4EDA31}"/>
                    </a:ext>
                  </a:extLst>
                </p14:cNvPr>
                <p14:cNvContentPartPr/>
                <p14:nvPr/>
              </p14:nvContentPartPr>
              <p14:xfrm>
                <a:off x="726195" y="4436130"/>
                <a:ext cx="101520" cy="231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782059A-B7C9-B4C9-B1AF-A10F5E4EDA3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17195" y="4427130"/>
                  <a:ext cx="119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1AE4D63-966D-65BE-2A29-FBF514D0F48B}"/>
                    </a:ext>
                  </a:extLst>
                </p14:cNvPr>
                <p14:cNvContentPartPr/>
                <p14:nvPr/>
              </p14:nvContentPartPr>
              <p14:xfrm>
                <a:off x="944355" y="4419570"/>
                <a:ext cx="155160" cy="263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1AE4D63-966D-65BE-2A29-FBF514D0F48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35355" y="4410570"/>
                  <a:ext cx="17280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48C0799C-E50B-B41D-C56E-319BCB87EE8A}"/>
                  </a:ext>
                </a:extLst>
              </p14:cNvPr>
              <p14:cNvContentPartPr/>
              <p14:nvPr/>
            </p14:nvContentPartPr>
            <p14:xfrm>
              <a:off x="726195" y="4992690"/>
              <a:ext cx="101520" cy="2404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48C0799C-E50B-B41D-C56E-319BCB87EE8A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717195" y="4983690"/>
                <a:ext cx="1191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4DD8A94C-2E82-6FD6-BD53-866969765AEC}"/>
                  </a:ext>
                </a:extLst>
              </p14:cNvPr>
              <p14:cNvContentPartPr/>
              <p14:nvPr/>
            </p14:nvContentPartPr>
            <p14:xfrm>
              <a:off x="1001595" y="5020770"/>
              <a:ext cx="24480" cy="2282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4DD8A94C-2E82-6FD6-BD53-866969765AEC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992595" y="5011770"/>
                <a:ext cx="42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1A31DABA-E6B5-20A3-DFA0-54436E2C4152}"/>
                  </a:ext>
                </a:extLst>
              </p14:cNvPr>
              <p14:cNvContentPartPr/>
              <p14:nvPr/>
            </p14:nvContentPartPr>
            <p14:xfrm>
              <a:off x="778755" y="5595690"/>
              <a:ext cx="42480" cy="2610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1A31DABA-E6B5-20A3-DFA0-54436E2C4152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770115" y="5586690"/>
                <a:ext cx="601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1933E280-59F2-C6C7-0FC9-66A34FD891FA}"/>
                  </a:ext>
                </a:extLst>
              </p14:cNvPr>
              <p14:cNvContentPartPr/>
              <p14:nvPr/>
            </p14:nvContentPartPr>
            <p14:xfrm>
              <a:off x="1007355" y="5610090"/>
              <a:ext cx="14040" cy="28044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1933E280-59F2-C6C7-0FC9-66A34FD891F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998355" y="5601450"/>
                <a:ext cx="31680" cy="29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" name="Group 307">
            <a:extLst>
              <a:ext uri="{FF2B5EF4-FFF2-40B4-BE49-F238E27FC236}">
                <a16:creationId xmlns:a16="http://schemas.microsoft.com/office/drawing/2014/main" id="{B77EBE8D-C710-5238-85AC-08E55525D73E}"/>
              </a:ext>
            </a:extLst>
          </p:cNvPr>
          <p:cNvGrpSpPr/>
          <p:nvPr/>
        </p:nvGrpSpPr>
        <p:grpSpPr>
          <a:xfrm>
            <a:off x="789915" y="6153330"/>
            <a:ext cx="301320" cy="283320"/>
            <a:chOff x="789915" y="6153330"/>
            <a:chExt cx="30132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95DE041-12FB-9433-C353-FD72D2B39983}"/>
                    </a:ext>
                  </a:extLst>
                </p14:cNvPr>
                <p14:cNvContentPartPr/>
                <p14:nvPr/>
              </p14:nvContentPartPr>
              <p14:xfrm>
                <a:off x="789915" y="6157650"/>
                <a:ext cx="20880" cy="2689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95DE041-12FB-9433-C353-FD72D2B3998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80915" y="6148650"/>
                  <a:ext cx="38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D7E3752-DACA-4550-D144-B5228A9BAB23}"/>
                    </a:ext>
                  </a:extLst>
                </p14:cNvPr>
                <p14:cNvContentPartPr/>
                <p14:nvPr/>
              </p14:nvContentPartPr>
              <p14:xfrm>
                <a:off x="923115" y="6153330"/>
                <a:ext cx="168120" cy="2833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D7E3752-DACA-4550-D144-B5228A9BAB2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14475" y="6144330"/>
                  <a:ext cx="18576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F5DB36FA-EED3-18B3-4085-4CEEDA2ACB3A}"/>
                  </a:ext>
                </a:extLst>
              </p14:cNvPr>
              <p14:cNvContentPartPr/>
              <p14:nvPr/>
            </p14:nvContentPartPr>
            <p14:xfrm>
              <a:off x="3599715" y="4954530"/>
              <a:ext cx="15480" cy="30924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F5DB36FA-EED3-18B3-4085-4CEEDA2ACB3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590715" y="4945890"/>
                <a:ext cx="331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1117320D-D1A1-4E31-C2CB-A95144C9BB18}"/>
                  </a:ext>
                </a:extLst>
              </p14:cNvPr>
              <p14:cNvContentPartPr/>
              <p14:nvPr/>
            </p14:nvContentPartPr>
            <p14:xfrm>
              <a:off x="4454355" y="4973250"/>
              <a:ext cx="3960" cy="2970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1117320D-D1A1-4E31-C2CB-A95144C9BB18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445355" y="4964250"/>
                <a:ext cx="216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E2B0D534-6790-110B-495A-902A718F0E14}"/>
                  </a:ext>
                </a:extLst>
              </p14:cNvPr>
              <p14:cNvContentPartPr/>
              <p14:nvPr/>
            </p14:nvContentPartPr>
            <p14:xfrm>
              <a:off x="3222435" y="4776330"/>
              <a:ext cx="1553760" cy="77544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E2B0D534-6790-110B-495A-902A718F0E14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3213435" y="4767330"/>
                <a:ext cx="1571400" cy="79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3EEC7988-E0F6-3A38-DA2D-EBD81086CA10}"/>
              </a:ext>
            </a:extLst>
          </p:cNvPr>
          <p:cNvGrpSpPr/>
          <p:nvPr/>
        </p:nvGrpSpPr>
        <p:grpSpPr>
          <a:xfrm>
            <a:off x="5053755" y="4402290"/>
            <a:ext cx="1005840" cy="414000"/>
            <a:chOff x="5053755" y="4402290"/>
            <a:chExt cx="100584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136D98F-CEC6-AFBB-02AD-9AE16E4D67B5}"/>
                    </a:ext>
                  </a:extLst>
                </p14:cNvPr>
                <p14:cNvContentPartPr/>
                <p14:nvPr/>
              </p14:nvContentPartPr>
              <p14:xfrm>
                <a:off x="5095155" y="4493370"/>
                <a:ext cx="11520" cy="2862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136D98F-CEC6-AFBB-02AD-9AE16E4D67B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086515" y="4484370"/>
                  <a:ext cx="29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5F2E594-C90C-6D24-47D0-8DC8D8920F80}"/>
                    </a:ext>
                  </a:extLst>
                </p14:cNvPr>
                <p14:cNvContentPartPr/>
                <p14:nvPr/>
              </p14:nvContentPartPr>
              <p14:xfrm>
                <a:off x="5053755" y="4516050"/>
                <a:ext cx="144720" cy="111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5F2E594-C90C-6D24-47D0-8DC8D8920F8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045115" y="4507410"/>
                  <a:ext cx="162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6E534FF-98CD-6360-9066-A7CBFE4A7DFC}"/>
                    </a:ext>
                  </a:extLst>
                </p14:cNvPr>
                <p14:cNvContentPartPr/>
                <p14:nvPr/>
              </p14:nvContentPartPr>
              <p14:xfrm>
                <a:off x="5098755" y="4619010"/>
                <a:ext cx="77400" cy="11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6E534FF-98CD-6360-9066-A7CBFE4A7DF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090115" y="4610370"/>
                  <a:ext cx="95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172D882-29BF-F656-6B29-EDE49FD6A930}"/>
                    </a:ext>
                  </a:extLst>
                </p14:cNvPr>
                <p14:cNvContentPartPr/>
                <p14:nvPr/>
              </p14:nvContentPartPr>
              <p14:xfrm>
                <a:off x="5244915" y="4641690"/>
                <a:ext cx="60480" cy="3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172D882-29BF-F656-6B29-EDE49FD6A93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236275" y="4633050"/>
                  <a:ext cx="78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31CB023-2B61-A472-6FC1-8363F24FB8FC}"/>
                    </a:ext>
                  </a:extLst>
                </p14:cNvPr>
                <p14:cNvContentPartPr/>
                <p14:nvPr/>
              </p14:nvContentPartPr>
              <p14:xfrm>
                <a:off x="5245275" y="4687410"/>
                <a:ext cx="70920" cy="46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31CB023-2B61-A472-6FC1-8363F24FB8F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236635" y="4678410"/>
                  <a:ext cx="88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4805200-5BC1-1C21-37F9-6FC5D63F5C17}"/>
                    </a:ext>
                  </a:extLst>
                </p14:cNvPr>
                <p14:cNvContentPartPr/>
                <p14:nvPr/>
              </p14:nvContentPartPr>
              <p14:xfrm>
                <a:off x="5396475" y="4513170"/>
                <a:ext cx="18360" cy="2584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4805200-5BC1-1C21-37F9-6FC5D63F5C1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387475" y="4504530"/>
                  <a:ext cx="36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A895656-8406-9448-7988-E94B68E8F3C4}"/>
                    </a:ext>
                  </a:extLst>
                </p14:cNvPr>
                <p14:cNvContentPartPr/>
                <p14:nvPr/>
              </p14:nvContentPartPr>
              <p14:xfrm>
                <a:off x="5396115" y="4506330"/>
                <a:ext cx="152280" cy="292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A895656-8406-9448-7988-E94B68E8F3C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387115" y="4497330"/>
                  <a:ext cx="1699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A9D5FA1-1099-73E7-8C14-A62D64C0FB28}"/>
                    </a:ext>
                  </a:extLst>
                </p14:cNvPr>
                <p14:cNvContentPartPr/>
                <p14:nvPr/>
              </p14:nvContentPartPr>
              <p14:xfrm>
                <a:off x="5395035" y="4402290"/>
                <a:ext cx="119160" cy="10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A9D5FA1-1099-73E7-8C14-A62D64C0FB2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386395" y="4393290"/>
                  <a:ext cx="136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7D07876-04EC-D8E2-9F0F-B0D3A685C32B}"/>
                    </a:ext>
                  </a:extLst>
                </p14:cNvPr>
                <p14:cNvContentPartPr/>
                <p14:nvPr/>
              </p14:nvContentPartPr>
              <p14:xfrm>
                <a:off x="5664675" y="4568250"/>
                <a:ext cx="12240" cy="154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7D07876-04EC-D8E2-9F0F-B0D3A685C32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655675" y="4559250"/>
                  <a:ext cx="29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874F9F-26E6-7E99-DCC0-B0881FE3E519}"/>
                    </a:ext>
                  </a:extLst>
                </p14:cNvPr>
                <p14:cNvContentPartPr/>
                <p14:nvPr/>
              </p14:nvContentPartPr>
              <p14:xfrm>
                <a:off x="5664675" y="4583370"/>
                <a:ext cx="360" cy="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874F9F-26E6-7E99-DCC0-B0881FE3E51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655675" y="4574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51EC258-A225-6296-3E12-997F0AFE21E6}"/>
                    </a:ext>
                  </a:extLst>
                </p14:cNvPr>
                <p14:cNvContentPartPr/>
                <p14:nvPr/>
              </p14:nvContentPartPr>
              <p14:xfrm>
                <a:off x="5622555" y="4516050"/>
                <a:ext cx="129240" cy="248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51EC258-A225-6296-3E12-997F0AFE21E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613555" y="4507050"/>
                  <a:ext cx="146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379A077-E9F6-BD6B-A83B-1F707BB9DE41}"/>
                    </a:ext>
                  </a:extLst>
                </p14:cNvPr>
                <p14:cNvContentPartPr/>
                <p14:nvPr/>
              </p14:nvContentPartPr>
              <p14:xfrm>
                <a:off x="5825955" y="4530090"/>
                <a:ext cx="7560" cy="2376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379A077-E9F6-BD6B-A83B-1F707BB9DE4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816955" y="4521450"/>
                  <a:ext cx="25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AF26398-8819-827A-1F09-CE1C0055DB81}"/>
                    </a:ext>
                  </a:extLst>
                </p14:cNvPr>
                <p14:cNvContentPartPr/>
                <p14:nvPr/>
              </p14:nvContentPartPr>
              <p14:xfrm>
                <a:off x="5745675" y="4536570"/>
                <a:ext cx="181800" cy="234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AF26398-8819-827A-1F09-CE1C0055DB8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736675" y="4527930"/>
                  <a:ext cx="199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C323517-0C45-F3A7-CBDC-201C0432C17C}"/>
                    </a:ext>
                  </a:extLst>
                </p14:cNvPr>
                <p14:cNvContentPartPr/>
                <p14:nvPr/>
              </p14:nvContentPartPr>
              <p14:xfrm>
                <a:off x="6059235" y="4815930"/>
                <a:ext cx="360" cy="3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C323517-0C45-F3A7-CBDC-201C0432C17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050595" y="48072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B4BCE91F-E759-A8CC-C4EA-97ECBEEFA223}"/>
                  </a:ext>
                </a:extLst>
              </p14:cNvPr>
              <p14:cNvContentPartPr/>
              <p14:nvPr/>
            </p14:nvContentPartPr>
            <p14:xfrm>
              <a:off x="5037195" y="4903410"/>
              <a:ext cx="847440" cy="4788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B4BCE91F-E759-A8CC-C4EA-97ECBEEFA223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5028195" y="4894770"/>
                <a:ext cx="86508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E7E31703-8B62-328F-5922-1E940F06C97E}"/>
                  </a:ext>
                </a:extLst>
              </p14:cNvPr>
              <p14:cNvContentPartPr/>
              <p14:nvPr/>
            </p14:nvContentPartPr>
            <p14:xfrm>
              <a:off x="6042315" y="4873530"/>
              <a:ext cx="210960" cy="20700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E7E31703-8B62-328F-5922-1E940F06C97E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6033675" y="4864530"/>
                <a:ext cx="228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05E0EC5C-330C-730E-4BD4-DBE6CE82D66B}"/>
                  </a:ext>
                </a:extLst>
              </p14:cNvPr>
              <p14:cNvContentPartPr/>
              <p14:nvPr/>
            </p14:nvContentPartPr>
            <p14:xfrm>
              <a:off x="5717595" y="4011690"/>
              <a:ext cx="5040" cy="90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05E0EC5C-330C-730E-4BD4-DBE6CE82D66B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5708595" y="4002690"/>
                <a:ext cx="226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E7DF6574-3D6D-F0D9-1CB7-3E14E3929942}"/>
                  </a:ext>
                </a:extLst>
              </p14:cNvPr>
              <p14:cNvContentPartPr/>
              <p14:nvPr/>
            </p14:nvContentPartPr>
            <p14:xfrm>
              <a:off x="5059155" y="5296890"/>
              <a:ext cx="3240" cy="2952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E7DF6574-3D6D-F0D9-1CB7-3E14E3929942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5050515" y="5287890"/>
                <a:ext cx="2088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9" name="Group 358">
            <a:extLst>
              <a:ext uri="{FF2B5EF4-FFF2-40B4-BE49-F238E27FC236}">
                <a16:creationId xmlns:a16="http://schemas.microsoft.com/office/drawing/2014/main" id="{1AB4E793-BDEF-B8A6-2F8B-6AB1B2432FB6}"/>
              </a:ext>
            </a:extLst>
          </p:cNvPr>
          <p:cNvGrpSpPr/>
          <p:nvPr/>
        </p:nvGrpSpPr>
        <p:grpSpPr>
          <a:xfrm>
            <a:off x="4847835" y="5548170"/>
            <a:ext cx="857160" cy="894960"/>
            <a:chOff x="4847835" y="5548170"/>
            <a:chExt cx="85716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DAAD3D9-FA54-9113-402D-9A4A06DA115B}"/>
                    </a:ext>
                  </a:extLst>
                </p14:cNvPr>
                <p14:cNvContentPartPr/>
                <p14:nvPr/>
              </p14:nvContentPartPr>
              <p14:xfrm>
                <a:off x="5479275" y="5645370"/>
                <a:ext cx="9000" cy="5515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DAAD3D9-FA54-9113-402D-9A4A06DA115B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470275" y="5636730"/>
                  <a:ext cx="266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E7086D5-6A23-0316-6022-A3363C02775B}"/>
                    </a:ext>
                  </a:extLst>
                </p14:cNvPr>
                <p14:cNvContentPartPr/>
                <p14:nvPr/>
              </p14:nvContentPartPr>
              <p14:xfrm>
                <a:off x="5457675" y="5639970"/>
                <a:ext cx="247320" cy="5569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E7086D5-6A23-0316-6022-A3363C02775B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5449035" y="5630970"/>
                  <a:ext cx="264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6E9E0EB-52C1-069C-B3E3-02A0F0437E7D}"/>
                    </a:ext>
                  </a:extLst>
                </p14:cNvPr>
                <p14:cNvContentPartPr/>
                <p14:nvPr/>
              </p14:nvContentPartPr>
              <p14:xfrm>
                <a:off x="4977795" y="5646450"/>
                <a:ext cx="138600" cy="100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6E9E0EB-52C1-069C-B3E3-02A0F0437E7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968795" y="5637810"/>
                  <a:ext cx="156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F81E9E2-998D-1CAB-1E46-11F261D8BD12}"/>
                    </a:ext>
                  </a:extLst>
                </p14:cNvPr>
                <p14:cNvContentPartPr/>
                <p14:nvPr/>
              </p14:nvContentPartPr>
              <p14:xfrm>
                <a:off x="5116035" y="5548170"/>
                <a:ext cx="19800" cy="1980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F81E9E2-998D-1CAB-1E46-11F261D8BD12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5107035" y="5539170"/>
                  <a:ext cx="37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606558C-F230-A6D0-1529-796E6D8B5F8C}"/>
                    </a:ext>
                  </a:extLst>
                </p14:cNvPr>
                <p14:cNvContentPartPr/>
                <p14:nvPr/>
              </p14:nvContentPartPr>
              <p14:xfrm>
                <a:off x="5106315" y="5555730"/>
                <a:ext cx="122040" cy="173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606558C-F230-A6D0-1529-796E6D8B5F8C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5097675" y="5546730"/>
                  <a:ext cx="139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9E72E7A-6D53-96CF-F76F-AD5BD5362BB9}"/>
                    </a:ext>
                  </a:extLst>
                </p14:cNvPr>
                <p14:cNvContentPartPr/>
                <p14:nvPr/>
              </p14:nvContentPartPr>
              <p14:xfrm>
                <a:off x="5206755" y="5605410"/>
                <a:ext cx="69840" cy="1270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9E72E7A-6D53-96CF-F76F-AD5BD5362BB9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5197755" y="5596410"/>
                  <a:ext cx="874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79C6A05-BB82-D270-BA1B-5CD57CDEB171}"/>
                    </a:ext>
                  </a:extLst>
                </p14:cNvPr>
                <p14:cNvContentPartPr/>
                <p14:nvPr/>
              </p14:nvContentPartPr>
              <p14:xfrm>
                <a:off x="5243475" y="5672370"/>
                <a:ext cx="240840" cy="424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79C6A05-BB82-D270-BA1B-5CD57CDEB17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5234835" y="5663730"/>
                  <a:ext cx="258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A9B2F3F-91DE-3DB8-AA4F-EDC52C4B9399}"/>
                    </a:ext>
                  </a:extLst>
                </p14:cNvPr>
                <p14:cNvContentPartPr/>
                <p14:nvPr/>
              </p14:nvContentPartPr>
              <p14:xfrm>
                <a:off x="4876635" y="5591370"/>
                <a:ext cx="16560" cy="1882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A9B2F3F-91DE-3DB8-AA4F-EDC52C4B939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867635" y="5582370"/>
                  <a:ext cx="34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6376C81-C343-5DE9-C814-2A80E0BF7D42}"/>
                    </a:ext>
                  </a:extLst>
                </p14:cNvPr>
                <p14:cNvContentPartPr/>
                <p14:nvPr/>
              </p14:nvContentPartPr>
              <p14:xfrm>
                <a:off x="4876635" y="5591370"/>
                <a:ext cx="360" cy="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6376C81-C343-5DE9-C814-2A80E0BF7D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67635" y="5582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A5EE2ED-F0C4-723E-E908-D31B4242FD98}"/>
                    </a:ext>
                  </a:extLst>
                </p14:cNvPr>
                <p14:cNvContentPartPr/>
                <p14:nvPr/>
              </p14:nvContentPartPr>
              <p14:xfrm>
                <a:off x="4876635" y="5576970"/>
                <a:ext cx="102240" cy="2203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A5EE2ED-F0C4-723E-E908-D31B4242FD98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867635" y="5568330"/>
                  <a:ext cx="1198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1201805-1CD3-ED34-FDFC-C9F03F4FCDFD}"/>
                    </a:ext>
                  </a:extLst>
                </p14:cNvPr>
                <p14:cNvContentPartPr/>
                <p14:nvPr/>
              </p14:nvContentPartPr>
              <p14:xfrm>
                <a:off x="4909035" y="6015810"/>
                <a:ext cx="360" cy="3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1201805-1CD3-ED34-FDFC-C9F03F4FCD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00395" y="6006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D7DA391-BDDE-A0C0-F91B-9CB5D2A109BE}"/>
                    </a:ext>
                  </a:extLst>
                </p14:cNvPr>
                <p14:cNvContentPartPr/>
                <p14:nvPr/>
              </p14:nvContentPartPr>
              <p14:xfrm>
                <a:off x="4909035" y="5992050"/>
                <a:ext cx="360" cy="241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D7DA391-BDDE-A0C0-F91B-9CB5D2A109B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900395" y="5983050"/>
                  <a:ext cx="18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3B40299-A0DA-90E3-D2F9-5B9C1B061CDB}"/>
                    </a:ext>
                  </a:extLst>
                </p14:cNvPr>
                <p14:cNvContentPartPr/>
                <p14:nvPr/>
              </p14:nvContentPartPr>
              <p14:xfrm>
                <a:off x="4847835" y="5966490"/>
                <a:ext cx="87480" cy="1558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3B40299-A0DA-90E3-D2F9-5B9C1B061CD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838835" y="5957490"/>
                  <a:ext cx="105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BD7E308-BA2F-21DB-B3D5-4448FE479B8B}"/>
                    </a:ext>
                  </a:extLst>
                </p14:cNvPr>
                <p14:cNvContentPartPr/>
                <p14:nvPr/>
              </p14:nvContentPartPr>
              <p14:xfrm>
                <a:off x="5003715" y="5982330"/>
                <a:ext cx="458280" cy="219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BD7E308-BA2F-21DB-B3D5-4448FE479B8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4994715" y="5973330"/>
                  <a:ext cx="475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2B6716E-7985-02C7-DF15-9C7DAEF6A047}"/>
                    </a:ext>
                  </a:extLst>
                </p14:cNvPr>
                <p14:cNvContentPartPr/>
                <p14:nvPr/>
              </p14:nvContentPartPr>
              <p14:xfrm>
                <a:off x="4906515" y="6283290"/>
                <a:ext cx="39960" cy="1598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2B6716E-7985-02C7-DF15-9C7DAEF6A047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4897875" y="6274290"/>
                  <a:ext cx="5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5F50A90-EAF9-00F8-7365-F3F9C5053EF1}"/>
                    </a:ext>
                  </a:extLst>
                </p14:cNvPr>
                <p14:cNvContentPartPr/>
                <p14:nvPr/>
              </p14:nvContentPartPr>
              <p14:xfrm>
                <a:off x="4853595" y="6283290"/>
                <a:ext cx="155520" cy="36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5F50A90-EAF9-00F8-7365-F3F9C5053EF1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4844955" y="6274290"/>
                  <a:ext cx="173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6F2EDD2-1BC7-CDF4-3509-27AAE04D8561}"/>
                    </a:ext>
                  </a:extLst>
                </p14:cNvPr>
                <p14:cNvContentPartPr/>
                <p14:nvPr/>
              </p14:nvContentPartPr>
              <p14:xfrm>
                <a:off x="5031795" y="6114450"/>
                <a:ext cx="457560" cy="2343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6F2EDD2-1BC7-CDF4-3509-27AAE04D856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023155" y="6105450"/>
                  <a:ext cx="47520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376783E1-1B29-16E4-8CB2-A7009C5EF449}"/>
                  </a:ext>
                </a:extLst>
              </p14:cNvPr>
              <p14:cNvContentPartPr/>
              <p14:nvPr/>
            </p14:nvContentPartPr>
            <p14:xfrm>
              <a:off x="5677995" y="5899170"/>
              <a:ext cx="347760" cy="6588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376783E1-1B29-16E4-8CB2-A7009C5EF449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5669355" y="5890530"/>
                <a:ext cx="36540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CB980D2B-2D51-4B72-8461-2875945A2742}"/>
              </a:ext>
            </a:extLst>
          </p:cNvPr>
          <p:cNvGrpSpPr/>
          <p:nvPr/>
        </p:nvGrpSpPr>
        <p:grpSpPr>
          <a:xfrm>
            <a:off x="5858355" y="5909970"/>
            <a:ext cx="466920" cy="841320"/>
            <a:chOff x="5858355" y="5909970"/>
            <a:chExt cx="466920" cy="8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44F3705C-FD9B-F5D5-931E-F97977454FC3}"/>
                    </a:ext>
                  </a:extLst>
                </p14:cNvPr>
                <p14:cNvContentPartPr/>
                <p14:nvPr/>
              </p14:nvContentPartPr>
              <p14:xfrm>
                <a:off x="5914155" y="5909970"/>
                <a:ext cx="154440" cy="4935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44F3705C-FD9B-F5D5-931E-F97977454FC3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905155" y="5901330"/>
                  <a:ext cx="1720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EB1B96F-1EB9-B9AD-AB49-993554E94676}"/>
                    </a:ext>
                  </a:extLst>
                </p14:cNvPr>
                <p14:cNvContentPartPr/>
                <p14:nvPr/>
              </p14:nvContentPartPr>
              <p14:xfrm>
                <a:off x="5871675" y="6406410"/>
                <a:ext cx="203400" cy="1069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EB1B96F-1EB9-B9AD-AB49-993554E9467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862675" y="6397770"/>
                  <a:ext cx="221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543660F-E86C-380E-B769-4203263CEFB6}"/>
                    </a:ext>
                  </a:extLst>
                </p14:cNvPr>
                <p14:cNvContentPartPr/>
                <p14:nvPr/>
              </p14:nvContentPartPr>
              <p14:xfrm>
                <a:off x="5882475" y="6524490"/>
                <a:ext cx="178560" cy="16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543660F-E86C-380E-B769-4203263CEFB6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873475" y="6515490"/>
                  <a:ext cx="196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5996E07-F943-89DB-2D44-E74216673761}"/>
                    </a:ext>
                  </a:extLst>
                </p14:cNvPr>
                <p14:cNvContentPartPr/>
                <p14:nvPr/>
              </p14:nvContentPartPr>
              <p14:xfrm>
                <a:off x="5959515" y="6528810"/>
                <a:ext cx="10080" cy="1306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5996E07-F943-89DB-2D44-E74216673761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950515" y="6520170"/>
                  <a:ext cx="27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DA4CEFB8-DDD0-900A-81D2-0652A866EA51}"/>
                    </a:ext>
                  </a:extLst>
                </p14:cNvPr>
                <p14:cNvContentPartPr/>
                <p14:nvPr/>
              </p14:nvContentPartPr>
              <p14:xfrm>
                <a:off x="5858355" y="6630330"/>
                <a:ext cx="201960" cy="1170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DA4CEFB8-DDD0-900A-81D2-0652A866EA51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849355" y="6621330"/>
                  <a:ext cx="219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799741C3-6D2E-6FFC-22B8-B70856B9CA75}"/>
                    </a:ext>
                  </a:extLst>
                </p14:cNvPr>
                <p14:cNvContentPartPr/>
                <p14:nvPr/>
              </p14:nvContentPartPr>
              <p14:xfrm>
                <a:off x="5893275" y="6642570"/>
                <a:ext cx="52200" cy="1058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799741C3-6D2E-6FFC-22B8-B70856B9CA7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884275" y="6633930"/>
                  <a:ext cx="69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60116A2-DC32-2B73-0BF2-122326A0381E}"/>
                    </a:ext>
                  </a:extLst>
                </p14:cNvPr>
                <p14:cNvContentPartPr/>
                <p14:nvPr/>
              </p14:nvContentPartPr>
              <p14:xfrm>
                <a:off x="5940075" y="6645810"/>
                <a:ext cx="105120" cy="1054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60116A2-DC32-2B73-0BF2-122326A0381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931435" y="6637170"/>
                  <a:ext cx="122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CB1EE21-943F-EDE6-356C-C45EF1ECA1EF}"/>
                    </a:ext>
                  </a:extLst>
                </p14:cNvPr>
                <p14:cNvContentPartPr/>
                <p14:nvPr/>
              </p14:nvContentPartPr>
              <p14:xfrm>
                <a:off x="6111075" y="6343410"/>
                <a:ext cx="135720" cy="1285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CB1EE21-943F-EDE6-356C-C45EF1ECA1EF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102435" y="6334770"/>
                  <a:ext cx="153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E9CFCE5-E886-C7CA-BB3D-EB55667022B3}"/>
                    </a:ext>
                  </a:extLst>
                </p14:cNvPr>
                <p14:cNvContentPartPr/>
                <p14:nvPr/>
              </p14:nvContentPartPr>
              <p14:xfrm>
                <a:off x="6135195" y="6498210"/>
                <a:ext cx="126720" cy="820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E9CFCE5-E886-C7CA-BB3D-EB55667022B3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126195" y="6489210"/>
                  <a:ext cx="144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534DDD2E-981D-E9B0-19B5-2E046FB6808D}"/>
                    </a:ext>
                  </a:extLst>
                </p14:cNvPr>
                <p14:cNvContentPartPr/>
                <p14:nvPr/>
              </p14:nvContentPartPr>
              <p14:xfrm>
                <a:off x="6220515" y="6486690"/>
                <a:ext cx="46080" cy="986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534DDD2E-981D-E9B0-19B5-2E046FB6808D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211515" y="6478050"/>
                  <a:ext cx="63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FAF83B1-BF67-5D5B-80EF-BA15AD503B99}"/>
                    </a:ext>
                  </a:extLst>
                </p14:cNvPr>
                <p14:cNvContentPartPr/>
                <p14:nvPr/>
              </p14:nvContentPartPr>
              <p14:xfrm>
                <a:off x="6310515" y="6618810"/>
                <a:ext cx="14760" cy="46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FAF83B1-BF67-5D5B-80EF-BA15AD503B9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301875" y="6610170"/>
                  <a:ext cx="3240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323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BFABA7-7785-9766-40EB-608288917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8" y="77856"/>
            <a:ext cx="2949023" cy="27710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4014A2-CC08-E700-2ECD-307F7D2D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005" y="77856"/>
            <a:ext cx="4984957" cy="4080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F68654-CC3D-FC49-4147-DF5C0E69B5E6}"/>
              </a:ext>
            </a:extLst>
          </p:cNvPr>
          <p:cNvSpPr txBox="1"/>
          <p:nvPr/>
        </p:nvSpPr>
        <p:spPr>
          <a:xfrm>
            <a:off x="102290" y="3072348"/>
            <a:ext cx="95883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Karakteristik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ALU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1.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kalkulasi</a:t>
            </a:r>
            <a:r>
              <a:rPr lang="en-US" sz="2000" dirty="0"/>
              <a:t>: </a:t>
            </a:r>
            <a:r>
              <a:rPr lang="en-US" sz="2000" dirty="0" err="1"/>
              <a:t>tambah</a:t>
            </a:r>
            <a:r>
              <a:rPr lang="en-US" sz="2000" dirty="0"/>
              <a:t>, </a:t>
            </a:r>
            <a:r>
              <a:rPr lang="en-US" sz="2000" dirty="0" err="1"/>
              <a:t>kurang</a:t>
            </a:r>
            <a:r>
              <a:rPr lang="en-US" sz="2000" dirty="0"/>
              <a:t>, </a:t>
            </a:r>
            <a:r>
              <a:rPr lang="en-US" sz="2000" dirty="0" err="1"/>
              <a:t>bagi</a:t>
            </a:r>
            <a:r>
              <a:rPr lang="en-US" sz="2000" dirty="0"/>
              <a:t>, kali.</a:t>
            </a:r>
          </a:p>
          <a:p>
            <a:r>
              <a:rPr lang="en-US" sz="2000" dirty="0"/>
              <a:t>2.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logika</a:t>
            </a:r>
            <a:endParaRPr lang="en-US" sz="2000" dirty="0"/>
          </a:p>
          <a:p>
            <a:r>
              <a:rPr lang="en-US" sz="2000" dirty="0"/>
              <a:t>3. </a:t>
            </a:r>
            <a:r>
              <a:rPr lang="en-US" sz="2000" dirty="0" err="1"/>
              <a:t>Terletak</a:t>
            </a:r>
            <a:r>
              <a:rPr lang="en-US" sz="2000" dirty="0"/>
              <a:t> pada CPU (microprocessor)</a:t>
            </a:r>
          </a:p>
          <a:p>
            <a:r>
              <a:rPr lang="en-US" sz="2000" dirty="0"/>
              <a:t>4.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kalkulasi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en-US" sz="2000" dirty="0"/>
              <a:t> integer (</a:t>
            </a:r>
            <a:r>
              <a:rPr lang="en-US" sz="2000" dirty="0" err="1"/>
              <a:t>bulat</a:t>
            </a:r>
            <a:r>
              <a:rPr lang="en-US" sz="2000" dirty="0"/>
              <a:t>) dan floating point (</a:t>
            </a:r>
            <a:r>
              <a:rPr lang="en-US" sz="2000" dirty="0" err="1"/>
              <a:t>pecahan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Khusus</a:t>
            </a:r>
            <a:r>
              <a:rPr lang="en-US" sz="2000" dirty="0"/>
              <a:t> pada floating point, ALU </a:t>
            </a:r>
            <a:r>
              <a:rPr lang="en-US" sz="2000" dirty="0" err="1"/>
              <a:t>terpisah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microprocessor (CPU)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nama</a:t>
            </a:r>
            <a:r>
              <a:rPr lang="en-US" sz="2000" dirty="0"/>
              <a:t> FPU (Floating Point Unit) </a:t>
            </a:r>
            <a:r>
              <a:rPr lang="en-US" sz="2000" dirty="0" err="1"/>
              <a:t>namun</a:t>
            </a:r>
            <a:r>
              <a:rPr lang="en-US" sz="2000" dirty="0"/>
              <a:t> pada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terintegrasi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CPU</a:t>
            </a:r>
          </a:p>
          <a:p>
            <a:r>
              <a:rPr lang="en-US" sz="2000" dirty="0"/>
              <a:t>Proses </a:t>
            </a:r>
            <a:r>
              <a:rPr lang="en-US" sz="2000" dirty="0" err="1"/>
              <a:t>penjumlahan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5+2  </a:t>
            </a:r>
            <a:r>
              <a:rPr lang="en-US" sz="2000" dirty="0" err="1"/>
              <a:t>memiliki</a:t>
            </a:r>
            <a:r>
              <a:rPr lang="en-US" sz="2000" dirty="0"/>
              <a:t> dua </a:t>
            </a:r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utama</a:t>
            </a:r>
            <a:r>
              <a:rPr lang="en-US" sz="2000" dirty="0"/>
              <a:t>,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  <a:r>
              <a:rPr lang="en-US" sz="2000" dirty="0" err="1"/>
              <a:t>operan</a:t>
            </a:r>
            <a:r>
              <a:rPr lang="en-US" sz="2000" dirty="0"/>
              <a:t> dan operator. Operator pada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 </a:t>
            </a:r>
            <a:r>
              <a:rPr lang="en-US" sz="2000" dirty="0" err="1"/>
              <a:t>adalah</a:t>
            </a:r>
            <a:r>
              <a:rPr lang="en-US" sz="2000" dirty="0"/>
              <a:t> ‘+’ dan yang </a:t>
            </a:r>
            <a:r>
              <a:rPr lang="en-US" sz="2000" dirty="0" err="1"/>
              <a:t>bertindak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operand </a:t>
            </a:r>
            <a:r>
              <a:rPr lang="en-US" sz="2000" dirty="0" err="1"/>
              <a:t>adalah</a:t>
            </a:r>
            <a:r>
              <a:rPr lang="en-US" sz="2000" dirty="0"/>
              <a:t> ‘5’ dan ‘2’. Hal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saya</a:t>
            </a:r>
            <a:r>
              <a:rPr lang="en-US" sz="2000" dirty="0"/>
              <a:t> upas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pembahasan</a:t>
            </a:r>
            <a:r>
              <a:rPr lang="en-US" sz="2000" dirty="0"/>
              <a:t> </a:t>
            </a:r>
            <a:r>
              <a:rPr lang="en-US" sz="2000" dirty="0" err="1"/>
              <a:t>selanjutnya</a:t>
            </a:r>
            <a:r>
              <a:rPr lang="en-US" sz="2000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268BE4-E831-DB5C-29BA-2AD5E960115F}"/>
                  </a:ext>
                </a:extLst>
              </p14:cNvPr>
              <p14:cNvContentPartPr/>
              <p14:nvPr/>
            </p14:nvContentPartPr>
            <p14:xfrm>
              <a:off x="1609200" y="725040"/>
              <a:ext cx="4223160" cy="1238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268BE4-E831-DB5C-29BA-2AD5E96011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9840" y="715680"/>
                <a:ext cx="4241880" cy="125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40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A23C5FB-D75C-316A-1631-ED6918976D99}"/>
              </a:ext>
            </a:extLst>
          </p:cNvPr>
          <p:cNvGrpSpPr/>
          <p:nvPr/>
        </p:nvGrpSpPr>
        <p:grpSpPr>
          <a:xfrm>
            <a:off x="257910" y="216210"/>
            <a:ext cx="1520640" cy="540720"/>
            <a:chOff x="257910" y="216210"/>
            <a:chExt cx="152064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1DE1CE9-7905-516B-7C72-4D079B74EDF3}"/>
                    </a:ext>
                  </a:extLst>
                </p14:cNvPr>
                <p14:cNvContentPartPr/>
                <p14:nvPr/>
              </p14:nvContentPartPr>
              <p14:xfrm>
                <a:off x="257910" y="216210"/>
                <a:ext cx="28080" cy="307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1DE1CE9-7905-516B-7C72-4D079B74ED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8910" y="207570"/>
                  <a:ext cx="45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E3C4F-EF0C-201E-9484-677DD0B51B95}"/>
                    </a:ext>
                  </a:extLst>
                </p14:cNvPr>
                <p14:cNvContentPartPr/>
                <p14:nvPr/>
              </p14:nvContentPartPr>
              <p14:xfrm>
                <a:off x="281310" y="224130"/>
                <a:ext cx="298080" cy="35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E3C4F-EF0C-201E-9484-677DD0B51B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2670" y="215490"/>
                  <a:ext cx="3157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1D95AD1-C917-532E-991B-884D7AFCDAD9}"/>
                    </a:ext>
                  </a:extLst>
                </p14:cNvPr>
                <p14:cNvContentPartPr/>
                <p14:nvPr/>
              </p14:nvContentPartPr>
              <p14:xfrm>
                <a:off x="615750" y="374610"/>
                <a:ext cx="188640" cy="20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1D95AD1-C917-532E-991B-884D7AFCDA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6750" y="365970"/>
                  <a:ext cx="206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297BB7-0053-01C8-3354-01DE7FCF246E}"/>
                    </a:ext>
                  </a:extLst>
                </p14:cNvPr>
                <p14:cNvContentPartPr/>
                <p14:nvPr/>
              </p14:nvContentPartPr>
              <p14:xfrm>
                <a:off x="871710" y="395490"/>
                <a:ext cx="124920" cy="361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297BB7-0053-01C8-3354-01DE7FCF24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3070" y="386490"/>
                  <a:ext cx="142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737E8D-F1A6-118E-C002-06A7F2C134AF}"/>
                    </a:ext>
                  </a:extLst>
                </p14:cNvPr>
                <p14:cNvContentPartPr/>
                <p14:nvPr/>
              </p14:nvContentPartPr>
              <p14:xfrm>
                <a:off x="1041990" y="281730"/>
                <a:ext cx="35280" cy="332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737E8D-F1A6-118E-C002-06A7F2C134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990" y="272730"/>
                  <a:ext cx="52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F6C9FD-EC15-62E3-BD03-449423255A2A}"/>
                    </a:ext>
                  </a:extLst>
                </p14:cNvPr>
                <p14:cNvContentPartPr/>
                <p14:nvPr/>
              </p14:nvContentPartPr>
              <p14:xfrm>
                <a:off x="1123710" y="374970"/>
                <a:ext cx="118440" cy="173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F6C9FD-EC15-62E3-BD03-449423255A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5070" y="365970"/>
                  <a:ext cx="136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BD0CBDE-ED37-9C21-48D8-C245F5F587C6}"/>
                    </a:ext>
                  </a:extLst>
                </p14:cNvPr>
                <p14:cNvContentPartPr/>
                <p14:nvPr/>
              </p14:nvContentPartPr>
              <p14:xfrm>
                <a:off x="1281390" y="390810"/>
                <a:ext cx="166320" cy="223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BD0CBDE-ED37-9C21-48D8-C245F5F587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2390" y="382170"/>
                  <a:ext cx="183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231156-6944-5E5A-D8C7-9D839CD1F841}"/>
                    </a:ext>
                  </a:extLst>
                </p14:cNvPr>
                <p14:cNvContentPartPr/>
                <p14:nvPr/>
              </p14:nvContentPartPr>
              <p14:xfrm>
                <a:off x="1525830" y="391530"/>
                <a:ext cx="98640" cy="20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231156-6944-5E5A-D8C7-9D839CD1F8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16830" y="382890"/>
                  <a:ext cx="11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1BB5D6-11A2-A6E2-CE23-9523164C18C0}"/>
                    </a:ext>
                  </a:extLst>
                </p14:cNvPr>
                <p14:cNvContentPartPr/>
                <p14:nvPr/>
              </p14:nvContentPartPr>
              <p14:xfrm>
                <a:off x="1635990" y="418170"/>
                <a:ext cx="142560" cy="19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1BB5D6-11A2-A6E2-CE23-9523164C18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7350" y="409170"/>
                  <a:ext cx="16020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5B8154D-E756-527B-1637-B0A97E91D1EE}"/>
              </a:ext>
            </a:extLst>
          </p:cNvPr>
          <p:cNvGrpSpPr/>
          <p:nvPr/>
        </p:nvGrpSpPr>
        <p:grpSpPr>
          <a:xfrm>
            <a:off x="2020110" y="224130"/>
            <a:ext cx="1102320" cy="506520"/>
            <a:chOff x="2020110" y="224130"/>
            <a:chExt cx="110232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948EB9-1EEA-B5BE-FDFC-E61FE0244B1F}"/>
                    </a:ext>
                  </a:extLst>
                </p14:cNvPr>
                <p14:cNvContentPartPr/>
                <p14:nvPr/>
              </p14:nvContentPartPr>
              <p14:xfrm>
                <a:off x="2028390" y="252210"/>
                <a:ext cx="32760" cy="290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948EB9-1EEA-B5BE-FDFC-E61FE0244B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9750" y="243210"/>
                  <a:ext cx="50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4BC7A2-734D-2FB8-C1CF-0A7EFEBD8E80}"/>
                    </a:ext>
                  </a:extLst>
                </p14:cNvPr>
                <p14:cNvContentPartPr/>
                <p14:nvPr/>
              </p14:nvContentPartPr>
              <p14:xfrm>
                <a:off x="2020110" y="224130"/>
                <a:ext cx="171000" cy="373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4BC7A2-734D-2FB8-C1CF-0A7EFEBD8E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11110" y="215490"/>
                  <a:ext cx="1886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A12991-A298-F2E5-2328-14F70CD6B16B}"/>
                    </a:ext>
                  </a:extLst>
                </p14:cNvPr>
                <p14:cNvContentPartPr/>
                <p14:nvPr/>
              </p14:nvContentPartPr>
              <p14:xfrm>
                <a:off x="2232870" y="393330"/>
                <a:ext cx="14760" cy="203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A12991-A298-F2E5-2328-14F70CD6B1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24230" y="384330"/>
                  <a:ext cx="32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A8A956F-8555-9BB6-4708-4C5F46CDDF35}"/>
                    </a:ext>
                  </a:extLst>
                </p14:cNvPr>
                <p14:cNvContentPartPr/>
                <p14:nvPr/>
              </p14:nvContentPartPr>
              <p14:xfrm>
                <a:off x="2263110" y="267690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A8A956F-8555-9BB6-4708-4C5F46CDDF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4110" y="258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9A3E65-6C84-E899-A401-5355D9895A73}"/>
                    </a:ext>
                  </a:extLst>
                </p14:cNvPr>
                <p14:cNvContentPartPr/>
                <p14:nvPr/>
              </p14:nvContentPartPr>
              <p14:xfrm>
                <a:off x="2263110" y="234930"/>
                <a:ext cx="47160" cy="34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9A3E65-6C84-E899-A401-5355D9895A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54110" y="226290"/>
                  <a:ext cx="64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FD5FC0-B968-9C9B-3CB5-710E244A58A0}"/>
                    </a:ext>
                  </a:extLst>
                </p14:cNvPr>
                <p14:cNvContentPartPr/>
                <p14:nvPr/>
              </p14:nvContentPartPr>
              <p14:xfrm>
                <a:off x="2359590" y="363090"/>
                <a:ext cx="143280" cy="21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FD5FC0-B968-9C9B-3CB5-710E244A58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50950" y="354090"/>
                  <a:ext cx="160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BACFDE-7617-41A6-B8DE-2BC859B6540E}"/>
                    </a:ext>
                  </a:extLst>
                </p14:cNvPr>
                <p14:cNvContentPartPr/>
                <p14:nvPr/>
              </p14:nvContentPartPr>
              <p14:xfrm>
                <a:off x="2503590" y="358410"/>
                <a:ext cx="127800" cy="20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BACFDE-7617-41A6-B8DE-2BC859B654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94950" y="349770"/>
                  <a:ext cx="145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F31C61-3617-FC4E-B515-1AD78876F16D}"/>
                    </a:ext>
                  </a:extLst>
                </p14:cNvPr>
                <p14:cNvContentPartPr/>
                <p14:nvPr/>
              </p14:nvContentPartPr>
              <p14:xfrm>
                <a:off x="2643270" y="384690"/>
                <a:ext cx="140400" cy="345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F31C61-3617-FC4E-B515-1AD78876F1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34630" y="376050"/>
                  <a:ext cx="158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E51ECE-A688-A8A0-C620-8C81AFDA9C2B}"/>
                    </a:ext>
                  </a:extLst>
                </p14:cNvPr>
                <p14:cNvContentPartPr/>
                <p14:nvPr/>
              </p14:nvContentPartPr>
              <p14:xfrm>
                <a:off x="2829750" y="398010"/>
                <a:ext cx="132840" cy="196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E51ECE-A688-A8A0-C620-8C81AFDA9C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20750" y="389370"/>
                  <a:ext cx="150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3E1FECF-EDEB-B005-8D49-FD8912A8A592}"/>
                    </a:ext>
                  </a:extLst>
                </p14:cNvPr>
                <p14:cNvContentPartPr/>
                <p14:nvPr/>
              </p14:nvContentPartPr>
              <p14:xfrm>
                <a:off x="2967990" y="412770"/>
                <a:ext cx="154440" cy="20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3E1FECF-EDEB-B005-8D49-FD8912A8A5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350" y="404130"/>
                  <a:ext cx="17208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6D0833F-3962-7DA3-A7D7-47D769494F54}"/>
                  </a:ext>
                </a:extLst>
              </p14:cNvPr>
              <p14:cNvContentPartPr/>
              <p14:nvPr/>
            </p14:nvContentPartPr>
            <p14:xfrm>
              <a:off x="246750" y="703650"/>
              <a:ext cx="2895120" cy="608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6D0833F-3962-7DA3-A7D7-47D769494F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37750" y="695010"/>
                <a:ext cx="291276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1145285F-639E-11DA-3FB4-F77E310673C2}"/>
              </a:ext>
            </a:extLst>
          </p:cNvPr>
          <p:cNvGrpSpPr/>
          <p:nvPr/>
        </p:nvGrpSpPr>
        <p:grpSpPr>
          <a:xfrm>
            <a:off x="322350" y="926850"/>
            <a:ext cx="2772720" cy="1281960"/>
            <a:chOff x="322350" y="926850"/>
            <a:chExt cx="2772720" cy="12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8207DF-D4E5-8CAE-FD8E-6A05EB334377}"/>
                    </a:ext>
                  </a:extLst>
                </p14:cNvPr>
                <p14:cNvContentPartPr/>
                <p14:nvPr/>
              </p14:nvContentPartPr>
              <p14:xfrm>
                <a:off x="507750" y="957090"/>
                <a:ext cx="21960" cy="322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8207DF-D4E5-8CAE-FD8E-6A05EB3343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110" y="948450"/>
                  <a:ext cx="39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7B2B213-264B-F139-2DD7-3BDD32B910D2}"/>
                    </a:ext>
                  </a:extLst>
                </p14:cNvPr>
                <p14:cNvContentPartPr/>
                <p14:nvPr/>
              </p14:nvContentPartPr>
              <p14:xfrm>
                <a:off x="528990" y="933330"/>
                <a:ext cx="207720" cy="348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7B2B213-264B-F139-2DD7-3BDD32B910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0350" y="924690"/>
                  <a:ext cx="2253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670A50-EB5B-6F47-4FB0-AE2B35B0B1ED}"/>
                    </a:ext>
                  </a:extLst>
                </p14:cNvPr>
                <p14:cNvContentPartPr/>
                <p14:nvPr/>
              </p14:nvContentPartPr>
              <p14:xfrm>
                <a:off x="736350" y="1096770"/>
                <a:ext cx="109440" cy="19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670A50-EB5B-6F47-4FB0-AE2B35B0B1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7350" y="1088130"/>
                  <a:ext cx="127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425A6F-EFB8-11BD-9B56-06839112531B}"/>
                    </a:ext>
                  </a:extLst>
                </p14:cNvPr>
                <p14:cNvContentPartPr/>
                <p14:nvPr/>
              </p14:nvContentPartPr>
              <p14:xfrm>
                <a:off x="907350" y="1091010"/>
                <a:ext cx="210960" cy="245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425A6F-EFB8-11BD-9B56-0683911253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8350" y="1082010"/>
                  <a:ext cx="228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3670BD-4100-7FA7-5DC2-91878658EBA3}"/>
                    </a:ext>
                  </a:extLst>
                </p14:cNvPr>
                <p14:cNvContentPartPr/>
                <p14:nvPr/>
              </p14:nvContentPartPr>
              <p14:xfrm>
                <a:off x="1181310" y="1102530"/>
                <a:ext cx="104760" cy="405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3670BD-4100-7FA7-5DC2-91878658EB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72670" y="1093890"/>
                  <a:ext cx="1224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993799-3D7C-5E7C-20E6-790912843E08}"/>
                    </a:ext>
                  </a:extLst>
                </p14:cNvPr>
                <p14:cNvContentPartPr/>
                <p14:nvPr/>
              </p14:nvContentPartPr>
              <p14:xfrm>
                <a:off x="1338990" y="989850"/>
                <a:ext cx="36360" cy="29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993799-3D7C-5E7C-20E6-790912843E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30350" y="980850"/>
                  <a:ext cx="540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CF34CA-2D0F-75F4-36F2-F05FF281D501}"/>
                    </a:ext>
                  </a:extLst>
                </p14:cNvPr>
                <p14:cNvContentPartPr/>
                <p14:nvPr/>
              </p14:nvContentPartPr>
              <p14:xfrm>
                <a:off x="1401630" y="1103250"/>
                <a:ext cx="126720" cy="19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CF34CA-2D0F-75F4-36F2-F05FF281D5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92630" y="1094610"/>
                  <a:ext cx="144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7D700B-32C1-AED0-E759-4B1800E48260}"/>
                    </a:ext>
                  </a:extLst>
                </p14:cNvPr>
                <p14:cNvContentPartPr/>
                <p14:nvPr/>
              </p14:nvContentPartPr>
              <p14:xfrm>
                <a:off x="1547070" y="1133850"/>
                <a:ext cx="157680" cy="20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7D700B-32C1-AED0-E759-4B1800E482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38070" y="1124850"/>
                  <a:ext cx="175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0F8A6AC-6A7D-DF85-187F-A972C8694538}"/>
                    </a:ext>
                  </a:extLst>
                </p14:cNvPr>
                <p14:cNvContentPartPr/>
                <p14:nvPr/>
              </p14:nvContentPartPr>
              <p14:xfrm>
                <a:off x="1767390" y="1138170"/>
                <a:ext cx="108720" cy="201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0F8A6AC-6A7D-DF85-187F-A972C86945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58750" y="1129170"/>
                  <a:ext cx="126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5C30D6-0ABA-7BDA-9232-801D0859DEC6}"/>
                    </a:ext>
                  </a:extLst>
                </p14:cNvPr>
                <p14:cNvContentPartPr/>
                <p14:nvPr/>
              </p14:nvContentPartPr>
              <p14:xfrm>
                <a:off x="1885470" y="1181370"/>
                <a:ext cx="123120" cy="209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5C30D6-0ABA-7BDA-9232-801D0859DE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76470" y="1172730"/>
                  <a:ext cx="140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FC76BE-D20E-490D-5353-36FE4DAE58F2}"/>
                    </a:ext>
                  </a:extLst>
                </p14:cNvPr>
                <p14:cNvContentPartPr/>
                <p14:nvPr/>
              </p14:nvContentPartPr>
              <p14:xfrm>
                <a:off x="2248710" y="955650"/>
                <a:ext cx="23040" cy="308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FC76BE-D20E-490D-5353-36FE4DAE58F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39710" y="946650"/>
                  <a:ext cx="40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34BC79-6B17-D325-AB77-08CE5BCD50F8}"/>
                    </a:ext>
                  </a:extLst>
                </p14:cNvPr>
                <p14:cNvContentPartPr/>
                <p14:nvPr/>
              </p14:nvContentPartPr>
              <p14:xfrm>
                <a:off x="2258070" y="926850"/>
                <a:ext cx="200160" cy="33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34BC79-6B17-D325-AB77-08CE5BCD50F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49430" y="917850"/>
                  <a:ext cx="217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A1CC3BB-233E-5124-8866-FEEE21D58D92}"/>
                    </a:ext>
                  </a:extLst>
                </p14:cNvPr>
                <p14:cNvContentPartPr/>
                <p14:nvPr/>
              </p14:nvContentPartPr>
              <p14:xfrm>
                <a:off x="322350" y="1185690"/>
                <a:ext cx="90720" cy="21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A1CC3BB-233E-5124-8866-FEEE21D58D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3710" y="1177050"/>
                  <a:ext cx="108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1F74D6-78F0-0710-E223-CD61247BE9FF}"/>
                    </a:ext>
                  </a:extLst>
                </p14:cNvPr>
                <p14:cNvContentPartPr/>
                <p14:nvPr/>
              </p14:nvContentPartPr>
              <p14:xfrm>
                <a:off x="357270" y="1847370"/>
                <a:ext cx="84600" cy="14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1F74D6-78F0-0710-E223-CD61247BE9F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8630" y="1838370"/>
                  <a:ext cx="102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11BDA4E-5EB8-9852-C6C5-895E9FC32FC1}"/>
                    </a:ext>
                  </a:extLst>
                </p14:cNvPr>
                <p14:cNvContentPartPr/>
                <p14:nvPr/>
              </p14:nvContentPartPr>
              <p14:xfrm>
                <a:off x="608910" y="1630650"/>
                <a:ext cx="48600" cy="36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11BDA4E-5EB8-9852-C6C5-895E9FC32F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9910" y="1622010"/>
                  <a:ext cx="662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CD5B63D-205F-A742-2C52-DCFA2210414C}"/>
                    </a:ext>
                  </a:extLst>
                </p14:cNvPr>
                <p14:cNvContentPartPr/>
                <p14:nvPr/>
              </p14:nvContentPartPr>
              <p14:xfrm>
                <a:off x="637710" y="1634970"/>
                <a:ext cx="302400" cy="384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CD5B63D-205F-A742-2C52-DCFA221041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9070" y="1626330"/>
                  <a:ext cx="320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717420-C0D8-9725-17DA-8A2CB1CD0843}"/>
                    </a:ext>
                  </a:extLst>
                </p14:cNvPr>
                <p14:cNvContentPartPr/>
                <p14:nvPr/>
              </p14:nvContentPartPr>
              <p14:xfrm>
                <a:off x="982590" y="1812090"/>
                <a:ext cx="246240" cy="223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717420-C0D8-9725-17DA-8A2CB1CD08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3950" y="1803450"/>
                  <a:ext cx="263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317AE4-2874-62B2-0762-B2C2DE93A045}"/>
                    </a:ext>
                  </a:extLst>
                </p14:cNvPr>
                <p14:cNvContentPartPr/>
                <p14:nvPr/>
              </p14:nvContentPartPr>
              <p14:xfrm>
                <a:off x="1302990" y="1791930"/>
                <a:ext cx="137160" cy="416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317AE4-2874-62B2-0762-B2C2DE93A0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4350" y="1783290"/>
                  <a:ext cx="1548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EA16AB-75E3-F557-8D3F-2D4015BD300A}"/>
                    </a:ext>
                  </a:extLst>
                </p14:cNvPr>
                <p14:cNvContentPartPr/>
                <p14:nvPr/>
              </p14:nvContentPartPr>
              <p14:xfrm>
                <a:off x="1514310" y="1609050"/>
                <a:ext cx="38160" cy="409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EA16AB-75E3-F557-8D3F-2D4015BD30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05670" y="1600410"/>
                  <a:ext cx="558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EDD7CC8-99CC-4CE2-3457-E9D58C72D9A5}"/>
                    </a:ext>
                  </a:extLst>
                </p14:cNvPr>
                <p14:cNvContentPartPr/>
                <p14:nvPr/>
              </p14:nvContentPartPr>
              <p14:xfrm>
                <a:off x="1584510" y="1744410"/>
                <a:ext cx="132840" cy="257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DD7CC8-99CC-4CE2-3457-E9D58C72D9A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75870" y="1735770"/>
                  <a:ext cx="150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43372F-6E82-A39B-46AD-2E5A71DDFB74}"/>
                    </a:ext>
                  </a:extLst>
                </p14:cNvPr>
                <p14:cNvContentPartPr/>
                <p14:nvPr/>
              </p14:nvContentPartPr>
              <p14:xfrm>
                <a:off x="1752990" y="1783290"/>
                <a:ext cx="245160" cy="270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43372F-6E82-A39B-46AD-2E5A71DDFB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43990" y="1774650"/>
                  <a:ext cx="262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932BBA-F19D-A108-8A0E-2B89F629AED2}"/>
                    </a:ext>
                  </a:extLst>
                </p14:cNvPr>
                <p14:cNvContentPartPr/>
                <p14:nvPr/>
              </p14:nvContentPartPr>
              <p14:xfrm>
                <a:off x="2075550" y="1764930"/>
                <a:ext cx="141120" cy="26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932BBA-F19D-A108-8A0E-2B89F629AE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66550" y="1755930"/>
                  <a:ext cx="158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D93A61-9230-E94B-6CD7-F1C55CCA3834}"/>
                    </a:ext>
                  </a:extLst>
                </p14:cNvPr>
                <p14:cNvContentPartPr/>
                <p14:nvPr/>
              </p14:nvContentPartPr>
              <p14:xfrm>
                <a:off x="2202990" y="1783290"/>
                <a:ext cx="142200" cy="253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D93A61-9230-E94B-6CD7-F1C55CCA38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93990" y="1774650"/>
                  <a:ext cx="159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66296B-E1AA-84F3-A1F7-D2AABBA65FF5}"/>
                    </a:ext>
                  </a:extLst>
                </p14:cNvPr>
                <p14:cNvContentPartPr/>
                <p14:nvPr/>
              </p14:nvContentPartPr>
              <p14:xfrm>
                <a:off x="2584590" y="1542090"/>
                <a:ext cx="197640" cy="365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66296B-E1AA-84F3-A1F7-D2AABBA65F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75590" y="1533450"/>
                  <a:ext cx="215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26F932-02EC-0403-10F5-3EBFAC8E1ADD}"/>
                    </a:ext>
                  </a:extLst>
                </p14:cNvPr>
                <p14:cNvContentPartPr/>
                <p14:nvPr/>
              </p14:nvContentPartPr>
              <p14:xfrm>
                <a:off x="2832270" y="1741170"/>
                <a:ext cx="110880" cy="30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26F932-02EC-0403-10F5-3EBFAC8E1A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23270" y="1732170"/>
                  <a:ext cx="128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9BB6C9F-C951-573A-3D55-A52091CFA051}"/>
                    </a:ext>
                  </a:extLst>
                </p14:cNvPr>
                <p14:cNvContentPartPr/>
                <p14:nvPr/>
              </p14:nvContentPartPr>
              <p14:xfrm>
                <a:off x="3040350" y="1660890"/>
                <a:ext cx="54720" cy="308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9BB6C9F-C951-573A-3D55-A52091CFA0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31350" y="1651890"/>
                  <a:ext cx="7236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9DF2FAF-EB9E-959E-1177-A88425C4F4B1}"/>
              </a:ext>
            </a:extLst>
          </p:cNvPr>
          <p:cNvGrpSpPr/>
          <p:nvPr/>
        </p:nvGrpSpPr>
        <p:grpSpPr>
          <a:xfrm>
            <a:off x="413790" y="2564850"/>
            <a:ext cx="474480" cy="420840"/>
            <a:chOff x="413790" y="2564850"/>
            <a:chExt cx="47448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1FFA47F-2B13-64B9-5943-02FFBA438F26}"/>
                    </a:ext>
                  </a:extLst>
                </p14:cNvPr>
                <p14:cNvContentPartPr/>
                <p14:nvPr/>
              </p14:nvContentPartPr>
              <p14:xfrm>
                <a:off x="413790" y="2564850"/>
                <a:ext cx="213480" cy="420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1FFA47F-2B13-64B9-5943-02FFBA438F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4790" y="2555850"/>
                  <a:ext cx="2311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411E31-972C-3988-EE86-B048CA290154}"/>
                    </a:ext>
                  </a:extLst>
                </p14:cNvPr>
                <p14:cNvContentPartPr/>
                <p14:nvPr/>
              </p14:nvContentPartPr>
              <p14:xfrm>
                <a:off x="775590" y="2858610"/>
                <a:ext cx="112680" cy="6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411E31-972C-3988-EE86-B048CA29015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6950" y="2849610"/>
                  <a:ext cx="130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82F45BA-A5E4-2805-B5AA-1837402455E9}"/>
                    </a:ext>
                  </a:extLst>
                </p14:cNvPr>
                <p14:cNvContentPartPr/>
                <p14:nvPr/>
              </p14:nvContentPartPr>
              <p14:xfrm>
                <a:off x="753270" y="2747010"/>
                <a:ext cx="104400" cy="11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82F45BA-A5E4-2805-B5AA-1837402455E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4270" y="2738370"/>
                  <a:ext cx="12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601B96C-17F0-1DE8-555C-F55F4F163856}"/>
                    </a:ext>
                  </a:extLst>
                </p14:cNvPr>
                <p14:cNvContentPartPr/>
                <p14:nvPr/>
              </p14:nvContentPartPr>
              <p14:xfrm>
                <a:off x="739950" y="2674650"/>
                <a:ext cx="145800" cy="9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601B96C-17F0-1DE8-555C-F55F4F1638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1310" y="2665650"/>
                  <a:ext cx="1634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019FFD7-3067-1316-2904-71E244399410}"/>
              </a:ext>
            </a:extLst>
          </p:cNvPr>
          <p:cNvGrpSpPr/>
          <p:nvPr/>
        </p:nvGrpSpPr>
        <p:grpSpPr>
          <a:xfrm>
            <a:off x="1086630" y="2515530"/>
            <a:ext cx="646920" cy="396360"/>
            <a:chOff x="1086630" y="2515530"/>
            <a:chExt cx="64692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30AE6DF-8BB4-17C3-992A-37C8757110BC}"/>
                    </a:ext>
                  </a:extLst>
                </p14:cNvPr>
                <p14:cNvContentPartPr/>
                <p14:nvPr/>
              </p14:nvContentPartPr>
              <p14:xfrm>
                <a:off x="1086630" y="2588610"/>
                <a:ext cx="14760" cy="323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30AE6DF-8BB4-17C3-992A-37C8757110B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7630" y="2579970"/>
                  <a:ext cx="324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7377A30-BFF9-06B0-A22A-9D597F3938BB}"/>
                    </a:ext>
                  </a:extLst>
                </p14:cNvPr>
                <p14:cNvContentPartPr/>
                <p14:nvPr/>
              </p14:nvContentPartPr>
              <p14:xfrm>
                <a:off x="1089870" y="2515530"/>
                <a:ext cx="150840" cy="34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7377A30-BFF9-06B0-A22A-9D597F3938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0870" y="2506890"/>
                  <a:ext cx="1684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1EB87E9-685F-0881-5AFB-AF7FD9D249B5}"/>
                    </a:ext>
                  </a:extLst>
                </p14:cNvPr>
                <p14:cNvContentPartPr/>
                <p14:nvPr/>
              </p14:nvContentPartPr>
              <p14:xfrm>
                <a:off x="1282470" y="2674290"/>
                <a:ext cx="122400" cy="195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1EB87E9-685F-0881-5AFB-AF7FD9D249B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73470" y="2665290"/>
                  <a:ext cx="140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A75C161-FBBF-1923-462F-F2D36633C629}"/>
                    </a:ext>
                  </a:extLst>
                </p14:cNvPr>
                <p14:cNvContentPartPr/>
                <p14:nvPr/>
              </p14:nvContentPartPr>
              <p14:xfrm>
                <a:off x="1490190" y="2630010"/>
                <a:ext cx="167040" cy="246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A75C161-FBBF-1923-462F-F2D36633C62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81190" y="2621370"/>
                  <a:ext cx="184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C26445-20A7-B357-33B6-774775D9AA04}"/>
                    </a:ext>
                  </a:extLst>
                </p14:cNvPr>
                <p14:cNvContentPartPr/>
                <p14:nvPr/>
              </p14:nvContentPartPr>
              <p14:xfrm>
                <a:off x="1650750" y="2612730"/>
                <a:ext cx="36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C26445-20A7-B357-33B6-774775D9AA0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41750" y="2604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6AE7D98-6F41-BCE8-E665-EB8EBEDD1E83}"/>
                    </a:ext>
                  </a:extLst>
                </p14:cNvPr>
                <p14:cNvContentPartPr/>
                <p14:nvPr/>
              </p14:nvContentPartPr>
              <p14:xfrm>
                <a:off x="1650750" y="2612730"/>
                <a:ext cx="82800" cy="289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6AE7D98-6F41-BCE8-E665-EB8EBEDD1E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41750" y="2604090"/>
                  <a:ext cx="10044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3C018DB-A592-6B12-CE66-70BFF8F5CA08}"/>
              </a:ext>
            </a:extLst>
          </p:cNvPr>
          <p:cNvGrpSpPr/>
          <p:nvPr/>
        </p:nvGrpSpPr>
        <p:grpSpPr>
          <a:xfrm>
            <a:off x="1956390" y="2430930"/>
            <a:ext cx="1258560" cy="550440"/>
            <a:chOff x="1956390" y="2430930"/>
            <a:chExt cx="125856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FDE2035-1982-1E86-2EE8-575FB8CF6A46}"/>
                    </a:ext>
                  </a:extLst>
                </p14:cNvPr>
                <p14:cNvContentPartPr/>
                <p14:nvPr/>
              </p14:nvContentPartPr>
              <p14:xfrm>
                <a:off x="1960350" y="2586810"/>
                <a:ext cx="19080" cy="319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FDE2035-1982-1E86-2EE8-575FB8CF6A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51710" y="2577810"/>
                  <a:ext cx="36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592FA1-7198-76A0-F211-5510CB451B08}"/>
                    </a:ext>
                  </a:extLst>
                </p14:cNvPr>
                <p14:cNvContentPartPr/>
                <p14:nvPr/>
              </p14:nvContentPartPr>
              <p14:xfrm>
                <a:off x="1956390" y="2556570"/>
                <a:ext cx="137880" cy="339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592FA1-7198-76A0-F211-5510CB451B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47390" y="2547570"/>
                  <a:ext cx="155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68A45E-141A-3ADB-4951-6E78E526FD30}"/>
                    </a:ext>
                  </a:extLst>
                </p14:cNvPr>
                <p14:cNvContentPartPr/>
                <p14:nvPr/>
              </p14:nvContentPartPr>
              <p14:xfrm>
                <a:off x="2168070" y="2650530"/>
                <a:ext cx="26640" cy="178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68A45E-141A-3ADB-4951-6E78E526FD3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59430" y="2641890"/>
                  <a:ext cx="44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B4443B-61B7-6389-6E7F-813EA6FBEAE1}"/>
                    </a:ext>
                  </a:extLst>
                </p14:cNvPr>
                <p14:cNvContentPartPr/>
                <p14:nvPr/>
              </p14:nvContentPartPr>
              <p14:xfrm>
                <a:off x="2123430" y="2486010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B4443B-61B7-6389-6E7F-813EA6FBEA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14790" y="2477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45E89B-3D71-632B-AD13-E3FB2AD11953}"/>
                    </a:ext>
                  </a:extLst>
                </p14:cNvPr>
                <p14:cNvContentPartPr/>
                <p14:nvPr/>
              </p14:nvContentPartPr>
              <p14:xfrm>
                <a:off x="2245110" y="2430930"/>
                <a:ext cx="55800" cy="414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45E89B-3D71-632B-AD13-E3FB2AD1195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36110" y="2421930"/>
                  <a:ext cx="734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E060073-53A1-5E18-8CBB-60213936439A}"/>
                    </a:ext>
                  </a:extLst>
                </p14:cNvPr>
                <p14:cNvContentPartPr/>
                <p14:nvPr/>
              </p14:nvContentPartPr>
              <p14:xfrm>
                <a:off x="2360310" y="2641890"/>
                <a:ext cx="180000" cy="20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E060073-53A1-5E18-8CBB-60213936439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351310" y="2633250"/>
                  <a:ext cx="197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C34B134-F81D-7375-572F-1C5665E4CA8C}"/>
                    </a:ext>
                  </a:extLst>
                </p14:cNvPr>
                <p14:cNvContentPartPr/>
                <p14:nvPr/>
              </p14:nvContentPartPr>
              <p14:xfrm>
                <a:off x="2540310" y="2637570"/>
                <a:ext cx="129600" cy="222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C34B134-F81D-7375-572F-1C5665E4CA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531670" y="2628930"/>
                  <a:ext cx="147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00B6816-ED4C-A5A9-5DD1-4EF949EF2A14}"/>
                    </a:ext>
                  </a:extLst>
                </p14:cNvPr>
                <p14:cNvContentPartPr/>
                <p14:nvPr/>
              </p14:nvContentPartPr>
              <p14:xfrm>
                <a:off x="2695830" y="2641530"/>
                <a:ext cx="164880" cy="339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00B6816-ED4C-A5A9-5DD1-4EF949EF2A1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687190" y="2632530"/>
                  <a:ext cx="1825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19004F-BF49-D37F-39D6-061585013B0C}"/>
                    </a:ext>
                  </a:extLst>
                </p14:cNvPr>
                <p14:cNvContentPartPr/>
                <p14:nvPr/>
              </p14:nvContentPartPr>
              <p14:xfrm>
                <a:off x="2905710" y="2593290"/>
                <a:ext cx="128880" cy="229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19004F-BF49-D37F-39D6-061585013B0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96710" y="2584290"/>
                  <a:ext cx="146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9B28ED-7C0B-A32A-68CF-C1B158651D1E}"/>
                    </a:ext>
                  </a:extLst>
                </p14:cNvPr>
                <p14:cNvContentPartPr/>
                <p14:nvPr/>
              </p14:nvContentPartPr>
              <p14:xfrm>
                <a:off x="3090750" y="2646210"/>
                <a:ext cx="124200" cy="217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9B28ED-7C0B-A32A-68CF-C1B158651D1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082110" y="2637570"/>
                  <a:ext cx="1418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1F67E01-37FF-D282-40F6-386ACC657BFA}"/>
                  </a:ext>
                </a:extLst>
              </p14:cNvPr>
              <p14:cNvContentPartPr/>
              <p14:nvPr/>
            </p14:nvContentPartPr>
            <p14:xfrm>
              <a:off x="3638310" y="2860770"/>
              <a:ext cx="1440" cy="68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1F67E01-37FF-D282-40F6-386ACC657BF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629310" y="2851770"/>
                <a:ext cx="1908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222E8F3-C419-7B43-C55A-E451D1D1742C}"/>
              </a:ext>
            </a:extLst>
          </p:cNvPr>
          <p:cNvGrpSpPr/>
          <p:nvPr/>
        </p:nvGrpSpPr>
        <p:grpSpPr>
          <a:xfrm>
            <a:off x="359790" y="3288450"/>
            <a:ext cx="1328760" cy="478800"/>
            <a:chOff x="359790" y="3288450"/>
            <a:chExt cx="132876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1342E96-5794-7201-924B-9130A1BBEF27}"/>
                    </a:ext>
                  </a:extLst>
                </p14:cNvPr>
                <p14:cNvContentPartPr/>
                <p14:nvPr/>
              </p14:nvContentPartPr>
              <p14:xfrm>
                <a:off x="359790" y="3376650"/>
                <a:ext cx="50760" cy="390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1342E96-5794-7201-924B-9130A1BBEF2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1150" y="3367650"/>
                  <a:ext cx="684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58F7B2C-6EF6-4D38-7F18-FB70C75A68B0}"/>
                    </a:ext>
                  </a:extLst>
                </p14:cNvPr>
                <p14:cNvContentPartPr/>
                <p14:nvPr/>
              </p14:nvContentPartPr>
              <p14:xfrm>
                <a:off x="363390" y="3328770"/>
                <a:ext cx="200160" cy="380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58F7B2C-6EF6-4D38-7F18-FB70C75A68B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4750" y="3319770"/>
                  <a:ext cx="2178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D9FABB-AC2A-021E-D45A-67FDFD6A3712}"/>
                    </a:ext>
                  </a:extLst>
                </p14:cNvPr>
                <p14:cNvContentPartPr/>
                <p14:nvPr/>
              </p14:nvContentPartPr>
              <p14:xfrm>
                <a:off x="623310" y="3488250"/>
                <a:ext cx="167760" cy="222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D9FABB-AC2A-021E-D45A-67FDFD6A371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4310" y="3479250"/>
                  <a:ext cx="185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9C5CA3-A14B-B892-92F1-B1708E12E5AE}"/>
                    </a:ext>
                  </a:extLst>
                </p14:cNvPr>
                <p14:cNvContentPartPr/>
                <p14:nvPr/>
              </p14:nvContentPartPr>
              <p14:xfrm>
                <a:off x="814470" y="3442170"/>
                <a:ext cx="214920" cy="247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9C5CA3-A14B-B892-92F1-B1708E12E5A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05470" y="3433170"/>
                  <a:ext cx="232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89640EF-6525-484B-2407-F9559FEBAF59}"/>
                    </a:ext>
                  </a:extLst>
                </p14:cNvPr>
                <p14:cNvContentPartPr/>
                <p14:nvPr/>
              </p14:nvContentPartPr>
              <p14:xfrm>
                <a:off x="1017870" y="3435690"/>
                <a:ext cx="3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89640EF-6525-484B-2407-F9559FEBAF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9230" y="3426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BD9F00C-9481-9539-8D14-20A97087DD3C}"/>
                    </a:ext>
                  </a:extLst>
                </p14:cNvPr>
                <p14:cNvContentPartPr/>
                <p14:nvPr/>
              </p14:nvContentPartPr>
              <p14:xfrm>
                <a:off x="1094910" y="3486810"/>
                <a:ext cx="257400" cy="264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BD9F00C-9481-9539-8D14-20A97087DD3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5910" y="3477810"/>
                  <a:ext cx="275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2A35349-AB16-673E-C96F-4F8C1FBBDFBB}"/>
                    </a:ext>
                  </a:extLst>
                </p14:cNvPr>
                <p14:cNvContentPartPr/>
                <p14:nvPr/>
              </p14:nvContentPartPr>
              <p14:xfrm>
                <a:off x="1482270" y="3433530"/>
                <a:ext cx="187920" cy="28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2A35349-AB16-673E-C96F-4F8C1FBBDFB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73270" y="3424530"/>
                  <a:ext cx="205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C440EF8-ECFF-DE33-DE56-7542DCD827BE}"/>
                    </a:ext>
                  </a:extLst>
                </p14:cNvPr>
                <p14:cNvContentPartPr/>
                <p14:nvPr/>
              </p14:nvContentPartPr>
              <p14:xfrm>
                <a:off x="1675950" y="3288450"/>
                <a:ext cx="12600" cy="36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C440EF8-ECFF-DE33-DE56-7542DCD827B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66950" y="3279450"/>
                  <a:ext cx="3024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8C44A26-0769-170A-CC87-D20ADF08E561}"/>
                  </a:ext>
                </a:extLst>
              </p14:cNvPr>
              <p14:cNvContentPartPr/>
              <p14:nvPr/>
            </p14:nvContentPartPr>
            <p14:xfrm>
              <a:off x="1961070" y="3437850"/>
              <a:ext cx="405720" cy="1854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8C44A26-0769-170A-CC87-D20ADF08E56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952430" y="3428850"/>
                <a:ext cx="42336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FFD280B-40EA-0C28-85DA-4EB3979D7C7A}"/>
              </a:ext>
            </a:extLst>
          </p:cNvPr>
          <p:cNvGrpSpPr/>
          <p:nvPr/>
        </p:nvGrpSpPr>
        <p:grpSpPr>
          <a:xfrm>
            <a:off x="2861070" y="3215370"/>
            <a:ext cx="499680" cy="370440"/>
            <a:chOff x="2861070" y="3215370"/>
            <a:chExt cx="49968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3552F57-6CE8-FE6D-BAD3-A71AFC3E2E74}"/>
                    </a:ext>
                  </a:extLst>
                </p14:cNvPr>
                <p14:cNvContentPartPr/>
                <p14:nvPr/>
              </p14:nvContentPartPr>
              <p14:xfrm>
                <a:off x="2861070" y="3215370"/>
                <a:ext cx="244440" cy="370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3552F57-6CE8-FE6D-BAD3-A71AFC3E2E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52070" y="3206730"/>
                  <a:ext cx="2620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8D1ABDC-8181-AEA8-9DF3-86A8E856A328}"/>
                    </a:ext>
                  </a:extLst>
                </p14:cNvPr>
                <p14:cNvContentPartPr/>
                <p14:nvPr/>
              </p14:nvContentPartPr>
              <p14:xfrm>
                <a:off x="3232590" y="3369450"/>
                <a:ext cx="110880" cy="11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8D1ABDC-8181-AEA8-9DF3-86A8E856A32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23950" y="3360810"/>
                  <a:ext cx="128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5D0EBBB-88D5-E570-33AD-44B81C5CB19D}"/>
                    </a:ext>
                  </a:extLst>
                </p14:cNvPr>
                <p14:cNvContentPartPr/>
                <p14:nvPr/>
              </p14:nvContentPartPr>
              <p14:xfrm>
                <a:off x="3209910" y="3446490"/>
                <a:ext cx="15084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5D0EBBB-88D5-E570-33AD-44B81C5CB19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00910" y="3437490"/>
                  <a:ext cx="1684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CB75260-F0A6-ABDC-374A-8286AFFA6F99}"/>
              </a:ext>
            </a:extLst>
          </p:cNvPr>
          <p:cNvGrpSpPr/>
          <p:nvPr/>
        </p:nvGrpSpPr>
        <p:grpSpPr>
          <a:xfrm>
            <a:off x="3586470" y="3294570"/>
            <a:ext cx="245520" cy="276840"/>
            <a:chOff x="3586470" y="3294570"/>
            <a:chExt cx="24552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C253DAD-F6E3-CEEF-A3BB-48F02AB00BB9}"/>
                    </a:ext>
                  </a:extLst>
                </p14:cNvPr>
                <p14:cNvContentPartPr/>
                <p14:nvPr/>
              </p14:nvContentPartPr>
              <p14:xfrm>
                <a:off x="3586470" y="3294570"/>
                <a:ext cx="17280" cy="266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C253DAD-F6E3-CEEF-A3BB-48F02AB00BB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77470" y="3285570"/>
                  <a:ext cx="34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90E8DE4-CB46-53CA-5196-663FDD42C805}"/>
                    </a:ext>
                  </a:extLst>
                </p14:cNvPr>
                <p14:cNvContentPartPr/>
                <p14:nvPr/>
              </p14:nvContentPartPr>
              <p14:xfrm>
                <a:off x="3687270" y="3310050"/>
                <a:ext cx="144720" cy="261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90E8DE4-CB46-53CA-5196-663FDD42C80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78270" y="3301050"/>
                  <a:ext cx="16236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D5B86D5-0F01-4867-DE96-8F7EDB1C6421}"/>
              </a:ext>
            </a:extLst>
          </p:cNvPr>
          <p:cNvGrpSpPr/>
          <p:nvPr/>
        </p:nvGrpSpPr>
        <p:grpSpPr>
          <a:xfrm>
            <a:off x="2834430" y="3784890"/>
            <a:ext cx="1108800" cy="412560"/>
            <a:chOff x="2834430" y="3784890"/>
            <a:chExt cx="110880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E31035-E431-8206-F48A-3A01F832E597}"/>
                    </a:ext>
                  </a:extLst>
                </p14:cNvPr>
                <p14:cNvContentPartPr/>
                <p14:nvPr/>
              </p14:nvContentPartPr>
              <p14:xfrm>
                <a:off x="2834430" y="3784890"/>
                <a:ext cx="153360" cy="388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E31035-E431-8206-F48A-3A01F832E5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25790" y="3776250"/>
                  <a:ext cx="1710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CA05F56-DADA-6E9E-DC7A-3B2BDCED0ED2}"/>
                    </a:ext>
                  </a:extLst>
                </p14:cNvPr>
                <p14:cNvContentPartPr/>
                <p14:nvPr/>
              </p14:nvContentPartPr>
              <p14:xfrm>
                <a:off x="3051150" y="3965250"/>
                <a:ext cx="87120" cy="18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CA05F56-DADA-6E9E-DC7A-3B2BDCED0ED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42150" y="3956250"/>
                  <a:ext cx="104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B9FF591-758E-153B-59D8-588E855D77FF}"/>
                    </a:ext>
                  </a:extLst>
                </p14:cNvPr>
                <p14:cNvContentPartPr/>
                <p14:nvPr/>
              </p14:nvContentPartPr>
              <p14:xfrm>
                <a:off x="3248430" y="3859050"/>
                <a:ext cx="35280" cy="305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B9FF591-758E-153B-59D8-588E855D77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39430" y="3850050"/>
                  <a:ext cx="52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7CBF828-3105-DE2A-27E6-F1480227DB0F}"/>
                    </a:ext>
                  </a:extLst>
                </p14:cNvPr>
                <p14:cNvContentPartPr/>
                <p14:nvPr/>
              </p14:nvContentPartPr>
              <p14:xfrm>
                <a:off x="3488910" y="4027890"/>
                <a:ext cx="97920" cy="6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7CBF828-3105-DE2A-27E6-F1480227DB0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80270" y="4018890"/>
                  <a:ext cx="115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8F7130-CDE9-842D-8AF1-C5C7D7DB9F34}"/>
                    </a:ext>
                  </a:extLst>
                </p14:cNvPr>
                <p14:cNvContentPartPr/>
                <p14:nvPr/>
              </p14:nvContentPartPr>
              <p14:xfrm>
                <a:off x="3499710" y="4117890"/>
                <a:ext cx="89280" cy="17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8F7130-CDE9-842D-8AF1-C5C7D7DB9F3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91070" y="4108890"/>
                  <a:ext cx="106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B2805A6-EA26-8BA8-69E1-6AEC307682DB}"/>
                    </a:ext>
                  </a:extLst>
                </p14:cNvPr>
                <p14:cNvContentPartPr/>
                <p14:nvPr/>
              </p14:nvContentPartPr>
              <p14:xfrm>
                <a:off x="3799590" y="3866610"/>
                <a:ext cx="143640" cy="330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B2805A6-EA26-8BA8-69E1-6AEC307682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90590" y="3857610"/>
                  <a:ext cx="16128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F244721-F834-1F93-D104-12DDC4A78700}"/>
              </a:ext>
            </a:extLst>
          </p:cNvPr>
          <p:cNvGrpSpPr/>
          <p:nvPr/>
        </p:nvGrpSpPr>
        <p:grpSpPr>
          <a:xfrm>
            <a:off x="406590" y="4715850"/>
            <a:ext cx="818640" cy="407880"/>
            <a:chOff x="406590" y="4715850"/>
            <a:chExt cx="81864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43CC0DE-6A8A-43D9-4F45-F169F00A4733}"/>
                    </a:ext>
                  </a:extLst>
                </p14:cNvPr>
                <p14:cNvContentPartPr/>
                <p14:nvPr/>
              </p14:nvContentPartPr>
              <p14:xfrm>
                <a:off x="406590" y="4751130"/>
                <a:ext cx="88200" cy="345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43CC0DE-6A8A-43D9-4F45-F169F00A473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7950" y="4742130"/>
                  <a:ext cx="1058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BC9207-402A-DF70-1534-3FA3C9515D16}"/>
                    </a:ext>
                  </a:extLst>
                </p14:cNvPr>
                <p14:cNvContentPartPr/>
                <p14:nvPr/>
              </p14:nvContentPartPr>
              <p14:xfrm>
                <a:off x="451950" y="4715850"/>
                <a:ext cx="146520" cy="363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BC9207-402A-DF70-1534-3FA3C9515D1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2950" y="4707210"/>
                  <a:ext cx="1641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28F1C0C-03A1-1974-63C8-176BB066C66F}"/>
                    </a:ext>
                  </a:extLst>
                </p14:cNvPr>
                <p14:cNvContentPartPr/>
                <p14:nvPr/>
              </p14:nvContentPartPr>
              <p14:xfrm>
                <a:off x="661830" y="4833570"/>
                <a:ext cx="11160" cy="246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28F1C0C-03A1-1974-63C8-176BB066C66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2830" y="4824570"/>
                  <a:ext cx="28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8A4816E-BC7F-6DFC-87F1-2A90D5979784}"/>
                    </a:ext>
                  </a:extLst>
                </p14:cNvPr>
                <p14:cNvContentPartPr/>
                <p14:nvPr/>
              </p14:nvContentPartPr>
              <p14:xfrm>
                <a:off x="642390" y="4772730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8A4816E-BC7F-6DFC-87F1-2A90D59797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3750" y="4764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33177EF-9C82-3C19-D6A8-8104C5D024DE}"/>
                    </a:ext>
                  </a:extLst>
                </p14:cNvPr>
                <p14:cNvContentPartPr/>
                <p14:nvPr/>
              </p14:nvContentPartPr>
              <p14:xfrm>
                <a:off x="721950" y="4838970"/>
                <a:ext cx="129240" cy="243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33177EF-9C82-3C19-D6A8-8104C5D024D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2950" y="4829970"/>
                  <a:ext cx="146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7EF1CF3-F197-85FC-4BA5-04630C84FC41}"/>
                    </a:ext>
                  </a:extLst>
                </p14:cNvPr>
                <p14:cNvContentPartPr/>
                <p14:nvPr/>
              </p14:nvContentPartPr>
              <p14:xfrm>
                <a:off x="885390" y="4845450"/>
                <a:ext cx="156600" cy="22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7EF1CF3-F197-85FC-4BA5-04630C84FC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6750" y="4836450"/>
                  <a:ext cx="174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9C5A13-EA63-B4FA-FA90-63D1C6CA0134}"/>
                    </a:ext>
                  </a:extLst>
                </p14:cNvPr>
                <p14:cNvContentPartPr/>
                <p14:nvPr/>
              </p14:nvContentPartPr>
              <p14:xfrm>
                <a:off x="1043070" y="4890810"/>
                <a:ext cx="182160" cy="232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9C5A13-EA63-B4FA-FA90-63D1C6CA01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34430" y="4882170"/>
                  <a:ext cx="19980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09E8044-F558-26E0-0AE9-EBFE503047AB}"/>
              </a:ext>
            </a:extLst>
          </p:cNvPr>
          <p:cNvGrpSpPr/>
          <p:nvPr/>
        </p:nvGrpSpPr>
        <p:grpSpPr>
          <a:xfrm>
            <a:off x="1452030" y="4915650"/>
            <a:ext cx="325440" cy="187560"/>
            <a:chOff x="1452030" y="4915650"/>
            <a:chExt cx="32544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1717BC1-D6E9-F57A-9410-1ED1ADA107E2}"/>
                    </a:ext>
                  </a:extLst>
                </p14:cNvPr>
                <p14:cNvContentPartPr/>
                <p14:nvPr/>
              </p14:nvContentPartPr>
              <p14:xfrm>
                <a:off x="1452030" y="4970010"/>
                <a:ext cx="322920" cy="64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1717BC1-D6E9-F57A-9410-1ED1ADA107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43390" y="4961010"/>
                  <a:ext cx="340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28B1AA4-1AB5-5CD9-2D22-47BBB87105E2}"/>
                    </a:ext>
                  </a:extLst>
                </p14:cNvPr>
                <p14:cNvContentPartPr/>
                <p14:nvPr/>
              </p14:nvContentPartPr>
              <p14:xfrm>
                <a:off x="1703670" y="4915650"/>
                <a:ext cx="73800" cy="18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28B1AA4-1AB5-5CD9-2D22-47BBB87105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94670" y="4907010"/>
                  <a:ext cx="914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4DC9943-4A5A-0B96-EB50-9C955DFDF95B}"/>
              </a:ext>
            </a:extLst>
          </p:cNvPr>
          <p:cNvGrpSpPr/>
          <p:nvPr/>
        </p:nvGrpSpPr>
        <p:grpSpPr>
          <a:xfrm>
            <a:off x="2093190" y="4794330"/>
            <a:ext cx="891000" cy="353160"/>
            <a:chOff x="2093190" y="4794330"/>
            <a:chExt cx="8910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E7A493-557D-2A96-611F-C6F2B94194A2}"/>
                    </a:ext>
                  </a:extLst>
                </p14:cNvPr>
                <p14:cNvContentPartPr/>
                <p14:nvPr/>
              </p14:nvContentPartPr>
              <p14:xfrm>
                <a:off x="2093190" y="4794330"/>
                <a:ext cx="263160" cy="353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E7A493-557D-2A96-611F-C6F2B94194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84190" y="4785330"/>
                  <a:ext cx="2808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8DC4F7A-2EEE-FDF0-B781-E5A733747677}"/>
                    </a:ext>
                  </a:extLst>
                </p14:cNvPr>
                <p14:cNvContentPartPr/>
                <p14:nvPr/>
              </p14:nvContentPartPr>
              <p14:xfrm>
                <a:off x="2506110" y="4888650"/>
                <a:ext cx="99000" cy="19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8DC4F7A-2EEE-FDF0-B781-E5A7337476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97110" y="4880010"/>
                  <a:ext cx="116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A5D8958-BB53-62FF-2260-D54E32C0A45B}"/>
                    </a:ext>
                  </a:extLst>
                </p14:cNvPr>
                <p14:cNvContentPartPr/>
                <p14:nvPr/>
              </p14:nvContentPartPr>
              <p14:xfrm>
                <a:off x="2501430" y="4908090"/>
                <a:ext cx="92880" cy="87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A5D8958-BB53-62FF-2260-D54E32C0A45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92430" y="4899450"/>
                  <a:ext cx="110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7AA79A-E08B-A11F-2491-9861A0812113}"/>
                    </a:ext>
                  </a:extLst>
                </p14:cNvPr>
                <p14:cNvContentPartPr/>
                <p14:nvPr/>
              </p14:nvContentPartPr>
              <p14:xfrm>
                <a:off x="2775390" y="4807290"/>
                <a:ext cx="208800" cy="263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7AA79A-E08B-A11F-2491-9861A081211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66390" y="4798650"/>
                  <a:ext cx="22644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F80C175-930D-EAB1-84BB-CD817866BB8B}"/>
              </a:ext>
            </a:extLst>
          </p:cNvPr>
          <p:cNvGrpSpPr/>
          <p:nvPr/>
        </p:nvGrpSpPr>
        <p:grpSpPr>
          <a:xfrm>
            <a:off x="1943070" y="5282490"/>
            <a:ext cx="466920" cy="325440"/>
            <a:chOff x="1943070" y="5282490"/>
            <a:chExt cx="4669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657CDB5-E0DD-6DA6-6748-29CA3DF31076}"/>
                    </a:ext>
                  </a:extLst>
                </p14:cNvPr>
                <p14:cNvContentPartPr/>
                <p14:nvPr/>
              </p14:nvContentPartPr>
              <p14:xfrm>
                <a:off x="1943070" y="5282490"/>
                <a:ext cx="190440" cy="325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657CDB5-E0DD-6DA6-6748-29CA3DF3107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34070" y="5273490"/>
                  <a:ext cx="2080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8C3760-2BE3-2B6A-7D92-46CF5A147D93}"/>
                    </a:ext>
                  </a:extLst>
                </p14:cNvPr>
                <p14:cNvContentPartPr/>
                <p14:nvPr/>
              </p14:nvContentPartPr>
              <p14:xfrm>
                <a:off x="2186070" y="5432250"/>
                <a:ext cx="95400" cy="17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8C3760-2BE3-2B6A-7D92-46CF5A147D9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77430" y="5423250"/>
                  <a:ext cx="11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CFA13AA-85C7-8CC9-6E67-3022AF262492}"/>
                    </a:ext>
                  </a:extLst>
                </p14:cNvPr>
                <p14:cNvContentPartPr/>
                <p14:nvPr/>
              </p14:nvContentPartPr>
              <p14:xfrm>
                <a:off x="2366430" y="5337930"/>
                <a:ext cx="43560" cy="257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CFA13AA-85C7-8CC9-6E67-3022AF26249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57790" y="5329290"/>
                  <a:ext cx="6120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77EBCA2-B082-7C3F-CAC1-E4A227E3375D}"/>
              </a:ext>
            </a:extLst>
          </p:cNvPr>
          <p:cNvGrpSpPr/>
          <p:nvPr/>
        </p:nvGrpSpPr>
        <p:grpSpPr>
          <a:xfrm>
            <a:off x="2629950" y="5439810"/>
            <a:ext cx="110880" cy="93600"/>
            <a:chOff x="2629950" y="5439810"/>
            <a:chExt cx="110880" cy="9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E2F1BE7-729D-A103-6295-7E41B193EB87}"/>
                    </a:ext>
                  </a:extLst>
                </p14:cNvPr>
                <p14:cNvContentPartPr/>
                <p14:nvPr/>
              </p14:nvContentPartPr>
              <p14:xfrm>
                <a:off x="2629950" y="5439810"/>
                <a:ext cx="110880" cy="5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E2F1BE7-729D-A103-6295-7E41B193EB8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21310" y="5430810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B4E6083-9F37-0288-F551-E176AA20B6F0}"/>
                    </a:ext>
                  </a:extLst>
                </p14:cNvPr>
                <p14:cNvContentPartPr/>
                <p14:nvPr/>
              </p14:nvContentPartPr>
              <p14:xfrm>
                <a:off x="2629950" y="5439810"/>
                <a:ext cx="96480" cy="93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B4E6083-9F37-0288-F551-E176AA20B6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21310" y="5430810"/>
                  <a:ext cx="11412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4837AAE-E584-4A69-53E1-21B68D4DF57C}"/>
                  </a:ext>
                </a:extLst>
              </p14:cNvPr>
              <p14:cNvContentPartPr/>
              <p14:nvPr/>
            </p14:nvContentPartPr>
            <p14:xfrm>
              <a:off x="2929470" y="5357370"/>
              <a:ext cx="80280" cy="2851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4837AAE-E584-4A69-53E1-21B68D4DF57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920830" y="5348730"/>
                <a:ext cx="979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F01E3E3-26F5-5334-32A9-172F3CF53D6B}"/>
                  </a:ext>
                </a:extLst>
              </p14:cNvPr>
              <p14:cNvContentPartPr/>
              <p14:nvPr/>
            </p14:nvContentPartPr>
            <p14:xfrm>
              <a:off x="3219630" y="5575170"/>
              <a:ext cx="3960" cy="25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F01E3E3-26F5-5334-32A9-172F3CF53D6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210630" y="5566170"/>
                <a:ext cx="216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969584-8695-AECF-DCFE-40FFCC613E35}"/>
                  </a:ext>
                </a:extLst>
              </p14:cNvPr>
              <p14:cNvContentPartPr/>
              <p14:nvPr/>
            </p14:nvContentPartPr>
            <p14:xfrm>
              <a:off x="4022430" y="41250"/>
              <a:ext cx="308160" cy="68140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969584-8695-AECF-DCFE-40FFCC613E3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013790" y="32610"/>
                <a:ext cx="325800" cy="683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3D089B2-8C64-8A67-0317-13318C7EE815}"/>
              </a:ext>
            </a:extLst>
          </p:cNvPr>
          <p:cNvGrpSpPr/>
          <p:nvPr/>
        </p:nvGrpSpPr>
        <p:grpSpPr>
          <a:xfrm>
            <a:off x="5847270" y="356250"/>
            <a:ext cx="138600" cy="68760"/>
            <a:chOff x="5847270" y="356250"/>
            <a:chExt cx="138600" cy="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1BE55CD-5060-4CEA-A41C-8EB748019622}"/>
                    </a:ext>
                  </a:extLst>
                </p14:cNvPr>
                <p14:cNvContentPartPr/>
                <p14:nvPr/>
              </p14:nvContentPartPr>
              <p14:xfrm>
                <a:off x="5847270" y="356250"/>
                <a:ext cx="114480" cy="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1BE55CD-5060-4CEA-A41C-8EB7480196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38270" y="347610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CF3C1BA-CF1C-51E3-69D6-51BB8F085656}"/>
                    </a:ext>
                  </a:extLst>
                </p14:cNvPr>
                <p14:cNvContentPartPr/>
                <p14:nvPr/>
              </p14:nvContentPartPr>
              <p14:xfrm>
                <a:off x="5848350" y="413850"/>
                <a:ext cx="137520" cy="11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CF3C1BA-CF1C-51E3-69D6-51BB8F08565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39350" y="404850"/>
                  <a:ext cx="15516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7E33771-09C3-BE78-162D-5E7F5735689D}"/>
              </a:ext>
            </a:extLst>
          </p:cNvPr>
          <p:cNvGrpSpPr/>
          <p:nvPr/>
        </p:nvGrpSpPr>
        <p:grpSpPr>
          <a:xfrm>
            <a:off x="6223470" y="176970"/>
            <a:ext cx="768240" cy="564840"/>
            <a:chOff x="6223470" y="176970"/>
            <a:chExt cx="76824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BC3ACAA-FB98-6098-71D0-A624320FAD8D}"/>
                    </a:ext>
                  </a:extLst>
                </p14:cNvPr>
                <p14:cNvContentPartPr/>
                <p14:nvPr/>
              </p14:nvContentPartPr>
              <p14:xfrm>
                <a:off x="6223470" y="176970"/>
                <a:ext cx="182520" cy="38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BC3ACAA-FB98-6098-71D0-A624320FAD8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14470" y="168330"/>
                  <a:ext cx="2001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C8A3BF2-2F78-1A9B-EE25-271DE891F89B}"/>
                    </a:ext>
                  </a:extLst>
                </p14:cNvPr>
                <p14:cNvContentPartPr/>
                <p14:nvPr/>
              </p14:nvContentPartPr>
              <p14:xfrm>
                <a:off x="6424350" y="220890"/>
                <a:ext cx="137520" cy="347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C8A3BF2-2F78-1A9B-EE25-271DE891F89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15710" y="211890"/>
                  <a:ext cx="1551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EEFE233-1134-9B5F-6E33-DE00D447E1B8}"/>
                    </a:ext>
                  </a:extLst>
                </p14:cNvPr>
                <p14:cNvContentPartPr/>
                <p14:nvPr/>
              </p14:nvContentPartPr>
              <p14:xfrm>
                <a:off x="6601470" y="216570"/>
                <a:ext cx="121680" cy="246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EEFE233-1134-9B5F-6E33-DE00D447E1B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92470" y="207930"/>
                  <a:ext cx="139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FDEFDE5-9954-7D7D-3D8E-F72C55AEEAAE}"/>
                    </a:ext>
                  </a:extLst>
                </p14:cNvPr>
                <p14:cNvContentPartPr/>
                <p14:nvPr/>
              </p14:nvContentPartPr>
              <p14:xfrm>
                <a:off x="6703710" y="210090"/>
                <a:ext cx="123120" cy="20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FDEFDE5-9954-7D7D-3D8E-F72C55AEEA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94710" y="201450"/>
                  <a:ext cx="140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EEBFF1C-591A-CD01-3818-3EFA5C834D46}"/>
                    </a:ext>
                  </a:extLst>
                </p14:cNvPr>
                <p14:cNvContentPartPr/>
                <p14:nvPr/>
              </p14:nvContentPartPr>
              <p14:xfrm>
                <a:off x="6791550" y="475410"/>
                <a:ext cx="15840" cy="259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EEBFF1C-591A-CD01-3818-3EFA5C834D4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82550" y="466770"/>
                  <a:ext cx="33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56A306F-E0B1-22AD-9F29-A4E9D7BB91AF}"/>
                    </a:ext>
                  </a:extLst>
                </p14:cNvPr>
                <p14:cNvContentPartPr/>
                <p14:nvPr/>
              </p14:nvContentPartPr>
              <p14:xfrm>
                <a:off x="6882270" y="502410"/>
                <a:ext cx="109440" cy="239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56A306F-E0B1-22AD-9F29-A4E9D7BB91A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873630" y="493770"/>
                  <a:ext cx="12708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1F8552A-F19B-BDBC-EB16-A17837668C8D}"/>
              </a:ext>
            </a:extLst>
          </p:cNvPr>
          <p:cNvGrpSpPr/>
          <p:nvPr/>
        </p:nvGrpSpPr>
        <p:grpSpPr>
          <a:xfrm>
            <a:off x="7320750" y="240330"/>
            <a:ext cx="287640" cy="211320"/>
            <a:chOff x="7320750" y="240330"/>
            <a:chExt cx="28764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BFA3B38-145F-54D6-59E8-29E8379CE782}"/>
                    </a:ext>
                  </a:extLst>
                </p14:cNvPr>
                <p14:cNvContentPartPr/>
                <p14:nvPr/>
              </p14:nvContentPartPr>
              <p14:xfrm>
                <a:off x="7320750" y="323850"/>
                <a:ext cx="268200" cy="23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BFA3B38-145F-54D6-59E8-29E8379CE7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12110" y="315210"/>
                  <a:ext cx="285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E94BA97-F20D-CF70-CB3D-14BCB2DF7898}"/>
                    </a:ext>
                  </a:extLst>
                </p14:cNvPr>
                <p14:cNvContentPartPr/>
                <p14:nvPr/>
              </p14:nvContentPartPr>
              <p14:xfrm>
                <a:off x="7500030" y="240330"/>
                <a:ext cx="108360" cy="211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E94BA97-F20D-CF70-CB3D-14BCB2DF789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491390" y="231690"/>
                  <a:ext cx="1260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D6BAFBC-FD9B-E200-30DC-F18C01461A91}"/>
              </a:ext>
            </a:extLst>
          </p:cNvPr>
          <p:cNvGrpSpPr/>
          <p:nvPr/>
        </p:nvGrpSpPr>
        <p:grpSpPr>
          <a:xfrm>
            <a:off x="7826910" y="138450"/>
            <a:ext cx="938880" cy="476280"/>
            <a:chOff x="7826910" y="138450"/>
            <a:chExt cx="93888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8E7A3A9-9CF0-A8B2-7A2B-8310B67A505E}"/>
                    </a:ext>
                  </a:extLst>
                </p14:cNvPr>
                <p14:cNvContentPartPr/>
                <p14:nvPr/>
              </p14:nvContentPartPr>
              <p14:xfrm>
                <a:off x="8045070" y="160410"/>
                <a:ext cx="56880" cy="341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8E7A3A9-9CF0-A8B2-7A2B-8310B67A505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36430" y="151410"/>
                  <a:ext cx="74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32F689E-E1CB-41EB-907B-8F57F46579EB}"/>
                    </a:ext>
                  </a:extLst>
                </p14:cNvPr>
                <p14:cNvContentPartPr/>
                <p14:nvPr/>
              </p14:nvContentPartPr>
              <p14:xfrm>
                <a:off x="8066670" y="138450"/>
                <a:ext cx="200160" cy="374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32F689E-E1CB-41EB-907B-8F57F46579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58030" y="129450"/>
                  <a:ext cx="2178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C1BD931-4EBC-D1DE-E435-04D69015A551}"/>
                    </a:ext>
                  </a:extLst>
                </p14:cNvPr>
                <p14:cNvContentPartPr/>
                <p14:nvPr/>
              </p14:nvContentPartPr>
              <p14:xfrm>
                <a:off x="8386710" y="308730"/>
                <a:ext cx="337320" cy="25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C1BD931-4EBC-D1DE-E435-04D69015A55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78070" y="299730"/>
                  <a:ext cx="354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AA0FBB-CBB7-4E2B-4F12-459B3EA1EDFD}"/>
                    </a:ext>
                  </a:extLst>
                </p14:cNvPr>
                <p14:cNvContentPartPr/>
                <p14:nvPr/>
              </p14:nvContentPartPr>
              <p14:xfrm>
                <a:off x="8654910" y="228450"/>
                <a:ext cx="110880" cy="218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AA0FBB-CBB7-4E2B-4F12-459B3EA1EDF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46270" y="219810"/>
                  <a:ext cx="128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723DECC-41C1-0F9E-AAB9-ACE08CE84F9D}"/>
                    </a:ext>
                  </a:extLst>
                </p14:cNvPr>
                <p14:cNvContentPartPr/>
                <p14:nvPr/>
              </p14:nvContentPartPr>
              <p14:xfrm>
                <a:off x="7826910" y="322770"/>
                <a:ext cx="208800" cy="291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723DECC-41C1-0F9E-AAB9-ACE08CE84F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17910" y="313770"/>
                  <a:ext cx="22644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6C13D80-C762-4516-51A3-30365E4DDA27}"/>
              </a:ext>
            </a:extLst>
          </p:cNvPr>
          <p:cNvGrpSpPr/>
          <p:nvPr/>
        </p:nvGrpSpPr>
        <p:grpSpPr>
          <a:xfrm>
            <a:off x="9118230" y="131250"/>
            <a:ext cx="1243440" cy="519120"/>
            <a:chOff x="9118230" y="131250"/>
            <a:chExt cx="124344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052DF12-B242-E00F-9533-F9E0BC602EEF}"/>
                    </a:ext>
                  </a:extLst>
                </p14:cNvPr>
                <p14:cNvContentPartPr/>
                <p14:nvPr/>
              </p14:nvContentPartPr>
              <p14:xfrm>
                <a:off x="9118230" y="276330"/>
                <a:ext cx="30600" cy="352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052DF12-B242-E00F-9533-F9E0BC602EE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109230" y="267330"/>
                  <a:ext cx="482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A394887-5C23-171C-4C42-D8F4D0D3199B}"/>
                    </a:ext>
                  </a:extLst>
                </p14:cNvPr>
                <p14:cNvContentPartPr/>
                <p14:nvPr/>
              </p14:nvContentPartPr>
              <p14:xfrm>
                <a:off x="9197430" y="322410"/>
                <a:ext cx="151560" cy="287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A394887-5C23-171C-4C42-D8F4D0D3199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188430" y="313770"/>
                  <a:ext cx="169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546A1D3-390B-10F1-9D70-C575D6E98D6E}"/>
                    </a:ext>
                  </a:extLst>
                </p14:cNvPr>
                <p14:cNvContentPartPr/>
                <p14:nvPr/>
              </p14:nvContentPartPr>
              <p14:xfrm>
                <a:off x="9420270" y="131250"/>
                <a:ext cx="111600" cy="271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546A1D3-390B-10F1-9D70-C575D6E98D6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11270" y="122610"/>
                  <a:ext cx="129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33FB2FE-C31E-9F13-FB90-A8040C84B8A2}"/>
                    </a:ext>
                  </a:extLst>
                </p14:cNvPr>
                <p14:cNvContentPartPr/>
                <p14:nvPr/>
              </p14:nvContentPartPr>
              <p14:xfrm>
                <a:off x="9605670" y="400890"/>
                <a:ext cx="114120" cy="5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33FB2FE-C31E-9F13-FB90-A8040C84B8A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97030" y="391890"/>
                  <a:ext cx="131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3338CCB-4666-FEA6-DEC4-1B133DB32E3E}"/>
                    </a:ext>
                  </a:extLst>
                </p14:cNvPr>
                <p14:cNvContentPartPr/>
                <p14:nvPr/>
              </p14:nvContentPartPr>
              <p14:xfrm>
                <a:off x="9772350" y="271650"/>
                <a:ext cx="136800" cy="354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3338CCB-4666-FEA6-DEC4-1B133DB32E3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63350" y="263010"/>
                  <a:ext cx="1544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EB0287A-D0FB-2775-B3AB-62919890276C}"/>
                    </a:ext>
                  </a:extLst>
                </p14:cNvPr>
                <p14:cNvContentPartPr/>
                <p14:nvPr/>
              </p14:nvContentPartPr>
              <p14:xfrm>
                <a:off x="9967470" y="341130"/>
                <a:ext cx="128160" cy="309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EB0287A-D0FB-2775-B3AB-62919890276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58470" y="332130"/>
                  <a:ext cx="145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53CB537-8B14-711E-2CA0-F473C6AFE4D7}"/>
                    </a:ext>
                  </a:extLst>
                </p14:cNvPr>
                <p14:cNvContentPartPr/>
                <p14:nvPr/>
              </p14:nvContentPartPr>
              <p14:xfrm>
                <a:off x="10143150" y="360570"/>
                <a:ext cx="125640" cy="250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53CB537-8B14-711E-2CA0-F473C6AFE4D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34510" y="351930"/>
                  <a:ext cx="1432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79EA3BB-C426-CF5D-4F02-5907C58E5831}"/>
                    </a:ext>
                  </a:extLst>
                </p14:cNvPr>
                <p14:cNvContentPartPr/>
                <p14:nvPr/>
              </p14:nvContentPartPr>
              <p14:xfrm>
                <a:off x="10270950" y="360570"/>
                <a:ext cx="90720" cy="38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79EA3BB-C426-CF5D-4F02-5907C58E583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61950" y="351930"/>
                  <a:ext cx="1083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1AB4D1A-BBDE-C452-5337-99466DC80774}"/>
              </a:ext>
            </a:extLst>
          </p:cNvPr>
          <p:cNvGrpSpPr/>
          <p:nvPr/>
        </p:nvGrpSpPr>
        <p:grpSpPr>
          <a:xfrm>
            <a:off x="10551030" y="348690"/>
            <a:ext cx="856080" cy="403920"/>
            <a:chOff x="10551030" y="348690"/>
            <a:chExt cx="856080" cy="4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988B3FA-4FE9-9FBE-B70B-5572AACF7141}"/>
                    </a:ext>
                  </a:extLst>
                </p14:cNvPr>
                <p14:cNvContentPartPr/>
                <p14:nvPr/>
              </p14:nvContentPartPr>
              <p14:xfrm>
                <a:off x="10551030" y="461370"/>
                <a:ext cx="120600" cy="3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988B3FA-4FE9-9FBE-B70B-5572AACF714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42390" y="452370"/>
                  <a:ext cx="138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A3B1CD8-BD8F-D626-0A57-EFB1BC4E6FFE}"/>
                    </a:ext>
                  </a:extLst>
                </p14:cNvPr>
                <p14:cNvContentPartPr/>
                <p14:nvPr/>
              </p14:nvContentPartPr>
              <p14:xfrm>
                <a:off x="10565430" y="562170"/>
                <a:ext cx="143640" cy="12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A3B1CD8-BD8F-D626-0A57-EFB1BC4E6FF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56790" y="553170"/>
                  <a:ext cx="161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B11C409-3446-06D7-A863-60B30AAE4228}"/>
                    </a:ext>
                  </a:extLst>
                </p14:cNvPr>
                <p14:cNvContentPartPr/>
                <p14:nvPr/>
              </p14:nvContentPartPr>
              <p14:xfrm>
                <a:off x="10873590" y="348690"/>
                <a:ext cx="35280" cy="320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B11C409-3446-06D7-A863-60B30AAE422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64590" y="340050"/>
                  <a:ext cx="52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F14973D-EF28-B69D-4893-CF8CFA489382}"/>
                    </a:ext>
                  </a:extLst>
                </p14:cNvPr>
                <p14:cNvContentPartPr/>
                <p14:nvPr/>
              </p14:nvContentPartPr>
              <p14:xfrm>
                <a:off x="11005710" y="373530"/>
                <a:ext cx="130320" cy="315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F14973D-EF28-B69D-4893-CF8CFA48938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96710" y="364890"/>
                  <a:ext cx="1479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AC389E6-0CEE-C159-97AF-3085795C9E7F}"/>
                    </a:ext>
                  </a:extLst>
                </p14:cNvPr>
                <p14:cNvContentPartPr/>
                <p14:nvPr/>
              </p14:nvContentPartPr>
              <p14:xfrm>
                <a:off x="11269950" y="395850"/>
                <a:ext cx="100800" cy="14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AC389E6-0CEE-C159-97AF-3085795C9E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260950" y="387210"/>
                  <a:ext cx="118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67D3E3D-04F8-C808-0211-58E2F169A3DC}"/>
                    </a:ext>
                  </a:extLst>
                </p14:cNvPr>
                <p14:cNvContentPartPr/>
                <p14:nvPr/>
              </p14:nvContentPartPr>
              <p14:xfrm>
                <a:off x="11242590" y="404130"/>
                <a:ext cx="164520" cy="348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67D3E3D-04F8-C808-0211-58E2F169A3D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233950" y="395130"/>
                  <a:ext cx="18216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0C75442-FC2E-557A-2837-0FBC6A78B6E4}"/>
              </a:ext>
            </a:extLst>
          </p:cNvPr>
          <p:cNvGrpSpPr/>
          <p:nvPr/>
        </p:nvGrpSpPr>
        <p:grpSpPr>
          <a:xfrm>
            <a:off x="7704510" y="763410"/>
            <a:ext cx="1201320" cy="599400"/>
            <a:chOff x="7704510" y="763410"/>
            <a:chExt cx="120132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60DB887-E3B0-DE8F-2D3C-26689655F3CD}"/>
                    </a:ext>
                  </a:extLst>
                </p14:cNvPr>
                <p14:cNvContentPartPr/>
                <p14:nvPr/>
              </p14:nvContentPartPr>
              <p14:xfrm>
                <a:off x="7841670" y="918210"/>
                <a:ext cx="20880" cy="16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60DB887-E3B0-DE8F-2D3C-26689655F3C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33030" y="909570"/>
                  <a:ext cx="3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35D2812-7F5C-7E84-FBF3-165BC32E3EAE}"/>
                    </a:ext>
                  </a:extLst>
                </p14:cNvPr>
                <p14:cNvContentPartPr/>
                <p14:nvPr/>
              </p14:nvContentPartPr>
              <p14:xfrm>
                <a:off x="7704510" y="918210"/>
                <a:ext cx="217080" cy="352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35D2812-7F5C-7E84-FBF3-165BC32E3EA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695510" y="909570"/>
                  <a:ext cx="2347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8109615-97AA-344D-42D1-32C87CA2B70D}"/>
                    </a:ext>
                  </a:extLst>
                </p14:cNvPr>
                <p14:cNvContentPartPr/>
                <p14:nvPr/>
              </p14:nvContentPartPr>
              <p14:xfrm>
                <a:off x="7991070" y="763410"/>
                <a:ext cx="133920" cy="266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8109615-97AA-344D-42D1-32C87CA2B70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82070" y="754770"/>
                  <a:ext cx="151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3A41982-A986-2190-5FEF-5418D0A69F4C}"/>
                    </a:ext>
                  </a:extLst>
                </p14:cNvPr>
                <p14:cNvContentPartPr/>
                <p14:nvPr/>
              </p14:nvContentPartPr>
              <p14:xfrm>
                <a:off x="8202750" y="876090"/>
                <a:ext cx="72720" cy="5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3A41982-A986-2190-5FEF-5418D0A69F4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93750" y="867090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1C8AC25-23B6-6E83-2176-456FAAFF26F7}"/>
                    </a:ext>
                  </a:extLst>
                </p14:cNvPr>
                <p14:cNvContentPartPr/>
                <p14:nvPr/>
              </p14:nvContentPartPr>
              <p14:xfrm>
                <a:off x="8322990" y="769890"/>
                <a:ext cx="11160" cy="2268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1C8AC25-23B6-6E83-2176-456FAAFF26F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14350" y="761250"/>
                  <a:ext cx="28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FEB0404-DE29-4BBA-0794-CE72ABAB8810}"/>
                    </a:ext>
                  </a:extLst>
                </p14:cNvPr>
                <p14:cNvContentPartPr/>
                <p14:nvPr/>
              </p14:nvContentPartPr>
              <p14:xfrm>
                <a:off x="8470590" y="1115490"/>
                <a:ext cx="435240" cy="247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FEB0404-DE29-4BBA-0794-CE72ABAB881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61590" y="1106490"/>
                  <a:ext cx="4528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F1A1817-18F6-262B-8920-E888F8BDE0BF}"/>
              </a:ext>
            </a:extLst>
          </p:cNvPr>
          <p:cNvGrpSpPr/>
          <p:nvPr/>
        </p:nvGrpSpPr>
        <p:grpSpPr>
          <a:xfrm>
            <a:off x="9339630" y="886890"/>
            <a:ext cx="1680840" cy="446400"/>
            <a:chOff x="9339630" y="886890"/>
            <a:chExt cx="168084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9C7583D-3867-0458-E2F7-4CB55E49C71A}"/>
                    </a:ext>
                  </a:extLst>
                </p14:cNvPr>
                <p14:cNvContentPartPr/>
                <p14:nvPr/>
              </p14:nvContentPartPr>
              <p14:xfrm>
                <a:off x="9339630" y="1057530"/>
                <a:ext cx="27000" cy="241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9C7583D-3867-0458-E2F7-4CB55E49C71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330630" y="1048890"/>
                  <a:ext cx="44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36BBE2A-7689-4F13-4F3A-2DBDA1BFA883}"/>
                    </a:ext>
                  </a:extLst>
                </p14:cNvPr>
                <p14:cNvContentPartPr/>
                <p14:nvPr/>
              </p14:nvContentPartPr>
              <p14:xfrm>
                <a:off x="9453750" y="1042410"/>
                <a:ext cx="145080" cy="270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36BBE2A-7689-4F13-4F3A-2DBDA1BFA88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445110" y="1033770"/>
                  <a:ext cx="1627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0781FF7-42C0-2F78-8A82-917319DC096C}"/>
                    </a:ext>
                  </a:extLst>
                </p14:cNvPr>
                <p14:cNvContentPartPr/>
                <p14:nvPr/>
              </p14:nvContentPartPr>
              <p14:xfrm>
                <a:off x="9695670" y="886890"/>
                <a:ext cx="75960" cy="228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0781FF7-42C0-2F78-8A82-917319DC096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87030" y="877890"/>
                  <a:ext cx="93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EA88C59-0487-14A2-8A2C-E064E178C298}"/>
                    </a:ext>
                  </a:extLst>
                </p14:cNvPr>
                <p14:cNvContentPartPr/>
                <p14:nvPr/>
              </p14:nvContentPartPr>
              <p14:xfrm>
                <a:off x="9853350" y="1158690"/>
                <a:ext cx="119520" cy="11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EA88C59-0487-14A2-8A2C-E064E178C29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844350" y="1149690"/>
                  <a:ext cx="137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63EC157-1A25-ACE7-707E-F250577A6D31}"/>
                    </a:ext>
                  </a:extLst>
                </p14:cNvPr>
                <p14:cNvContentPartPr/>
                <p14:nvPr/>
              </p14:nvContentPartPr>
              <p14:xfrm>
                <a:off x="10061430" y="945210"/>
                <a:ext cx="118080" cy="325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63EC157-1A25-ACE7-707E-F250577A6D3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052790" y="936570"/>
                  <a:ext cx="135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F3F272A-6F87-C1C2-43A3-AE7785BF6E12}"/>
                    </a:ext>
                  </a:extLst>
                </p14:cNvPr>
                <p14:cNvContentPartPr/>
                <p14:nvPr/>
              </p14:nvContentPartPr>
              <p14:xfrm>
                <a:off x="10245750" y="1000290"/>
                <a:ext cx="120600" cy="282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F3F272A-6F87-C1C2-43A3-AE7785BF6E1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36750" y="991290"/>
                  <a:ext cx="138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253D82D-205E-CAD8-BD03-F7F2BC32D865}"/>
                    </a:ext>
                  </a:extLst>
                </p14:cNvPr>
                <p14:cNvContentPartPr/>
                <p14:nvPr/>
              </p14:nvContentPartPr>
              <p14:xfrm>
                <a:off x="10396950" y="1005690"/>
                <a:ext cx="118440" cy="262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253D82D-205E-CAD8-BD03-F7F2BC32D86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387950" y="996690"/>
                  <a:ext cx="136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9A2B2C7-72B6-FF8F-0048-4ACB761AB842}"/>
                    </a:ext>
                  </a:extLst>
                </p14:cNvPr>
                <p14:cNvContentPartPr/>
                <p14:nvPr/>
              </p14:nvContentPartPr>
              <p14:xfrm>
                <a:off x="10498110" y="1031970"/>
                <a:ext cx="88200" cy="56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9A2B2C7-72B6-FF8F-0048-4ACB761AB84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489470" y="1023330"/>
                  <a:ext cx="105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D80CD37-741E-9DD1-823A-BB5ABF55C56D}"/>
                    </a:ext>
                  </a:extLst>
                </p14:cNvPr>
                <p14:cNvContentPartPr/>
                <p14:nvPr/>
              </p14:nvContentPartPr>
              <p14:xfrm>
                <a:off x="10676310" y="1158690"/>
                <a:ext cx="110880" cy="24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D80CD37-741E-9DD1-823A-BB5ABF55C56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667310" y="1149690"/>
                  <a:ext cx="12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C78DAC3-578F-FFC4-7D5E-0E99B9DC0A58}"/>
                    </a:ext>
                  </a:extLst>
                </p14:cNvPr>
                <p14:cNvContentPartPr/>
                <p14:nvPr/>
              </p14:nvContentPartPr>
              <p14:xfrm>
                <a:off x="10914270" y="1046730"/>
                <a:ext cx="106200" cy="286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C78DAC3-578F-FFC4-7D5E-0E99B9DC0A5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05630" y="1038090"/>
                  <a:ext cx="12384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7510DFD-8025-6792-97C4-B2F79AB8BB98}"/>
              </a:ext>
            </a:extLst>
          </p:cNvPr>
          <p:cNvGrpSpPr/>
          <p:nvPr/>
        </p:nvGrpSpPr>
        <p:grpSpPr>
          <a:xfrm>
            <a:off x="11256270" y="1109010"/>
            <a:ext cx="122760" cy="96480"/>
            <a:chOff x="11256270" y="1109010"/>
            <a:chExt cx="12276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7350D21-C9F9-BD12-40D8-0D5ECE614ADA}"/>
                    </a:ext>
                  </a:extLst>
                </p14:cNvPr>
                <p14:cNvContentPartPr/>
                <p14:nvPr/>
              </p14:nvContentPartPr>
              <p14:xfrm>
                <a:off x="11256270" y="1196490"/>
                <a:ext cx="100080" cy="9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7350D21-C9F9-BD12-40D8-0D5ECE614AD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47270" y="1187850"/>
                  <a:ext cx="117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C12CB19-195E-659E-E1A1-57A294FDE9FE}"/>
                    </a:ext>
                  </a:extLst>
                </p14:cNvPr>
                <p14:cNvContentPartPr/>
                <p14:nvPr/>
              </p14:nvContentPartPr>
              <p14:xfrm>
                <a:off x="11262030" y="1109010"/>
                <a:ext cx="117000" cy="24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C12CB19-195E-659E-E1A1-57A294FDE9F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53390" y="1100010"/>
                  <a:ext cx="13464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12CA207-4CA7-B44B-08F0-736B3FFCE32C}"/>
              </a:ext>
            </a:extLst>
          </p:cNvPr>
          <p:cNvGrpSpPr/>
          <p:nvPr/>
        </p:nvGrpSpPr>
        <p:grpSpPr>
          <a:xfrm>
            <a:off x="11591790" y="1006770"/>
            <a:ext cx="474480" cy="344880"/>
            <a:chOff x="11591790" y="1006770"/>
            <a:chExt cx="47448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EA8497-6F12-3615-1BA7-1B001D5B8246}"/>
                    </a:ext>
                  </a:extLst>
                </p14:cNvPr>
                <p14:cNvContentPartPr/>
                <p14:nvPr/>
              </p14:nvContentPartPr>
              <p14:xfrm>
                <a:off x="11591790" y="1006770"/>
                <a:ext cx="8640" cy="253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EA8497-6F12-3615-1BA7-1B001D5B824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582790" y="998130"/>
                  <a:ext cx="26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7144218-ADE4-410D-072F-5A644543DCAA}"/>
                    </a:ext>
                  </a:extLst>
                </p14:cNvPr>
                <p14:cNvContentPartPr/>
                <p14:nvPr/>
              </p14:nvContentPartPr>
              <p14:xfrm>
                <a:off x="11666310" y="1025130"/>
                <a:ext cx="117360" cy="239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7144218-ADE4-410D-072F-5A644543DC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657310" y="1016490"/>
                  <a:ext cx="135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D6F7AA-D018-77AC-4AB1-9C535E0AFA98}"/>
                    </a:ext>
                  </a:extLst>
                </p14:cNvPr>
                <p14:cNvContentPartPr/>
                <p14:nvPr/>
              </p14:nvContentPartPr>
              <p14:xfrm>
                <a:off x="11789070" y="1010370"/>
                <a:ext cx="165240" cy="196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D6F7AA-D018-77AC-4AB1-9C535E0AFA9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780070" y="1001370"/>
                  <a:ext cx="182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E1C1184-6ECB-3F81-8726-C5BF2CFB3563}"/>
                    </a:ext>
                  </a:extLst>
                </p14:cNvPr>
                <p14:cNvContentPartPr/>
                <p14:nvPr/>
              </p14:nvContentPartPr>
              <p14:xfrm>
                <a:off x="11921550" y="1022250"/>
                <a:ext cx="11880" cy="266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E1C1184-6ECB-3F81-8726-C5BF2CFB356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912550" y="1013250"/>
                  <a:ext cx="29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7E92220-D571-AFAD-2FBC-E200C4FEBBDC}"/>
                    </a:ext>
                  </a:extLst>
                </p14:cNvPr>
                <p14:cNvContentPartPr/>
                <p14:nvPr/>
              </p14:nvContentPartPr>
              <p14:xfrm>
                <a:off x="12062310" y="1346970"/>
                <a:ext cx="3960" cy="4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7E92220-D571-AFAD-2FBC-E200C4FEBB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53310" y="1338330"/>
                  <a:ext cx="216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E392201-9FC1-E065-EC86-91770D834D07}"/>
              </a:ext>
            </a:extLst>
          </p:cNvPr>
          <p:cNvGrpSpPr/>
          <p:nvPr/>
        </p:nvGrpSpPr>
        <p:grpSpPr>
          <a:xfrm>
            <a:off x="4815870" y="169050"/>
            <a:ext cx="851040" cy="718560"/>
            <a:chOff x="4815870" y="169050"/>
            <a:chExt cx="851040" cy="71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802BC20-D149-BE07-B530-E41FD515474D}"/>
                    </a:ext>
                  </a:extLst>
                </p14:cNvPr>
                <p14:cNvContentPartPr/>
                <p14:nvPr/>
              </p14:nvContentPartPr>
              <p14:xfrm>
                <a:off x="4815870" y="179850"/>
                <a:ext cx="209880" cy="343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802BC20-D149-BE07-B530-E41FD515474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807230" y="171210"/>
                  <a:ext cx="2275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65EE561-CE9B-65B3-8B2C-465A17978ADF}"/>
                    </a:ext>
                  </a:extLst>
                </p14:cNvPr>
                <p14:cNvContentPartPr/>
                <p14:nvPr/>
              </p14:nvContentPartPr>
              <p14:xfrm>
                <a:off x="4910190" y="169050"/>
                <a:ext cx="165960" cy="718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65EE561-CE9B-65B3-8B2C-465A17978AD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901550" y="160050"/>
                  <a:ext cx="18360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02D4579-FB16-D439-63B3-9A3072D339A0}"/>
                    </a:ext>
                  </a:extLst>
                </p14:cNvPr>
                <p14:cNvContentPartPr/>
                <p14:nvPr/>
              </p14:nvContentPartPr>
              <p14:xfrm>
                <a:off x="5417430" y="228450"/>
                <a:ext cx="207360" cy="424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02D4579-FB16-D439-63B3-9A3072D339A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408790" y="219810"/>
                  <a:ext cx="2250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10E5778-F339-BDDF-81AC-617AD0948435}"/>
                    </a:ext>
                  </a:extLst>
                </p14:cNvPr>
                <p14:cNvContentPartPr/>
                <p14:nvPr/>
              </p14:nvContentPartPr>
              <p14:xfrm>
                <a:off x="5377830" y="193530"/>
                <a:ext cx="289080" cy="378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10E5778-F339-BDDF-81AC-617AD094843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369190" y="184530"/>
                  <a:ext cx="3067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78ECDDD-E638-F3AC-AF23-4F916D552CAD}"/>
                    </a:ext>
                  </a:extLst>
                </p14:cNvPr>
                <p14:cNvContentPartPr/>
                <p14:nvPr/>
              </p14:nvContentPartPr>
              <p14:xfrm>
                <a:off x="5158950" y="438690"/>
                <a:ext cx="2880" cy="2070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78ECDDD-E638-F3AC-AF23-4F916D552CA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149950" y="429690"/>
                  <a:ext cx="20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011534A-B349-2693-DAC3-8A2106FE0290}"/>
                    </a:ext>
                  </a:extLst>
                </p14:cNvPr>
                <p14:cNvContentPartPr/>
                <p14:nvPr/>
              </p14:nvContentPartPr>
              <p14:xfrm>
                <a:off x="5081550" y="363810"/>
                <a:ext cx="171360" cy="362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011534A-B349-2693-DAC3-8A2106FE029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072910" y="355170"/>
                  <a:ext cx="18900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BFFE3E6-5587-6508-2821-E6F599A69726}"/>
              </a:ext>
            </a:extLst>
          </p:cNvPr>
          <p:cNvGrpSpPr/>
          <p:nvPr/>
        </p:nvGrpSpPr>
        <p:grpSpPr>
          <a:xfrm>
            <a:off x="4480350" y="1987770"/>
            <a:ext cx="314640" cy="492840"/>
            <a:chOff x="4480350" y="1987770"/>
            <a:chExt cx="31464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D216ADB-C325-2862-2F21-02457137322A}"/>
                    </a:ext>
                  </a:extLst>
                </p14:cNvPr>
                <p14:cNvContentPartPr/>
                <p14:nvPr/>
              </p14:nvContentPartPr>
              <p14:xfrm>
                <a:off x="4538670" y="2151570"/>
                <a:ext cx="122760" cy="2124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D216ADB-C325-2862-2F21-02457137322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530030" y="2142570"/>
                  <a:ext cx="1404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5B84D44-E628-E014-083A-B3FB55D10390}"/>
                    </a:ext>
                  </a:extLst>
                </p14:cNvPr>
                <p14:cNvContentPartPr/>
                <p14:nvPr/>
              </p14:nvContentPartPr>
              <p14:xfrm>
                <a:off x="4480350" y="1987770"/>
                <a:ext cx="314640" cy="492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5B84D44-E628-E014-083A-B3FB55D1039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471350" y="1979130"/>
                  <a:ext cx="332280" cy="51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17C513E-3D87-885B-0A4B-C1809DB491D6}"/>
              </a:ext>
            </a:extLst>
          </p:cNvPr>
          <p:cNvGrpSpPr/>
          <p:nvPr/>
        </p:nvGrpSpPr>
        <p:grpSpPr>
          <a:xfrm>
            <a:off x="5155350" y="2014050"/>
            <a:ext cx="302400" cy="389160"/>
            <a:chOff x="5155350" y="2014050"/>
            <a:chExt cx="30240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3CF3A99-868C-672D-AD6A-48204D29F5BD}"/>
                    </a:ext>
                  </a:extLst>
                </p14:cNvPr>
                <p14:cNvContentPartPr/>
                <p14:nvPr/>
              </p14:nvContentPartPr>
              <p14:xfrm>
                <a:off x="5155350" y="2023770"/>
                <a:ext cx="245880" cy="379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3CF3A99-868C-672D-AD6A-48204D29F5B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146350" y="2014770"/>
                  <a:ext cx="2635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B1087D3-868E-412F-C2C7-11960E6180F6}"/>
                    </a:ext>
                  </a:extLst>
                </p14:cNvPr>
                <p14:cNvContentPartPr/>
                <p14:nvPr/>
              </p14:nvContentPartPr>
              <p14:xfrm>
                <a:off x="5160030" y="2014050"/>
                <a:ext cx="297720" cy="387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B1087D3-868E-412F-C2C7-11960E6180F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151030" y="2005050"/>
                  <a:ext cx="315360" cy="40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CFEFD1A-B264-8DBD-489F-CF2567D55938}"/>
              </a:ext>
            </a:extLst>
          </p:cNvPr>
          <p:cNvGrpSpPr/>
          <p:nvPr/>
        </p:nvGrpSpPr>
        <p:grpSpPr>
          <a:xfrm>
            <a:off x="5716950" y="2176410"/>
            <a:ext cx="132120" cy="100080"/>
            <a:chOff x="5716950" y="2176410"/>
            <a:chExt cx="13212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32BDEFA-298E-85C7-61FF-C1C76BDC2D44}"/>
                    </a:ext>
                  </a:extLst>
                </p14:cNvPr>
                <p14:cNvContentPartPr/>
                <p14:nvPr/>
              </p14:nvContentPartPr>
              <p14:xfrm>
                <a:off x="5741070" y="2176410"/>
                <a:ext cx="108000" cy="1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32BDEFA-298E-85C7-61FF-C1C76BDC2D4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732430" y="2167410"/>
                  <a:ext cx="125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F8B911A-51FE-D982-EAB6-2ED87683EA9A}"/>
                    </a:ext>
                  </a:extLst>
                </p14:cNvPr>
                <p14:cNvContentPartPr/>
                <p14:nvPr/>
              </p14:nvContentPartPr>
              <p14:xfrm>
                <a:off x="5716950" y="2271810"/>
                <a:ext cx="117000" cy="4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F8B911A-51FE-D982-EAB6-2ED87683EA9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708310" y="2262810"/>
                  <a:ext cx="1346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1ADF9EF-D99D-92CA-120A-7C3026A4CF50}"/>
              </a:ext>
            </a:extLst>
          </p:cNvPr>
          <p:cNvGrpSpPr/>
          <p:nvPr/>
        </p:nvGrpSpPr>
        <p:grpSpPr>
          <a:xfrm>
            <a:off x="6147870" y="2057250"/>
            <a:ext cx="653400" cy="500760"/>
            <a:chOff x="6147870" y="2057250"/>
            <a:chExt cx="65340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A2F4374-7392-F885-F6E4-1DC27BEA867D}"/>
                    </a:ext>
                  </a:extLst>
                </p14:cNvPr>
                <p14:cNvContentPartPr/>
                <p14:nvPr/>
              </p14:nvContentPartPr>
              <p14:xfrm>
                <a:off x="6147870" y="2086410"/>
                <a:ext cx="8640" cy="2930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A2F4374-7392-F885-F6E4-1DC27BEA867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138870" y="2077410"/>
                  <a:ext cx="26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50F375D-AA39-4F19-CC62-5E107111318F}"/>
                    </a:ext>
                  </a:extLst>
                </p14:cNvPr>
                <p14:cNvContentPartPr/>
                <p14:nvPr/>
              </p14:nvContentPartPr>
              <p14:xfrm>
                <a:off x="6237870" y="2062290"/>
                <a:ext cx="164160" cy="273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50F375D-AA39-4F19-CC62-5E107111318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229230" y="2053290"/>
                  <a:ext cx="1818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B340C98-2BFB-5FAA-1A1C-3AC51CE1589D}"/>
                    </a:ext>
                  </a:extLst>
                </p14:cNvPr>
                <p14:cNvContentPartPr/>
                <p14:nvPr/>
              </p14:nvContentPartPr>
              <p14:xfrm>
                <a:off x="6489510" y="2057250"/>
                <a:ext cx="19800" cy="299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B340C98-2BFB-5FAA-1A1C-3AC51CE1589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480510" y="2048250"/>
                  <a:ext cx="37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C0A6A04-1B06-1A4D-A099-BCD0373F8085}"/>
                    </a:ext>
                  </a:extLst>
                </p14:cNvPr>
                <p14:cNvContentPartPr/>
                <p14:nvPr/>
              </p14:nvContentPartPr>
              <p14:xfrm>
                <a:off x="6615870" y="2067330"/>
                <a:ext cx="13680" cy="293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C0A6A04-1B06-1A4D-A099-BCD0373F808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606870" y="2058330"/>
                  <a:ext cx="31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73C521C-1B69-6746-D452-DB8FAE9407D1}"/>
                    </a:ext>
                  </a:extLst>
                </p14:cNvPr>
                <p14:cNvContentPartPr/>
                <p14:nvPr/>
              </p14:nvContentPartPr>
              <p14:xfrm>
                <a:off x="6650790" y="2334810"/>
                <a:ext cx="150480" cy="223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73C521C-1B69-6746-D452-DB8FAE9407D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641790" y="2326170"/>
                  <a:ext cx="168120" cy="2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1B8F7CD-4764-34F5-E237-F9FB81C1FBC3}"/>
                  </a:ext>
                </a:extLst>
              </p14:cNvPr>
              <p14:cNvContentPartPr/>
              <p14:nvPr/>
            </p14:nvContentPartPr>
            <p14:xfrm>
              <a:off x="7282230" y="2123490"/>
              <a:ext cx="360000" cy="828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1B8F7CD-4764-34F5-E237-F9FB81C1FBC3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273590" y="2114490"/>
                <a:ext cx="377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CF9C898-8912-89BE-E2E8-6CB6E88D4BB0}"/>
                  </a:ext>
                </a:extLst>
              </p14:cNvPr>
              <p14:cNvContentPartPr/>
              <p14:nvPr/>
            </p14:nvContentPartPr>
            <p14:xfrm>
              <a:off x="7602270" y="2089650"/>
              <a:ext cx="115560" cy="2408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CF9C898-8912-89BE-E2E8-6CB6E88D4BB0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7593630" y="2081010"/>
                <a:ext cx="133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32C4222-1185-C37A-2D85-B17D7A11F61C}"/>
                  </a:ext>
                </a:extLst>
              </p14:cNvPr>
              <p14:cNvContentPartPr/>
              <p14:nvPr/>
            </p14:nvContentPartPr>
            <p14:xfrm>
              <a:off x="8090790" y="2029530"/>
              <a:ext cx="219240" cy="28548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32C4222-1185-C37A-2D85-B17D7A11F61C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8082150" y="2020530"/>
                <a:ext cx="2368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4A859B3-2935-9030-53FF-0AE8697617B7}"/>
                  </a:ext>
                </a:extLst>
              </p14:cNvPr>
              <p14:cNvContentPartPr/>
              <p14:nvPr/>
            </p14:nvContentPartPr>
            <p14:xfrm>
              <a:off x="8418750" y="1763490"/>
              <a:ext cx="200880" cy="25380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4A859B3-2935-9030-53FF-0AE8697617B7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8409750" y="1754850"/>
                <a:ext cx="2185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B884D94-FCC9-7262-6680-899519C3CE4E}"/>
                  </a:ext>
                </a:extLst>
              </p14:cNvPr>
              <p14:cNvContentPartPr/>
              <p14:nvPr/>
            </p14:nvContentPartPr>
            <p14:xfrm>
              <a:off x="8865510" y="2045370"/>
              <a:ext cx="358200" cy="2494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B884D94-FCC9-7262-6680-899519C3CE4E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8856870" y="2036730"/>
                <a:ext cx="3758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6643EC2-1636-4B5E-D720-3C0A76BB6DA7}"/>
                  </a:ext>
                </a:extLst>
              </p14:cNvPr>
              <p14:cNvContentPartPr/>
              <p14:nvPr/>
            </p14:nvContentPartPr>
            <p14:xfrm>
              <a:off x="9542670" y="1925490"/>
              <a:ext cx="23400" cy="31104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6643EC2-1636-4B5E-D720-3C0A76BB6DA7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9533670" y="1916850"/>
                <a:ext cx="410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07C97748-A6D7-1829-AC84-DBF89711C3F7}"/>
                  </a:ext>
                </a:extLst>
              </p14:cNvPr>
              <p14:cNvContentPartPr/>
              <p14:nvPr/>
            </p14:nvContentPartPr>
            <p14:xfrm>
              <a:off x="9648870" y="1928370"/>
              <a:ext cx="148680" cy="30888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07C97748-A6D7-1829-AC84-DBF89711C3F7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9639870" y="1919730"/>
                <a:ext cx="1663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72A31EA-1EA0-C7AA-4932-EF1BD4344DA0}"/>
                  </a:ext>
                </a:extLst>
              </p14:cNvPr>
              <p14:cNvContentPartPr/>
              <p14:nvPr/>
            </p14:nvContentPartPr>
            <p14:xfrm>
              <a:off x="9901590" y="1934850"/>
              <a:ext cx="136080" cy="26244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72A31EA-1EA0-C7AA-4932-EF1BD4344DA0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9892590" y="1926210"/>
                <a:ext cx="1537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F576DEB-D61C-6C3F-D38E-FE3FD206C249}"/>
                  </a:ext>
                </a:extLst>
              </p14:cNvPr>
              <p14:cNvContentPartPr/>
              <p14:nvPr/>
            </p14:nvContentPartPr>
            <p14:xfrm>
              <a:off x="10103910" y="1960770"/>
              <a:ext cx="156240" cy="2610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F576DEB-D61C-6C3F-D38E-FE3FD206C249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0095270" y="1952130"/>
                <a:ext cx="1738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BABDFDF5-02E7-302A-DC6A-3293EBD0A364}"/>
                  </a:ext>
                </a:extLst>
              </p14:cNvPr>
              <p14:cNvContentPartPr/>
              <p14:nvPr/>
            </p14:nvContentPartPr>
            <p14:xfrm>
              <a:off x="10353750" y="1938090"/>
              <a:ext cx="5040" cy="198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BABDFDF5-02E7-302A-DC6A-3293EBD0A364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0345110" y="1929450"/>
                <a:ext cx="226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F2B330D-F45F-BEDD-C738-8FED33D9C030}"/>
                  </a:ext>
                </a:extLst>
              </p14:cNvPr>
              <p14:cNvContentPartPr/>
              <p14:nvPr/>
            </p14:nvContentPartPr>
            <p14:xfrm>
              <a:off x="10312710" y="1938090"/>
              <a:ext cx="137880" cy="2674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F2B330D-F45F-BEDD-C738-8FED33D9C030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10304070" y="1929450"/>
                <a:ext cx="1555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42864A90-BE78-3666-50D0-A8CCC8960E6A}"/>
                  </a:ext>
                </a:extLst>
              </p14:cNvPr>
              <p14:cNvContentPartPr/>
              <p14:nvPr/>
            </p14:nvContentPartPr>
            <p14:xfrm>
              <a:off x="9722310" y="2372250"/>
              <a:ext cx="15840" cy="3337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42864A90-BE78-3666-50D0-A8CCC8960E6A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713310" y="2363610"/>
                <a:ext cx="334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2F0A59EF-0215-45B4-AD34-65147400C688}"/>
                  </a:ext>
                </a:extLst>
              </p14:cNvPr>
              <p14:cNvContentPartPr/>
              <p14:nvPr/>
            </p14:nvContentPartPr>
            <p14:xfrm>
              <a:off x="9967470" y="2421570"/>
              <a:ext cx="129960" cy="2602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2F0A59EF-0215-45B4-AD34-65147400C688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958470" y="2412570"/>
                <a:ext cx="1476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573C747-5C40-3B75-C731-B67A7495B4FB}"/>
                  </a:ext>
                </a:extLst>
              </p14:cNvPr>
              <p14:cNvContentPartPr/>
              <p14:nvPr/>
            </p14:nvContentPartPr>
            <p14:xfrm>
              <a:off x="10266630" y="2419050"/>
              <a:ext cx="5760" cy="2826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573C747-5C40-3B75-C731-B67A7495B4FB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10257990" y="2410050"/>
                <a:ext cx="234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03E6FED-018C-22A7-32D6-2D05F1ED735D}"/>
                  </a:ext>
                </a:extLst>
              </p14:cNvPr>
              <p14:cNvContentPartPr/>
              <p14:nvPr/>
            </p14:nvContentPartPr>
            <p14:xfrm>
              <a:off x="10428270" y="2435250"/>
              <a:ext cx="10080" cy="29268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03E6FED-018C-22A7-32D6-2D05F1ED735D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419630" y="2426610"/>
                <a:ext cx="277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D005D25-167F-B86B-CB8E-8535F7963134}"/>
                  </a:ext>
                </a:extLst>
              </p14:cNvPr>
              <p14:cNvContentPartPr/>
              <p14:nvPr/>
            </p14:nvContentPartPr>
            <p14:xfrm>
              <a:off x="9381750" y="2883450"/>
              <a:ext cx="1386000" cy="4680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D005D25-167F-B86B-CB8E-8535F7963134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372750" y="2874810"/>
                <a:ext cx="14036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919F20F-5D0E-AE73-5E89-1BDC7D5A5022}"/>
                  </a:ext>
                </a:extLst>
              </p14:cNvPr>
              <p14:cNvContentPartPr/>
              <p14:nvPr/>
            </p14:nvContentPartPr>
            <p14:xfrm>
              <a:off x="9684150" y="3050130"/>
              <a:ext cx="141840" cy="2775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919F20F-5D0E-AE73-5E89-1BDC7D5A5022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9675150" y="3041490"/>
                <a:ext cx="159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3B2AB42-FD15-A733-B115-14D624A24456}"/>
                  </a:ext>
                </a:extLst>
              </p14:cNvPr>
              <p14:cNvContentPartPr/>
              <p14:nvPr/>
            </p14:nvContentPartPr>
            <p14:xfrm>
              <a:off x="10016790" y="3038970"/>
              <a:ext cx="29160" cy="3049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3B2AB42-FD15-A733-B115-14D624A24456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10008150" y="3030330"/>
                <a:ext cx="4680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D7E31AF-133B-2C37-D333-A19867AD3F25}"/>
                  </a:ext>
                </a:extLst>
              </p14:cNvPr>
              <p14:cNvContentPartPr/>
              <p14:nvPr/>
            </p14:nvContentPartPr>
            <p14:xfrm>
              <a:off x="10251510" y="3053370"/>
              <a:ext cx="156600" cy="2448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D7E31AF-133B-2C37-D333-A19867AD3F25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10242510" y="3044730"/>
                <a:ext cx="1742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6ACBF26-9D03-941D-6831-FFDF9D861989}"/>
                  </a:ext>
                </a:extLst>
              </p14:cNvPr>
              <p14:cNvContentPartPr/>
              <p14:nvPr/>
            </p14:nvContentPartPr>
            <p14:xfrm>
              <a:off x="10546350" y="3012330"/>
              <a:ext cx="26280" cy="3456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6ACBF26-9D03-941D-6831-FFDF9D861989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10537350" y="3003330"/>
                <a:ext cx="439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2AB3034-FE09-29FD-B036-4740053FD443}"/>
                  </a:ext>
                </a:extLst>
              </p14:cNvPr>
              <p14:cNvContentPartPr/>
              <p14:nvPr/>
            </p14:nvContentPartPr>
            <p14:xfrm>
              <a:off x="7245150" y="2242290"/>
              <a:ext cx="775080" cy="18417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2AB3034-FE09-29FD-B036-4740053FD44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7236510" y="2233650"/>
                <a:ext cx="792720" cy="18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B6971D26-9C54-F253-4D6E-1E8A934BE22B}"/>
                  </a:ext>
                </a:extLst>
              </p14:cNvPr>
              <p14:cNvContentPartPr/>
              <p14:nvPr/>
            </p14:nvContentPartPr>
            <p14:xfrm>
              <a:off x="8142270" y="3782730"/>
              <a:ext cx="191880" cy="3261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B6971D26-9C54-F253-4D6E-1E8A934BE22B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8133270" y="3774090"/>
                <a:ext cx="2095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CA50084-D4A1-15F7-3FFF-C2858698A5AD}"/>
                  </a:ext>
                </a:extLst>
              </p14:cNvPr>
              <p14:cNvContentPartPr/>
              <p14:nvPr/>
            </p14:nvContentPartPr>
            <p14:xfrm>
              <a:off x="8450430" y="3550170"/>
              <a:ext cx="150840" cy="27432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CA50084-D4A1-15F7-3FFF-C2858698A5AD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8441790" y="3541170"/>
                <a:ext cx="1684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226217A-CB17-9DE1-8568-69CDA982E7C2}"/>
                  </a:ext>
                </a:extLst>
              </p14:cNvPr>
              <p14:cNvContentPartPr/>
              <p14:nvPr/>
            </p14:nvContentPartPr>
            <p14:xfrm>
              <a:off x="8682630" y="3639090"/>
              <a:ext cx="76320" cy="1332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226217A-CB17-9DE1-8568-69CDA982E7C2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673990" y="3630450"/>
                <a:ext cx="93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44F65FB-27CA-04E4-4A55-785A529141C4}"/>
                  </a:ext>
                </a:extLst>
              </p14:cNvPr>
              <p14:cNvContentPartPr/>
              <p14:nvPr/>
            </p14:nvContentPartPr>
            <p14:xfrm>
              <a:off x="8830590" y="3523170"/>
              <a:ext cx="11160" cy="2581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44F65FB-27CA-04E4-4A55-785A529141C4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8821950" y="3514530"/>
                <a:ext cx="288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72CAA08F-DE4B-C980-D8DC-71BF403763F8}"/>
                  </a:ext>
                </a:extLst>
              </p14:cNvPr>
              <p14:cNvContentPartPr/>
              <p14:nvPr/>
            </p14:nvContentPartPr>
            <p14:xfrm>
              <a:off x="9093030" y="3882810"/>
              <a:ext cx="502560" cy="2415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72CAA08F-DE4B-C980-D8DC-71BF403763F8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9084030" y="3873810"/>
                <a:ext cx="5202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8CCD3E76-8103-EA9E-BC38-B3840AAFD012}"/>
              </a:ext>
            </a:extLst>
          </p:cNvPr>
          <p:cNvGrpSpPr/>
          <p:nvPr/>
        </p:nvGrpSpPr>
        <p:grpSpPr>
          <a:xfrm>
            <a:off x="9948030" y="3765810"/>
            <a:ext cx="2099520" cy="357120"/>
            <a:chOff x="9948030" y="3765810"/>
            <a:chExt cx="209952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A1976C5-0180-92A5-1762-F8FA5BB97C83}"/>
                    </a:ext>
                  </a:extLst>
                </p14:cNvPr>
                <p14:cNvContentPartPr/>
                <p14:nvPr/>
              </p14:nvContentPartPr>
              <p14:xfrm>
                <a:off x="9948030" y="3765810"/>
                <a:ext cx="185760" cy="2980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A1976C5-0180-92A5-1762-F8FA5BB97C8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939390" y="3757170"/>
                  <a:ext cx="2034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1C4C95-1641-D9A1-C695-3C1385188BD3}"/>
                    </a:ext>
                  </a:extLst>
                </p14:cNvPr>
                <p14:cNvContentPartPr/>
                <p14:nvPr/>
              </p14:nvContentPartPr>
              <p14:xfrm>
                <a:off x="10239630" y="3774450"/>
                <a:ext cx="12240" cy="338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1C4C95-1641-D9A1-C695-3C1385188BD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230630" y="3765810"/>
                  <a:ext cx="298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93A5716-53BC-E724-4169-936FF651C35F}"/>
                    </a:ext>
                  </a:extLst>
                </p14:cNvPr>
                <p14:cNvContentPartPr/>
                <p14:nvPr/>
              </p14:nvContentPartPr>
              <p14:xfrm>
                <a:off x="10395870" y="3811170"/>
                <a:ext cx="154440" cy="259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93A5716-53BC-E724-4169-936FF651C35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386870" y="3802530"/>
                  <a:ext cx="172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773A968-5174-32EB-4246-E877A62C58FF}"/>
                    </a:ext>
                  </a:extLst>
                </p14:cNvPr>
                <p14:cNvContentPartPr/>
                <p14:nvPr/>
              </p14:nvContentPartPr>
              <p14:xfrm>
                <a:off x="10690710" y="3796770"/>
                <a:ext cx="1440" cy="321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773A968-5174-32EB-4246-E877A62C58F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681710" y="3788130"/>
                  <a:ext cx="190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6852BD8-58DE-4502-449C-CF9032659707}"/>
                    </a:ext>
                  </a:extLst>
                </p14:cNvPr>
                <p14:cNvContentPartPr/>
                <p14:nvPr/>
              </p14:nvContentPartPr>
              <p14:xfrm>
                <a:off x="10820310" y="3913050"/>
                <a:ext cx="146160" cy="12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6852BD8-58DE-4502-449C-CF903265970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811670" y="3904410"/>
                  <a:ext cx="163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D9F85B8-8DAE-0622-EDAB-3647DECA94E6}"/>
                    </a:ext>
                  </a:extLst>
                </p14:cNvPr>
                <p14:cNvContentPartPr/>
                <p14:nvPr/>
              </p14:nvContentPartPr>
              <p14:xfrm>
                <a:off x="11052870" y="3825210"/>
                <a:ext cx="33120" cy="297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D9F85B8-8DAE-0622-EDAB-3647DECA94E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043870" y="3816570"/>
                  <a:ext cx="50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6048B1B-09F3-BE76-DF64-4578B978D1A5}"/>
                    </a:ext>
                  </a:extLst>
                </p14:cNvPr>
                <p14:cNvContentPartPr/>
                <p14:nvPr/>
              </p14:nvContentPartPr>
              <p14:xfrm>
                <a:off x="11211630" y="3943290"/>
                <a:ext cx="167760" cy="302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6048B1B-09F3-BE76-DF64-4578B978D1A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202630" y="3934650"/>
                  <a:ext cx="185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2C97689-41EF-518A-DF38-BD45D9A0D4F3}"/>
                    </a:ext>
                  </a:extLst>
                </p14:cNvPr>
                <p14:cNvContentPartPr/>
                <p14:nvPr/>
              </p14:nvContentPartPr>
              <p14:xfrm>
                <a:off x="11288670" y="3843930"/>
                <a:ext cx="143640" cy="100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2C97689-41EF-518A-DF38-BD45D9A0D4F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279670" y="3834930"/>
                  <a:ext cx="161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D6B1C97-685B-13BA-6B24-43F107E9898E}"/>
                    </a:ext>
                  </a:extLst>
                </p14:cNvPr>
                <p14:cNvContentPartPr/>
                <p14:nvPr/>
              </p14:nvContentPartPr>
              <p14:xfrm>
                <a:off x="11555430" y="3798210"/>
                <a:ext cx="115200" cy="248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D6B1C97-685B-13BA-6B24-43F107E9898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546790" y="3789570"/>
                  <a:ext cx="132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15072CA-CF16-0CCC-0615-3BA6F4C1A0C5}"/>
                    </a:ext>
                  </a:extLst>
                </p14:cNvPr>
                <p14:cNvContentPartPr/>
                <p14:nvPr/>
              </p14:nvContentPartPr>
              <p14:xfrm>
                <a:off x="11732550" y="3826650"/>
                <a:ext cx="11160" cy="2426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15072CA-CF16-0CCC-0615-3BA6F4C1A0C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723550" y="3817650"/>
                  <a:ext cx="28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ACADD25-14B9-C083-3ABE-135AC2C81433}"/>
                    </a:ext>
                  </a:extLst>
                </p14:cNvPr>
                <p14:cNvContentPartPr/>
                <p14:nvPr/>
              </p14:nvContentPartPr>
              <p14:xfrm>
                <a:off x="11778270" y="3843570"/>
                <a:ext cx="108720" cy="2289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ACADD25-14B9-C083-3ABE-135AC2C8143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769630" y="3834570"/>
                  <a:ext cx="126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7B496C9-0D0C-B730-C088-5B442FC0183F}"/>
                    </a:ext>
                  </a:extLst>
                </p14:cNvPr>
                <p14:cNvContentPartPr/>
                <p14:nvPr/>
              </p14:nvContentPartPr>
              <p14:xfrm>
                <a:off x="11916510" y="3865530"/>
                <a:ext cx="131040" cy="2203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7B496C9-0D0C-B730-C088-5B442FC0183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907870" y="3856530"/>
                  <a:ext cx="14868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204815-79B2-4B35-69F7-505D9CF057A3}"/>
              </a:ext>
            </a:extLst>
          </p:cNvPr>
          <p:cNvGrpSpPr/>
          <p:nvPr/>
        </p:nvGrpSpPr>
        <p:grpSpPr>
          <a:xfrm>
            <a:off x="4223670" y="4316970"/>
            <a:ext cx="399600" cy="574200"/>
            <a:chOff x="4223670" y="4316970"/>
            <a:chExt cx="399600" cy="5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749AA5E-4474-5397-5316-341F0A5D3441}"/>
                    </a:ext>
                  </a:extLst>
                </p14:cNvPr>
                <p14:cNvContentPartPr/>
                <p14:nvPr/>
              </p14:nvContentPartPr>
              <p14:xfrm>
                <a:off x="4342110" y="4446570"/>
                <a:ext cx="124560" cy="2700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749AA5E-4474-5397-5316-341F0A5D344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33110" y="4437930"/>
                  <a:ext cx="142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2ED8ED9-B39E-1797-C061-9511F4503B30}"/>
                    </a:ext>
                  </a:extLst>
                </p14:cNvPr>
                <p14:cNvContentPartPr/>
                <p14:nvPr/>
              </p14:nvContentPartPr>
              <p14:xfrm>
                <a:off x="4223670" y="4316970"/>
                <a:ext cx="399600" cy="574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2ED8ED9-B39E-1797-C061-9511F4503B3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215030" y="4307970"/>
                  <a:ext cx="417240" cy="59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B495299-7DC1-A122-659A-BF85B4C3AFD2}"/>
              </a:ext>
            </a:extLst>
          </p:cNvPr>
          <p:cNvGrpSpPr/>
          <p:nvPr/>
        </p:nvGrpSpPr>
        <p:grpSpPr>
          <a:xfrm>
            <a:off x="4688430" y="4471770"/>
            <a:ext cx="1145520" cy="441360"/>
            <a:chOff x="4688430" y="4471770"/>
            <a:chExt cx="114552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1418656-AC5C-C601-E67B-D32D94AD9152}"/>
                    </a:ext>
                  </a:extLst>
                </p14:cNvPr>
                <p14:cNvContentPartPr/>
                <p14:nvPr/>
              </p14:nvContentPartPr>
              <p14:xfrm>
                <a:off x="4688430" y="4471770"/>
                <a:ext cx="66960" cy="4377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1418656-AC5C-C601-E67B-D32D94AD915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679790" y="4463130"/>
                  <a:ext cx="846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1EE41E6-09CB-E4C8-8DB9-C9B75B68CC57}"/>
                    </a:ext>
                  </a:extLst>
                </p14:cNvPr>
                <p14:cNvContentPartPr/>
                <p14:nvPr/>
              </p14:nvContentPartPr>
              <p14:xfrm>
                <a:off x="4855470" y="4503450"/>
                <a:ext cx="236160" cy="3769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1EE41E6-09CB-E4C8-8DB9-C9B75B68CC5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846830" y="4494450"/>
                  <a:ext cx="2538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E889E2C-2338-75CA-E770-7E8D3AA6F457}"/>
                    </a:ext>
                  </a:extLst>
                </p14:cNvPr>
                <p14:cNvContentPartPr/>
                <p14:nvPr/>
              </p14:nvContentPartPr>
              <p14:xfrm>
                <a:off x="5207190" y="4531170"/>
                <a:ext cx="43560" cy="381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E889E2C-2338-75CA-E770-7E8D3AA6F45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198190" y="4522170"/>
                  <a:ext cx="612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C49FB25-6368-96AC-BAE4-5D68645DA681}"/>
                    </a:ext>
                  </a:extLst>
                </p14:cNvPr>
                <p14:cNvContentPartPr/>
                <p14:nvPr/>
              </p14:nvContentPartPr>
              <p14:xfrm>
                <a:off x="5388630" y="4503090"/>
                <a:ext cx="23760" cy="3870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C49FB25-6368-96AC-BAE4-5D68645DA68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379990" y="4494450"/>
                  <a:ext cx="414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ED5BEA8-3359-0BF9-48F9-1881DE27756D}"/>
                    </a:ext>
                  </a:extLst>
                </p14:cNvPr>
                <p14:cNvContentPartPr/>
                <p14:nvPr/>
              </p14:nvContentPartPr>
              <p14:xfrm>
                <a:off x="5499150" y="4506330"/>
                <a:ext cx="185760" cy="361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ED5BEA8-3359-0BF9-48F9-1881DE27756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490510" y="4497690"/>
                  <a:ext cx="203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0175A2B-DCAB-F09A-04AE-698C0BB3053A}"/>
                    </a:ext>
                  </a:extLst>
                </p14:cNvPr>
                <p14:cNvContentPartPr/>
                <p14:nvPr/>
              </p14:nvContentPartPr>
              <p14:xfrm>
                <a:off x="5811990" y="4527930"/>
                <a:ext cx="21960" cy="376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0175A2B-DCAB-F09A-04AE-698C0BB3053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803350" y="4518930"/>
                  <a:ext cx="3960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937729B9-908F-3D88-0929-64FEDC5D5FE2}"/>
              </a:ext>
            </a:extLst>
          </p:cNvPr>
          <p:cNvGrpSpPr/>
          <p:nvPr/>
        </p:nvGrpSpPr>
        <p:grpSpPr>
          <a:xfrm>
            <a:off x="6024030" y="4504890"/>
            <a:ext cx="177120" cy="428400"/>
            <a:chOff x="6024030" y="4504890"/>
            <a:chExt cx="17712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54CE2C0-0587-56A9-1938-08A11D240A51}"/>
                    </a:ext>
                  </a:extLst>
                </p14:cNvPr>
                <p14:cNvContentPartPr/>
                <p14:nvPr/>
              </p14:nvContentPartPr>
              <p14:xfrm>
                <a:off x="6024030" y="4535850"/>
                <a:ext cx="36360" cy="3211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54CE2C0-0587-56A9-1938-08A11D240A5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015030" y="4526850"/>
                  <a:ext cx="540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A12C115-2910-3590-3364-A4AD94EFC651}"/>
                    </a:ext>
                  </a:extLst>
                </p14:cNvPr>
                <p14:cNvContentPartPr/>
                <p14:nvPr/>
              </p14:nvContentPartPr>
              <p14:xfrm>
                <a:off x="6189990" y="4504890"/>
                <a:ext cx="11160" cy="4284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A12C115-2910-3590-3364-A4AD94EFC65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180990" y="4496250"/>
                  <a:ext cx="28800" cy="44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CEA83DC2-C216-B87B-EA34-E406DE0A5E0E}"/>
              </a:ext>
            </a:extLst>
          </p:cNvPr>
          <p:cNvGrpSpPr/>
          <p:nvPr/>
        </p:nvGrpSpPr>
        <p:grpSpPr>
          <a:xfrm>
            <a:off x="6319950" y="4929690"/>
            <a:ext cx="144360" cy="207000"/>
            <a:chOff x="6319950" y="4929690"/>
            <a:chExt cx="14436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F091F52-AAB6-C9B5-3DD8-4EBC1C976B87}"/>
                    </a:ext>
                  </a:extLst>
                </p14:cNvPr>
                <p14:cNvContentPartPr/>
                <p14:nvPr/>
              </p14:nvContentPartPr>
              <p14:xfrm>
                <a:off x="6384750" y="4929690"/>
                <a:ext cx="15840" cy="48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F091F52-AAB6-C9B5-3DD8-4EBC1C976B8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376110" y="4921050"/>
                  <a:ext cx="33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081F85B-2EDB-C5E3-8796-128CAE45E355}"/>
                    </a:ext>
                  </a:extLst>
                </p14:cNvPr>
                <p14:cNvContentPartPr/>
                <p14:nvPr/>
              </p14:nvContentPartPr>
              <p14:xfrm>
                <a:off x="6319950" y="4930770"/>
                <a:ext cx="144360" cy="205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081F85B-2EDB-C5E3-8796-128CAE45E35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310950" y="4921770"/>
                  <a:ext cx="16200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92C2E12-270C-963A-F321-AA21C44BCA47}"/>
              </a:ext>
            </a:extLst>
          </p:cNvPr>
          <p:cNvGrpSpPr/>
          <p:nvPr/>
        </p:nvGrpSpPr>
        <p:grpSpPr>
          <a:xfrm>
            <a:off x="7064430" y="4387890"/>
            <a:ext cx="3250080" cy="1524240"/>
            <a:chOff x="7064430" y="4387890"/>
            <a:chExt cx="3250080" cy="152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00381C8-17B7-1E57-051E-B84551121813}"/>
                    </a:ext>
                  </a:extLst>
                </p14:cNvPr>
                <p14:cNvContentPartPr/>
                <p14:nvPr/>
              </p14:nvContentPartPr>
              <p14:xfrm>
                <a:off x="7064430" y="4663290"/>
                <a:ext cx="533160" cy="270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00381C8-17B7-1E57-051E-B8455112181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055790" y="4654650"/>
                  <a:ext cx="550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4D5F88B-2796-48CE-F129-A026593DCA11}"/>
                    </a:ext>
                  </a:extLst>
                </p14:cNvPr>
                <p14:cNvContentPartPr/>
                <p14:nvPr/>
              </p14:nvContentPartPr>
              <p14:xfrm>
                <a:off x="8094390" y="4581210"/>
                <a:ext cx="261360" cy="4028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4D5F88B-2796-48CE-F129-A026593DCA1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085390" y="4572570"/>
                  <a:ext cx="2790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D8F2D1D-187C-0EB9-60DD-4AA0A882F84F}"/>
                    </a:ext>
                  </a:extLst>
                </p14:cNvPr>
                <p14:cNvContentPartPr/>
                <p14:nvPr/>
              </p14:nvContentPartPr>
              <p14:xfrm>
                <a:off x="8506590" y="4387890"/>
                <a:ext cx="153720" cy="2757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D8F2D1D-187C-0EB9-60DD-4AA0A882F84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497950" y="4378890"/>
                  <a:ext cx="171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2567AD0-F026-5C7E-FBAF-B5078C55D696}"/>
                    </a:ext>
                  </a:extLst>
                </p14:cNvPr>
                <p14:cNvContentPartPr/>
                <p14:nvPr/>
              </p14:nvContentPartPr>
              <p14:xfrm>
                <a:off x="8765790" y="4540170"/>
                <a:ext cx="100080" cy="4474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2567AD0-F026-5C7E-FBAF-B5078C55D69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757150" y="4531170"/>
                  <a:ext cx="1177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8B8ACDF-31CB-5537-964D-3609F44C0694}"/>
                    </a:ext>
                  </a:extLst>
                </p14:cNvPr>
                <p14:cNvContentPartPr/>
                <p14:nvPr/>
              </p14:nvContentPartPr>
              <p14:xfrm>
                <a:off x="9000150" y="4595610"/>
                <a:ext cx="27000" cy="3520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8B8ACDF-31CB-5537-964D-3609F44C069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991510" y="4586970"/>
                  <a:ext cx="446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5202E77-60C7-4C58-B57F-8F2D48D43439}"/>
                    </a:ext>
                  </a:extLst>
                </p14:cNvPr>
                <p14:cNvContentPartPr/>
                <p14:nvPr/>
              </p14:nvContentPartPr>
              <p14:xfrm>
                <a:off x="9128310" y="4636290"/>
                <a:ext cx="155520" cy="3049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5202E77-60C7-4C58-B57F-8F2D48D43439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119310" y="4627650"/>
                  <a:ext cx="1731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674348D-6121-C778-D2F9-F5D5F3990AC6}"/>
                    </a:ext>
                  </a:extLst>
                </p14:cNvPr>
                <p14:cNvContentPartPr/>
                <p14:nvPr/>
              </p14:nvContentPartPr>
              <p14:xfrm>
                <a:off x="9334950" y="4640610"/>
                <a:ext cx="8640" cy="3081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674348D-6121-C778-D2F9-F5D5F3990AC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325950" y="4631970"/>
                  <a:ext cx="26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B04A40D-8B16-3713-2856-CFD12AFB9442}"/>
                    </a:ext>
                  </a:extLst>
                </p14:cNvPr>
                <p14:cNvContentPartPr/>
                <p14:nvPr/>
              </p14:nvContentPartPr>
              <p14:xfrm>
                <a:off x="9477870" y="4639530"/>
                <a:ext cx="28440" cy="3002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B04A40D-8B16-3713-2856-CFD12AFB9442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469230" y="4630890"/>
                  <a:ext cx="46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E460CEE-1213-90AC-DD05-40030DE8B20D}"/>
                    </a:ext>
                  </a:extLst>
                </p14:cNvPr>
                <p14:cNvContentPartPr/>
                <p14:nvPr/>
              </p14:nvContentPartPr>
              <p14:xfrm>
                <a:off x="9592350" y="4653570"/>
                <a:ext cx="1440" cy="4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E460CEE-1213-90AC-DD05-40030DE8B2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83350" y="4644930"/>
                  <a:ext cx="19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8EB0CC3-D7D8-80AE-CFCD-1829B2202409}"/>
                    </a:ext>
                  </a:extLst>
                </p14:cNvPr>
                <p14:cNvContentPartPr/>
                <p14:nvPr/>
              </p14:nvContentPartPr>
              <p14:xfrm>
                <a:off x="9592350" y="4634490"/>
                <a:ext cx="185400" cy="285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8EB0CC3-D7D8-80AE-CFCD-1829B220240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83350" y="4625490"/>
                  <a:ext cx="203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52F17BE-8719-490C-14E0-70C3BA96E9BE}"/>
                    </a:ext>
                  </a:extLst>
                </p14:cNvPr>
                <p14:cNvContentPartPr/>
                <p14:nvPr/>
              </p14:nvContentPartPr>
              <p14:xfrm>
                <a:off x="9866670" y="4624410"/>
                <a:ext cx="20880" cy="2980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52F17BE-8719-490C-14E0-70C3BA96E9B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857670" y="4615770"/>
                  <a:ext cx="38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5853BC5-B905-051B-BA33-532297AA7CFC}"/>
                    </a:ext>
                  </a:extLst>
                </p14:cNvPr>
                <p14:cNvContentPartPr/>
                <p14:nvPr/>
              </p14:nvContentPartPr>
              <p14:xfrm>
                <a:off x="9980430" y="4646010"/>
                <a:ext cx="24840" cy="2746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5853BC5-B905-051B-BA33-532297AA7C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971430" y="4637370"/>
                  <a:ext cx="42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81CB58D-05C3-2854-EF6C-D754A9562F9D}"/>
                    </a:ext>
                  </a:extLst>
                </p14:cNvPr>
                <p14:cNvContentPartPr/>
                <p14:nvPr/>
              </p14:nvContentPartPr>
              <p14:xfrm>
                <a:off x="10127670" y="4631250"/>
                <a:ext cx="15120" cy="255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81CB58D-05C3-2854-EF6C-D754A9562F9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118670" y="4622610"/>
                  <a:ext cx="32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55B7F51-8CCB-A1FC-33C8-F131D5B6F108}"/>
                    </a:ext>
                  </a:extLst>
                </p14:cNvPr>
                <p14:cNvContentPartPr/>
                <p14:nvPr/>
              </p14:nvContentPartPr>
              <p14:xfrm>
                <a:off x="10164750" y="4480410"/>
                <a:ext cx="149760" cy="5680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55B7F51-8CCB-A1FC-33C8-F131D5B6F10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156110" y="4471770"/>
                  <a:ext cx="1674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45C7C89-A0F0-3EEF-7326-520981CDE5AB}"/>
                    </a:ext>
                  </a:extLst>
                </p14:cNvPr>
                <p14:cNvContentPartPr/>
                <p14:nvPr/>
              </p14:nvContentPartPr>
              <p14:xfrm>
                <a:off x="7407870" y="5323890"/>
                <a:ext cx="274320" cy="4539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45C7C89-A0F0-3EEF-7326-520981CDE5A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398870" y="5314890"/>
                  <a:ext cx="2919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B853418-A09E-6B46-9672-FB95E3D732AF}"/>
                    </a:ext>
                  </a:extLst>
                </p14:cNvPr>
                <p14:cNvContentPartPr/>
                <p14:nvPr/>
              </p14:nvContentPartPr>
              <p14:xfrm>
                <a:off x="7781550" y="5214450"/>
                <a:ext cx="17280" cy="2401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B853418-A09E-6B46-9672-FB95E3D732A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772910" y="5205810"/>
                  <a:ext cx="34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48D9798-A5E4-BE66-0A73-DDC54F516208}"/>
                    </a:ext>
                  </a:extLst>
                </p14:cNvPr>
                <p14:cNvContentPartPr/>
                <p14:nvPr/>
              </p14:nvContentPartPr>
              <p14:xfrm>
                <a:off x="7791270" y="5199690"/>
                <a:ext cx="129240" cy="237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48D9798-A5E4-BE66-0A73-DDC54F51620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782270" y="5190690"/>
                  <a:ext cx="146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13683C2-590C-F064-F77B-8634CF3F7BA0}"/>
                    </a:ext>
                  </a:extLst>
                </p14:cNvPr>
                <p14:cNvContentPartPr/>
                <p14:nvPr/>
              </p14:nvContentPartPr>
              <p14:xfrm>
                <a:off x="7994670" y="5318490"/>
                <a:ext cx="82080" cy="27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13683C2-590C-F064-F77B-8634CF3F7BA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985670" y="5309850"/>
                  <a:ext cx="99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C504595-FE70-DAC7-0DA7-84A186CB7528}"/>
                    </a:ext>
                  </a:extLst>
                </p14:cNvPr>
                <p14:cNvContentPartPr/>
                <p14:nvPr/>
              </p14:nvContentPartPr>
              <p14:xfrm>
                <a:off x="8095470" y="5240370"/>
                <a:ext cx="7560" cy="2332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C504595-FE70-DAC7-0DA7-84A186CB752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086830" y="5231730"/>
                  <a:ext cx="25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F35523A-FE62-42C3-077F-B98CB8339D4B}"/>
                    </a:ext>
                  </a:extLst>
                </p14:cNvPr>
                <p14:cNvContentPartPr/>
                <p14:nvPr/>
              </p14:nvContentPartPr>
              <p14:xfrm>
                <a:off x="8304990" y="5374650"/>
                <a:ext cx="132840" cy="4518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F35523A-FE62-42C3-077F-B98CB8339D4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295990" y="5366010"/>
                  <a:ext cx="1504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B0C51CC-65BD-F750-5249-9CD3F867B962}"/>
                    </a:ext>
                  </a:extLst>
                </p14:cNvPr>
                <p14:cNvContentPartPr/>
                <p14:nvPr/>
              </p14:nvContentPartPr>
              <p14:xfrm>
                <a:off x="8557350" y="5403810"/>
                <a:ext cx="36720" cy="398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B0C51CC-65BD-F750-5249-9CD3F867B96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548710" y="5395170"/>
                  <a:ext cx="543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47BCB98-EFD5-8DB7-5158-F808EA2A7708}"/>
                    </a:ext>
                  </a:extLst>
                </p14:cNvPr>
                <p14:cNvContentPartPr/>
                <p14:nvPr/>
              </p14:nvContentPartPr>
              <p14:xfrm>
                <a:off x="8693430" y="5474010"/>
                <a:ext cx="158400" cy="3315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47BCB98-EFD5-8DB7-5158-F808EA2A770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684430" y="5465010"/>
                  <a:ext cx="1760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F19F595-D1E0-FC34-BA51-2E2BCC508B58}"/>
                    </a:ext>
                  </a:extLst>
                </p14:cNvPr>
                <p14:cNvContentPartPr/>
                <p14:nvPr/>
              </p14:nvContentPartPr>
              <p14:xfrm>
                <a:off x="9017070" y="5493810"/>
                <a:ext cx="34200" cy="3139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F19F595-D1E0-FC34-BA51-2E2BCC508B5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008070" y="5484810"/>
                  <a:ext cx="518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6D1B9EF-A1E8-F517-7C83-9F27A5E3D04D}"/>
                    </a:ext>
                  </a:extLst>
                </p14:cNvPr>
                <p14:cNvContentPartPr/>
                <p14:nvPr/>
              </p14:nvContentPartPr>
              <p14:xfrm>
                <a:off x="9180870" y="5457090"/>
                <a:ext cx="15840" cy="352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6D1B9EF-A1E8-F517-7C83-9F27A5E3D04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171870" y="5448090"/>
                  <a:ext cx="33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0833767-5D82-C49B-3673-177CF8F7767C}"/>
                    </a:ext>
                  </a:extLst>
                </p14:cNvPr>
                <p14:cNvContentPartPr/>
                <p14:nvPr/>
              </p14:nvContentPartPr>
              <p14:xfrm>
                <a:off x="9293550" y="5455290"/>
                <a:ext cx="166680" cy="3038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0833767-5D82-C49B-3673-177CF8F7767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284550" y="5446290"/>
                  <a:ext cx="1843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EA13001-4FE8-0358-C264-A85750101C17}"/>
                    </a:ext>
                  </a:extLst>
                </p14:cNvPr>
                <p14:cNvContentPartPr/>
                <p14:nvPr/>
              </p14:nvContentPartPr>
              <p14:xfrm>
                <a:off x="9598110" y="5465730"/>
                <a:ext cx="35280" cy="294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EA13001-4FE8-0358-C264-A85750101C1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589470" y="5457090"/>
                  <a:ext cx="52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B318164-571F-3270-15E4-65B4439A80A2}"/>
                    </a:ext>
                  </a:extLst>
                </p14:cNvPr>
                <p14:cNvContentPartPr/>
                <p14:nvPr/>
              </p14:nvContentPartPr>
              <p14:xfrm>
                <a:off x="9753630" y="5485170"/>
                <a:ext cx="15840" cy="2970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B318164-571F-3270-15E4-65B4439A80A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744630" y="5476530"/>
                  <a:ext cx="33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C7CBAB0-8959-075E-5546-E86A8EC60FBF}"/>
                    </a:ext>
                  </a:extLst>
                </p14:cNvPr>
                <p14:cNvContentPartPr/>
                <p14:nvPr/>
              </p14:nvContentPartPr>
              <p14:xfrm>
                <a:off x="9923190" y="5486250"/>
                <a:ext cx="18360" cy="3038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C7CBAB0-8959-075E-5546-E86A8EC60FB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914190" y="5477250"/>
                  <a:ext cx="360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0DD2324-2012-1011-73CB-47D0BF232B46}"/>
                    </a:ext>
                  </a:extLst>
                </p14:cNvPr>
                <p14:cNvContentPartPr/>
                <p14:nvPr/>
              </p14:nvContentPartPr>
              <p14:xfrm>
                <a:off x="9917070" y="5349810"/>
                <a:ext cx="261360" cy="5623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0DD2324-2012-1011-73CB-47D0BF232B4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908430" y="5341170"/>
                  <a:ext cx="279000" cy="57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6ED989B3-B5D4-2139-A2BC-746B312D930B}"/>
              </a:ext>
            </a:extLst>
          </p:cNvPr>
          <p:cNvGrpSpPr/>
          <p:nvPr/>
        </p:nvGrpSpPr>
        <p:grpSpPr>
          <a:xfrm>
            <a:off x="10610790" y="4741410"/>
            <a:ext cx="180000" cy="171360"/>
            <a:chOff x="10610790" y="4741410"/>
            <a:chExt cx="180000" cy="1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80E28B5-AAB0-C738-E188-30C06A4A0775}"/>
                    </a:ext>
                  </a:extLst>
                </p14:cNvPr>
                <p14:cNvContentPartPr/>
                <p14:nvPr/>
              </p14:nvContentPartPr>
              <p14:xfrm>
                <a:off x="10610790" y="4872450"/>
                <a:ext cx="151560" cy="403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80E28B5-AAB0-C738-E188-30C06A4A077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602150" y="4863450"/>
                  <a:ext cx="169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5F6A592-E1FB-C352-599A-83AB4C749EA1}"/>
                    </a:ext>
                  </a:extLst>
                </p14:cNvPr>
                <p14:cNvContentPartPr/>
                <p14:nvPr/>
              </p14:nvContentPartPr>
              <p14:xfrm>
                <a:off x="10613670" y="4741410"/>
                <a:ext cx="177120" cy="446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5F6A592-E1FB-C352-599A-83AB4C749EA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604670" y="4732410"/>
                  <a:ext cx="19476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B6B09DDE-FB10-D2FB-F254-837176DD330C}"/>
                  </a:ext>
                </a:extLst>
              </p14:cNvPr>
              <p14:cNvContentPartPr/>
              <p14:nvPr/>
            </p14:nvContentPartPr>
            <p14:xfrm>
              <a:off x="11142870" y="4642770"/>
              <a:ext cx="148680" cy="27216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B6B09DDE-FB10-D2FB-F254-837176DD330C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1134230" y="4633770"/>
                <a:ext cx="1663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4E0615B8-ED08-57B9-4566-0D95F54E1339}"/>
                  </a:ext>
                </a:extLst>
              </p14:cNvPr>
              <p14:cNvContentPartPr/>
              <p14:nvPr/>
            </p14:nvContentPartPr>
            <p14:xfrm>
              <a:off x="11179230" y="5076930"/>
              <a:ext cx="1440" cy="36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4E0615B8-ED08-57B9-4566-0D95F54E13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70230" y="5068290"/>
                <a:ext cx="190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9" name="Group 338">
            <a:extLst>
              <a:ext uri="{FF2B5EF4-FFF2-40B4-BE49-F238E27FC236}">
                <a16:creationId xmlns:a16="http://schemas.microsoft.com/office/drawing/2014/main" id="{BCA0BF59-B9AC-6BBF-1E70-3B0EF05CF53D}"/>
              </a:ext>
            </a:extLst>
          </p:cNvPr>
          <p:cNvGrpSpPr/>
          <p:nvPr/>
        </p:nvGrpSpPr>
        <p:grpSpPr>
          <a:xfrm>
            <a:off x="10601790" y="5645370"/>
            <a:ext cx="137880" cy="103320"/>
            <a:chOff x="10601790" y="5645370"/>
            <a:chExt cx="13788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DE8EE4-3168-2D55-DBBC-45BAEAF8580F}"/>
                    </a:ext>
                  </a:extLst>
                </p14:cNvPr>
                <p14:cNvContentPartPr/>
                <p14:nvPr/>
              </p14:nvContentPartPr>
              <p14:xfrm>
                <a:off x="10603950" y="5645370"/>
                <a:ext cx="135720" cy="14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DE8EE4-3168-2D55-DBBC-45BAEAF8580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595310" y="5636730"/>
                  <a:ext cx="153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608F813-2C96-6419-7239-7BCE0E571B5D}"/>
                    </a:ext>
                  </a:extLst>
                </p14:cNvPr>
                <p14:cNvContentPartPr/>
                <p14:nvPr/>
              </p14:nvContentPartPr>
              <p14:xfrm>
                <a:off x="10601790" y="5748330"/>
                <a:ext cx="118440" cy="3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608F813-2C96-6419-7239-7BCE0E571B5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592790" y="5739690"/>
                  <a:ext cx="136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1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85BA92C7-98D4-5473-17C3-D44B97B684EC}"/>
                  </a:ext>
                </a:extLst>
              </p14:cNvPr>
              <p14:cNvContentPartPr/>
              <p14:nvPr/>
            </p14:nvContentPartPr>
            <p14:xfrm>
              <a:off x="11080590" y="5460330"/>
              <a:ext cx="149400" cy="32472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85BA92C7-98D4-5473-17C3-D44B97B684EC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11071590" y="5451330"/>
                <a:ext cx="1670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6366CEF-481D-112E-62E0-FE9B7D7E6FBD}"/>
                  </a:ext>
                </a:extLst>
              </p14:cNvPr>
              <p14:cNvContentPartPr/>
              <p14:nvPr/>
            </p14:nvContentPartPr>
            <p14:xfrm>
              <a:off x="11064750" y="5919330"/>
              <a:ext cx="23040" cy="1224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6366CEF-481D-112E-62E0-FE9B7D7E6FBD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11056110" y="5910690"/>
                <a:ext cx="40680" cy="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05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A33CBD0-936C-090F-5E1A-7A415C1D66EB}"/>
              </a:ext>
            </a:extLst>
          </p:cNvPr>
          <p:cNvGrpSpPr/>
          <p:nvPr/>
        </p:nvGrpSpPr>
        <p:grpSpPr>
          <a:xfrm>
            <a:off x="672630" y="659370"/>
            <a:ext cx="1092600" cy="605880"/>
            <a:chOff x="672630" y="659370"/>
            <a:chExt cx="1092600" cy="6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BB379C-3BA2-167A-ADD5-3FDA2F2F2326}"/>
                    </a:ext>
                  </a:extLst>
                </p14:cNvPr>
                <p14:cNvContentPartPr/>
                <p14:nvPr/>
              </p14:nvContentPartPr>
              <p14:xfrm>
                <a:off x="672630" y="659370"/>
                <a:ext cx="107640" cy="59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BB379C-3BA2-167A-ADD5-3FDA2F2F232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3630" y="650730"/>
                  <a:ext cx="12528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5237159-6CE3-E845-FB80-22A19D2DF6A2}"/>
                    </a:ext>
                  </a:extLst>
                </p14:cNvPr>
                <p14:cNvContentPartPr/>
                <p14:nvPr/>
              </p14:nvContentPartPr>
              <p14:xfrm>
                <a:off x="905910" y="677010"/>
                <a:ext cx="325440" cy="531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5237159-6CE3-E845-FB80-22A19D2DF6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7270" y="668010"/>
                  <a:ext cx="3430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428335-DF52-AD58-D600-47CBFE7BDDB7}"/>
                    </a:ext>
                  </a:extLst>
                </p14:cNvPr>
                <p14:cNvContentPartPr/>
                <p14:nvPr/>
              </p14:nvContentPartPr>
              <p14:xfrm>
                <a:off x="1395510" y="721650"/>
                <a:ext cx="95760" cy="501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428335-DF52-AD58-D600-47CBFE7BDD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6870" y="712650"/>
                  <a:ext cx="1134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F17BDD-6A6D-A7B1-08B3-C00544F3509E}"/>
                    </a:ext>
                  </a:extLst>
                </p14:cNvPr>
                <p14:cNvContentPartPr/>
                <p14:nvPr/>
              </p14:nvContentPartPr>
              <p14:xfrm>
                <a:off x="1651830" y="756930"/>
                <a:ext cx="113400" cy="508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F17BDD-6A6D-A7B1-08B3-C00544F35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3190" y="747930"/>
                  <a:ext cx="131040" cy="52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2271B4-61BC-77BD-5EBB-BB4F0FD09A4A}"/>
                  </a:ext>
                </a:extLst>
              </p14:cNvPr>
              <p14:cNvContentPartPr/>
              <p14:nvPr/>
            </p14:nvContentPartPr>
            <p14:xfrm>
              <a:off x="2053590" y="738570"/>
              <a:ext cx="262440" cy="450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2271B4-61BC-77BD-5EBB-BB4F0FD09A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4590" y="729570"/>
                <a:ext cx="28008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BD3036-51F0-F351-6AA8-5FC177BDEFE7}"/>
                  </a:ext>
                </a:extLst>
              </p14:cNvPr>
              <p14:cNvContentPartPr/>
              <p14:nvPr/>
            </p14:nvContentPartPr>
            <p14:xfrm>
              <a:off x="2592870" y="750450"/>
              <a:ext cx="29160" cy="460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BD3036-51F0-F351-6AA8-5FC177BDEF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83870" y="741810"/>
                <a:ext cx="4680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FCE765-553B-D75F-DCF9-2A1222BE29CC}"/>
                  </a:ext>
                </a:extLst>
              </p14:cNvPr>
              <p14:cNvContentPartPr/>
              <p14:nvPr/>
            </p14:nvContentPartPr>
            <p14:xfrm>
              <a:off x="2913990" y="719130"/>
              <a:ext cx="18360" cy="479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FCE765-553B-D75F-DCF9-2A1222BE29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04990" y="710130"/>
                <a:ext cx="3600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6287E55-8AFC-4A12-C972-BB57CC96E192}"/>
                  </a:ext>
                </a:extLst>
              </p14:cNvPr>
              <p14:cNvContentPartPr/>
              <p14:nvPr/>
            </p14:nvContentPartPr>
            <p14:xfrm>
              <a:off x="3190830" y="732450"/>
              <a:ext cx="21960" cy="520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6287E55-8AFC-4A12-C972-BB57CC96E19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81830" y="723810"/>
                <a:ext cx="39600" cy="53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4DF647C-1681-42B2-7E41-942789DBD1C6}"/>
              </a:ext>
            </a:extLst>
          </p:cNvPr>
          <p:cNvGrpSpPr/>
          <p:nvPr/>
        </p:nvGrpSpPr>
        <p:grpSpPr>
          <a:xfrm>
            <a:off x="3825870" y="691050"/>
            <a:ext cx="4794120" cy="1410480"/>
            <a:chOff x="3825870" y="691050"/>
            <a:chExt cx="4794120" cy="14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824B51-FE70-4F1F-365B-2F86091B23DA}"/>
                    </a:ext>
                  </a:extLst>
                </p14:cNvPr>
                <p14:cNvContentPartPr/>
                <p14:nvPr/>
              </p14:nvContentPartPr>
              <p14:xfrm>
                <a:off x="3835590" y="961770"/>
                <a:ext cx="122040" cy="1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824B51-FE70-4F1F-365B-2F86091B23D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26590" y="952770"/>
                  <a:ext cx="139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D2EE6B-B3DA-F3F8-F98E-3D7F5E621EDB}"/>
                    </a:ext>
                  </a:extLst>
                </p14:cNvPr>
                <p14:cNvContentPartPr/>
                <p14:nvPr/>
              </p14:nvContentPartPr>
              <p14:xfrm>
                <a:off x="3825870" y="1039530"/>
                <a:ext cx="130320" cy="2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D2EE6B-B3DA-F3F8-F98E-3D7F5E621E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17230" y="1030890"/>
                  <a:ext cx="147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AC5614-FBED-4B0D-E6A1-04C1D0EC6FB2}"/>
                    </a:ext>
                  </a:extLst>
                </p14:cNvPr>
                <p14:cNvContentPartPr/>
                <p14:nvPr/>
              </p14:nvContentPartPr>
              <p14:xfrm>
                <a:off x="4261470" y="699690"/>
                <a:ext cx="115920" cy="445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AC5614-FBED-4B0D-E6A1-04C1D0EC6F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52470" y="690690"/>
                  <a:ext cx="1335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425783-43DB-3887-332E-453E4CD99183}"/>
                    </a:ext>
                  </a:extLst>
                </p14:cNvPr>
                <p14:cNvContentPartPr/>
                <p14:nvPr/>
              </p14:nvContentPartPr>
              <p14:xfrm>
                <a:off x="4531830" y="698610"/>
                <a:ext cx="261000" cy="419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425783-43DB-3887-332E-453E4CD9918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2830" y="689610"/>
                  <a:ext cx="2786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577553-9930-CCE2-E068-D2232A1B4440}"/>
                    </a:ext>
                  </a:extLst>
                </p14:cNvPr>
                <p14:cNvContentPartPr/>
                <p14:nvPr/>
              </p14:nvContentPartPr>
              <p14:xfrm>
                <a:off x="4951950" y="705810"/>
                <a:ext cx="236160" cy="45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577553-9930-CCE2-E068-D2232A1B44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43310" y="697170"/>
                  <a:ext cx="2538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27FD98-0465-0D1A-2716-821D087D3F8B}"/>
                    </a:ext>
                  </a:extLst>
                </p14:cNvPr>
                <p14:cNvContentPartPr/>
                <p14:nvPr/>
              </p14:nvContentPartPr>
              <p14:xfrm>
                <a:off x="5337150" y="691050"/>
                <a:ext cx="247680" cy="47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27FD98-0465-0D1A-2716-821D087D3F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28150" y="682050"/>
                  <a:ext cx="26532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56E087-151D-C7DF-A947-19FBBD45F529}"/>
                    </a:ext>
                  </a:extLst>
                </p14:cNvPr>
                <p14:cNvContentPartPr/>
                <p14:nvPr/>
              </p14:nvContentPartPr>
              <p14:xfrm>
                <a:off x="5786790" y="718770"/>
                <a:ext cx="221760" cy="410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56E087-151D-C7DF-A947-19FBBD45F5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78150" y="710130"/>
                  <a:ext cx="2394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9E6159-57CF-72C6-BA5A-A51FB36E3ACE}"/>
                    </a:ext>
                  </a:extLst>
                </p14:cNvPr>
                <p14:cNvContentPartPr/>
                <p14:nvPr/>
              </p14:nvContentPartPr>
              <p14:xfrm>
                <a:off x="6202950" y="741450"/>
                <a:ext cx="255600" cy="421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9E6159-57CF-72C6-BA5A-A51FB36E3A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94310" y="732450"/>
                  <a:ext cx="2732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C2C3F3-E4C4-0E8B-108A-0674FA1498B0}"/>
                    </a:ext>
                  </a:extLst>
                </p14:cNvPr>
                <p14:cNvContentPartPr/>
                <p14:nvPr/>
              </p14:nvContentPartPr>
              <p14:xfrm>
                <a:off x="6596430" y="755130"/>
                <a:ext cx="264960" cy="42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C2C3F3-E4C4-0E8B-108A-0674FA1498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87430" y="746490"/>
                  <a:ext cx="2826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DBCC04-59ED-BA6B-6878-793F2A28F183}"/>
                    </a:ext>
                  </a:extLst>
                </p14:cNvPr>
                <p14:cNvContentPartPr/>
                <p14:nvPr/>
              </p14:nvContentPartPr>
              <p14:xfrm>
                <a:off x="7048950" y="754770"/>
                <a:ext cx="259920" cy="42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DBCC04-59ED-BA6B-6878-793F2A28F1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39950" y="746130"/>
                  <a:ext cx="2775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7807DB-279E-3DC3-F3DC-C5752CEC9A38}"/>
                    </a:ext>
                  </a:extLst>
                </p14:cNvPr>
                <p14:cNvContentPartPr/>
                <p14:nvPr/>
              </p14:nvContentPartPr>
              <p14:xfrm>
                <a:off x="7389870" y="752610"/>
                <a:ext cx="303480" cy="431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57807DB-279E-3DC3-F3DC-C5752CEC9A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81230" y="743610"/>
                  <a:ext cx="3211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C16C54-6C6E-2F65-9116-38167C6B3CFF}"/>
                    </a:ext>
                  </a:extLst>
                </p14:cNvPr>
                <p14:cNvContentPartPr/>
                <p14:nvPr/>
              </p14:nvContentPartPr>
              <p14:xfrm>
                <a:off x="4603830" y="1314210"/>
                <a:ext cx="58680" cy="511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C16C54-6C6E-2F65-9116-38167C6B3C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4830" y="1305570"/>
                  <a:ext cx="763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73C653-C0A1-90FC-C77C-4E2CDC732B9D}"/>
                    </a:ext>
                  </a:extLst>
                </p14:cNvPr>
                <p14:cNvContentPartPr/>
                <p14:nvPr/>
              </p14:nvContentPartPr>
              <p14:xfrm>
                <a:off x="4963110" y="1318890"/>
                <a:ext cx="240840" cy="516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73C653-C0A1-90FC-C77C-4E2CDC732B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54110" y="1310250"/>
                  <a:ext cx="2584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FD0976-45EC-3B37-C42E-B5008A9329B9}"/>
                    </a:ext>
                  </a:extLst>
                </p14:cNvPr>
                <p14:cNvContentPartPr/>
                <p14:nvPr/>
              </p14:nvContentPartPr>
              <p14:xfrm>
                <a:off x="5445150" y="1393410"/>
                <a:ext cx="72720" cy="448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FD0976-45EC-3B37-C42E-B5008A9329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36510" y="1384410"/>
                  <a:ext cx="903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4DBBD1-821F-7DE5-EC8D-6D6A50BE7C3C}"/>
                    </a:ext>
                  </a:extLst>
                </p14:cNvPr>
                <p14:cNvContentPartPr/>
                <p14:nvPr/>
              </p14:nvContentPartPr>
              <p14:xfrm>
                <a:off x="5937270" y="1316730"/>
                <a:ext cx="50760" cy="512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4DBBD1-821F-7DE5-EC8D-6D6A50BE7C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8630" y="1308090"/>
                  <a:ext cx="6840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363B4A-B8A3-97D6-3FB3-AEB2DBF466FC}"/>
                    </a:ext>
                  </a:extLst>
                </p14:cNvPr>
                <p14:cNvContentPartPr/>
                <p14:nvPr/>
              </p14:nvContentPartPr>
              <p14:xfrm>
                <a:off x="6332910" y="1301250"/>
                <a:ext cx="250200" cy="428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363B4A-B8A3-97D6-3FB3-AEB2DBF466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23910" y="1292610"/>
                  <a:ext cx="2678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B3A95B-A77F-4930-1473-ECE5A6C4258C}"/>
                    </a:ext>
                  </a:extLst>
                </p14:cNvPr>
                <p14:cNvContentPartPr/>
                <p14:nvPr/>
              </p14:nvContentPartPr>
              <p14:xfrm>
                <a:off x="6816030" y="1329330"/>
                <a:ext cx="29880" cy="46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B3A95B-A77F-4930-1473-ECE5A6C425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07390" y="1320330"/>
                  <a:ext cx="475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349B18-E0FB-952E-F670-9A3F9CE529F1}"/>
                    </a:ext>
                  </a:extLst>
                </p14:cNvPr>
                <p14:cNvContentPartPr/>
                <p14:nvPr/>
              </p14:nvContentPartPr>
              <p14:xfrm>
                <a:off x="7258110" y="1319610"/>
                <a:ext cx="11520" cy="46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349B18-E0FB-952E-F670-9A3F9CE529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49470" y="1310970"/>
                  <a:ext cx="291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4D4C79F-BD1F-1D98-A6AC-C493B2D3A857}"/>
                    </a:ext>
                  </a:extLst>
                </p14:cNvPr>
                <p14:cNvContentPartPr/>
                <p14:nvPr/>
              </p14:nvContentPartPr>
              <p14:xfrm>
                <a:off x="7542150" y="1299450"/>
                <a:ext cx="38160" cy="53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4D4C79F-BD1F-1D98-A6AC-C493B2D3A8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33510" y="1290450"/>
                  <a:ext cx="558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BC19EF-3BF3-79C9-8EFD-9975098CCF01}"/>
                    </a:ext>
                  </a:extLst>
                </p14:cNvPr>
                <p14:cNvContentPartPr/>
                <p14:nvPr/>
              </p14:nvContentPartPr>
              <p14:xfrm>
                <a:off x="4240230" y="1977330"/>
                <a:ext cx="3792960" cy="124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BC19EF-3BF3-79C9-8EFD-9975098CCF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31590" y="1968330"/>
                  <a:ext cx="3810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0EB6AD-619F-6B5D-D08C-9414C3B8BE2D}"/>
                    </a:ext>
                  </a:extLst>
                </p14:cNvPr>
                <p14:cNvContentPartPr/>
                <p14:nvPr/>
              </p14:nvContentPartPr>
              <p14:xfrm>
                <a:off x="8337390" y="1839810"/>
                <a:ext cx="282600" cy="1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0EB6AD-619F-6B5D-D08C-9414C3B8BE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28750" y="1830810"/>
                  <a:ext cx="3002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497123C-A074-FBEA-AF06-B9E557EAF472}"/>
              </a:ext>
            </a:extLst>
          </p:cNvPr>
          <p:cNvGrpSpPr/>
          <p:nvPr/>
        </p:nvGrpSpPr>
        <p:grpSpPr>
          <a:xfrm>
            <a:off x="4588350" y="2190450"/>
            <a:ext cx="3098520" cy="544680"/>
            <a:chOff x="4588350" y="2190450"/>
            <a:chExt cx="3098520" cy="54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64DE3F-E608-4573-67F6-312A9F316C11}"/>
                    </a:ext>
                  </a:extLst>
                </p14:cNvPr>
                <p14:cNvContentPartPr/>
                <p14:nvPr/>
              </p14:nvContentPartPr>
              <p14:xfrm>
                <a:off x="7580670" y="2335530"/>
                <a:ext cx="23040" cy="9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64DE3F-E608-4573-67F6-312A9F316C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2030" y="2326890"/>
                  <a:ext cx="40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A1493E-BFAB-5287-81D2-364651AA134C}"/>
                    </a:ext>
                  </a:extLst>
                </p14:cNvPr>
                <p14:cNvContentPartPr/>
                <p14:nvPr/>
              </p14:nvContentPartPr>
              <p14:xfrm>
                <a:off x="7631070" y="2251290"/>
                <a:ext cx="55800" cy="476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A1493E-BFAB-5287-81D2-364651AA13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22070" y="2242290"/>
                  <a:ext cx="734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A482D3-F2A8-057E-24EE-5DF782296B43}"/>
                    </a:ext>
                  </a:extLst>
                </p14:cNvPr>
                <p14:cNvContentPartPr/>
                <p14:nvPr/>
              </p14:nvContentPartPr>
              <p14:xfrm>
                <a:off x="7195470" y="2285490"/>
                <a:ext cx="258120" cy="447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A482D3-F2A8-057E-24EE-5DF782296B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86830" y="2276490"/>
                  <a:ext cx="2757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9E7D81-0962-C75C-3DC6-09DC3E9DDA5E}"/>
                    </a:ext>
                  </a:extLst>
                </p14:cNvPr>
                <p14:cNvContentPartPr/>
                <p14:nvPr/>
              </p14:nvContentPartPr>
              <p14:xfrm>
                <a:off x="6739710" y="2278650"/>
                <a:ext cx="293040" cy="439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9E7D81-0962-C75C-3DC6-09DC3E9DDA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30710" y="2270010"/>
                  <a:ext cx="3106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998E27-EFF8-7607-971D-C7A612243728}"/>
                    </a:ext>
                  </a:extLst>
                </p14:cNvPr>
                <p14:cNvContentPartPr/>
                <p14:nvPr/>
              </p14:nvContentPartPr>
              <p14:xfrm>
                <a:off x="6439110" y="2267130"/>
                <a:ext cx="360" cy="46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998E27-EFF8-7607-971D-C7A6122437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30110" y="2258490"/>
                  <a:ext cx="180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DDF955-FF45-73AA-EA66-E1C38FDBA171}"/>
                    </a:ext>
                  </a:extLst>
                </p14:cNvPr>
                <p14:cNvContentPartPr/>
                <p14:nvPr/>
              </p14:nvContentPartPr>
              <p14:xfrm>
                <a:off x="5841510" y="2208810"/>
                <a:ext cx="277920" cy="446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DDF955-FF45-73AA-EA66-E1C38FDBA1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32870" y="2200170"/>
                  <a:ext cx="29556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23F215A-BD7D-4AAB-DE64-F3914CB35219}"/>
                    </a:ext>
                  </a:extLst>
                </p14:cNvPr>
                <p14:cNvContentPartPr/>
                <p14:nvPr/>
              </p14:nvContentPartPr>
              <p14:xfrm>
                <a:off x="5389350" y="2240130"/>
                <a:ext cx="239760" cy="462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23F215A-BD7D-4AAB-DE64-F3914CB352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80350" y="2231130"/>
                  <a:ext cx="2574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A4AA10-B0A4-9767-57DD-B04419DD2A75}"/>
                    </a:ext>
                  </a:extLst>
                </p14:cNvPr>
                <p14:cNvContentPartPr/>
                <p14:nvPr/>
              </p14:nvContentPartPr>
              <p14:xfrm>
                <a:off x="5077230" y="2210970"/>
                <a:ext cx="29160" cy="45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A4AA10-B0A4-9767-57DD-B04419DD2A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68230" y="2201970"/>
                  <a:ext cx="468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7E31AB-B0DF-D1E8-AEEE-318CFCD3022A}"/>
                    </a:ext>
                  </a:extLst>
                </p14:cNvPr>
                <p14:cNvContentPartPr/>
                <p14:nvPr/>
              </p14:nvContentPartPr>
              <p14:xfrm>
                <a:off x="4588350" y="2190450"/>
                <a:ext cx="291960" cy="479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7E31AB-B0DF-D1E8-AEEE-318CFCD302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79710" y="2181450"/>
                  <a:ext cx="309600" cy="49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1277AF-E9FB-4B93-C499-9D0890FB843E}"/>
              </a:ext>
            </a:extLst>
          </p:cNvPr>
          <p:cNvGrpSpPr/>
          <p:nvPr/>
        </p:nvGrpSpPr>
        <p:grpSpPr>
          <a:xfrm>
            <a:off x="8183310" y="1919370"/>
            <a:ext cx="1551240" cy="652320"/>
            <a:chOff x="8183310" y="1919370"/>
            <a:chExt cx="1551240" cy="65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ED9F72-D922-614B-1E10-DE64EA313288}"/>
                    </a:ext>
                  </a:extLst>
                </p14:cNvPr>
                <p14:cNvContentPartPr/>
                <p14:nvPr/>
              </p14:nvContentPartPr>
              <p14:xfrm>
                <a:off x="8183310" y="2220690"/>
                <a:ext cx="782640" cy="198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ED9F72-D922-614B-1E10-DE64EA3132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74670" y="2212050"/>
                  <a:ext cx="800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231E435-47A4-3D6F-1F6E-FABEE42FEBBA}"/>
                    </a:ext>
                  </a:extLst>
                </p14:cNvPr>
                <p14:cNvContentPartPr/>
                <p14:nvPr/>
              </p14:nvContentPartPr>
              <p14:xfrm>
                <a:off x="9158550" y="2122410"/>
                <a:ext cx="266760" cy="449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231E435-47A4-3D6F-1F6E-FABEE42FEB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49550" y="2113770"/>
                  <a:ext cx="2844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DDC0E55-0BF6-7C5E-88B5-23A2A0C81AB4}"/>
                    </a:ext>
                  </a:extLst>
                </p14:cNvPr>
                <p14:cNvContentPartPr/>
                <p14:nvPr/>
              </p14:nvContentPartPr>
              <p14:xfrm>
                <a:off x="9522870" y="1919370"/>
                <a:ext cx="211680" cy="284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DDC0E55-0BF6-7C5E-88B5-23A2A0C81A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13870" y="1910730"/>
                  <a:ext cx="22932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02E231C-1B4F-89DA-BB24-D9C3E19BB4FF}"/>
                  </a:ext>
                </a:extLst>
              </p14:cNvPr>
              <p14:cNvContentPartPr/>
              <p14:nvPr/>
            </p14:nvContentPartPr>
            <p14:xfrm>
              <a:off x="412710" y="3396810"/>
              <a:ext cx="314280" cy="539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02E231C-1B4F-89DA-BB24-D9C3E19BB4F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3710" y="3388170"/>
                <a:ext cx="33192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5E2B9E5-6BC4-1EBF-7F4C-31DEF1AFAA5E}"/>
                  </a:ext>
                </a:extLst>
              </p14:cNvPr>
              <p14:cNvContentPartPr/>
              <p14:nvPr/>
            </p14:nvContentPartPr>
            <p14:xfrm>
              <a:off x="1056390" y="3049050"/>
              <a:ext cx="7560" cy="391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5E2B9E5-6BC4-1EBF-7F4C-31DEF1AFAA5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7750" y="3040410"/>
                <a:ext cx="25200" cy="40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D0C10A5-F976-6F5D-59BA-5E0B6E5EB9C4}"/>
              </a:ext>
            </a:extLst>
          </p:cNvPr>
          <p:cNvGrpSpPr/>
          <p:nvPr/>
        </p:nvGrpSpPr>
        <p:grpSpPr>
          <a:xfrm>
            <a:off x="1590630" y="3658530"/>
            <a:ext cx="159120" cy="88200"/>
            <a:chOff x="1590630" y="3658530"/>
            <a:chExt cx="159120" cy="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E2E385-037D-1179-4B65-6DD1F688574D}"/>
                    </a:ext>
                  </a:extLst>
                </p14:cNvPr>
                <p14:cNvContentPartPr/>
                <p14:nvPr/>
              </p14:nvContentPartPr>
              <p14:xfrm>
                <a:off x="1590630" y="3658530"/>
                <a:ext cx="157320" cy="2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E2E385-037D-1179-4B65-6DD1F68857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81630" y="3649890"/>
                  <a:ext cx="174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AB3FA-46BB-6019-4938-888EB6512CCE}"/>
                    </a:ext>
                  </a:extLst>
                </p14:cNvPr>
                <p14:cNvContentPartPr/>
                <p14:nvPr/>
              </p14:nvContentPartPr>
              <p14:xfrm>
                <a:off x="1596750" y="3742050"/>
                <a:ext cx="153000" cy="4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AB3FA-46BB-6019-4938-888EB6512C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87750" y="3733050"/>
                  <a:ext cx="1706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FA674F4-53D7-AD1B-E789-F46440401F52}"/>
              </a:ext>
            </a:extLst>
          </p:cNvPr>
          <p:cNvGrpSpPr/>
          <p:nvPr/>
        </p:nvGrpSpPr>
        <p:grpSpPr>
          <a:xfrm>
            <a:off x="2234670" y="3338130"/>
            <a:ext cx="3179520" cy="524880"/>
            <a:chOff x="2234670" y="3338130"/>
            <a:chExt cx="317952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4159BA-A1AA-E2FD-485E-F936374E6123}"/>
                    </a:ext>
                  </a:extLst>
                </p14:cNvPr>
                <p14:cNvContentPartPr/>
                <p14:nvPr/>
              </p14:nvContentPartPr>
              <p14:xfrm>
                <a:off x="2234670" y="3338130"/>
                <a:ext cx="374040" cy="483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4159BA-A1AA-E2FD-485E-F936374E61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25670" y="3329490"/>
                  <a:ext cx="3916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4A6BE4-65D0-E1E0-3C3D-694FB3D6979C}"/>
                    </a:ext>
                  </a:extLst>
                </p14:cNvPr>
                <p14:cNvContentPartPr/>
                <p14:nvPr/>
              </p14:nvContentPartPr>
              <p14:xfrm>
                <a:off x="2911470" y="3356490"/>
                <a:ext cx="32760" cy="448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4A6BE4-65D0-E1E0-3C3D-694FB3D697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02830" y="3347850"/>
                  <a:ext cx="504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8BD8FBE-F990-EF72-4017-E2783CCEC8B0}"/>
                    </a:ext>
                  </a:extLst>
                </p14:cNvPr>
                <p14:cNvContentPartPr/>
                <p14:nvPr/>
              </p14:nvContentPartPr>
              <p14:xfrm>
                <a:off x="3195150" y="3436770"/>
                <a:ext cx="239400" cy="391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8BD8FBE-F990-EF72-4017-E2783CCEC8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86150" y="3427770"/>
                  <a:ext cx="257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C012045-4687-9D24-D654-7AF85AFEAC61}"/>
                    </a:ext>
                  </a:extLst>
                </p14:cNvPr>
                <p14:cNvContentPartPr/>
                <p14:nvPr/>
              </p14:nvContentPartPr>
              <p14:xfrm>
                <a:off x="3640470" y="3419490"/>
                <a:ext cx="304560" cy="43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C012045-4687-9D24-D654-7AF85AFEAC6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31470" y="3410490"/>
                  <a:ext cx="3222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54DA74-64F7-B629-7D2A-87B622AFE205}"/>
                    </a:ext>
                  </a:extLst>
                </p14:cNvPr>
                <p14:cNvContentPartPr/>
                <p14:nvPr/>
              </p14:nvContentPartPr>
              <p14:xfrm>
                <a:off x="4251750" y="3432810"/>
                <a:ext cx="23040" cy="412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54DA74-64F7-B629-7D2A-87B622AFE2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43110" y="3423810"/>
                  <a:ext cx="40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7E51DA-3EE8-935B-6BC2-124E91051039}"/>
                    </a:ext>
                  </a:extLst>
                </p14:cNvPr>
                <p14:cNvContentPartPr/>
                <p14:nvPr/>
              </p14:nvContentPartPr>
              <p14:xfrm>
                <a:off x="4465950" y="3439290"/>
                <a:ext cx="261360" cy="383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7E51DA-3EE8-935B-6BC2-124E910510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56950" y="3430290"/>
                  <a:ext cx="279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D482D9B-F47E-6BC5-637E-3FC5E84F298C}"/>
                    </a:ext>
                  </a:extLst>
                </p14:cNvPr>
                <p14:cNvContentPartPr/>
                <p14:nvPr/>
              </p14:nvContentPartPr>
              <p14:xfrm>
                <a:off x="4873470" y="3452610"/>
                <a:ext cx="268560" cy="403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D482D9B-F47E-6BC5-637E-3FC5E84F29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64830" y="3443610"/>
                  <a:ext cx="2862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63DC63-C7D1-32E9-8801-EFB6A2E462BE}"/>
                    </a:ext>
                  </a:extLst>
                </p14:cNvPr>
                <p14:cNvContentPartPr/>
                <p14:nvPr/>
              </p14:nvContentPartPr>
              <p14:xfrm>
                <a:off x="5388630" y="3463770"/>
                <a:ext cx="25560" cy="39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63DC63-C7D1-32E9-8801-EFB6A2E462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79990" y="3455130"/>
                  <a:ext cx="43200" cy="41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2B5F53A-649E-A1F1-8AC1-8021948AFDBC}"/>
                  </a:ext>
                </a:extLst>
              </p14:cNvPr>
              <p14:cNvContentPartPr/>
              <p14:nvPr/>
            </p14:nvContentPartPr>
            <p14:xfrm>
              <a:off x="5802270" y="3595890"/>
              <a:ext cx="271080" cy="43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2B5F53A-649E-A1F1-8AC1-8021948AFDB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93630" y="3586890"/>
                <a:ext cx="2887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8A653A4-8797-C4FD-250A-7B8104D9735A}"/>
                  </a:ext>
                </a:extLst>
              </p14:cNvPr>
              <p14:cNvContentPartPr/>
              <p14:nvPr/>
            </p14:nvContentPartPr>
            <p14:xfrm>
              <a:off x="6502830" y="3407610"/>
              <a:ext cx="215640" cy="437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8A653A4-8797-C4FD-250A-7B8104D9735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493830" y="3398610"/>
                <a:ext cx="233280" cy="45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2DFEC366-300E-E9B4-416B-037D67E9F8EF}"/>
              </a:ext>
            </a:extLst>
          </p:cNvPr>
          <p:cNvGrpSpPr/>
          <p:nvPr/>
        </p:nvGrpSpPr>
        <p:grpSpPr>
          <a:xfrm>
            <a:off x="7370070" y="3581490"/>
            <a:ext cx="230400" cy="129600"/>
            <a:chOff x="7370070" y="3581490"/>
            <a:chExt cx="23040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AC3050-DAAF-5796-07FA-5E9028FEECD7}"/>
                    </a:ext>
                  </a:extLst>
                </p14:cNvPr>
                <p14:cNvContentPartPr/>
                <p14:nvPr/>
              </p14:nvContentPartPr>
              <p14:xfrm>
                <a:off x="7370070" y="3581490"/>
                <a:ext cx="230400" cy="5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C3050-DAAF-5796-07FA-5E9028FEECD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1430" y="3572850"/>
                  <a:ext cx="248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68E292-8B3B-B84F-1CBD-F6A74251BEEA}"/>
                    </a:ext>
                  </a:extLst>
                </p14:cNvPr>
                <p14:cNvContentPartPr/>
                <p14:nvPr/>
              </p14:nvContentPartPr>
              <p14:xfrm>
                <a:off x="7396710" y="3704250"/>
                <a:ext cx="149400" cy="6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68E292-8B3B-B84F-1CBD-F6A74251BE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87710" y="3695250"/>
                  <a:ext cx="1670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7CA9843-35E1-0B5A-C8B6-A9CD4FD8A16E}"/>
              </a:ext>
            </a:extLst>
          </p:cNvPr>
          <p:cNvGrpSpPr/>
          <p:nvPr/>
        </p:nvGrpSpPr>
        <p:grpSpPr>
          <a:xfrm>
            <a:off x="7948950" y="3363330"/>
            <a:ext cx="1595520" cy="442440"/>
            <a:chOff x="7948950" y="3363330"/>
            <a:chExt cx="15955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0B62739-8CA7-1798-6DD4-C850238B41F9}"/>
                    </a:ext>
                  </a:extLst>
                </p14:cNvPr>
                <p14:cNvContentPartPr/>
                <p14:nvPr/>
              </p14:nvContentPartPr>
              <p14:xfrm>
                <a:off x="7948950" y="3380250"/>
                <a:ext cx="291240" cy="388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0B62739-8CA7-1798-6DD4-C850238B41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39950" y="3371610"/>
                  <a:ext cx="308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716DC8-8384-0FCD-6EDE-D6E593307501}"/>
                    </a:ext>
                  </a:extLst>
                </p14:cNvPr>
                <p14:cNvContentPartPr/>
                <p14:nvPr/>
              </p14:nvContentPartPr>
              <p14:xfrm>
                <a:off x="8464830" y="3363330"/>
                <a:ext cx="129600" cy="424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716DC8-8384-0FCD-6EDE-D6E5933075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56190" y="3354690"/>
                  <a:ext cx="1472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3D5922D-4790-420F-6F2B-3DAB57156E2A}"/>
                    </a:ext>
                  </a:extLst>
                </p14:cNvPr>
                <p14:cNvContentPartPr/>
                <p14:nvPr/>
              </p14:nvContentPartPr>
              <p14:xfrm>
                <a:off x="8793510" y="3399330"/>
                <a:ext cx="234000" cy="345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3D5922D-4790-420F-6F2B-3DAB57156E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84510" y="3390330"/>
                  <a:ext cx="2516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F0FC70-0483-8E4E-DC12-7827062B196B}"/>
                    </a:ext>
                  </a:extLst>
                </p14:cNvPr>
                <p14:cNvContentPartPr/>
                <p14:nvPr/>
              </p14:nvContentPartPr>
              <p14:xfrm>
                <a:off x="9235590" y="3400770"/>
                <a:ext cx="308880" cy="405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F0FC70-0483-8E4E-DC12-7827062B19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26590" y="3392130"/>
                  <a:ext cx="32652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F4951FF-93EC-2629-B1EA-70F9A686B9B9}"/>
              </a:ext>
            </a:extLst>
          </p:cNvPr>
          <p:cNvGrpSpPr/>
          <p:nvPr/>
        </p:nvGrpSpPr>
        <p:grpSpPr>
          <a:xfrm>
            <a:off x="9840030" y="3362250"/>
            <a:ext cx="1276560" cy="433080"/>
            <a:chOff x="9840030" y="3362250"/>
            <a:chExt cx="127656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624C41E-59BD-7683-102F-9CDD87FD35DB}"/>
                    </a:ext>
                  </a:extLst>
                </p14:cNvPr>
                <p14:cNvContentPartPr/>
                <p14:nvPr/>
              </p14:nvContentPartPr>
              <p14:xfrm>
                <a:off x="9840030" y="3368370"/>
                <a:ext cx="6480" cy="424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624C41E-59BD-7683-102F-9CDD87FD35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31390" y="3359730"/>
                  <a:ext cx="241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033E83-A9B9-6327-8849-29418E5A1BBA}"/>
                    </a:ext>
                  </a:extLst>
                </p14:cNvPr>
                <p14:cNvContentPartPr/>
                <p14:nvPr/>
              </p14:nvContentPartPr>
              <p14:xfrm>
                <a:off x="10045590" y="3362250"/>
                <a:ext cx="249120" cy="408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033E83-A9B9-6327-8849-29418E5A1BB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36950" y="3353250"/>
                  <a:ext cx="2667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0945E08-B198-DD04-04C2-523123C26FCF}"/>
                    </a:ext>
                  </a:extLst>
                </p14:cNvPr>
                <p14:cNvContentPartPr/>
                <p14:nvPr/>
              </p14:nvContentPartPr>
              <p14:xfrm>
                <a:off x="10434750" y="3392490"/>
                <a:ext cx="280440" cy="395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0945E08-B198-DD04-04C2-523123C26F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26110" y="3383490"/>
                  <a:ext cx="298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67AD5D-0270-1861-90E2-3BDDCC1BB914}"/>
                    </a:ext>
                  </a:extLst>
                </p14:cNvPr>
                <p14:cNvContentPartPr/>
                <p14:nvPr/>
              </p14:nvContentPartPr>
              <p14:xfrm>
                <a:off x="10837230" y="3433530"/>
                <a:ext cx="279360" cy="361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67AD5D-0270-1861-90E2-3BDDCC1BB91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28590" y="3424530"/>
                  <a:ext cx="29700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2782B1D-57C6-0076-821F-0186AFED2D8E}"/>
              </a:ext>
            </a:extLst>
          </p:cNvPr>
          <p:cNvGrpSpPr/>
          <p:nvPr/>
        </p:nvGrpSpPr>
        <p:grpSpPr>
          <a:xfrm>
            <a:off x="894030" y="4425690"/>
            <a:ext cx="778680" cy="911160"/>
            <a:chOff x="894030" y="4425690"/>
            <a:chExt cx="778680" cy="91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A55E2A9-6677-6D03-5A56-382530D5D768}"/>
                    </a:ext>
                  </a:extLst>
                </p14:cNvPr>
                <p14:cNvContentPartPr/>
                <p14:nvPr/>
              </p14:nvContentPartPr>
              <p14:xfrm>
                <a:off x="894030" y="4700010"/>
                <a:ext cx="374400" cy="63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A55E2A9-6677-6D03-5A56-382530D5D7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030" y="4691010"/>
                  <a:ext cx="39204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021C1EB-A843-E7D0-63C2-29027F939F48}"/>
                    </a:ext>
                  </a:extLst>
                </p14:cNvPr>
                <p14:cNvContentPartPr/>
                <p14:nvPr/>
              </p14:nvContentPartPr>
              <p14:xfrm>
                <a:off x="1433670" y="4425690"/>
                <a:ext cx="239040" cy="299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021C1EB-A843-E7D0-63C2-29027F939F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24670" y="4416690"/>
                  <a:ext cx="256680" cy="31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0FACF88-BDDC-DD57-6AB9-3F1175FA9957}"/>
                  </a:ext>
                </a:extLst>
              </p14:cNvPr>
              <p14:cNvContentPartPr/>
              <p14:nvPr/>
            </p14:nvContentPartPr>
            <p14:xfrm>
              <a:off x="1751190" y="4539090"/>
              <a:ext cx="196920" cy="7297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0FACF88-BDDC-DD57-6AB9-3F1175FA995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42190" y="4530090"/>
                <a:ext cx="214560" cy="74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0CBDC70-49A5-51CA-F312-FAFB4F10AFDC}"/>
              </a:ext>
            </a:extLst>
          </p:cNvPr>
          <p:cNvGrpSpPr/>
          <p:nvPr/>
        </p:nvGrpSpPr>
        <p:grpSpPr>
          <a:xfrm>
            <a:off x="2114790" y="4558170"/>
            <a:ext cx="1538280" cy="554760"/>
            <a:chOff x="2114790" y="4558170"/>
            <a:chExt cx="153828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3628ED-B103-13AC-BB18-37384B848B12}"/>
                    </a:ext>
                  </a:extLst>
                </p14:cNvPr>
                <p14:cNvContentPartPr/>
                <p14:nvPr/>
              </p14:nvContentPartPr>
              <p14:xfrm>
                <a:off x="2114790" y="4570410"/>
                <a:ext cx="59760" cy="530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3628ED-B103-13AC-BB18-37384B848B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05790" y="4561410"/>
                  <a:ext cx="7740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D1F259-58BE-B29B-AD63-3121725B3292}"/>
                    </a:ext>
                  </a:extLst>
                </p14:cNvPr>
                <p14:cNvContentPartPr/>
                <p14:nvPr/>
              </p14:nvContentPartPr>
              <p14:xfrm>
                <a:off x="2372190" y="4558170"/>
                <a:ext cx="275040" cy="502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D1F259-58BE-B29B-AD63-3121725B32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63190" y="4549530"/>
                  <a:ext cx="2926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2F4A06C-DB41-E1B7-8C9C-91750FCE0702}"/>
                    </a:ext>
                  </a:extLst>
                </p14:cNvPr>
                <p14:cNvContentPartPr/>
                <p14:nvPr/>
              </p14:nvContentPartPr>
              <p14:xfrm>
                <a:off x="2785110" y="4582650"/>
                <a:ext cx="100080" cy="530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2F4A06C-DB41-E1B7-8C9C-91750FCE070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76470" y="4574010"/>
                  <a:ext cx="11772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7C4EE0-BAD6-5CD3-89A7-57AEEAC49563}"/>
                    </a:ext>
                  </a:extLst>
                </p14:cNvPr>
                <p14:cNvContentPartPr/>
                <p14:nvPr/>
              </p14:nvContentPartPr>
              <p14:xfrm>
                <a:off x="3050070" y="4581570"/>
                <a:ext cx="26640" cy="502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7C4EE0-BAD6-5CD3-89A7-57AEEAC4956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41070" y="4572570"/>
                  <a:ext cx="442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E3FEC1-082C-19AE-3863-E25E648954E5}"/>
                    </a:ext>
                  </a:extLst>
                </p14:cNvPr>
                <p14:cNvContentPartPr/>
                <p14:nvPr/>
              </p14:nvContentPartPr>
              <p14:xfrm>
                <a:off x="3300990" y="4588050"/>
                <a:ext cx="352080" cy="482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E3FEC1-082C-19AE-3863-E25E648954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91990" y="4579410"/>
                  <a:ext cx="369720" cy="50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A5DCABE-8DB9-1985-4008-B1CC0894E172}"/>
              </a:ext>
            </a:extLst>
          </p:cNvPr>
          <p:cNvGrpSpPr/>
          <p:nvPr/>
        </p:nvGrpSpPr>
        <p:grpSpPr>
          <a:xfrm>
            <a:off x="3990390" y="4593090"/>
            <a:ext cx="524160" cy="527040"/>
            <a:chOff x="3990390" y="4593090"/>
            <a:chExt cx="52416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5AC5B5-BEEB-4A2E-B520-3C4BDC6E2816}"/>
                    </a:ext>
                  </a:extLst>
                </p14:cNvPr>
                <p14:cNvContentPartPr/>
                <p14:nvPr/>
              </p14:nvContentPartPr>
              <p14:xfrm>
                <a:off x="3990390" y="4623330"/>
                <a:ext cx="50040" cy="496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5AC5B5-BEEB-4A2E-B520-3C4BDC6E281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81750" y="4614690"/>
                  <a:ext cx="676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829495C-A391-6A8E-BBEF-12A2BA6EF5FE}"/>
                    </a:ext>
                  </a:extLst>
                </p14:cNvPr>
                <p14:cNvContentPartPr/>
                <p14:nvPr/>
              </p14:nvContentPartPr>
              <p14:xfrm>
                <a:off x="4219350" y="4593090"/>
                <a:ext cx="79920" cy="479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829495C-A391-6A8E-BBEF-12A2BA6EF5F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10350" y="4584090"/>
                  <a:ext cx="975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D7043E5-1D7C-5A6D-442E-FE0BA123DFAE}"/>
                    </a:ext>
                  </a:extLst>
                </p14:cNvPr>
                <p14:cNvContentPartPr/>
                <p14:nvPr/>
              </p14:nvContentPartPr>
              <p14:xfrm>
                <a:off x="4493670" y="4609290"/>
                <a:ext cx="20880" cy="472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D7043E5-1D7C-5A6D-442E-FE0BA123DFA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84670" y="4600650"/>
                  <a:ext cx="3852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BE8F3A0-A67D-1452-C6C8-605CE2A6E892}"/>
              </a:ext>
            </a:extLst>
          </p:cNvPr>
          <p:cNvGrpSpPr/>
          <p:nvPr/>
        </p:nvGrpSpPr>
        <p:grpSpPr>
          <a:xfrm>
            <a:off x="4823070" y="4359810"/>
            <a:ext cx="635760" cy="824760"/>
            <a:chOff x="4823070" y="4359810"/>
            <a:chExt cx="635760" cy="82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2E1E7D-1F74-E596-61AB-857F86EB885E}"/>
                    </a:ext>
                  </a:extLst>
                </p14:cNvPr>
                <p14:cNvContentPartPr/>
                <p14:nvPr/>
              </p14:nvContentPartPr>
              <p14:xfrm>
                <a:off x="4823070" y="4359810"/>
                <a:ext cx="213120" cy="824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2E1E7D-1F74-E596-61AB-857F86EB88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14430" y="4350810"/>
                  <a:ext cx="230760" cy="8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9E43871-16B8-1FF6-C697-4CAE83A1DBE3}"/>
                    </a:ext>
                  </a:extLst>
                </p14:cNvPr>
                <p14:cNvContentPartPr/>
                <p14:nvPr/>
              </p14:nvContentPartPr>
              <p14:xfrm>
                <a:off x="5269470" y="4736010"/>
                <a:ext cx="189360" cy="7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9E43871-16B8-1FF6-C697-4CAE83A1DB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60470" y="4727010"/>
                  <a:ext cx="20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727347-3EBD-CB6A-D418-3DED1F773311}"/>
                    </a:ext>
                  </a:extLst>
                </p14:cNvPr>
                <p14:cNvContentPartPr/>
                <p14:nvPr/>
              </p14:nvContentPartPr>
              <p14:xfrm>
                <a:off x="5293590" y="4884330"/>
                <a:ext cx="163800" cy="5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727347-3EBD-CB6A-D418-3DED1F7733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84950" y="4875330"/>
                  <a:ext cx="18144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898931A-C1C4-165A-D13C-A4C1F9127FB9}"/>
                  </a:ext>
                </a:extLst>
              </p14:cNvPr>
              <p14:cNvContentPartPr/>
              <p14:nvPr/>
            </p14:nvContentPartPr>
            <p14:xfrm>
              <a:off x="5826750" y="4577250"/>
              <a:ext cx="312480" cy="4546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898931A-C1C4-165A-D13C-A4C1F9127FB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817750" y="4568250"/>
                <a:ext cx="330120" cy="47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C5759AC-E439-B159-4600-32A41B1455EC}"/>
              </a:ext>
            </a:extLst>
          </p:cNvPr>
          <p:cNvGrpSpPr/>
          <p:nvPr/>
        </p:nvGrpSpPr>
        <p:grpSpPr>
          <a:xfrm>
            <a:off x="6499230" y="4659690"/>
            <a:ext cx="1136520" cy="446760"/>
            <a:chOff x="6499230" y="4659690"/>
            <a:chExt cx="11365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DDCB8B-3AD5-972C-C086-86ACDD70E9C9}"/>
                    </a:ext>
                  </a:extLst>
                </p14:cNvPr>
                <p14:cNvContentPartPr/>
                <p14:nvPr/>
              </p14:nvContentPartPr>
              <p14:xfrm>
                <a:off x="6499230" y="4669050"/>
                <a:ext cx="149040" cy="437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DDCB8B-3AD5-972C-C086-86ACDD70E9C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0230" y="4660410"/>
                  <a:ext cx="1666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5BDE5AC-FEA9-6238-BBEB-C93552A70755}"/>
                    </a:ext>
                  </a:extLst>
                </p14:cNvPr>
                <p14:cNvContentPartPr/>
                <p14:nvPr/>
              </p14:nvContentPartPr>
              <p14:xfrm>
                <a:off x="6814230" y="4676250"/>
                <a:ext cx="275760" cy="427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5BDE5AC-FEA9-6238-BBEB-C93552A707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5230" y="4667610"/>
                  <a:ext cx="2934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2A09D5-4D3C-AE75-FAC9-5FA462672AA4}"/>
                    </a:ext>
                  </a:extLst>
                </p14:cNvPr>
                <p14:cNvContentPartPr/>
                <p14:nvPr/>
              </p14:nvContentPartPr>
              <p14:xfrm>
                <a:off x="7365030" y="4659690"/>
                <a:ext cx="270720" cy="433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2A09D5-4D3C-AE75-FAC9-5FA462672A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56030" y="4650690"/>
                  <a:ext cx="288360" cy="45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F805481-68E1-7FA1-3893-9C199E764BCD}"/>
              </a:ext>
            </a:extLst>
          </p:cNvPr>
          <p:cNvGrpSpPr/>
          <p:nvPr/>
        </p:nvGrpSpPr>
        <p:grpSpPr>
          <a:xfrm>
            <a:off x="8014830" y="4539090"/>
            <a:ext cx="834480" cy="523080"/>
            <a:chOff x="8014830" y="4539090"/>
            <a:chExt cx="83448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6BF17D7-B0AD-67EC-C164-D69CF2A6F2AA}"/>
                    </a:ext>
                  </a:extLst>
                </p14:cNvPr>
                <p14:cNvContentPartPr/>
                <p14:nvPr/>
              </p14:nvContentPartPr>
              <p14:xfrm>
                <a:off x="8014830" y="4600650"/>
                <a:ext cx="84600" cy="461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6BF17D7-B0AD-67EC-C164-D69CF2A6F2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06190" y="4591650"/>
                  <a:ext cx="1022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746BC4-0AD8-38B6-6B7E-B5141D7F722E}"/>
                    </a:ext>
                  </a:extLst>
                </p14:cNvPr>
                <p14:cNvContentPartPr/>
                <p14:nvPr/>
              </p14:nvContentPartPr>
              <p14:xfrm>
                <a:off x="8204910" y="4539090"/>
                <a:ext cx="290520" cy="459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746BC4-0AD8-38B6-6B7E-B5141D7F722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95910" y="4530090"/>
                  <a:ext cx="3081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38D595B-D738-E21D-482B-2655A2B23680}"/>
                    </a:ext>
                  </a:extLst>
                </p14:cNvPr>
                <p14:cNvContentPartPr/>
                <p14:nvPr/>
              </p14:nvContentPartPr>
              <p14:xfrm>
                <a:off x="8569230" y="4579770"/>
                <a:ext cx="280080" cy="408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38D595B-D738-E21D-482B-2655A2B2368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0590" y="4571130"/>
                  <a:ext cx="297720" cy="42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C5A43B0-8B4C-C7B5-A0F5-67D29DE53132}"/>
                  </a:ext>
                </a:extLst>
              </p14:cNvPr>
              <p14:cNvContentPartPr/>
              <p14:nvPr/>
            </p14:nvContentPartPr>
            <p14:xfrm>
              <a:off x="9192750" y="4557450"/>
              <a:ext cx="21960" cy="5018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C5A43B0-8B4C-C7B5-A0F5-67D29DE5313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184110" y="4548450"/>
                <a:ext cx="3960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87B2E56-EF14-FFDB-C116-B42A8EFE372B}"/>
                  </a:ext>
                </a:extLst>
              </p14:cNvPr>
              <p14:cNvContentPartPr/>
              <p14:nvPr/>
            </p14:nvContentPartPr>
            <p14:xfrm>
              <a:off x="1090590" y="5853450"/>
              <a:ext cx="359640" cy="3744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87B2E56-EF14-FFDB-C116-B42A8EFE372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81590" y="5844810"/>
                <a:ext cx="3772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AB002CB-E3E0-C47E-6A2E-F2E88F00BEAE}"/>
                  </a:ext>
                </a:extLst>
              </p14:cNvPr>
              <p14:cNvContentPartPr/>
              <p14:nvPr/>
            </p14:nvContentPartPr>
            <p14:xfrm>
              <a:off x="1734990" y="5585970"/>
              <a:ext cx="13680" cy="346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AB002CB-E3E0-C47E-6A2E-F2E88F00BEA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725990" y="5577330"/>
                <a:ext cx="3132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11C97B1-926A-3CF3-1F12-F50182FE6FAB}"/>
                  </a:ext>
                </a:extLst>
              </p14:cNvPr>
              <p14:cNvContentPartPr/>
              <p14:nvPr/>
            </p14:nvContentPartPr>
            <p14:xfrm>
              <a:off x="1881150" y="5688210"/>
              <a:ext cx="194400" cy="639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11C97B1-926A-3CF3-1F12-F50182FE6FA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872510" y="5679210"/>
                <a:ext cx="212040" cy="65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5D4D1E4-5AB8-820C-F0F0-A1A08B705D17}"/>
              </a:ext>
            </a:extLst>
          </p:cNvPr>
          <p:cNvGrpSpPr/>
          <p:nvPr/>
        </p:nvGrpSpPr>
        <p:grpSpPr>
          <a:xfrm>
            <a:off x="2152230" y="5701890"/>
            <a:ext cx="1018440" cy="483120"/>
            <a:chOff x="2152230" y="5701890"/>
            <a:chExt cx="101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2B38E96-B280-AAC5-F8DB-02472883AA54}"/>
                    </a:ext>
                  </a:extLst>
                </p14:cNvPr>
                <p14:cNvContentPartPr/>
                <p14:nvPr/>
              </p14:nvContentPartPr>
              <p14:xfrm>
                <a:off x="2152230" y="5701890"/>
                <a:ext cx="123120" cy="385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2B38E96-B280-AAC5-F8DB-02472883AA5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43590" y="5692890"/>
                  <a:ext cx="1407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B01314-FD03-1EB2-6E22-91FAEB3D5726}"/>
                    </a:ext>
                  </a:extLst>
                </p14:cNvPr>
                <p14:cNvContentPartPr/>
                <p14:nvPr/>
              </p14:nvContentPartPr>
              <p14:xfrm>
                <a:off x="2430510" y="5727450"/>
                <a:ext cx="264240" cy="423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B01314-FD03-1EB2-6E22-91FAEB3D57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21510" y="5718450"/>
                  <a:ext cx="2818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683D3C2-293C-436D-EA5B-45FED6A651DA}"/>
                    </a:ext>
                  </a:extLst>
                </p14:cNvPr>
                <p14:cNvContentPartPr/>
                <p14:nvPr/>
              </p14:nvContentPartPr>
              <p14:xfrm>
                <a:off x="2922270" y="5755890"/>
                <a:ext cx="57960" cy="416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683D3C2-293C-436D-EA5B-45FED6A651D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13630" y="5747250"/>
                  <a:ext cx="756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42B009A-1BA8-108B-75A3-DC06AE165A10}"/>
                    </a:ext>
                  </a:extLst>
                </p14:cNvPr>
                <p14:cNvContentPartPr/>
                <p14:nvPr/>
              </p14:nvContentPartPr>
              <p14:xfrm>
                <a:off x="3146190" y="5744010"/>
                <a:ext cx="24480" cy="441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42B009A-1BA8-108B-75A3-DC06AE165A1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37190" y="5735010"/>
                  <a:ext cx="42120" cy="45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BB28E9D-6B3B-7C82-CBFF-D2638E7E4D3A}"/>
                  </a:ext>
                </a:extLst>
              </p14:cNvPr>
              <p14:cNvContentPartPr/>
              <p14:nvPr/>
            </p14:nvContentPartPr>
            <p14:xfrm>
              <a:off x="3453990" y="5775330"/>
              <a:ext cx="273960" cy="404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BB28E9D-6B3B-7C82-CBFF-D2638E7E4D3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444990" y="5766330"/>
                <a:ext cx="291600" cy="42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13CC4AF-2194-15B7-96D3-7CF666D804A4}"/>
              </a:ext>
            </a:extLst>
          </p:cNvPr>
          <p:cNvGrpSpPr/>
          <p:nvPr/>
        </p:nvGrpSpPr>
        <p:grpSpPr>
          <a:xfrm>
            <a:off x="3988230" y="5742930"/>
            <a:ext cx="499680" cy="452160"/>
            <a:chOff x="3988230" y="5742930"/>
            <a:chExt cx="49968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F51A99D-03E5-A877-0348-7A52EB782C2C}"/>
                    </a:ext>
                  </a:extLst>
                </p14:cNvPr>
                <p14:cNvContentPartPr/>
                <p14:nvPr/>
              </p14:nvContentPartPr>
              <p14:xfrm>
                <a:off x="3988230" y="5757690"/>
                <a:ext cx="29160" cy="429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F51A99D-03E5-A877-0348-7A52EB782C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79590" y="5749050"/>
                  <a:ext cx="468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C4A19DF-4616-AC18-2480-8958D3573997}"/>
                    </a:ext>
                  </a:extLst>
                </p14:cNvPr>
                <p14:cNvContentPartPr/>
                <p14:nvPr/>
              </p14:nvContentPartPr>
              <p14:xfrm>
                <a:off x="4251750" y="5759850"/>
                <a:ext cx="105120" cy="435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C4A19DF-4616-AC18-2480-8958D357399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43110" y="5750850"/>
                  <a:ext cx="1227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C050EB8-9774-A48C-5873-12BA42147143}"/>
                    </a:ext>
                  </a:extLst>
                </p14:cNvPr>
                <p14:cNvContentPartPr/>
                <p14:nvPr/>
              </p14:nvContentPartPr>
              <p14:xfrm>
                <a:off x="4470630" y="5742930"/>
                <a:ext cx="17280" cy="439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C050EB8-9774-A48C-5873-12BA421471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61990" y="5733930"/>
                  <a:ext cx="34920" cy="45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DA9DF83-A208-AAEC-8EF2-77B5FFB91E60}"/>
                  </a:ext>
                </a:extLst>
              </p14:cNvPr>
              <p14:cNvContentPartPr/>
              <p14:nvPr/>
            </p14:nvContentPartPr>
            <p14:xfrm>
              <a:off x="4692030" y="5498130"/>
              <a:ext cx="220680" cy="8265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DA9DF83-A208-AAEC-8EF2-77B5FFB91E6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683390" y="5489490"/>
                <a:ext cx="238320" cy="84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60F190-594E-0566-728C-116A0B517E99}"/>
              </a:ext>
            </a:extLst>
          </p:cNvPr>
          <p:cNvGrpSpPr/>
          <p:nvPr/>
        </p:nvGrpSpPr>
        <p:grpSpPr>
          <a:xfrm>
            <a:off x="5460990" y="5806650"/>
            <a:ext cx="272160" cy="156240"/>
            <a:chOff x="5460990" y="5806650"/>
            <a:chExt cx="27216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71F3D9F-51B1-5CB6-5431-9380508793E1}"/>
                    </a:ext>
                  </a:extLst>
                </p14:cNvPr>
                <p14:cNvContentPartPr/>
                <p14:nvPr/>
              </p14:nvContentPartPr>
              <p14:xfrm>
                <a:off x="5460990" y="5806650"/>
                <a:ext cx="209520" cy="40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71F3D9F-51B1-5CB6-5431-9380508793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451990" y="5798010"/>
                  <a:ext cx="227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31BDB11-430E-1E3C-8D37-0B5D64020CF7}"/>
                    </a:ext>
                  </a:extLst>
                </p14:cNvPr>
                <p14:cNvContentPartPr/>
                <p14:nvPr/>
              </p14:nvContentPartPr>
              <p14:xfrm>
                <a:off x="5488710" y="5940930"/>
                <a:ext cx="244440" cy="21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31BDB11-430E-1E3C-8D37-0B5D64020CF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79710" y="5932290"/>
                  <a:ext cx="2620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69EBC0F-C932-1524-E06C-D6FDAF2283F4}"/>
                  </a:ext>
                </a:extLst>
              </p14:cNvPr>
              <p14:cNvContentPartPr/>
              <p14:nvPr/>
            </p14:nvContentPartPr>
            <p14:xfrm>
              <a:off x="6062910" y="5721690"/>
              <a:ext cx="323280" cy="4222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69EBC0F-C932-1524-E06C-D6FDAF2283F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054270" y="5712690"/>
                <a:ext cx="34092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4CBEF00-A0C7-4725-C203-E60109D8A6EB}"/>
              </a:ext>
            </a:extLst>
          </p:cNvPr>
          <p:cNvGrpSpPr/>
          <p:nvPr/>
        </p:nvGrpSpPr>
        <p:grpSpPr>
          <a:xfrm>
            <a:off x="6820350" y="5728890"/>
            <a:ext cx="550800" cy="417960"/>
            <a:chOff x="6820350" y="5728890"/>
            <a:chExt cx="55080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BC2683-0E10-1803-83C6-CAB8302426F2}"/>
                    </a:ext>
                  </a:extLst>
                </p14:cNvPr>
                <p14:cNvContentPartPr/>
                <p14:nvPr/>
              </p14:nvContentPartPr>
              <p14:xfrm>
                <a:off x="6820350" y="5753010"/>
                <a:ext cx="89280" cy="393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BC2683-0E10-1803-83C6-CAB8302426F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11350" y="5744010"/>
                  <a:ext cx="1069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28A72A0-B008-7B03-5B11-255DEDA1DA8F}"/>
                    </a:ext>
                  </a:extLst>
                </p14:cNvPr>
                <p14:cNvContentPartPr/>
                <p14:nvPr/>
              </p14:nvContentPartPr>
              <p14:xfrm>
                <a:off x="7088910" y="5728890"/>
                <a:ext cx="282240" cy="415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28A72A0-B008-7B03-5B11-255DEDA1DA8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79910" y="5719890"/>
                  <a:ext cx="299880" cy="43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6937A26-D876-6498-A8CD-F54786D9692D}"/>
                  </a:ext>
                </a:extLst>
              </p14:cNvPr>
              <p14:cNvContentPartPr/>
              <p14:nvPr/>
            </p14:nvContentPartPr>
            <p14:xfrm>
              <a:off x="7662030" y="5720250"/>
              <a:ext cx="270000" cy="4395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6937A26-D876-6498-A8CD-F54786D9692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653030" y="5711250"/>
                <a:ext cx="287640" cy="45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34E0B43-DB4E-F97A-400B-E2EDF4494038}"/>
              </a:ext>
            </a:extLst>
          </p:cNvPr>
          <p:cNvGrpSpPr/>
          <p:nvPr/>
        </p:nvGrpSpPr>
        <p:grpSpPr>
          <a:xfrm>
            <a:off x="8331270" y="5645010"/>
            <a:ext cx="1400760" cy="471600"/>
            <a:chOff x="8331270" y="5645010"/>
            <a:chExt cx="140076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EFD4B4D-E14D-C849-13EE-462251B7EDE6}"/>
                    </a:ext>
                  </a:extLst>
                </p14:cNvPr>
                <p14:cNvContentPartPr/>
                <p14:nvPr/>
              </p14:nvContentPartPr>
              <p14:xfrm>
                <a:off x="8331270" y="5645010"/>
                <a:ext cx="45000" cy="453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EFD4B4D-E14D-C849-13EE-462251B7EDE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322630" y="5636010"/>
                  <a:ext cx="626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9BA739F-1C4A-05A0-25C0-9A8C0D816228}"/>
                    </a:ext>
                  </a:extLst>
                </p14:cNvPr>
                <p14:cNvContentPartPr/>
                <p14:nvPr/>
              </p14:nvContentPartPr>
              <p14:xfrm>
                <a:off x="8598390" y="5670930"/>
                <a:ext cx="298440" cy="445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9BA739F-1C4A-05A0-25C0-9A8C0D81622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589750" y="5662290"/>
                  <a:ext cx="3160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7CD36A5-9BDE-3B13-89D3-EC8FF8CA092C}"/>
                    </a:ext>
                  </a:extLst>
                </p14:cNvPr>
                <p14:cNvContentPartPr/>
                <p14:nvPr/>
              </p14:nvContentPartPr>
              <p14:xfrm>
                <a:off x="9073590" y="5658690"/>
                <a:ext cx="270360" cy="432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7CD36A5-9BDE-3B13-89D3-EC8FF8CA092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64590" y="5649690"/>
                  <a:ext cx="2880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5D363E0-7B50-2317-41E9-B903CA3E5319}"/>
                    </a:ext>
                  </a:extLst>
                </p14:cNvPr>
                <p14:cNvContentPartPr/>
                <p14:nvPr/>
              </p14:nvContentPartPr>
              <p14:xfrm>
                <a:off x="9481470" y="5731050"/>
                <a:ext cx="250560" cy="353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5D363E0-7B50-2317-41E9-B903CA3E531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72470" y="5722050"/>
                  <a:ext cx="268200" cy="37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529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D9F3D02-7B76-9205-F5A2-6F07C77F1E1B}"/>
              </a:ext>
            </a:extLst>
          </p:cNvPr>
          <p:cNvGrpSpPr/>
          <p:nvPr/>
        </p:nvGrpSpPr>
        <p:grpSpPr>
          <a:xfrm>
            <a:off x="548790" y="337890"/>
            <a:ext cx="1934280" cy="766800"/>
            <a:chOff x="548790" y="337890"/>
            <a:chExt cx="193428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4D61E7-3273-D4B0-9701-92C17D786005}"/>
                    </a:ext>
                  </a:extLst>
                </p14:cNvPr>
                <p14:cNvContentPartPr/>
                <p14:nvPr/>
              </p14:nvContentPartPr>
              <p14:xfrm>
                <a:off x="548790" y="382890"/>
                <a:ext cx="23400" cy="536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4D61E7-3273-D4B0-9701-92C17D7860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9790" y="373890"/>
                  <a:ext cx="410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6D1454B-137A-1B85-F3CE-9389B541DF01}"/>
                    </a:ext>
                  </a:extLst>
                </p14:cNvPr>
                <p14:cNvContentPartPr/>
                <p14:nvPr/>
              </p14:nvContentPartPr>
              <p14:xfrm>
                <a:off x="563190" y="363810"/>
                <a:ext cx="304560" cy="488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6D1454B-137A-1B85-F3CE-9389B541DF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550" y="355170"/>
                  <a:ext cx="3222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534DC5-C91D-8EE7-8A23-BF9505595487}"/>
                    </a:ext>
                  </a:extLst>
                </p14:cNvPr>
                <p14:cNvContentPartPr/>
                <p14:nvPr/>
              </p14:nvContentPartPr>
              <p14:xfrm>
                <a:off x="843630" y="567570"/>
                <a:ext cx="122760" cy="30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534DC5-C91D-8EE7-8A23-BF95055954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990" y="558930"/>
                  <a:ext cx="1404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23363C5-170F-6291-B48F-91F21BD55DF6}"/>
                    </a:ext>
                  </a:extLst>
                </p14:cNvPr>
                <p14:cNvContentPartPr/>
                <p14:nvPr/>
              </p14:nvContentPartPr>
              <p14:xfrm>
                <a:off x="993030" y="552450"/>
                <a:ext cx="217440" cy="304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23363C5-170F-6291-B48F-91F21BD55D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4390" y="543450"/>
                  <a:ext cx="235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5FC910-E97E-77CD-7094-A9677FA0CEC0}"/>
                    </a:ext>
                  </a:extLst>
                </p14:cNvPr>
                <p14:cNvContentPartPr/>
                <p14:nvPr/>
              </p14:nvContentPartPr>
              <p14:xfrm>
                <a:off x="1222350" y="54273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5FC910-E97E-77CD-7094-A9677FA0CE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3710" y="5337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F918EC-0F1C-86E6-8070-3FDED2FFFEA5}"/>
                    </a:ext>
                  </a:extLst>
                </p14:cNvPr>
                <p14:cNvContentPartPr/>
                <p14:nvPr/>
              </p14:nvContentPartPr>
              <p14:xfrm>
                <a:off x="1315230" y="623730"/>
                <a:ext cx="248040" cy="28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F918EC-0F1C-86E6-8070-3FDED2FFFE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6230" y="614730"/>
                  <a:ext cx="265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C7F330-20F6-5DE6-121B-3E513D66E670}"/>
                    </a:ext>
                  </a:extLst>
                </p14:cNvPr>
                <p14:cNvContentPartPr/>
                <p14:nvPr/>
              </p14:nvContentPartPr>
              <p14:xfrm>
                <a:off x="1615830" y="576570"/>
                <a:ext cx="161640" cy="528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C7F330-20F6-5DE6-121B-3E513D66E6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6830" y="567930"/>
                  <a:ext cx="17928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461CF8-6930-0A21-2F4F-3A09B1BE6236}"/>
                    </a:ext>
                  </a:extLst>
                </p14:cNvPr>
                <p14:cNvContentPartPr/>
                <p14:nvPr/>
              </p14:nvContentPartPr>
              <p14:xfrm>
                <a:off x="1834710" y="588810"/>
                <a:ext cx="135720" cy="241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461CF8-6930-0A21-2F4F-3A09B1BE623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26070" y="580170"/>
                  <a:ext cx="153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0D5D41-C4C2-86D2-CD66-4135294C62B6}"/>
                    </a:ext>
                  </a:extLst>
                </p14:cNvPr>
                <p14:cNvContentPartPr/>
                <p14:nvPr/>
              </p14:nvContentPartPr>
              <p14:xfrm>
                <a:off x="2009310" y="337890"/>
                <a:ext cx="10800" cy="545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0D5D41-C4C2-86D2-CD66-4135294C62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00310" y="329250"/>
                  <a:ext cx="2844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243CF9-74CC-0234-9878-A2E861E75B0E}"/>
                    </a:ext>
                  </a:extLst>
                </p14:cNvPr>
                <p14:cNvContentPartPr/>
                <p14:nvPr/>
              </p14:nvContentPartPr>
              <p14:xfrm>
                <a:off x="2123430" y="556410"/>
                <a:ext cx="201600" cy="314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243CF9-74CC-0234-9878-A2E861E75B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14430" y="547410"/>
                  <a:ext cx="2192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FFB714-C765-71C2-E626-6F52862BFAC6}"/>
                    </a:ext>
                  </a:extLst>
                </p14:cNvPr>
                <p14:cNvContentPartPr/>
                <p14:nvPr/>
              </p14:nvContentPartPr>
              <p14:xfrm>
                <a:off x="2343750" y="577290"/>
                <a:ext cx="139320" cy="312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FFB714-C765-71C2-E626-6F52862BFA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34750" y="568290"/>
                  <a:ext cx="15696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A94B73-F01C-81B8-486F-334D7ADAEFF7}"/>
              </a:ext>
            </a:extLst>
          </p:cNvPr>
          <p:cNvGrpSpPr/>
          <p:nvPr/>
        </p:nvGrpSpPr>
        <p:grpSpPr>
          <a:xfrm>
            <a:off x="2715270" y="623730"/>
            <a:ext cx="50760" cy="170280"/>
            <a:chOff x="2715270" y="623730"/>
            <a:chExt cx="5076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32950F-E512-84C6-6D51-4A759A4A385C}"/>
                    </a:ext>
                  </a:extLst>
                </p14:cNvPr>
                <p14:cNvContentPartPr/>
                <p14:nvPr/>
              </p14:nvContentPartPr>
              <p14:xfrm>
                <a:off x="2715270" y="623730"/>
                <a:ext cx="37800" cy="4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32950F-E512-84C6-6D51-4A759A4A38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06630" y="615090"/>
                  <a:ext cx="55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2000DE-C218-C384-4F75-521D75E61813}"/>
                    </a:ext>
                  </a:extLst>
                </p14:cNvPr>
                <p14:cNvContentPartPr/>
                <p14:nvPr/>
              </p14:nvContentPartPr>
              <p14:xfrm>
                <a:off x="2742990" y="791490"/>
                <a:ext cx="23040" cy="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2000DE-C218-C384-4F75-521D75E618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4350" y="782850"/>
                  <a:ext cx="406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79CE1B-7887-473C-B0D5-A794F1D1B7D3}"/>
              </a:ext>
            </a:extLst>
          </p:cNvPr>
          <p:cNvGrpSpPr/>
          <p:nvPr/>
        </p:nvGrpSpPr>
        <p:grpSpPr>
          <a:xfrm>
            <a:off x="3240510" y="284970"/>
            <a:ext cx="2197800" cy="736560"/>
            <a:chOff x="3240510" y="284970"/>
            <a:chExt cx="2197800" cy="73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28B2C3-E0AE-E64F-393D-A6F1B9521B8F}"/>
                    </a:ext>
                  </a:extLst>
                </p14:cNvPr>
                <p14:cNvContentPartPr/>
                <p14:nvPr/>
              </p14:nvContentPartPr>
              <p14:xfrm>
                <a:off x="3240510" y="284970"/>
                <a:ext cx="18000" cy="54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28B2C3-E0AE-E64F-393D-A6F1B9521B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31870" y="275970"/>
                  <a:ext cx="356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BD1063-1417-CE8F-4FE5-02A98538B72A}"/>
                    </a:ext>
                  </a:extLst>
                </p14:cNvPr>
                <p14:cNvContentPartPr/>
                <p14:nvPr/>
              </p14:nvContentPartPr>
              <p14:xfrm>
                <a:off x="3271470" y="485130"/>
                <a:ext cx="228600" cy="236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BD1063-1417-CE8F-4FE5-02A98538B7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62830" y="476490"/>
                  <a:ext cx="246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FFDACC-E6A1-ED9D-6CD2-AB440B00339A}"/>
                    </a:ext>
                  </a:extLst>
                </p14:cNvPr>
                <p14:cNvContentPartPr/>
                <p14:nvPr/>
              </p14:nvContentPartPr>
              <p14:xfrm>
                <a:off x="3472350" y="465330"/>
                <a:ext cx="186120" cy="321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FFDACC-E6A1-ED9D-6CD2-AB440B0033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63350" y="456690"/>
                  <a:ext cx="203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CBC14A-0906-253B-E872-A9079E43E58F}"/>
                    </a:ext>
                  </a:extLst>
                </p14:cNvPr>
                <p14:cNvContentPartPr/>
                <p14:nvPr/>
              </p14:nvContentPartPr>
              <p14:xfrm>
                <a:off x="3728310" y="482970"/>
                <a:ext cx="356760" cy="315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CBC14A-0906-253B-E872-A9079E43E58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19310" y="473970"/>
                  <a:ext cx="3744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8AA8BD-B91B-AB98-41FD-ABE3129E1A33}"/>
                    </a:ext>
                  </a:extLst>
                </p14:cNvPr>
                <p14:cNvContentPartPr/>
                <p14:nvPr/>
              </p14:nvContentPartPr>
              <p14:xfrm>
                <a:off x="4119270" y="482250"/>
                <a:ext cx="105120" cy="539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8AA8BD-B91B-AB98-41FD-ABE3129E1A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10630" y="473610"/>
                  <a:ext cx="12276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FD25A7-C032-02DC-1AE7-FD6D319C93CD}"/>
                    </a:ext>
                  </a:extLst>
                </p14:cNvPr>
                <p14:cNvContentPartPr/>
                <p14:nvPr/>
              </p14:nvContentPartPr>
              <p14:xfrm>
                <a:off x="4152030" y="470370"/>
                <a:ext cx="157320" cy="24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FD25A7-C032-02DC-1AE7-FD6D319C93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43030" y="461730"/>
                  <a:ext cx="174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91BDE4-05CB-0679-4B5C-DB359AC88ABC}"/>
                    </a:ext>
                  </a:extLst>
                </p14:cNvPr>
                <p14:cNvContentPartPr/>
                <p14:nvPr/>
              </p14:nvContentPartPr>
              <p14:xfrm>
                <a:off x="4380630" y="307650"/>
                <a:ext cx="54360" cy="437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91BDE4-05CB-0679-4B5C-DB359AC88A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71630" y="299010"/>
                  <a:ext cx="720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68DF0C-E987-4C6F-FB0C-ACE1D6BB5491}"/>
                    </a:ext>
                  </a:extLst>
                </p14:cNvPr>
                <p14:cNvContentPartPr/>
                <p14:nvPr/>
              </p14:nvContentPartPr>
              <p14:xfrm>
                <a:off x="4516350" y="450570"/>
                <a:ext cx="181080" cy="27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68DF0C-E987-4C6F-FB0C-ACE1D6BB54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07350" y="441570"/>
                  <a:ext cx="198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A0ECD1-08ED-EEFF-164D-51343DFE595E}"/>
                    </a:ext>
                  </a:extLst>
                </p14:cNvPr>
                <p14:cNvContentPartPr/>
                <p14:nvPr/>
              </p14:nvContentPartPr>
              <p14:xfrm>
                <a:off x="4698150" y="466050"/>
                <a:ext cx="292680" cy="32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A0ECD1-08ED-EEFF-164D-51343DFE59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89150" y="457050"/>
                  <a:ext cx="3103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300AA2-7BD8-801A-C458-20924B72AB6C}"/>
                    </a:ext>
                  </a:extLst>
                </p14:cNvPr>
                <p14:cNvContentPartPr/>
                <p14:nvPr/>
              </p14:nvContentPartPr>
              <p14:xfrm>
                <a:off x="5044470" y="483690"/>
                <a:ext cx="197640" cy="274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300AA2-7BD8-801A-C458-20924B72AB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35830" y="475050"/>
                  <a:ext cx="215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EFC11C-1F79-9B6A-E4B2-5B58EE8B51B1}"/>
                    </a:ext>
                  </a:extLst>
                </p14:cNvPr>
                <p14:cNvContentPartPr/>
                <p14:nvPr/>
              </p14:nvContentPartPr>
              <p14:xfrm>
                <a:off x="5274150" y="485130"/>
                <a:ext cx="164160" cy="319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EFC11C-1F79-9B6A-E4B2-5B58EE8B51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65150" y="476490"/>
                  <a:ext cx="1818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C9395F-8432-4B49-CAC5-D553637C18DF}"/>
              </a:ext>
            </a:extLst>
          </p:cNvPr>
          <p:cNvGrpSpPr/>
          <p:nvPr/>
        </p:nvGrpSpPr>
        <p:grpSpPr>
          <a:xfrm>
            <a:off x="5767710" y="226290"/>
            <a:ext cx="678600" cy="557640"/>
            <a:chOff x="5767710" y="226290"/>
            <a:chExt cx="678600" cy="55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760B4F0-1DAD-7928-E6E4-4A581DFAAAA0}"/>
                    </a:ext>
                  </a:extLst>
                </p14:cNvPr>
                <p14:cNvContentPartPr/>
                <p14:nvPr/>
              </p14:nvContentPartPr>
              <p14:xfrm>
                <a:off x="5767710" y="243210"/>
                <a:ext cx="180360" cy="540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760B4F0-1DAD-7928-E6E4-4A581DFAAA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58710" y="234570"/>
                  <a:ext cx="1980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F44880-214F-6B6F-C2A3-CA92FC21B89D}"/>
                    </a:ext>
                  </a:extLst>
                </p14:cNvPr>
                <p14:cNvContentPartPr/>
                <p14:nvPr/>
              </p14:nvContentPartPr>
              <p14:xfrm>
                <a:off x="6069750" y="459210"/>
                <a:ext cx="37800" cy="260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F44880-214F-6B6F-C2A3-CA92FC21B8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60750" y="450210"/>
                  <a:ext cx="55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2843012-2F0A-59BE-0484-BA77F40C254D}"/>
                    </a:ext>
                  </a:extLst>
                </p14:cNvPr>
                <p14:cNvContentPartPr/>
                <p14:nvPr/>
              </p14:nvContentPartPr>
              <p14:xfrm>
                <a:off x="6061110" y="226290"/>
                <a:ext cx="282960" cy="511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2843012-2F0A-59BE-0484-BA77F40C25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52470" y="217650"/>
                  <a:ext cx="30060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182840-E80E-DFE2-553E-DF30FF68D9EF}"/>
                    </a:ext>
                  </a:extLst>
                </p14:cNvPr>
                <p14:cNvContentPartPr/>
                <p14:nvPr/>
              </p14:nvContentPartPr>
              <p14:xfrm>
                <a:off x="6437670" y="731010"/>
                <a:ext cx="8640" cy="7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182840-E80E-DFE2-553E-DF30FF68D9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29030" y="722010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6CC3A40-BE75-7C47-23B9-39E25DE3EBA1}"/>
              </a:ext>
            </a:extLst>
          </p:cNvPr>
          <p:cNvGrpSpPr/>
          <p:nvPr/>
        </p:nvGrpSpPr>
        <p:grpSpPr>
          <a:xfrm>
            <a:off x="6957150" y="216570"/>
            <a:ext cx="1203840" cy="610920"/>
            <a:chOff x="6957150" y="216570"/>
            <a:chExt cx="1203840" cy="61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D66B37-16C1-78E1-5B40-88DAB8908C6B}"/>
                    </a:ext>
                  </a:extLst>
                </p14:cNvPr>
                <p14:cNvContentPartPr/>
                <p14:nvPr/>
              </p14:nvContentPartPr>
              <p14:xfrm>
                <a:off x="6957150" y="216570"/>
                <a:ext cx="182880" cy="52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D66B37-16C1-78E1-5B40-88DAB8908C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48150" y="207930"/>
                  <a:ext cx="2005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4C3EDA-EA9A-9BEE-0740-C69CBBBEB2DB}"/>
                    </a:ext>
                  </a:extLst>
                </p14:cNvPr>
                <p14:cNvContentPartPr/>
                <p14:nvPr/>
              </p14:nvContentPartPr>
              <p14:xfrm>
                <a:off x="7276470" y="441930"/>
                <a:ext cx="48600" cy="252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4C3EDA-EA9A-9BEE-0740-C69CBBBEB2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67470" y="432930"/>
                  <a:ext cx="66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6A91E91-5B2B-11B1-BEB0-9D8BA02E702A}"/>
                    </a:ext>
                  </a:extLst>
                </p14:cNvPr>
                <p14:cNvContentPartPr/>
                <p14:nvPr/>
              </p14:nvContentPartPr>
              <p14:xfrm>
                <a:off x="7271430" y="303330"/>
                <a:ext cx="60480" cy="3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6A91E91-5B2B-11B1-BEB0-9D8BA02E702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62790" y="294330"/>
                  <a:ext cx="78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15AF4A-5BA1-B871-4A4C-D26CA9AAD84B}"/>
                    </a:ext>
                  </a:extLst>
                </p14:cNvPr>
                <p14:cNvContentPartPr/>
                <p14:nvPr/>
              </p14:nvContentPartPr>
              <p14:xfrm>
                <a:off x="7432350" y="396570"/>
                <a:ext cx="238680" cy="33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15AF4A-5BA1-B871-4A4C-D26CA9AAD84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23710" y="387570"/>
                  <a:ext cx="2563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DE175FF-4423-0F53-5D4D-92F627F52E93}"/>
                    </a:ext>
                  </a:extLst>
                </p14:cNvPr>
                <p14:cNvContentPartPr/>
                <p14:nvPr/>
              </p14:nvContentPartPr>
              <p14:xfrm>
                <a:off x="7745550" y="396570"/>
                <a:ext cx="415440" cy="430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DE175FF-4423-0F53-5D4D-92F627F52E9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36550" y="387570"/>
                  <a:ext cx="433080" cy="44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5437EE3-BD35-C0D7-4057-3BC6C20C69D9}"/>
                  </a:ext>
                </a:extLst>
              </p14:cNvPr>
              <p14:cNvContentPartPr/>
              <p14:nvPr/>
            </p14:nvContentPartPr>
            <p14:xfrm>
              <a:off x="8353230" y="601050"/>
              <a:ext cx="20880" cy="18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5437EE3-BD35-C0D7-4057-3BC6C20C69D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44230" y="592050"/>
                <a:ext cx="38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6C3D208-7A9D-80E8-0B73-3C1C083F620C}"/>
                  </a:ext>
                </a:extLst>
              </p14:cNvPr>
              <p14:cNvContentPartPr/>
              <p14:nvPr/>
            </p14:nvContentPartPr>
            <p14:xfrm>
              <a:off x="1023990" y="1388010"/>
              <a:ext cx="88200" cy="612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6C3D208-7A9D-80E8-0B73-3C1C083F620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4990" y="1379010"/>
                <a:ext cx="10584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1DEC2C9-6E20-5E62-55D3-30D3158DD7B5}"/>
                  </a:ext>
                </a:extLst>
              </p14:cNvPr>
              <p14:cNvContentPartPr/>
              <p14:nvPr/>
            </p14:nvContentPartPr>
            <p14:xfrm>
              <a:off x="1093830" y="1548570"/>
              <a:ext cx="415440" cy="356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1DEC2C9-6E20-5E62-55D3-30D3158DD7B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84830" y="1539570"/>
                <a:ext cx="4330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A8780BD-6FE8-4576-6EF8-0D4FC48732D2}"/>
                  </a:ext>
                </a:extLst>
              </p14:cNvPr>
              <p14:cNvContentPartPr/>
              <p14:nvPr/>
            </p14:nvContentPartPr>
            <p14:xfrm>
              <a:off x="1530510" y="1587450"/>
              <a:ext cx="385200" cy="331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A8780BD-6FE8-4576-6EF8-0D4FC48732D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21510" y="1578810"/>
                <a:ext cx="40284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64B7959-71E4-6715-C769-15DC76EBDC3A}"/>
                  </a:ext>
                </a:extLst>
              </p14:cNvPr>
              <p14:cNvContentPartPr/>
              <p14:nvPr/>
            </p14:nvContentPartPr>
            <p14:xfrm>
              <a:off x="2036670" y="1574850"/>
              <a:ext cx="219240" cy="566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64B7959-71E4-6715-C769-15DC76EBDC3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8030" y="1565850"/>
                <a:ext cx="23688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CEB45E4-E060-51B6-CD70-C72D24FD77F2}"/>
                  </a:ext>
                </a:extLst>
              </p14:cNvPr>
              <p14:cNvContentPartPr/>
              <p14:nvPr/>
            </p14:nvContentPartPr>
            <p14:xfrm>
              <a:off x="2395590" y="1370730"/>
              <a:ext cx="57960" cy="5252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CEB45E4-E060-51B6-CD70-C72D24FD77F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86590" y="1362090"/>
                <a:ext cx="7560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766939A-7792-4BD6-3577-17D0B85FEBB0}"/>
                  </a:ext>
                </a:extLst>
              </p14:cNvPr>
              <p14:cNvContentPartPr/>
              <p14:nvPr/>
            </p14:nvContentPartPr>
            <p14:xfrm>
              <a:off x="2512230" y="1604730"/>
              <a:ext cx="204840" cy="318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766939A-7792-4BD6-3577-17D0B85FEBB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03230" y="1596090"/>
                <a:ext cx="2224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0F460C6-257E-80B1-70C7-3DE92338DD16}"/>
                  </a:ext>
                </a:extLst>
              </p14:cNvPr>
              <p14:cNvContentPartPr/>
              <p14:nvPr/>
            </p14:nvContentPartPr>
            <p14:xfrm>
              <a:off x="2692590" y="1607250"/>
              <a:ext cx="362520" cy="358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0F460C6-257E-80B1-70C7-3DE92338DD1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683590" y="1598250"/>
                <a:ext cx="38016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966883F-9552-669B-68AE-89CFFE2919ED}"/>
                  </a:ext>
                </a:extLst>
              </p14:cNvPr>
              <p14:cNvContentPartPr/>
              <p14:nvPr/>
            </p14:nvContentPartPr>
            <p14:xfrm>
              <a:off x="3107670" y="1568370"/>
              <a:ext cx="243360" cy="3193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966883F-9552-669B-68AE-89CFFE2919E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98670" y="1559370"/>
                <a:ext cx="2610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8A57E70-1F64-1F31-1F18-3A36E56D9ED9}"/>
                  </a:ext>
                </a:extLst>
              </p14:cNvPr>
              <p14:cNvContentPartPr/>
              <p14:nvPr/>
            </p14:nvContentPartPr>
            <p14:xfrm>
              <a:off x="3336270" y="1576650"/>
              <a:ext cx="210240" cy="3844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8A57E70-1F64-1F31-1F18-3A36E56D9ED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27270" y="1567650"/>
                <a:ext cx="22788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74FB9A9-EA12-E85D-DF3A-64F4E31101B6}"/>
                  </a:ext>
                </a:extLst>
              </p14:cNvPr>
              <p14:cNvContentPartPr/>
              <p14:nvPr/>
            </p14:nvContentPartPr>
            <p14:xfrm>
              <a:off x="4266150" y="1398450"/>
              <a:ext cx="140040" cy="4381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74FB9A9-EA12-E85D-DF3A-64F4E31101B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57510" y="1389450"/>
                <a:ext cx="15768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98B226B-BCB0-BFCD-6EA7-E4A9F09248D3}"/>
                  </a:ext>
                </a:extLst>
              </p14:cNvPr>
              <p14:cNvContentPartPr/>
              <p14:nvPr/>
            </p14:nvContentPartPr>
            <p14:xfrm>
              <a:off x="4332390" y="1835490"/>
              <a:ext cx="169920" cy="27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98B226B-BCB0-BFCD-6EA7-E4A9F09248D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23390" y="1826490"/>
                <a:ext cx="1875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1156198-B26F-26C2-EE09-D5BE3D649ED9}"/>
                  </a:ext>
                </a:extLst>
              </p14:cNvPr>
              <p14:cNvContentPartPr/>
              <p14:nvPr/>
            </p14:nvContentPartPr>
            <p14:xfrm>
              <a:off x="5015670" y="1647930"/>
              <a:ext cx="23040" cy="189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1156198-B26F-26C2-EE09-D5BE3D649ED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07030" y="1639290"/>
                <a:ext cx="40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CC26056-A4B9-6774-2AAD-1F90D0BF487D}"/>
                  </a:ext>
                </a:extLst>
              </p14:cNvPr>
              <p14:cNvContentPartPr/>
              <p14:nvPr/>
            </p14:nvContentPartPr>
            <p14:xfrm>
              <a:off x="5978670" y="1308090"/>
              <a:ext cx="417600" cy="452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CC26056-A4B9-6774-2AAD-1F90D0BF487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69670" y="1299090"/>
                <a:ext cx="43524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D673967-238E-FA6A-6634-E0EE347959D1}"/>
                  </a:ext>
                </a:extLst>
              </p14:cNvPr>
              <p14:cNvContentPartPr/>
              <p14:nvPr/>
            </p14:nvContentPartPr>
            <p14:xfrm>
              <a:off x="6387270" y="1476930"/>
              <a:ext cx="313200" cy="3168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D673967-238E-FA6A-6634-E0EE347959D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78270" y="1468290"/>
                <a:ext cx="3308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D5D9295-0ED7-1D97-08B0-6AA85E76A2D3}"/>
                  </a:ext>
                </a:extLst>
              </p14:cNvPr>
              <p14:cNvContentPartPr/>
              <p14:nvPr/>
            </p14:nvContentPartPr>
            <p14:xfrm>
              <a:off x="6780750" y="1499610"/>
              <a:ext cx="180000" cy="286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D5D9295-0ED7-1D97-08B0-6AA85E76A2D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771750" y="1490610"/>
                <a:ext cx="1976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B0C95B8-C984-8853-0B74-99FAE2A1E689}"/>
                  </a:ext>
                </a:extLst>
              </p14:cNvPr>
              <p14:cNvContentPartPr/>
              <p14:nvPr/>
            </p14:nvContentPartPr>
            <p14:xfrm>
              <a:off x="7007910" y="1474050"/>
              <a:ext cx="216000" cy="270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B0C95B8-C984-8853-0B74-99FAE2A1E68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98910" y="1465050"/>
                <a:ext cx="23364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D9AAA92-3ADB-0195-D2AA-1B28F1F13547}"/>
              </a:ext>
            </a:extLst>
          </p:cNvPr>
          <p:cNvGrpSpPr/>
          <p:nvPr/>
        </p:nvGrpSpPr>
        <p:grpSpPr>
          <a:xfrm>
            <a:off x="7537470" y="1177050"/>
            <a:ext cx="1086480" cy="733320"/>
            <a:chOff x="7537470" y="1177050"/>
            <a:chExt cx="1086480" cy="73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1061E8-B031-1A89-1360-E595B218080F}"/>
                    </a:ext>
                  </a:extLst>
                </p14:cNvPr>
                <p14:cNvContentPartPr/>
                <p14:nvPr/>
              </p14:nvContentPartPr>
              <p14:xfrm>
                <a:off x="7537470" y="1177050"/>
                <a:ext cx="300240" cy="536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1061E8-B031-1A89-1360-E595B21808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28470" y="1168410"/>
                  <a:ext cx="3178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863A080-41B1-EBE3-6C20-22B872FC24EE}"/>
                    </a:ext>
                  </a:extLst>
                </p14:cNvPr>
                <p14:cNvContentPartPr/>
                <p14:nvPr/>
              </p14:nvContentPartPr>
              <p14:xfrm>
                <a:off x="7830870" y="1380450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863A080-41B1-EBE3-6C20-22B872FC24E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22230" y="1371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CBABE67-70C7-8D70-AC1C-8306975DFA0C}"/>
                    </a:ext>
                  </a:extLst>
                </p14:cNvPr>
                <p14:cNvContentPartPr/>
                <p14:nvPr/>
              </p14:nvContentPartPr>
              <p14:xfrm>
                <a:off x="7918710" y="1467210"/>
                <a:ext cx="306360" cy="443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CBABE67-70C7-8D70-AC1C-8306975DFA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0070" y="1458570"/>
                  <a:ext cx="3240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3C6D54-9E50-22EC-36AA-F9C5DD059D79}"/>
                    </a:ext>
                  </a:extLst>
                </p14:cNvPr>
                <p14:cNvContentPartPr/>
                <p14:nvPr/>
              </p14:nvContentPartPr>
              <p14:xfrm>
                <a:off x="8248470" y="1298370"/>
                <a:ext cx="6480" cy="2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3C6D54-9E50-22EC-36AA-F9C5DD059D7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9470" y="1289370"/>
                  <a:ext cx="2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451954F-1102-2BEB-F915-B54EE377BAD1}"/>
                    </a:ext>
                  </a:extLst>
                </p14:cNvPr>
                <p14:cNvContentPartPr/>
                <p14:nvPr/>
              </p14:nvContentPartPr>
              <p14:xfrm>
                <a:off x="8369790" y="1223490"/>
                <a:ext cx="254160" cy="537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451954F-1102-2BEB-F915-B54EE377BAD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61150" y="1214850"/>
                  <a:ext cx="271800" cy="55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F127DA9-474C-AB85-47E2-FBE5938CEFD3}"/>
              </a:ext>
            </a:extLst>
          </p:cNvPr>
          <p:cNvGrpSpPr/>
          <p:nvPr/>
        </p:nvGrpSpPr>
        <p:grpSpPr>
          <a:xfrm>
            <a:off x="8880990" y="1128810"/>
            <a:ext cx="331560" cy="545760"/>
            <a:chOff x="8880990" y="1128810"/>
            <a:chExt cx="33156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8890464-1EE0-4CE2-B7BF-B0EBB93B9F8D}"/>
                    </a:ext>
                  </a:extLst>
                </p14:cNvPr>
                <p14:cNvContentPartPr/>
                <p14:nvPr/>
              </p14:nvContentPartPr>
              <p14:xfrm>
                <a:off x="8880990" y="1128810"/>
                <a:ext cx="319320" cy="545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8890464-1EE0-4CE2-B7BF-B0EBB93B9F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72350" y="1119810"/>
                  <a:ext cx="33696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3CF865-18F9-F855-2CF0-BA6F0CB76B54}"/>
                    </a:ext>
                  </a:extLst>
                </p14:cNvPr>
                <p14:cNvContentPartPr/>
                <p14:nvPr/>
              </p14:nvContentPartPr>
              <p14:xfrm>
                <a:off x="9212190" y="1226730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3CF865-18F9-F855-2CF0-BA6F0CB76B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03190" y="1218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5172F01-A006-4E19-BD66-997BD22D53EA}"/>
              </a:ext>
            </a:extLst>
          </p:cNvPr>
          <p:cNvGrpSpPr/>
          <p:nvPr/>
        </p:nvGrpSpPr>
        <p:grpSpPr>
          <a:xfrm>
            <a:off x="9471750" y="1058970"/>
            <a:ext cx="1416600" cy="609120"/>
            <a:chOff x="9471750" y="1058970"/>
            <a:chExt cx="141660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DE649AE-FBD8-2DAD-B38F-9E5AC569C645}"/>
                    </a:ext>
                  </a:extLst>
                </p14:cNvPr>
                <p14:cNvContentPartPr/>
                <p14:nvPr/>
              </p14:nvContentPartPr>
              <p14:xfrm>
                <a:off x="9471750" y="1270290"/>
                <a:ext cx="22320" cy="397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DE649AE-FBD8-2DAD-B38F-9E5AC569C64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63110" y="1261290"/>
                  <a:ext cx="399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7024AEF-C2B2-916F-E227-5DDE62E111B4}"/>
                    </a:ext>
                  </a:extLst>
                </p14:cNvPr>
                <p14:cNvContentPartPr/>
                <p14:nvPr/>
              </p14:nvContentPartPr>
              <p14:xfrm>
                <a:off x="9603150" y="1251210"/>
                <a:ext cx="189360" cy="373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7024AEF-C2B2-916F-E227-5DDE62E111B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94150" y="1242210"/>
                  <a:ext cx="2070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021FC6-CDC4-8B17-181A-9946986EC860}"/>
                    </a:ext>
                  </a:extLst>
                </p14:cNvPr>
                <p14:cNvContentPartPr/>
                <p14:nvPr/>
              </p14:nvContentPartPr>
              <p14:xfrm>
                <a:off x="9836430" y="1242930"/>
                <a:ext cx="260280" cy="380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021FC6-CDC4-8B17-181A-9946986EC86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27790" y="1233930"/>
                  <a:ext cx="277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4A68599-ED7C-AF6A-23F4-A5319792D2B5}"/>
                    </a:ext>
                  </a:extLst>
                </p14:cNvPr>
                <p14:cNvContentPartPr/>
                <p14:nvPr/>
              </p14:nvContentPartPr>
              <p14:xfrm>
                <a:off x="10135950" y="1281810"/>
                <a:ext cx="177120" cy="293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4A68599-ED7C-AF6A-23F4-A5319792D2B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127310" y="1273170"/>
                  <a:ext cx="1947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61053FE-90A4-8642-2AAE-9800BC80F1ED}"/>
                    </a:ext>
                  </a:extLst>
                </p14:cNvPr>
                <p14:cNvContentPartPr/>
                <p14:nvPr/>
              </p14:nvContentPartPr>
              <p14:xfrm>
                <a:off x="10324950" y="1282530"/>
                <a:ext cx="192960" cy="301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61053FE-90A4-8642-2AAE-9800BC80F1E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315950" y="1273530"/>
                  <a:ext cx="2106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32FAA9-A8A3-8A1A-5200-FA025C73A0DC}"/>
                    </a:ext>
                  </a:extLst>
                </p14:cNvPr>
                <p14:cNvContentPartPr/>
                <p14:nvPr/>
              </p14:nvContentPartPr>
              <p14:xfrm>
                <a:off x="10710150" y="1058970"/>
                <a:ext cx="33480" cy="480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32FAA9-A8A3-8A1A-5200-FA025C73A0D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01510" y="1050330"/>
                  <a:ext cx="511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1141AB-CF9C-2845-D544-4226C9A5E360}"/>
                    </a:ext>
                  </a:extLst>
                </p14:cNvPr>
                <p14:cNvContentPartPr/>
                <p14:nvPr/>
              </p14:nvContentPartPr>
              <p14:xfrm>
                <a:off x="10619790" y="1268130"/>
                <a:ext cx="268560" cy="3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1141AB-CF9C-2845-D544-4226C9A5E36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610790" y="1259130"/>
                  <a:ext cx="286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DBF2F2-79CA-6A13-2906-E79A067FF38F}"/>
                    </a:ext>
                  </a:extLst>
                </p14:cNvPr>
                <p14:cNvContentPartPr/>
                <p14:nvPr/>
              </p14:nvContentPartPr>
              <p14:xfrm>
                <a:off x="9508110" y="1064370"/>
                <a:ext cx="27000" cy="2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DBF2F2-79CA-6A13-2906-E79A067FF38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499110" y="1055730"/>
                  <a:ext cx="446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F5EA379-99A9-A674-9739-5AB490CDBE39}"/>
              </a:ext>
            </a:extLst>
          </p:cNvPr>
          <p:cNvGrpSpPr/>
          <p:nvPr/>
        </p:nvGrpSpPr>
        <p:grpSpPr>
          <a:xfrm>
            <a:off x="1147830" y="2860770"/>
            <a:ext cx="1238040" cy="286920"/>
            <a:chOff x="1147830" y="2860770"/>
            <a:chExt cx="123804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C1D762-E399-7056-5B96-ED9C9AEC4887}"/>
                    </a:ext>
                  </a:extLst>
                </p14:cNvPr>
                <p14:cNvContentPartPr/>
                <p14:nvPr/>
              </p14:nvContentPartPr>
              <p14:xfrm>
                <a:off x="1147830" y="2881290"/>
                <a:ext cx="808920" cy="117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C1D762-E399-7056-5B96-ED9C9AEC488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8830" y="2872290"/>
                  <a:ext cx="826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78D334-3AED-DCF9-CBC3-4D813AE36906}"/>
                    </a:ext>
                  </a:extLst>
                </p14:cNvPr>
                <p14:cNvContentPartPr/>
                <p14:nvPr/>
              </p14:nvContentPartPr>
              <p14:xfrm>
                <a:off x="2165550" y="2860770"/>
                <a:ext cx="160200" cy="230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78D334-3AED-DCF9-CBC3-4D813AE3690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56910" y="2852130"/>
                  <a:ext cx="177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A11A51-CACE-886A-8C0B-4C8084225538}"/>
                    </a:ext>
                  </a:extLst>
                </p14:cNvPr>
                <p14:cNvContentPartPr/>
                <p14:nvPr/>
              </p14:nvContentPartPr>
              <p14:xfrm>
                <a:off x="2289390" y="2947170"/>
                <a:ext cx="96480" cy="200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A11A51-CACE-886A-8C0B-4C808422553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280750" y="2938530"/>
                  <a:ext cx="11412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785D4F7-4757-1FDA-52BC-E16C16D994D4}"/>
                  </a:ext>
                </a:extLst>
              </p14:cNvPr>
              <p14:cNvContentPartPr/>
              <p14:nvPr/>
            </p14:nvContentPartPr>
            <p14:xfrm>
              <a:off x="2853870" y="2937450"/>
              <a:ext cx="387720" cy="392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785D4F7-4757-1FDA-52BC-E16C16D994D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844870" y="2928810"/>
                <a:ext cx="4053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11F7A22-F218-D998-5EE6-C5A618698880}"/>
                  </a:ext>
                </a:extLst>
              </p14:cNvPr>
              <p14:cNvContentPartPr/>
              <p14:nvPr/>
            </p14:nvContentPartPr>
            <p14:xfrm>
              <a:off x="4268670" y="2641890"/>
              <a:ext cx="295200" cy="452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11F7A22-F218-D998-5EE6-C5A618698880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259670" y="2632890"/>
                <a:ext cx="312840" cy="47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A758494D-5F2F-1D2A-39ED-7D951FDAA1E5}"/>
              </a:ext>
            </a:extLst>
          </p:cNvPr>
          <p:cNvGrpSpPr/>
          <p:nvPr/>
        </p:nvGrpSpPr>
        <p:grpSpPr>
          <a:xfrm>
            <a:off x="5122950" y="2756730"/>
            <a:ext cx="47160" cy="210240"/>
            <a:chOff x="5122950" y="2756730"/>
            <a:chExt cx="4716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EB87B61-8709-9095-C33C-A88CA5AB3A16}"/>
                    </a:ext>
                  </a:extLst>
                </p14:cNvPr>
                <p14:cNvContentPartPr/>
                <p14:nvPr/>
              </p14:nvContentPartPr>
              <p14:xfrm>
                <a:off x="5122950" y="2918010"/>
                <a:ext cx="13680" cy="48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EB87B61-8709-9095-C33C-A88CA5AB3A1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113950" y="2909370"/>
                  <a:ext cx="31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90019B-96B6-94DD-D1D6-95E654985164}"/>
                    </a:ext>
                  </a:extLst>
                </p14:cNvPr>
                <p14:cNvContentPartPr/>
                <p14:nvPr/>
              </p14:nvContentPartPr>
              <p14:xfrm>
                <a:off x="5149230" y="2756730"/>
                <a:ext cx="20880" cy="39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90019B-96B6-94DD-D1D6-95E65498516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140590" y="2748090"/>
                  <a:ext cx="385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7DB4411-16F2-8CC0-AEFD-E7CAD9635D8D}"/>
              </a:ext>
            </a:extLst>
          </p:cNvPr>
          <p:cNvGrpSpPr/>
          <p:nvPr/>
        </p:nvGrpSpPr>
        <p:grpSpPr>
          <a:xfrm>
            <a:off x="6058950" y="2503290"/>
            <a:ext cx="1188720" cy="358920"/>
            <a:chOff x="6058950" y="2503290"/>
            <a:chExt cx="11887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F5AC71D-E2FC-68C6-B8EE-58F6F07D7FEF}"/>
                    </a:ext>
                  </a:extLst>
                </p14:cNvPr>
                <p14:cNvContentPartPr/>
                <p14:nvPr/>
              </p14:nvContentPartPr>
              <p14:xfrm>
                <a:off x="6058950" y="2503290"/>
                <a:ext cx="180000" cy="358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F5AC71D-E2FC-68C6-B8EE-58F6F07D7FE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050310" y="2494650"/>
                  <a:ext cx="1976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09ACE5-DD9A-69A7-864F-64F9681678EC}"/>
                    </a:ext>
                  </a:extLst>
                </p14:cNvPr>
                <p14:cNvContentPartPr/>
                <p14:nvPr/>
              </p14:nvContentPartPr>
              <p14:xfrm>
                <a:off x="6288270" y="2557650"/>
                <a:ext cx="178920" cy="272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09ACE5-DD9A-69A7-864F-64F9681678E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79270" y="2548650"/>
                  <a:ext cx="196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4A976B-A499-3822-04AD-8B052A15C25E}"/>
                    </a:ext>
                  </a:extLst>
                </p14:cNvPr>
                <p14:cNvContentPartPr/>
                <p14:nvPr/>
              </p14:nvContentPartPr>
              <p14:xfrm>
                <a:off x="6497790" y="2620290"/>
                <a:ext cx="18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4A976B-A499-3822-04AD-8B052A15C25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489150" y="2611650"/>
                  <a:ext cx="36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43C294F-9617-BE6C-220A-24CDA560242F}"/>
                    </a:ext>
                  </a:extLst>
                </p14:cNvPr>
                <p14:cNvContentPartPr/>
                <p14:nvPr/>
              </p14:nvContentPartPr>
              <p14:xfrm>
                <a:off x="6475470" y="2553330"/>
                <a:ext cx="274320" cy="261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43C294F-9617-BE6C-220A-24CDA560242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66830" y="2544330"/>
                  <a:ext cx="291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518115B-996D-1518-DAB4-A7D4F2AE6CD8}"/>
                    </a:ext>
                  </a:extLst>
                </p14:cNvPr>
                <p14:cNvContentPartPr/>
                <p14:nvPr/>
              </p14:nvContentPartPr>
              <p14:xfrm>
                <a:off x="6839430" y="2556570"/>
                <a:ext cx="152280" cy="268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518115B-996D-1518-DAB4-A7D4F2AE6C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30430" y="2547570"/>
                  <a:ext cx="169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650323-476A-DE84-FC97-6B4DF9749016}"/>
                    </a:ext>
                  </a:extLst>
                </p14:cNvPr>
                <p14:cNvContentPartPr/>
                <p14:nvPr/>
              </p14:nvContentPartPr>
              <p14:xfrm>
                <a:off x="7044990" y="2559090"/>
                <a:ext cx="202680" cy="254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650323-476A-DE84-FC97-6B4DF974901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36350" y="2550090"/>
                  <a:ext cx="22032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5968281-687B-BACE-CE00-6C10CDD310D6}"/>
              </a:ext>
            </a:extLst>
          </p:cNvPr>
          <p:cNvGrpSpPr/>
          <p:nvPr/>
        </p:nvGrpSpPr>
        <p:grpSpPr>
          <a:xfrm>
            <a:off x="7736910" y="2286570"/>
            <a:ext cx="883800" cy="672840"/>
            <a:chOff x="7736910" y="2286570"/>
            <a:chExt cx="883800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B7A626A-BF6E-5E92-4F13-326E4AA85F7B}"/>
                    </a:ext>
                  </a:extLst>
                </p14:cNvPr>
                <p14:cNvContentPartPr/>
                <p14:nvPr/>
              </p14:nvContentPartPr>
              <p14:xfrm>
                <a:off x="7736910" y="2286570"/>
                <a:ext cx="261360" cy="498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B7A626A-BF6E-5E92-4F13-326E4AA85F7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728270" y="2277930"/>
                  <a:ext cx="2790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DE42B8-E60E-9A20-EB81-973F68DC402C}"/>
                    </a:ext>
                  </a:extLst>
                </p14:cNvPr>
                <p14:cNvContentPartPr/>
                <p14:nvPr/>
              </p14:nvContentPartPr>
              <p14:xfrm>
                <a:off x="8082510" y="2525610"/>
                <a:ext cx="269640" cy="433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DE42B8-E60E-9A20-EB81-973F68DC402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73870" y="2516970"/>
                  <a:ext cx="2872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0768929-A27C-0286-0B11-6F493D64E5B7}"/>
                    </a:ext>
                  </a:extLst>
                </p14:cNvPr>
                <p14:cNvContentPartPr/>
                <p14:nvPr/>
              </p14:nvContentPartPr>
              <p14:xfrm>
                <a:off x="8333790" y="2381970"/>
                <a:ext cx="19440" cy="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0768929-A27C-0286-0B11-6F493D64E5B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25150" y="2373330"/>
                  <a:ext cx="37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82D066C-5767-640C-3274-004E6459DEC8}"/>
                    </a:ext>
                  </a:extLst>
                </p14:cNvPr>
                <p14:cNvContentPartPr/>
                <p14:nvPr/>
              </p14:nvContentPartPr>
              <p14:xfrm>
                <a:off x="8396430" y="2345250"/>
                <a:ext cx="224280" cy="451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82D066C-5767-640C-3274-004E6459DEC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87430" y="2336610"/>
                  <a:ext cx="241920" cy="46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1F8B151-C383-369D-22CF-7CBD1B0B9EFB}"/>
              </a:ext>
            </a:extLst>
          </p:cNvPr>
          <p:cNvGrpSpPr/>
          <p:nvPr/>
        </p:nvGrpSpPr>
        <p:grpSpPr>
          <a:xfrm>
            <a:off x="6241830" y="3206010"/>
            <a:ext cx="298440" cy="396000"/>
            <a:chOff x="6241830" y="3206010"/>
            <a:chExt cx="2984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8D12C9B-3794-FF73-58EB-A8D15197FD74}"/>
                    </a:ext>
                  </a:extLst>
                </p14:cNvPr>
                <p14:cNvContentPartPr/>
                <p14:nvPr/>
              </p14:nvContentPartPr>
              <p14:xfrm>
                <a:off x="6241830" y="3206010"/>
                <a:ext cx="124200" cy="396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8D12C9B-3794-FF73-58EB-A8D15197FD7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232830" y="3197370"/>
                  <a:ext cx="1418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CFFD699-5AF7-3B12-7293-3C896403AABC}"/>
                    </a:ext>
                  </a:extLst>
                </p14:cNvPr>
                <p14:cNvContentPartPr/>
                <p14:nvPr/>
              </p14:nvContentPartPr>
              <p14:xfrm>
                <a:off x="6299430" y="3527490"/>
                <a:ext cx="240840" cy="24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CFFD699-5AF7-3B12-7293-3C896403AAB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290430" y="3518850"/>
                  <a:ext cx="2584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7FC1140-B3B6-2E07-F0A9-94AC2C1C37C7}"/>
              </a:ext>
            </a:extLst>
          </p:cNvPr>
          <p:cNvGrpSpPr/>
          <p:nvPr/>
        </p:nvGrpSpPr>
        <p:grpSpPr>
          <a:xfrm>
            <a:off x="6881550" y="3032130"/>
            <a:ext cx="1818360" cy="541080"/>
            <a:chOff x="6881550" y="3032130"/>
            <a:chExt cx="181836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B786705-BCE5-0D13-A331-58C35532E6EB}"/>
                    </a:ext>
                  </a:extLst>
                </p14:cNvPr>
                <p14:cNvContentPartPr/>
                <p14:nvPr/>
              </p14:nvContentPartPr>
              <p14:xfrm>
                <a:off x="6947790" y="3032130"/>
                <a:ext cx="42840" cy="541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B786705-BCE5-0D13-A331-58C35532E6E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939150" y="3023490"/>
                  <a:ext cx="6048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24D57E0-A99F-9F00-F2A0-78B8966F6FCC}"/>
                    </a:ext>
                  </a:extLst>
                </p14:cNvPr>
                <p14:cNvContentPartPr/>
                <p14:nvPr/>
              </p14:nvContentPartPr>
              <p14:xfrm>
                <a:off x="6881550" y="3272250"/>
                <a:ext cx="236160" cy="37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24D57E0-A99F-9F00-F2A0-78B8966F6F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872910" y="3263250"/>
                  <a:ext cx="253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21BBAE-8379-C4D1-9A64-B55AB240C98D}"/>
                    </a:ext>
                  </a:extLst>
                </p14:cNvPr>
                <p14:cNvContentPartPr/>
                <p14:nvPr/>
              </p14:nvContentPartPr>
              <p14:xfrm>
                <a:off x="7115190" y="3181170"/>
                <a:ext cx="203760" cy="328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21BBAE-8379-C4D1-9A64-B55AB240C98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106190" y="3172530"/>
                  <a:ext cx="221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F66749B-C194-FE2A-ECFD-BEA7BE97D20B}"/>
                    </a:ext>
                  </a:extLst>
                </p14:cNvPr>
                <p14:cNvContentPartPr/>
                <p14:nvPr/>
              </p14:nvContentPartPr>
              <p14:xfrm>
                <a:off x="7325430" y="3215730"/>
                <a:ext cx="137520" cy="291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F66749B-C194-FE2A-ECFD-BEA7BE97D20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316790" y="3207090"/>
                  <a:ext cx="1551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22DA006-46E5-E5F7-B698-AA96939E39CE}"/>
                    </a:ext>
                  </a:extLst>
                </p14:cNvPr>
                <p14:cNvContentPartPr/>
                <p14:nvPr/>
              </p14:nvContentPartPr>
              <p14:xfrm>
                <a:off x="7498590" y="3207450"/>
                <a:ext cx="198000" cy="282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22DA006-46E5-E5F7-B698-AA96939E39C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89950" y="3198810"/>
                  <a:ext cx="215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DEA055-35EB-40E3-A731-A43462ED3F11}"/>
                    </a:ext>
                  </a:extLst>
                </p14:cNvPr>
                <p14:cNvContentPartPr/>
                <p14:nvPr/>
              </p14:nvContentPartPr>
              <p14:xfrm>
                <a:off x="7785150" y="3078210"/>
                <a:ext cx="31680" cy="415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DEA055-35EB-40E3-A731-A43462ED3F1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776510" y="3069570"/>
                  <a:ext cx="493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4DE063-8C82-FDA4-C05B-C61A308BFF89}"/>
                    </a:ext>
                  </a:extLst>
                </p14:cNvPr>
                <p14:cNvContentPartPr/>
                <p14:nvPr/>
              </p14:nvContentPartPr>
              <p14:xfrm>
                <a:off x="7772190" y="3189810"/>
                <a:ext cx="205920" cy="220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4DE063-8C82-FDA4-C05B-C61A308BFF8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763550" y="3181170"/>
                  <a:ext cx="223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D98CCCA-2C3A-6C95-0BD7-FAEAF3CD500B}"/>
                    </a:ext>
                  </a:extLst>
                </p14:cNvPr>
                <p14:cNvContentPartPr/>
                <p14:nvPr/>
              </p14:nvContentPartPr>
              <p14:xfrm>
                <a:off x="8047950" y="3040410"/>
                <a:ext cx="205560" cy="444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D98CCCA-2C3A-6C95-0BD7-FAEAF3CD500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38950" y="3031770"/>
                  <a:ext cx="2232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6895FC9-7906-E30B-B2BA-ABA86B8CC51C}"/>
                    </a:ext>
                  </a:extLst>
                </p14:cNvPr>
                <p14:cNvContentPartPr/>
                <p14:nvPr/>
              </p14:nvContentPartPr>
              <p14:xfrm>
                <a:off x="8339910" y="3176850"/>
                <a:ext cx="47160" cy="233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6895FC9-7906-E30B-B2BA-ABA86B8CC51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30910" y="3168210"/>
                  <a:ext cx="64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686DC5D-BACD-2DF7-F1AE-239EA95BDBA4}"/>
                    </a:ext>
                  </a:extLst>
                </p14:cNvPr>
                <p14:cNvContentPartPr/>
                <p14:nvPr/>
              </p14:nvContentPartPr>
              <p14:xfrm>
                <a:off x="8366190" y="3071730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686DC5D-BACD-2DF7-F1AE-239EA95BDBA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57550" y="3063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2BFE6FE-621D-04F7-CB7E-5A1D70802DB4}"/>
                    </a:ext>
                  </a:extLst>
                </p14:cNvPr>
                <p14:cNvContentPartPr/>
                <p14:nvPr/>
              </p14:nvContentPartPr>
              <p14:xfrm>
                <a:off x="8504790" y="3180090"/>
                <a:ext cx="195120" cy="280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2BFE6FE-621D-04F7-CB7E-5A1D70802DB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95790" y="3171450"/>
                  <a:ext cx="21276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6BB4197-572A-69F3-85FE-48973656DEEF}"/>
              </a:ext>
            </a:extLst>
          </p:cNvPr>
          <p:cNvGrpSpPr/>
          <p:nvPr/>
        </p:nvGrpSpPr>
        <p:grpSpPr>
          <a:xfrm>
            <a:off x="8953350" y="2192610"/>
            <a:ext cx="3027240" cy="1331640"/>
            <a:chOff x="8953350" y="2192610"/>
            <a:chExt cx="3027240" cy="13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F1B634-DFFF-EC70-AE4E-5273BB9B94CF}"/>
                    </a:ext>
                  </a:extLst>
                </p14:cNvPr>
                <p14:cNvContentPartPr/>
                <p14:nvPr/>
              </p14:nvContentPartPr>
              <p14:xfrm>
                <a:off x="8953350" y="2224650"/>
                <a:ext cx="347040" cy="567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F1B634-DFFF-EC70-AE4E-5273BB9B94C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44350" y="2215650"/>
                  <a:ext cx="3646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47C5779-CD73-840A-4B01-03EC0E18BD9B}"/>
                    </a:ext>
                  </a:extLst>
                </p14:cNvPr>
                <p14:cNvContentPartPr/>
                <p14:nvPr/>
              </p14:nvContentPartPr>
              <p14:xfrm>
                <a:off x="9339630" y="2369010"/>
                <a:ext cx="360" cy="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47C5779-CD73-840A-4B01-03EC0E18BD9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30630" y="2360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1F8026-E0F0-3BB0-BEEC-14936649B1FA}"/>
                    </a:ext>
                  </a:extLst>
                </p14:cNvPr>
                <p14:cNvContentPartPr/>
                <p14:nvPr/>
              </p14:nvContentPartPr>
              <p14:xfrm>
                <a:off x="9422790" y="2192610"/>
                <a:ext cx="310320" cy="582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1F8026-E0F0-3BB0-BEEC-14936649B1F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14150" y="2183970"/>
                  <a:ext cx="32796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84E6992-F9B0-DBE2-4B9D-E34E9E91F63C}"/>
                    </a:ext>
                  </a:extLst>
                </p14:cNvPr>
                <p14:cNvContentPartPr/>
                <p14:nvPr/>
              </p14:nvContentPartPr>
              <p14:xfrm>
                <a:off x="9806550" y="2423370"/>
                <a:ext cx="227880" cy="347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84E6992-F9B0-DBE2-4B9D-E34E9E91F63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797550" y="2414730"/>
                  <a:ext cx="2455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07367BE-9A1C-56B8-69BF-E70E14D37800}"/>
                    </a:ext>
                  </a:extLst>
                </p14:cNvPr>
                <p14:cNvContentPartPr/>
                <p14:nvPr/>
              </p14:nvContentPartPr>
              <p14:xfrm>
                <a:off x="10012110" y="2458290"/>
                <a:ext cx="176040" cy="603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07367BE-9A1C-56B8-69BF-E70E14D378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03470" y="2449290"/>
                  <a:ext cx="19368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AA58CB-577F-1350-71F1-E8850C27540E}"/>
                    </a:ext>
                  </a:extLst>
                </p14:cNvPr>
                <p14:cNvContentPartPr/>
                <p14:nvPr/>
              </p14:nvContentPartPr>
              <p14:xfrm>
                <a:off x="10236390" y="2440650"/>
                <a:ext cx="164880" cy="316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AA58CB-577F-1350-71F1-E8850C27540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27390" y="2431650"/>
                  <a:ext cx="1825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F3962F4-90D7-2A88-9872-EEB9FF30E070}"/>
                    </a:ext>
                  </a:extLst>
                </p14:cNvPr>
                <p14:cNvContentPartPr/>
                <p14:nvPr/>
              </p14:nvContentPartPr>
              <p14:xfrm>
                <a:off x="10482630" y="2482050"/>
                <a:ext cx="15840" cy="101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F3962F4-90D7-2A88-9872-EEB9FF30E07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73630" y="2473410"/>
                  <a:ext cx="33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C9E4F6D-825F-2BA4-786E-907EF1026A18}"/>
                    </a:ext>
                  </a:extLst>
                </p14:cNvPr>
                <p14:cNvContentPartPr/>
                <p14:nvPr/>
              </p14:nvContentPartPr>
              <p14:xfrm>
                <a:off x="10493430" y="2490330"/>
                <a:ext cx="3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C9E4F6D-825F-2BA4-786E-907EF1026A1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484430" y="2481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3BFC0E8-AC9D-D3E1-41C1-4A8E44D4F083}"/>
                    </a:ext>
                  </a:extLst>
                </p14:cNvPr>
                <p14:cNvContentPartPr/>
                <p14:nvPr/>
              </p14:nvContentPartPr>
              <p14:xfrm>
                <a:off x="10444110" y="2464050"/>
                <a:ext cx="135000" cy="285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3BFC0E8-AC9D-D3E1-41C1-4A8E44D4F08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35110" y="2455050"/>
                  <a:ext cx="1526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16B3F2-3A72-5047-565A-28E0D7F77FEA}"/>
                    </a:ext>
                  </a:extLst>
                </p14:cNvPr>
                <p14:cNvContentPartPr/>
                <p14:nvPr/>
              </p14:nvContentPartPr>
              <p14:xfrm>
                <a:off x="11081670" y="2510850"/>
                <a:ext cx="3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16B3F2-3A72-5047-565A-28E0D7F77F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72670" y="2502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C81A540-EE51-14B1-4881-73EEA12C5426}"/>
                    </a:ext>
                  </a:extLst>
                </p14:cNvPr>
                <p14:cNvContentPartPr/>
                <p14:nvPr/>
              </p14:nvContentPartPr>
              <p14:xfrm>
                <a:off x="11081670" y="2510850"/>
                <a:ext cx="36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C81A540-EE51-14B1-4881-73EEA12C542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72670" y="2502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B390C8-7A65-C4AE-80AB-FE92C105747D}"/>
                    </a:ext>
                  </a:extLst>
                </p14:cNvPr>
                <p14:cNvContentPartPr/>
                <p14:nvPr/>
              </p14:nvContentPartPr>
              <p14:xfrm>
                <a:off x="10914270" y="2390970"/>
                <a:ext cx="291600" cy="30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B390C8-7A65-C4AE-80AB-FE92C105747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05630" y="2381970"/>
                  <a:ext cx="3092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D8E2CA1-A69D-9B5C-4D9D-81F2CD8A0A3F}"/>
                    </a:ext>
                  </a:extLst>
                </p14:cNvPr>
                <p14:cNvContentPartPr/>
                <p14:nvPr/>
              </p14:nvContentPartPr>
              <p14:xfrm>
                <a:off x="11195790" y="2417970"/>
                <a:ext cx="373320" cy="533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D8E2CA1-A69D-9B5C-4D9D-81F2CD8A0A3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187150" y="2408970"/>
                  <a:ext cx="3909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2200E14-AC80-F163-9F3B-F16247E3F95E}"/>
                    </a:ext>
                  </a:extLst>
                </p14:cNvPr>
                <p14:cNvContentPartPr/>
                <p14:nvPr/>
              </p14:nvContentPartPr>
              <p14:xfrm>
                <a:off x="11623110" y="2209530"/>
                <a:ext cx="119520" cy="486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2200E14-AC80-F163-9F3B-F16247E3F95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614110" y="2200530"/>
                  <a:ext cx="1371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3FCC099-AAC7-0F15-3DF2-52270FEDEAE7}"/>
                    </a:ext>
                  </a:extLst>
                </p14:cNvPr>
                <p14:cNvContentPartPr/>
                <p14:nvPr/>
              </p14:nvContentPartPr>
              <p14:xfrm>
                <a:off x="11780430" y="2455770"/>
                <a:ext cx="200160" cy="304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3FCC099-AAC7-0F15-3DF2-52270FEDEA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771790" y="2446770"/>
                  <a:ext cx="217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EA716A0-A0C4-34DF-F832-2E28228C06A5}"/>
                    </a:ext>
                  </a:extLst>
                </p14:cNvPr>
                <p14:cNvContentPartPr/>
                <p14:nvPr/>
              </p14:nvContentPartPr>
              <p14:xfrm>
                <a:off x="9381390" y="2911890"/>
                <a:ext cx="373680" cy="579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EA716A0-A0C4-34DF-F832-2E28228C06A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372750" y="2902890"/>
                  <a:ext cx="3913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9ABD3C-A124-BA34-CBB3-FBAC13F473EF}"/>
                    </a:ext>
                  </a:extLst>
                </p14:cNvPr>
                <p14:cNvContentPartPr/>
                <p14:nvPr/>
              </p14:nvContentPartPr>
              <p14:xfrm>
                <a:off x="9751110" y="3123930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9ABD3C-A124-BA34-CBB3-FBAC13F473E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42110" y="31149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8C57DF-0D0F-B87F-DE55-C41930C62FEB}"/>
                    </a:ext>
                  </a:extLst>
                </p14:cNvPr>
                <p14:cNvContentPartPr/>
                <p14:nvPr/>
              </p14:nvContentPartPr>
              <p14:xfrm>
                <a:off x="9995190" y="3118530"/>
                <a:ext cx="90720" cy="388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8C57DF-0D0F-B87F-DE55-C41930C62FE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86550" y="3109530"/>
                  <a:ext cx="1083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06DA71-E9B3-166A-C15B-17F78C5CC4A1}"/>
                    </a:ext>
                  </a:extLst>
                </p14:cNvPr>
                <p14:cNvContentPartPr/>
                <p14:nvPr/>
              </p14:nvContentPartPr>
              <p14:xfrm>
                <a:off x="10151790" y="3213570"/>
                <a:ext cx="187920" cy="303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06DA71-E9B3-166A-C15B-17F78C5CC4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42790" y="3204930"/>
                  <a:ext cx="205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0600E76-6170-C696-9160-FD2F2A8F5418}"/>
                    </a:ext>
                  </a:extLst>
                </p14:cNvPr>
                <p14:cNvContentPartPr/>
                <p14:nvPr/>
              </p14:nvContentPartPr>
              <p14:xfrm>
                <a:off x="10423590" y="3235170"/>
                <a:ext cx="228960" cy="274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0600E76-6170-C696-9160-FD2F2A8F541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14590" y="3226530"/>
                  <a:ext cx="246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A6B5426-2A35-098C-624C-83295F0A2511}"/>
                    </a:ext>
                  </a:extLst>
                </p14:cNvPr>
                <p14:cNvContentPartPr/>
                <p14:nvPr/>
              </p14:nvContentPartPr>
              <p14:xfrm>
                <a:off x="10681710" y="3192330"/>
                <a:ext cx="181080" cy="250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A6B5426-2A35-098C-624C-83295F0A251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73070" y="3183330"/>
                  <a:ext cx="198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B70807-D009-BB9A-81BB-1CFDA91FA619}"/>
                    </a:ext>
                  </a:extLst>
                </p14:cNvPr>
                <p14:cNvContentPartPr/>
                <p14:nvPr/>
              </p14:nvContentPartPr>
              <p14:xfrm>
                <a:off x="10833990" y="3235170"/>
                <a:ext cx="146880" cy="273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B70807-D009-BB9A-81BB-1CFDA91FA61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24990" y="3226530"/>
                  <a:ext cx="164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E4267EA-7A31-8853-F83A-43BA024B4F47}"/>
                    </a:ext>
                  </a:extLst>
                </p14:cNvPr>
                <p14:cNvContentPartPr/>
                <p14:nvPr/>
              </p14:nvContentPartPr>
              <p14:xfrm>
                <a:off x="11101830" y="3105210"/>
                <a:ext cx="30600" cy="419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E4267EA-7A31-8853-F83A-43BA024B4F4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92830" y="3096570"/>
                  <a:ext cx="482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2CAABC7-892C-4457-6FF8-15C3C5AAB5CD}"/>
                    </a:ext>
                  </a:extLst>
                </p14:cNvPr>
                <p14:cNvContentPartPr/>
                <p14:nvPr/>
              </p14:nvContentPartPr>
              <p14:xfrm>
                <a:off x="11025150" y="3312210"/>
                <a:ext cx="220680" cy="27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2CAABC7-892C-4457-6FF8-15C3C5AAB5C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16150" y="3303210"/>
                  <a:ext cx="2383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8800029-D7DD-4CD7-B8A0-F0D2A3E97999}"/>
              </a:ext>
            </a:extLst>
          </p:cNvPr>
          <p:cNvGrpSpPr/>
          <p:nvPr/>
        </p:nvGrpSpPr>
        <p:grpSpPr>
          <a:xfrm>
            <a:off x="428190" y="4014930"/>
            <a:ext cx="726120" cy="787680"/>
            <a:chOff x="428190" y="4014930"/>
            <a:chExt cx="72612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C2E53AE-6A93-B7C9-AC0A-EDF99D7E35D1}"/>
                    </a:ext>
                  </a:extLst>
                </p14:cNvPr>
                <p14:cNvContentPartPr/>
                <p14:nvPr/>
              </p14:nvContentPartPr>
              <p14:xfrm>
                <a:off x="428190" y="4152450"/>
                <a:ext cx="273600" cy="424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C2E53AE-6A93-B7C9-AC0A-EDF99D7E35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9550" y="4143810"/>
                  <a:ext cx="2912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64630DB-8B32-3F85-A726-78A536341F48}"/>
                    </a:ext>
                  </a:extLst>
                </p14:cNvPr>
                <p14:cNvContentPartPr/>
                <p14:nvPr/>
              </p14:nvContentPartPr>
              <p14:xfrm>
                <a:off x="685950" y="4014930"/>
                <a:ext cx="292680" cy="787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64630DB-8B32-3F85-A726-78A536341F4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6950" y="4005930"/>
                  <a:ext cx="31032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5A465E0-6BDC-F52A-4D89-A261BC403AF8}"/>
                    </a:ext>
                  </a:extLst>
                </p14:cNvPr>
                <p14:cNvContentPartPr/>
                <p14:nvPr/>
              </p14:nvContentPartPr>
              <p14:xfrm>
                <a:off x="1126230" y="4426410"/>
                <a:ext cx="28080" cy="209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5A465E0-6BDC-F52A-4D89-A261BC403A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7230" y="4417410"/>
                  <a:ext cx="4572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AE814FA-DD0D-4C48-7175-16203FD3E9B2}"/>
              </a:ext>
            </a:extLst>
          </p:cNvPr>
          <p:cNvGrpSpPr/>
          <p:nvPr/>
        </p:nvGrpSpPr>
        <p:grpSpPr>
          <a:xfrm>
            <a:off x="2084910" y="4533690"/>
            <a:ext cx="1528920" cy="665640"/>
            <a:chOff x="2084910" y="4533690"/>
            <a:chExt cx="152892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7872F87-DB15-89A5-52AC-DC3EA4F27728}"/>
                    </a:ext>
                  </a:extLst>
                </p14:cNvPr>
                <p14:cNvContentPartPr/>
                <p14:nvPr/>
              </p14:nvContentPartPr>
              <p14:xfrm>
                <a:off x="2084910" y="4533690"/>
                <a:ext cx="107280" cy="665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7872F87-DB15-89A5-52AC-DC3EA4F2772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76270" y="4524690"/>
                  <a:ext cx="1249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393237-A396-5B3C-1B0C-782E01A272AD}"/>
                    </a:ext>
                  </a:extLst>
                </p14:cNvPr>
                <p14:cNvContentPartPr/>
                <p14:nvPr/>
              </p14:nvContentPartPr>
              <p14:xfrm>
                <a:off x="2332590" y="4570410"/>
                <a:ext cx="287280" cy="541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393237-A396-5B3C-1B0C-782E01A272A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323950" y="4561410"/>
                  <a:ext cx="3049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D7FDF86-C2C3-D4A0-08A2-703C9FB63D47}"/>
                    </a:ext>
                  </a:extLst>
                </p14:cNvPr>
                <p14:cNvContentPartPr/>
                <p14:nvPr/>
              </p14:nvContentPartPr>
              <p14:xfrm>
                <a:off x="2690070" y="4606050"/>
                <a:ext cx="268560" cy="475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D7FDF86-C2C3-D4A0-08A2-703C9FB63D4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81070" y="4597410"/>
                  <a:ext cx="2862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7AE4F1A-61BA-53D6-F9AD-1A94A14A0354}"/>
                    </a:ext>
                  </a:extLst>
                </p14:cNvPr>
                <p14:cNvContentPartPr/>
                <p14:nvPr/>
              </p14:nvContentPartPr>
              <p14:xfrm>
                <a:off x="3044310" y="4595250"/>
                <a:ext cx="227160" cy="442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7AE4F1A-61BA-53D6-F9AD-1A94A14A035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35670" y="4586250"/>
                  <a:ext cx="2448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EDF0F7-5C72-9CC3-F03E-301C5C92519E}"/>
                    </a:ext>
                  </a:extLst>
                </p14:cNvPr>
                <p14:cNvContentPartPr/>
                <p14:nvPr/>
              </p14:nvContentPartPr>
              <p14:xfrm>
                <a:off x="3377670" y="4592010"/>
                <a:ext cx="236160" cy="512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EDF0F7-5C72-9CC3-F03E-301C5C92519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69030" y="4583370"/>
                  <a:ext cx="253800" cy="52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EED07F4-7403-1BF1-C8A9-28262D64CB79}"/>
              </a:ext>
            </a:extLst>
          </p:cNvPr>
          <p:cNvGrpSpPr/>
          <p:nvPr/>
        </p:nvGrpSpPr>
        <p:grpSpPr>
          <a:xfrm>
            <a:off x="4271190" y="4547730"/>
            <a:ext cx="474120" cy="285480"/>
            <a:chOff x="4271190" y="4547730"/>
            <a:chExt cx="47412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E8946D4-EB14-0045-A4EA-3F5C1FFCC223}"/>
                    </a:ext>
                  </a:extLst>
                </p14:cNvPr>
                <p14:cNvContentPartPr/>
                <p14:nvPr/>
              </p14:nvContentPartPr>
              <p14:xfrm>
                <a:off x="4271190" y="4665450"/>
                <a:ext cx="458640" cy="64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E8946D4-EB14-0045-A4EA-3F5C1FFCC22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62190" y="4656810"/>
                  <a:ext cx="476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12051BB-8072-5C20-C0BF-42B3C4CAC11F}"/>
                    </a:ext>
                  </a:extLst>
                </p14:cNvPr>
                <p14:cNvContentPartPr/>
                <p14:nvPr/>
              </p14:nvContentPartPr>
              <p14:xfrm>
                <a:off x="4648470" y="4547730"/>
                <a:ext cx="96840" cy="285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12051BB-8072-5C20-C0BF-42B3C4CAC11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39830" y="4538730"/>
                  <a:ext cx="11448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3162E65-597A-7BEE-3327-1FC8D8418486}"/>
                  </a:ext>
                </a:extLst>
              </p14:cNvPr>
              <p14:cNvContentPartPr/>
              <p14:nvPr/>
            </p14:nvContentPartPr>
            <p14:xfrm>
              <a:off x="5260110" y="4381770"/>
              <a:ext cx="315360" cy="5389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3162E65-597A-7BEE-3327-1FC8D8418486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251470" y="4373130"/>
                <a:ext cx="33300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3BE43BB-167A-E1D2-A098-A61D78E69230}"/>
                  </a:ext>
                </a:extLst>
              </p14:cNvPr>
              <p14:cNvContentPartPr/>
              <p14:nvPr/>
            </p14:nvContentPartPr>
            <p14:xfrm>
              <a:off x="5824230" y="4170450"/>
              <a:ext cx="38880" cy="3920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3BE43BB-167A-E1D2-A098-A61D78E6923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815230" y="4161810"/>
                <a:ext cx="5652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3C7DE12-791B-DB70-8DE0-DEC067B4BD65}"/>
                  </a:ext>
                </a:extLst>
              </p14:cNvPr>
              <p14:cNvContentPartPr/>
              <p14:nvPr/>
            </p14:nvContentPartPr>
            <p14:xfrm>
              <a:off x="7397790" y="4312650"/>
              <a:ext cx="30600" cy="4741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3C7DE12-791B-DB70-8DE0-DEC067B4BD6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389150" y="4303650"/>
                <a:ext cx="4824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EFA9251-BD7F-EBAA-2A34-E3BD16C1451A}"/>
                  </a:ext>
                </a:extLst>
              </p14:cNvPr>
              <p14:cNvContentPartPr/>
              <p14:nvPr/>
            </p14:nvContentPartPr>
            <p14:xfrm>
              <a:off x="7758870" y="4341810"/>
              <a:ext cx="46440" cy="433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EFA9251-BD7F-EBAA-2A34-E3BD16C1451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749870" y="4333170"/>
                <a:ext cx="640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108CE62-A950-29BC-02FB-1283F2675EE9}"/>
                  </a:ext>
                </a:extLst>
              </p14:cNvPr>
              <p14:cNvContentPartPr/>
              <p14:nvPr/>
            </p14:nvContentPartPr>
            <p14:xfrm>
              <a:off x="8119590" y="4326690"/>
              <a:ext cx="82440" cy="4118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108CE62-A950-29BC-02FB-1283F2675EE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110950" y="4318050"/>
                <a:ext cx="1000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F43416B-A909-3C28-446E-6F221B2ACCE2}"/>
                  </a:ext>
                </a:extLst>
              </p14:cNvPr>
              <p14:cNvContentPartPr/>
              <p14:nvPr/>
            </p14:nvContentPartPr>
            <p14:xfrm>
              <a:off x="8403630" y="4349730"/>
              <a:ext cx="73800" cy="5155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F43416B-A909-3C28-446E-6F221B2ACCE2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394630" y="4341090"/>
                <a:ext cx="9144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E8ADEBA-59B8-45A6-48EA-223470CC7430}"/>
              </a:ext>
            </a:extLst>
          </p:cNvPr>
          <p:cNvGrpSpPr/>
          <p:nvPr/>
        </p:nvGrpSpPr>
        <p:grpSpPr>
          <a:xfrm>
            <a:off x="5373150" y="5145330"/>
            <a:ext cx="778680" cy="732960"/>
            <a:chOff x="5373150" y="5145330"/>
            <a:chExt cx="77868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29F806-8E38-2B5D-638A-85A7B45D0BBC}"/>
                    </a:ext>
                  </a:extLst>
                </p14:cNvPr>
                <p14:cNvContentPartPr/>
                <p14:nvPr/>
              </p14:nvContentPartPr>
              <p14:xfrm>
                <a:off x="5373150" y="5370690"/>
                <a:ext cx="334800" cy="507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29F806-8E38-2B5D-638A-85A7B45D0BB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64150" y="5361690"/>
                  <a:ext cx="35244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0440797-8786-9F53-D8A1-548B96E140C7}"/>
                    </a:ext>
                  </a:extLst>
                </p14:cNvPr>
                <p14:cNvContentPartPr/>
                <p14:nvPr/>
              </p14:nvContentPartPr>
              <p14:xfrm>
                <a:off x="5882190" y="5145330"/>
                <a:ext cx="269640" cy="276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0440797-8786-9F53-D8A1-548B96E140C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873190" y="5136330"/>
                  <a:ext cx="28728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F879D3E-6916-82E2-0AEF-20BA197BDC32}"/>
              </a:ext>
            </a:extLst>
          </p:cNvPr>
          <p:cNvGrpSpPr/>
          <p:nvPr/>
        </p:nvGrpSpPr>
        <p:grpSpPr>
          <a:xfrm>
            <a:off x="6503910" y="5564370"/>
            <a:ext cx="172440" cy="174600"/>
            <a:chOff x="6503910" y="5564370"/>
            <a:chExt cx="17244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7C5C26D-2039-0A71-C236-F5D2BDAF9D20}"/>
                    </a:ext>
                  </a:extLst>
                </p14:cNvPr>
                <p14:cNvContentPartPr/>
                <p14:nvPr/>
              </p14:nvContentPartPr>
              <p14:xfrm>
                <a:off x="6503910" y="5713770"/>
                <a:ext cx="161640" cy="25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7C5C26D-2039-0A71-C236-F5D2BDAF9D2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495270" y="5704770"/>
                  <a:ext cx="179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6C4F4D9-209F-4657-F293-85A9E4C69A18}"/>
                    </a:ext>
                  </a:extLst>
                </p14:cNvPr>
                <p14:cNvContentPartPr/>
                <p14:nvPr/>
              </p14:nvContentPartPr>
              <p14:xfrm>
                <a:off x="6537750" y="5564370"/>
                <a:ext cx="138600" cy="30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6C4F4D9-209F-4657-F293-85A9E4C69A1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28750" y="5555370"/>
                  <a:ext cx="1562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6B6A19F-59D8-F7FF-1B0C-32F5EAFCED4C}"/>
              </a:ext>
            </a:extLst>
          </p:cNvPr>
          <p:cNvGrpSpPr/>
          <p:nvPr/>
        </p:nvGrpSpPr>
        <p:grpSpPr>
          <a:xfrm>
            <a:off x="6277830" y="4376370"/>
            <a:ext cx="864000" cy="518040"/>
            <a:chOff x="6277830" y="4376370"/>
            <a:chExt cx="86400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B4B38E5-0C3D-1523-D7A9-15974C58E4EB}"/>
                    </a:ext>
                  </a:extLst>
                </p14:cNvPr>
                <p14:cNvContentPartPr/>
                <p14:nvPr/>
              </p14:nvContentPartPr>
              <p14:xfrm>
                <a:off x="6352350" y="4536930"/>
                <a:ext cx="158400" cy="6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B4B38E5-0C3D-1523-D7A9-15974C58E4E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43350" y="4527930"/>
                  <a:ext cx="176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66E00B5-028D-B698-6BB7-B174A8D646F8}"/>
                    </a:ext>
                  </a:extLst>
                </p14:cNvPr>
                <p14:cNvContentPartPr/>
                <p14:nvPr/>
              </p14:nvContentPartPr>
              <p14:xfrm>
                <a:off x="6277830" y="4683090"/>
                <a:ext cx="196560" cy="9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66E00B5-028D-B698-6BB7-B174A8D646F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268830" y="4674090"/>
                  <a:ext cx="214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4E1B87C-215C-9308-81FE-25B119279386}"/>
                    </a:ext>
                  </a:extLst>
                </p14:cNvPr>
                <p14:cNvContentPartPr/>
                <p14:nvPr/>
              </p14:nvContentPartPr>
              <p14:xfrm>
                <a:off x="6839430" y="4376370"/>
                <a:ext cx="302400" cy="407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4E1B87C-215C-9308-81FE-25B11927938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830430" y="4367730"/>
                  <a:ext cx="3200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3B4D845-9A49-EC94-3CFB-9EF2D5D3CE33}"/>
                    </a:ext>
                  </a:extLst>
                </p14:cNvPr>
                <p14:cNvContentPartPr/>
                <p14:nvPr/>
              </p14:nvContentPartPr>
              <p14:xfrm>
                <a:off x="6441270" y="4479330"/>
                <a:ext cx="224280" cy="415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3B4D845-9A49-EC94-3CFB-9EF2D5D3CE3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32630" y="4470690"/>
                  <a:ext cx="241920" cy="43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3B5B9F8F-D9C7-6AA9-0716-C461AF78719F}"/>
                  </a:ext>
                </a:extLst>
              </p14:cNvPr>
              <p14:cNvContentPartPr/>
              <p14:nvPr/>
            </p14:nvContentPartPr>
            <p14:xfrm>
              <a:off x="7024830" y="5412450"/>
              <a:ext cx="70200" cy="5284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3B5B9F8F-D9C7-6AA9-0716-C461AF78719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016190" y="5403810"/>
                <a:ext cx="8784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7369663-47F5-8299-A06B-FE57DB0CDA0A}"/>
                  </a:ext>
                </a:extLst>
              </p14:cNvPr>
              <p14:cNvContentPartPr/>
              <p14:nvPr/>
            </p14:nvContentPartPr>
            <p14:xfrm>
              <a:off x="7306350" y="5412810"/>
              <a:ext cx="247320" cy="4737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7369663-47F5-8299-A06B-FE57DB0CDA0A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297350" y="5404170"/>
                <a:ext cx="264960" cy="49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6472EBE-F5F6-BAB3-EF66-51697902E1BB}"/>
              </a:ext>
            </a:extLst>
          </p:cNvPr>
          <p:cNvGrpSpPr/>
          <p:nvPr/>
        </p:nvGrpSpPr>
        <p:grpSpPr>
          <a:xfrm>
            <a:off x="7764270" y="5381850"/>
            <a:ext cx="922320" cy="477360"/>
            <a:chOff x="7764270" y="5381850"/>
            <a:chExt cx="92232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BA970BD-66F4-07AE-A55D-76A9D5144461}"/>
                    </a:ext>
                  </a:extLst>
                </p14:cNvPr>
                <p14:cNvContentPartPr/>
                <p14:nvPr/>
              </p14:nvContentPartPr>
              <p14:xfrm>
                <a:off x="7764270" y="5393010"/>
                <a:ext cx="252720" cy="46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BA970BD-66F4-07AE-A55D-76A9D514446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5630" y="5384370"/>
                  <a:ext cx="2703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1D48FCB-4117-F14E-4FD4-2B98524D46E6}"/>
                    </a:ext>
                  </a:extLst>
                </p14:cNvPr>
                <p14:cNvContentPartPr/>
                <p14:nvPr/>
              </p14:nvContentPartPr>
              <p14:xfrm>
                <a:off x="8145870" y="5393730"/>
                <a:ext cx="206280" cy="392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1D48FCB-4117-F14E-4FD4-2B98524D46E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137230" y="5384730"/>
                  <a:ext cx="2239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8B91536-14C5-909D-3748-BDFA215389AA}"/>
                    </a:ext>
                  </a:extLst>
                </p14:cNvPr>
                <p14:cNvContentPartPr/>
                <p14:nvPr/>
              </p14:nvContentPartPr>
              <p14:xfrm>
                <a:off x="8443590" y="5381850"/>
                <a:ext cx="243000" cy="451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8B91536-14C5-909D-3748-BDFA215389A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434590" y="5372850"/>
                  <a:ext cx="260640" cy="46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556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9F2DE93-ABDA-EF3A-D12D-12E72F8FC877}"/>
              </a:ext>
            </a:extLst>
          </p:cNvPr>
          <p:cNvGrpSpPr/>
          <p:nvPr/>
        </p:nvGrpSpPr>
        <p:grpSpPr>
          <a:xfrm>
            <a:off x="1443750" y="693210"/>
            <a:ext cx="1243800" cy="559080"/>
            <a:chOff x="1443750" y="693210"/>
            <a:chExt cx="124380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16E8D9-87A4-7A49-AA50-AA7D810ACC08}"/>
                    </a:ext>
                  </a:extLst>
                </p14:cNvPr>
                <p14:cNvContentPartPr/>
                <p14:nvPr/>
              </p14:nvContentPartPr>
              <p14:xfrm>
                <a:off x="1443750" y="693210"/>
                <a:ext cx="100080" cy="55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16E8D9-87A4-7A49-AA50-AA7D810ACC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5110" y="684570"/>
                  <a:ext cx="1177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3C25B9-5A27-0F3A-3606-AE43311E9F9B}"/>
                    </a:ext>
                  </a:extLst>
                </p14:cNvPr>
                <p14:cNvContentPartPr/>
                <p14:nvPr/>
              </p14:nvContentPartPr>
              <p14:xfrm>
                <a:off x="1740390" y="718770"/>
                <a:ext cx="230040" cy="487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3C25B9-5A27-0F3A-3606-AE43311E9F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1750" y="709770"/>
                  <a:ext cx="2476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C4B608-3E7E-2940-28D6-EC7466FF3806}"/>
                    </a:ext>
                  </a:extLst>
                </p14:cNvPr>
                <p14:cNvContentPartPr/>
                <p14:nvPr/>
              </p14:nvContentPartPr>
              <p14:xfrm>
                <a:off x="2102910" y="696450"/>
                <a:ext cx="226080" cy="464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C4B608-3E7E-2940-28D6-EC7466FF38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94270" y="687450"/>
                  <a:ext cx="2437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0D96297-775B-2070-BD66-AD93FD9D9F78}"/>
                    </a:ext>
                  </a:extLst>
                </p14:cNvPr>
                <p14:cNvContentPartPr/>
                <p14:nvPr/>
              </p14:nvContentPartPr>
              <p14:xfrm>
                <a:off x="2472270" y="734250"/>
                <a:ext cx="215280" cy="45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0D96297-775B-2070-BD66-AD93FD9D9F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3270" y="725610"/>
                  <a:ext cx="232920" cy="46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DDFE4C-E709-0096-5859-89684A800BAD}"/>
                  </a:ext>
                </a:extLst>
              </p14:cNvPr>
              <p14:cNvContentPartPr/>
              <p14:nvPr/>
            </p14:nvContentPartPr>
            <p14:xfrm>
              <a:off x="2836950" y="731010"/>
              <a:ext cx="255600" cy="449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DDFE4C-E709-0096-5859-89684A800B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27950" y="722010"/>
                <a:ext cx="27324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F0A0B8-848F-6ED9-1674-E24DAC76824B}"/>
                  </a:ext>
                </a:extLst>
              </p14:cNvPr>
              <p14:cNvContentPartPr/>
              <p14:nvPr/>
            </p14:nvContentPartPr>
            <p14:xfrm>
              <a:off x="288510" y="665490"/>
              <a:ext cx="307440" cy="560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F0A0B8-848F-6ED9-1674-E24DAC7682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510" y="656850"/>
                <a:ext cx="32508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D9CBBF0-9856-5FAA-D308-1BCB06FC1F41}"/>
                  </a:ext>
                </a:extLst>
              </p14:cNvPr>
              <p14:cNvContentPartPr/>
              <p14:nvPr/>
            </p14:nvContentPartPr>
            <p14:xfrm>
              <a:off x="677310" y="437610"/>
              <a:ext cx="150840" cy="253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D9CBBF0-9856-5FAA-D308-1BCB06FC1F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8670" y="428610"/>
                <a:ext cx="1684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D43410-0440-59B4-CB73-7280A88E360D}"/>
                  </a:ext>
                </a:extLst>
              </p14:cNvPr>
              <p14:cNvContentPartPr/>
              <p14:nvPr/>
            </p14:nvContentPartPr>
            <p14:xfrm>
              <a:off x="1138110" y="542730"/>
              <a:ext cx="172440" cy="945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D43410-0440-59B4-CB73-7280A88E36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9110" y="533730"/>
                <a:ext cx="190080" cy="9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5A653D-43B6-CCD7-9611-39CED9B8B5F9}"/>
                  </a:ext>
                </a:extLst>
              </p14:cNvPr>
              <p14:cNvContentPartPr/>
              <p14:nvPr/>
            </p14:nvContentPartPr>
            <p14:xfrm>
              <a:off x="3347070" y="533730"/>
              <a:ext cx="169920" cy="825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5A653D-43B6-CCD7-9611-39CED9B8B5F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38070" y="524730"/>
                <a:ext cx="18756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B8B632-5721-F26D-A077-0455669747A3}"/>
                  </a:ext>
                </a:extLst>
              </p14:cNvPr>
              <p14:cNvContentPartPr/>
              <p14:nvPr/>
            </p14:nvContentPartPr>
            <p14:xfrm>
              <a:off x="4088310" y="1029810"/>
              <a:ext cx="227880" cy="27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B8B632-5721-F26D-A077-0455669747A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79310" y="1020810"/>
                <a:ext cx="245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59138FC-F3DA-8208-47F7-91C5CA474C57}"/>
                  </a:ext>
                </a:extLst>
              </p14:cNvPr>
              <p14:cNvContentPartPr/>
              <p14:nvPr/>
            </p14:nvContentPartPr>
            <p14:xfrm>
              <a:off x="4149510" y="903090"/>
              <a:ext cx="184320" cy="3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59138FC-F3DA-8208-47F7-91C5CA474C5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40870" y="894450"/>
                <a:ext cx="20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4D31437-F0EA-B267-13D6-2EA7B2BA61E1}"/>
                  </a:ext>
                </a:extLst>
              </p14:cNvPr>
              <p14:cNvContentPartPr/>
              <p14:nvPr/>
            </p14:nvContentPartPr>
            <p14:xfrm>
              <a:off x="4792110" y="635610"/>
              <a:ext cx="27000" cy="516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4D31437-F0EA-B267-13D6-2EA7B2BA61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83110" y="626610"/>
                <a:ext cx="4464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2AE09AF-955C-A0BC-9AD3-B05620841C94}"/>
                  </a:ext>
                </a:extLst>
              </p14:cNvPr>
              <p14:cNvContentPartPr/>
              <p14:nvPr/>
            </p14:nvContentPartPr>
            <p14:xfrm>
              <a:off x="5134110" y="618330"/>
              <a:ext cx="274680" cy="464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2AE09AF-955C-A0BC-9AD3-B05620841C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25470" y="609330"/>
                <a:ext cx="2923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B270F77-CC52-0369-960D-ECA5AC93B7EB}"/>
                  </a:ext>
                </a:extLst>
              </p14:cNvPr>
              <p14:cNvContentPartPr/>
              <p14:nvPr/>
            </p14:nvContentPartPr>
            <p14:xfrm>
              <a:off x="5728110" y="678810"/>
              <a:ext cx="259920" cy="409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B270F77-CC52-0369-960D-ECA5AC93B7E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19110" y="669810"/>
                <a:ext cx="27756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B5C45EF-969C-13E1-8AA6-1580F2EE14B3}"/>
                  </a:ext>
                </a:extLst>
              </p14:cNvPr>
              <p14:cNvContentPartPr/>
              <p14:nvPr/>
            </p14:nvContentPartPr>
            <p14:xfrm>
              <a:off x="6256590" y="632370"/>
              <a:ext cx="259200" cy="429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B5C45EF-969C-13E1-8AA6-1580F2EE14B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47950" y="623370"/>
                <a:ext cx="27684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F52A106-9AF9-2AF9-F829-00EF1D30A386}"/>
                  </a:ext>
                </a:extLst>
              </p14:cNvPr>
              <p14:cNvContentPartPr/>
              <p14:nvPr/>
            </p14:nvContentPartPr>
            <p14:xfrm>
              <a:off x="6775710" y="655050"/>
              <a:ext cx="302760" cy="391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F52A106-9AF9-2AF9-F829-00EF1D30A38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67070" y="646050"/>
                <a:ext cx="32040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99E6D89-1AB3-A308-1019-BBD0EE3EC7FC}"/>
                  </a:ext>
                </a:extLst>
              </p14:cNvPr>
              <p14:cNvContentPartPr/>
              <p14:nvPr/>
            </p14:nvContentPartPr>
            <p14:xfrm>
              <a:off x="7446030" y="670170"/>
              <a:ext cx="284040" cy="395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99E6D89-1AB3-A308-1019-BBD0EE3EC7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37030" y="661530"/>
                <a:ext cx="301680" cy="41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7C3A019-8B79-CFB3-17AE-241CA178D9E2}"/>
              </a:ext>
            </a:extLst>
          </p:cNvPr>
          <p:cNvGrpSpPr/>
          <p:nvPr/>
        </p:nvGrpSpPr>
        <p:grpSpPr>
          <a:xfrm>
            <a:off x="4714350" y="1397730"/>
            <a:ext cx="4062600" cy="961560"/>
            <a:chOff x="4714350" y="1397730"/>
            <a:chExt cx="4062600" cy="9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64E98D-8A93-A270-CCEE-A221CF35CDCB}"/>
                    </a:ext>
                  </a:extLst>
                </p14:cNvPr>
                <p14:cNvContentPartPr/>
                <p14:nvPr/>
              </p14:nvContentPartPr>
              <p14:xfrm>
                <a:off x="5352990" y="1415010"/>
                <a:ext cx="139680" cy="564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64E98D-8A93-A270-CCEE-A221CF35CD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43990" y="1406010"/>
                  <a:ext cx="1573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E24560-5EDF-2639-FC4E-80D16658174C}"/>
                    </a:ext>
                  </a:extLst>
                </p14:cNvPr>
                <p14:cNvContentPartPr/>
                <p14:nvPr/>
              </p14:nvContentPartPr>
              <p14:xfrm>
                <a:off x="5813430" y="1462890"/>
                <a:ext cx="304200" cy="492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E24560-5EDF-2639-FC4E-80D16658174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04430" y="1453890"/>
                  <a:ext cx="3218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6AAF48-80A9-BAAB-1D8B-797B15AB5653}"/>
                    </a:ext>
                  </a:extLst>
                </p14:cNvPr>
                <p14:cNvContentPartPr/>
                <p14:nvPr/>
              </p14:nvContentPartPr>
              <p14:xfrm>
                <a:off x="6398070" y="1502850"/>
                <a:ext cx="280800" cy="429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6AAF48-80A9-BAAB-1D8B-797B15AB56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89070" y="1494210"/>
                  <a:ext cx="2984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21B9CB-E28F-6C13-3C6D-3070C2256556}"/>
                    </a:ext>
                  </a:extLst>
                </p14:cNvPr>
                <p14:cNvContentPartPr/>
                <p14:nvPr/>
              </p14:nvContentPartPr>
              <p14:xfrm>
                <a:off x="6929430" y="1442010"/>
                <a:ext cx="245160" cy="42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21B9CB-E28F-6C13-3C6D-3070C22565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20790" y="1433370"/>
                  <a:ext cx="2628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D3C161-FC61-7A61-5399-063BCD839218}"/>
                    </a:ext>
                  </a:extLst>
                </p14:cNvPr>
                <p14:cNvContentPartPr/>
                <p14:nvPr/>
              </p14:nvContentPartPr>
              <p14:xfrm>
                <a:off x="7505790" y="1397730"/>
                <a:ext cx="262440" cy="455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D3C161-FC61-7A61-5399-063BCD8392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97150" y="1389090"/>
                  <a:ext cx="2800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985ED4-AE3A-C79C-BFD5-B466D38508F1}"/>
                    </a:ext>
                  </a:extLst>
                </p14:cNvPr>
                <p14:cNvContentPartPr/>
                <p14:nvPr/>
              </p14:nvContentPartPr>
              <p14:xfrm>
                <a:off x="4714350" y="2245890"/>
                <a:ext cx="3488400" cy="113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985ED4-AE3A-C79C-BFD5-B466D38508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05710" y="2236890"/>
                  <a:ext cx="3506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8BF687-E2F2-E72E-EF6B-26EA3C4E0EF0}"/>
                    </a:ext>
                  </a:extLst>
                </p14:cNvPr>
                <p14:cNvContentPartPr/>
                <p14:nvPr/>
              </p14:nvContentPartPr>
              <p14:xfrm>
                <a:off x="8393910" y="2132130"/>
                <a:ext cx="383040" cy="3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8BF687-E2F2-E72E-EF6B-26EA3C4E0E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5270" y="2123130"/>
                  <a:ext cx="4006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9D100D-A05B-53F9-B265-5049A7D14038}"/>
              </a:ext>
            </a:extLst>
          </p:cNvPr>
          <p:cNvGrpSpPr/>
          <p:nvPr/>
        </p:nvGrpSpPr>
        <p:grpSpPr>
          <a:xfrm>
            <a:off x="5364510" y="2497170"/>
            <a:ext cx="2467080" cy="497880"/>
            <a:chOff x="5364510" y="2497170"/>
            <a:chExt cx="246708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66705-688D-C957-F9B4-161E6F7034FF}"/>
                    </a:ext>
                  </a:extLst>
                </p14:cNvPr>
                <p14:cNvContentPartPr/>
                <p14:nvPr/>
              </p14:nvContentPartPr>
              <p14:xfrm>
                <a:off x="7547550" y="2537490"/>
                <a:ext cx="284040" cy="446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66705-688D-C957-F9B4-161E6F7034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38550" y="2528490"/>
                  <a:ext cx="3016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5A1BE70-CB92-8CF9-04C6-9D78FD502C16}"/>
                    </a:ext>
                  </a:extLst>
                </p14:cNvPr>
                <p14:cNvContentPartPr/>
                <p14:nvPr/>
              </p14:nvContentPartPr>
              <p14:xfrm>
                <a:off x="6963270" y="2521650"/>
                <a:ext cx="279720" cy="473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5A1BE70-CB92-8CF9-04C6-9D78FD502C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54630" y="2513010"/>
                  <a:ext cx="2973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0BC506-D18B-9E09-A406-2B6258846B30}"/>
                    </a:ext>
                  </a:extLst>
                </p14:cNvPr>
                <p14:cNvContentPartPr/>
                <p14:nvPr/>
              </p14:nvContentPartPr>
              <p14:xfrm>
                <a:off x="6386910" y="2500770"/>
                <a:ext cx="299880" cy="486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0BC506-D18B-9E09-A406-2B6258846B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78270" y="2492130"/>
                  <a:ext cx="3175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8DEB10-AE34-F47E-F030-7F6A0AABE9D0}"/>
                    </a:ext>
                  </a:extLst>
                </p14:cNvPr>
                <p14:cNvContentPartPr/>
                <p14:nvPr/>
              </p14:nvContentPartPr>
              <p14:xfrm>
                <a:off x="5847270" y="2497170"/>
                <a:ext cx="341640" cy="45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8DEB10-AE34-F47E-F030-7F6A0AABE9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38270" y="2488170"/>
                  <a:ext cx="3592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6697C1-BA98-A043-20EE-BA83737738E7}"/>
                    </a:ext>
                  </a:extLst>
                </p14:cNvPr>
                <p14:cNvContentPartPr/>
                <p14:nvPr/>
              </p14:nvContentPartPr>
              <p14:xfrm>
                <a:off x="5364510" y="2518410"/>
                <a:ext cx="140040" cy="442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6697C1-BA98-A043-20EE-BA83737738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55870" y="2509770"/>
                  <a:ext cx="15768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4A06C03-58BD-FED9-3F20-B9152FF8CF00}"/>
              </a:ext>
            </a:extLst>
          </p:cNvPr>
          <p:cNvGrpSpPr/>
          <p:nvPr/>
        </p:nvGrpSpPr>
        <p:grpSpPr>
          <a:xfrm>
            <a:off x="415590" y="3292770"/>
            <a:ext cx="558360" cy="969120"/>
            <a:chOff x="415590" y="3292770"/>
            <a:chExt cx="558360" cy="9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A1E87D7-BBE0-7B75-7523-6AD2672655F2}"/>
                    </a:ext>
                  </a:extLst>
                </p14:cNvPr>
                <p14:cNvContentPartPr/>
                <p14:nvPr/>
              </p14:nvContentPartPr>
              <p14:xfrm>
                <a:off x="415590" y="3689490"/>
                <a:ext cx="315360" cy="57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A1E87D7-BBE0-7B75-7523-6AD2672655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6590" y="3680490"/>
                  <a:ext cx="333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A7CA45-42C6-F40C-7A2F-6F205C8CD3F9}"/>
                    </a:ext>
                  </a:extLst>
                </p14:cNvPr>
                <p14:cNvContentPartPr/>
                <p14:nvPr/>
              </p14:nvContentPartPr>
              <p14:xfrm>
                <a:off x="918150" y="3292770"/>
                <a:ext cx="55800" cy="41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A7CA45-42C6-F40C-7A2F-6F205C8CD3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9150" y="3283770"/>
                  <a:ext cx="73440" cy="43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DACB05F-2620-FD25-47A0-D6207C8684C0}"/>
                  </a:ext>
                </a:extLst>
              </p14:cNvPr>
              <p14:cNvContentPartPr/>
              <p14:nvPr/>
            </p14:nvContentPartPr>
            <p14:xfrm>
              <a:off x="1345110" y="3482130"/>
              <a:ext cx="164160" cy="666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DACB05F-2620-FD25-47A0-D6207C8684C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36110" y="3473490"/>
                <a:ext cx="181800" cy="68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BDBFA835-DAA9-40A8-CE66-C66FC1015ED5}"/>
              </a:ext>
            </a:extLst>
          </p:cNvPr>
          <p:cNvGrpSpPr/>
          <p:nvPr/>
        </p:nvGrpSpPr>
        <p:grpSpPr>
          <a:xfrm>
            <a:off x="1895190" y="3525330"/>
            <a:ext cx="1850040" cy="563400"/>
            <a:chOff x="1895190" y="3525330"/>
            <a:chExt cx="185004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A43D2B-4C8A-BD69-F80C-C5B064683DFD}"/>
                    </a:ext>
                  </a:extLst>
                </p14:cNvPr>
                <p14:cNvContentPartPr/>
                <p14:nvPr/>
              </p14:nvContentPartPr>
              <p14:xfrm>
                <a:off x="1895190" y="3525330"/>
                <a:ext cx="103680" cy="555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A43D2B-4C8A-BD69-F80C-C5B064683D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86190" y="3516690"/>
                  <a:ext cx="12132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EA8B58-5F63-6FA5-724C-70B007AB1496}"/>
                    </a:ext>
                  </a:extLst>
                </p14:cNvPr>
                <p14:cNvContentPartPr/>
                <p14:nvPr/>
              </p14:nvContentPartPr>
              <p14:xfrm>
                <a:off x="2142870" y="3559170"/>
                <a:ext cx="287280" cy="527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EA8B58-5F63-6FA5-724C-70B007AB14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33870" y="3550530"/>
                  <a:ext cx="30492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47FD10-3995-8E96-750A-666D2DBE5FA4}"/>
                    </a:ext>
                  </a:extLst>
                </p14:cNvPr>
                <p14:cNvContentPartPr/>
                <p14:nvPr/>
              </p14:nvContentPartPr>
              <p14:xfrm>
                <a:off x="2630310" y="3570330"/>
                <a:ext cx="299880" cy="51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47FD10-3995-8E96-750A-666D2DBE5FA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21310" y="3561330"/>
                  <a:ext cx="3175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9BFEDC-A7F2-DF98-D755-F1E0576DB32F}"/>
                    </a:ext>
                  </a:extLst>
                </p14:cNvPr>
                <p14:cNvContentPartPr/>
                <p14:nvPr/>
              </p14:nvContentPartPr>
              <p14:xfrm>
                <a:off x="3058350" y="3577530"/>
                <a:ext cx="266040" cy="487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9BFEDC-A7F2-DF98-D755-F1E0576DB32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49350" y="3568530"/>
                  <a:ext cx="2836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B386D2-01A0-75DE-BC14-77196FF67ABB}"/>
                    </a:ext>
                  </a:extLst>
                </p14:cNvPr>
                <p14:cNvContentPartPr/>
                <p14:nvPr/>
              </p14:nvContentPartPr>
              <p14:xfrm>
                <a:off x="3459750" y="3566730"/>
                <a:ext cx="285480" cy="500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B386D2-01A0-75DE-BC14-77196FF67A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450750" y="3557730"/>
                  <a:ext cx="303120" cy="51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272E8F5-883D-F1ED-6047-687DCD81573B}"/>
                  </a:ext>
                </a:extLst>
              </p14:cNvPr>
              <p14:cNvContentPartPr/>
              <p14:nvPr/>
            </p14:nvContentPartPr>
            <p14:xfrm>
              <a:off x="4042590" y="3377010"/>
              <a:ext cx="187200" cy="9496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272E8F5-883D-F1ED-6047-687DCD81573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33590" y="3368370"/>
                <a:ext cx="204840" cy="9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AA823B36-973C-26E4-DA56-4AA11E82B7E6}"/>
              </a:ext>
            </a:extLst>
          </p:cNvPr>
          <p:cNvGrpSpPr/>
          <p:nvPr/>
        </p:nvGrpSpPr>
        <p:grpSpPr>
          <a:xfrm>
            <a:off x="4779870" y="3689130"/>
            <a:ext cx="256680" cy="200520"/>
            <a:chOff x="4779870" y="3689130"/>
            <a:chExt cx="25668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560043-2CCB-0356-0DDF-133C8E86DBAD}"/>
                    </a:ext>
                  </a:extLst>
                </p14:cNvPr>
                <p14:cNvContentPartPr/>
                <p14:nvPr/>
              </p14:nvContentPartPr>
              <p14:xfrm>
                <a:off x="4788510" y="3869850"/>
                <a:ext cx="204840" cy="19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560043-2CCB-0356-0DDF-133C8E86DBA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79510" y="3860850"/>
                  <a:ext cx="222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422F6F-F56A-244B-D7C2-D64F4C0A659C}"/>
                    </a:ext>
                  </a:extLst>
                </p14:cNvPr>
                <p14:cNvContentPartPr/>
                <p14:nvPr/>
              </p14:nvContentPartPr>
              <p14:xfrm>
                <a:off x="4779870" y="3689130"/>
                <a:ext cx="256680" cy="1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422F6F-F56A-244B-D7C2-D64F4C0A65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71230" y="3680130"/>
                  <a:ext cx="2743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136AF6D-E830-F7B1-BADC-A820179BE0D7}"/>
              </a:ext>
            </a:extLst>
          </p:cNvPr>
          <p:cNvGrpSpPr/>
          <p:nvPr/>
        </p:nvGrpSpPr>
        <p:grpSpPr>
          <a:xfrm>
            <a:off x="5574030" y="3489690"/>
            <a:ext cx="2891520" cy="594720"/>
            <a:chOff x="5574030" y="3489690"/>
            <a:chExt cx="2891520" cy="5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96F551-6513-A60D-05A3-A4EBFBFC9FD8}"/>
                    </a:ext>
                  </a:extLst>
                </p14:cNvPr>
                <p14:cNvContentPartPr/>
                <p14:nvPr/>
              </p14:nvContentPartPr>
              <p14:xfrm>
                <a:off x="5574030" y="3489690"/>
                <a:ext cx="217080" cy="594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96F551-6513-A60D-05A3-A4EBFBFC9FD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65030" y="3481050"/>
                  <a:ext cx="23472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87EE20-2BC3-28B0-B0F7-AE721DC4C0AC}"/>
                    </a:ext>
                  </a:extLst>
                </p14:cNvPr>
                <p14:cNvContentPartPr/>
                <p14:nvPr/>
              </p14:nvContentPartPr>
              <p14:xfrm>
                <a:off x="6015750" y="3562770"/>
                <a:ext cx="297720" cy="467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87EE20-2BC3-28B0-B0F7-AE721DC4C0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06750" y="3553770"/>
                  <a:ext cx="31536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748323-0D01-B3AE-6865-E68530583F93}"/>
                    </a:ext>
                  </a:extLst>
                </p14:cNvPr>
                <p14:cNvContentPartPr/>
                <p14:nvPr/>
              </p14:nvContentPartPr>
              <p14:xfrm>
                <a:off x="6459270" y="3592650"/>
                <a:ext cx="252720" cy="46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748323-0D01-B3AE-6865-E68530583F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50630" y="3584010"/>
                  <a:ext cx="2703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DFB8A6-C485-B3CB-A9EB-D855351A114F}"/>
                    </a:ext>
                  </a:extLst>
                </p14:cNvPr>
                <p14:cNvContentPartPr/>
                <p14:nvPr/>
              </p14:nvContentPartPr>
              <p14:xfrm>
                <a:off x="7011510" y="3544050"/>
                <a:ext cx="274320" cy="487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DFB8A6-C485-B3CB-A9EB-D855351A11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02870" y="3535050"/>
                  <a:ext cx="2919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62AEF13-0DE8-8AD0-9F2A-19BA9E2B4D13}"/>
                    </a:ext>
                  </a:extLst>
                </p14:cNvPr>
                <p14:cNvContentPartPr/>
                <p14:nvPr/>
              </p14:nvContentPartPr>
              <p14:xfrm>
                <a:off x="7513350" y="3525330"/>
                <a:ext cx="290520" cy="525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62AEF13-0DE8-8AD0-9F2A-19BA9E2B4D1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04350" y="3516690"/>
                  <a:ext cx="30816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AD3597-03FE-763F-263A-0223C2E2B8C8}"/>
                    </a:ext>
                  </a:extLst>
                </p14:cNvPr>
                <p14:cNvContentPartPr/>
                <p14:nvPr/>
              </p14:nvContentPartPr>
              <p14:xfrm>
                <a:off x="8188350" y="3778770"/>
                <a:ext cx="277200" cy="23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AD3597-03FE-763F-263A-0223C2E2B8C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79350" y="3770130"/>
                  <a:ext cx="29484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D1D3C0C-F825-7C7A-9E18-FB3B59BA578C}"/>
                  </a:ext>
                </a:extLst>
              </p14:cNvPr>
              <p14:cNvContentPartPr/>
              <p14:nvPr/>
            </p14:nvContentPartPr>
            <p14:xfrm>
              <a:off x="8952270" y="3537570"/>
              <a:ext cx="109800" cy="5896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D1D3C0C-F825-7C7A-9E18-FB3B59BA578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43270" y="3528570"/>
                <a:ext cx="127440" cy="60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7DA1524-59B1-10AD-1CF7-B7A2CC474603}"/>
              </a:ext>
            </a:extLst>
          </p:cNvPr>
          <p:cNvGrpSpPr/>
          <p:nvPr/>
        </p:nvGrpSpPr>
        <p:grpSpPr>
          <a:xfrm>
            <a:off x="9587310" y="3746370"/>
            <a:ext cx="227880" cy="119520"/>
            <a:chOff x="9587310" y="3746370"/>
            <a:chExt cx="227880" cy="1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4BD2A0-4B8C-0348-1483-7014D4B6233E}"/>
                    </a:ext>
                  </a:extLst>
                </p14:cNvPr>
                <p14:cNvContentPartPr/>
                <p14:nvPr/>
              </p14:nvContentPartPr>
              <p14:xfrm>
                <a:off x="9589830" y="3841770"/>
                <a:ext cx="165240" cy="24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4BD2A0-4B8C-0348-1483-7014D4B623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81190" y="3832770"/>
                  <a:ext cx="182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AF37054-57D1-22FA-9084-AC5367F2AF31}"/>
                    </a:ext>
                  </a:extLst>
                </p14:cNvPr>
                <p14:cNvContentPartPr/>
                <p14:nvPr/>
              </p14:nvContentPartPr>
              <p14:xfrm>
                <a:off x="9587310" y="3746370"/>
                <a:ext cx="227880" cy="2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AF37054-57D1-22FA-9084-AC5367F2AF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78670" y="3737730"/>
                  <a:ext cx="2455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AA9C4E-5210-8B44-6CD8-D293F032D5A6}"/>
              </a:ext>
            </a:extLst>
          </p:cNvPr>
          <p:cNvGrpSpPr/>
          <p:nvPr/>
        </p:nvGrpSpPr>
        <p:grpSpPr>
          <a:xfrm>
            <a:off x="10275270" y="3547290"/>
            <a:ext cx="461520" cy="423000"/>
            <a:chOff x="10275270" y="3547290"/>
            <a:chExt cx="46152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F43B7F-14D6-3A8D-95F0-8409C5C8FF21}"/>
                    </a:ext>
                  </a:extLst>
                </p14:cNvPr>
                <p14:cNvContentPartPr/>
                <p14:nvPr/>
              </p14:nvContentPartPr>
              <p14:xfrm>
                <a:off x="10275270" y="3591570"/>
                <a:ext cx="232200" cy="378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F43B7F-14D6-3A8D-95F0-8409C5C8FF2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66270" y="3582930"/>
                  <a:ext cx="2498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D440E54-8D71-2AE1-97D7-31F6317FDFA5}"/>
                    </a:ext>
                  </a:extLst>
                </p14:cNvPr>
                <p14:cNvContentPartPr/>
                <p14:nvPr/>
              </p14:nvContentPartPr>
              <p14:xfrm>
                <a:off x="10700430" y="3576450"/>
                <a:ext cx="36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D440E54-8D71-2AE1-97D7-31F6317FDFA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91430" y="3567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C459AD-357E-C74F-155C-9D10D038D766}"/>
                    </a:ext>
                  </a:extLst>
                </p14:cNvPr>
                <p14:cNvContentPartPr/>
                <p14:nvPr/>
              </p14:nvContentPartPr>
              <p14:xfrm>
                <a:off x="10700430" y="3576450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C459AD-357E-C74F-155C-9D10D038D7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91430" y="3567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7AC8F9-5C67-473E-DF17-00890A72DC25}"/>
                    </a:ext>
                  </a:extLst>
                </p14:cNvPr>
                <p14:cNvContentPartPr/>
                <p14:nvPr/>
              </p14:nvContentPartPr>
              <p14:xfrm>
                <a:off x="10664070" y="3564570"/>
                <a:ext cx="36360" cy="17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7AC8F9-5C67-473E-DF17-00890A72DC2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655430" y="3555570"/>
                  <a:ext cx="5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D2ABFC7-0D6D-256B-5C51-7028601445E2}"/>
                    </a:ext>
                  </a:extLst>
                </p14:cNvPr>
                <p14:cNvContentPartPr/>
                <p14:nvPr/>
              </p14:nvContentPartPr>
              <p14:xfrm>
                <a:off x="10714830" y="3547290"/>
                <a:ext cx="21960" cy="402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D2ABFC7-0D6D-256B-5C51-7028601445E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05830" y="3538290"/>
                  <a:ext cx="39600" cy="41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39F3BC1-0139-F8F5-2257-AF3BCFAE9633}"/>
                  </a:ext>
                </a:extLst>
              </p14:cNvPr>
              <p14:cNvContentPartPr/>
              <p14:nvPr/>
            </p14:nvContentPartPr>
            <p14:xfrm>
              <a:off x="10959270" y="3542970"/>
              <a:ext cx="6120" cy="405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39F3BC1-0139-F8F5-2257-AF3BCFAE963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950630" y="3533970"/>
                <a:ext cx="2376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67202F1-E8A1-64CB-5C92-6841186189B6}"/>
                  </a:ext>
                </a:extLst>
              </p14:cNvPr>
              <p14:cNvContentPartPr/>
              <p14:nvPr/>
            </p14:nvContentPartPr>
            <p14:xfrm>
              <a:off x="11237910" y="3549810"/>
              <a:ext cx="21240" cy="3859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67202F1-E8A1-64CB-5C92-6841186189B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229270" y="3540810"/>
                <a:ext cx="3888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4BF7AEA-91A1-9A00-46DB-037141D9216C}"/>
                  </a:ext>
                </a:extLst>
              </p14:cNvPr>
              <p14:cNvContentPartPr/>
              <p14:nvPr/>
            </p14:nvContentPartPr>
            <p14:xfrm>
              <a:off x="11560470" y="3542970"/>
              <a:ext cx="12600" cy="491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4BF7AEA-91A1-9A00-46DB-037141D9216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551830" y="3534330"/>
                <a:ext cx="3024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183728B-2C32-5793-F84B-5EC9964B10AF}"/>
                  </a:ext>
                </a:extLst>
              </p14:cNvPr>
              <p14:cNvContentPartPr/>
              <p14:nvPr/>
            </p14:nvContentPartPr>
            <p14:xfrm>
              <a:off x="24270" y="4425330"/>
              <a:ext cx="81000" cy="511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183728B-2C32-5793-F84B-5EC9964B10A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5270" y="4416330"/>
                <a:ext cx="986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0CAB3F7-B6A6-0E51-DC9B-904BE743042D}"/>
                  </a:ext>
                </a:extLst>
              </p14:cNvPr>
              <p14:cNvContentPartPr/>
              <p14:nvPr/>
            </p14:nvContentPartPr>
            <p14:xfrm>
              <a:off x="13470" y="4279530"/>
              <a:ext cx="12218400" cy="259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0CAB3F7-B6A6-0E51-DC9B-904BE743042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470" y="4270890"/>
                <a:ext cx="122360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FEB5CE1-53D2-B53C-C13D-948DDD34A1E0}"/>
                  </a:ext>
                </a:extLst>
              </p14:cNvPr>
              <p14:cNvContentPartPr/>
              <p14:nvPr/>
            </p14:nvContentPartPr>
            <p14:xfrm>
              <a:off x="368070" y="5122650"/>
              <a:ext cx="355320" cy="4946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FEB5CE1-53D2-B53C-C13D-948DDD34A1E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59430" y="5113650"/>
                <a:ext cx="372960" cy="51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67CBF61-CB86-22C0-B5E8-BFFED3CF628A}"/>
              </a:ext>
            </a:extLst>
          </p:cNvPr>
          <p:cNvGrpSpPr/>
          <p:nvPr/>
        </p:nvGrpSpPr>
        <p:grpSpPr>
          <a:xfrm>
            <a:off x="825270" y="4901610"/>
            <a:ext cx="255600" cy="343800"/>
            <a:chOff x="825270" y="4901610"/>
            <a:chExt cx="25560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4331FA-FB1F-019E-CDAD-AB2451AE4D81}"/>
                    </a:ext>
                  </a:extLst>
                </p14:cNvPr>
                <p14:cNvContentPartPr/>
                <p14:nvPr/>
              </p14:nvContentPartPr>
              <p14:xfrm>
                <a:off x="825270" y="4936170"/>
                <a:ext cx="52200" cy="279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4331FA-FB1F-019E-CDAD-AB2451AE4D8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16630" y="4927530"/>
                  <a:ext cx="69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629253E-2977-38D1-BB53-0EC6B3951A24}"/>
                    </a:ext>
                  </a:extLst>
                </p14:cNvPr>
                <p14:cNvContentPartPr/>
                <p14:nvPr/>
              </p14:nvContentPartPr>
              <p14:xfrm>
                <a:off x="942270" y="4901610"/>
                <a:ext cx="138600" cy="343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629253E-2977-38D1-BB53-0EC6B3951A2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3270" y="4892610"/>
                  <a:ext cx="156240" cy="36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0CF6E74-5562-68F9-FF34-77494C03ABBE}"/>
                  </a:ext>
                </a:extLst>
              </p14:cNvPr>
              <p14:cNvContentPartPr/>
              <p14:nvPr/>
            </p14:nvContentPartPr>
            <p14:xfrm>
              <a:off x="1444830" y="5044890"/>
              <a:ext cx="171360" cy="6548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0CF6E74-5562-68F9-FF34-77494C03ABB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436190" y="5036250"/>
                <a:ext cx="189000" cy="67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842B40A0-5E83-E942-936B-D77491E48CC4}"/>
              </a:ext>
            </a:extLst>
          </p:cNvPr>
          <p:cNvGrpSpPr/>
          <p:nvPr/>
        </p:nvGrpSpPr>
        <p:grpSpPr>
          <a:xfrm>
            <a:off x="1797630" y="5037330"/>
            <a:ext cx="236160" cy="520920"/>
            <a:chOff x="1797630" y="5037330"/>
            <a:chExt cx="236160" cy="5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B0FC66A-CFD0-19FC-B3E9-1F0BD78840BD}"/>
                    </a:ext>
                  </a:extLst>
                </p14:cNvPr>
                <p14:cNvContentPartPr/>
                <p14:nvPr/>
              </p14:nvContentPartPr>
              <p14:xfrm>
                <a:off x="1799790" y="5085930"/>
                <a:ext cx="149400" cy="354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B0FC66A-CFD0-19FC-B3E9-1F0BD78840B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91150" y="5077290"/>
                  <a:ext cx="1670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AECE583-4D44-A048-9CCA-6949DDCC3949}"/>
                    </a:ext>
                  </a:extLst>
                </p14:cNvPr>
                <p14:cNvContentPartPr/>
                <p14:nvPr/>
              </p14:nvContentPartPr>
              <p14:xfrm>
                <a:off x="1943070" y="5037330"/>
                <a:ext cx="90720" cy="520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AECE583-4D44-A048-9CCA-6949DDCC394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34070" y="5028690"/>
                  <a:ext cx="108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3022F63-22F4-74D8-AEF6-8E3FEC99D7F0}"/>
                    </a:ext>
                  </a:extLst>
                </p14:cNvPr>
                <p14:cNvContentPartPr/>
                <p14:nvPr/>
              </p14:nvContentPartPr>
              <p14:xfrm>
                <a:off x="1797630" y="5224170"/>
                <a:ext cx="225360" cy="45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3022F63-22F4-74D8-AEF6-8E3FEC99D7F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88630" y="5215530"/>
                  <a:ext cx="2430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7D5A7D7-D5C1-A5F6-5027-6579F1930B8F}"/>
                  </a:ext>
                </a:extLst>
              </p14:cNvPr>
              <p14:cNvContentPartPr/>
              <p14:nvPr/>
            </p14:nvContentPartPr>
            <p14:xfrm>
              <a:off x="2274990" y="5084490"/>
              <a:ext cx="87120" cy="4446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7D5A7D7-D5C1-A5F6-5027-6579F1930B8F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266350" y="5075850"/>
                <a:ext cx="10476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35248BD-E0C7-1838-C653-69DBE8598874}"/>
                  </a:ext>
                </a:extLst>
              </p14:cNvPr>
              <p14:cNvContentPartPr/>
              <p14:nvPr/>
            </p14:nvContentPartPr>
            <p14:xfrm>
              <a:off x="2539950" y="4986210"/>
              <a:ext cx="168120" cy="6847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35248BD-E0C7-1838-C653-69DBE859887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531310" y="4977210"/>
                <a:ext cx="185760" cy="70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BA26EAE6-A357-03AE-21CC-45CB7D02E12B}"/>
              </a:ext>
            </a:extLst>
          </p:cNvPr>
          <p:cNvGrpSpPr/>
          <p:nvPr/>
        </p:nvGrpSpPr>
        <p:grpSpPr>
          <a:xfrm>
            <a:off x="3604470" y="5126970"/>
            <a:ext cx="215640" cy="177840"/>
            <a:chOff x="3604470" y="5126970"/>
            <a:chExt cx="21564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1BFD6F9-ADCA-E735-8FBD-9DEF0A3771D1}"/>
                    </a:ext>
                  </a:extLst>
                </p14:cNvPr>
                <p14:cNvContentPartPr/>
                <p14:nvPr/>
              </p14:nvContentPartPr>
              <p14:xfrm>
                <a:off x="3645510" y="5270970"/>
                <a:ext cx="153000" cy="33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1BFD6F9-ADCA-E735-8FBD-9DEF0A3771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36510" y="5262330"/>
                  <a:ext cx="170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5AE843B-C116-9DDB-CB3E-D8D16F0F5937}"/>
                    </a:ext>
                  </a:extLst>
                </p14:cNvPr>
                <p14:cNvContentPartPr/>
                <p14:nvPr/>
              </p14:nvContentPartPr>
              <p14:xfrm>
                <a:off x="3604470" y="5126970"/>
                <a:ext cx="215640" cy="1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5AE843B-C116-9DDB-CB3E-D8D16F0F593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95830" y="5117970"/>
                  <a:ext cx="2332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F5085D5-748A-1603-5E7C-A58554791CCB}"/>
              </a:ext>
            </a:extLst>
          </p:cNvPr>
          <p:cNvGrpSpPr/>
          <p:nvPr/>
        </p:nvGrpSpPr>
        <p:grpSpPr>
          <a:xfrm>
            <a:off x="4197750" y="4856250"/>
            <a:ext cx="871200" cy="511200"/>
            <a:chOff x="4197750" y="4856250"/>
            <a:chExt cx="87120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C39F7CC-3583-2659-030B-7D7B8DD94A54}"/>
                    </a:ext>
                  </a:extLst>
                </p14:cNvPr>
                <p14:cNvContentPartPr/>
                <p14:nvPr/>
              </p14:nvContentPartPr>
              <p14:xfrm>
                <a:off x="4197750" y="4915290"/>
                <a:ext cx="136440" cy="452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C39F7CC-3583-2659-030B-7D7B8DD94A5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188750" y="4906650"/>
                  <a:ext cx="15408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6EF6B1-A6F1-59B2-86AC-3F825940A5B4}"/>
                    </a:ext>
                  </a:extLst>
                </p14:cNvPr>
                <p14:cNvContentPartPr/>
                <p14:nvPr/>
              </p14:nvContentPartPr>
              <p14:xfrm>
                <a:off x="4437150" y="4874610"/>
                <a:ext cx="250560" cy="441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6EF6B1-A6F1-59B2-86AC-3F825940A5B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28510" y="4865970"/>
                  <a:ext cx="2682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DAE1EB-2E2F-4CE8-F6CF-A290524123E1}"/>
                    </a:ext>
                  </a:extLst>
                </p14:cNvPr>
                <p14:cNvContentPartPr/>
                <p14:nvPr/>
              </p14:nvContentPartPr>
              <p14:xfrm>
                <a:off x="4792470" y="4856250"/>
                <a:ext cx="276480" cy="447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DAE1EB-2E2F-4CE8-F6CF-A290524123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83830" y="4847250"/>
                  <a:ext cx="294120" cy="46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C5822EA-421B-4BE9-81EC-84EAF88AF6E8}"/>
              </a:ext>
            </a:extLst>
          </p:cNvPr>
          <p:cNvGrpSpPr/>
          <p:nvPr/>
        </p:nvGrpSpPr>
        <p:grpSpPr>
          <a:xfrm>
            <a:off x="5497710" y="4878930"/>
            <a:ext cx="995040" cy="504360"/>
            <a:chOff x="5497710" y="4878930"/>
            <a:chExt cx="99504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6EB9F57-4301-33A8-6A1E-D13F73DEDAFD}"/>
                    </a:ext>
                  </a:extLst>
                </p14:cNvPr>
                <p14:cNvContentPartPr/>
                <p14:nvPr/>
              </p14:nvContentPartPr>
              <p14:xfrm>
                <a:off x="5497710" y="5084490"/>
                <a:ext cx="291960" cy="32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6EB9F57-4301-33A8-6A1E-D13F73DEDAF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489070" y="5075850"/>
                  <a:ext cx="30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1F82836-2CB9-2652-581F-443C79597C2E}"/>
                    </a:ext>
                  </a:extLst>
                </p14:cNvPr>
                <p14:cNvContentPartPr/>
                <p14:nvPr/>
              </p14:nvContentPartPr>
              <p14:xfrm>
                <a:off x="5940870" y="4935450"/>
                <a:ext cx="224280" cy="380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1F82836-2CB9-2652-581F-443C79597C2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932230" y="4926810"/>
                  <a:ext cx="241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0A4B87F-101F-821E-0A7D-4DDA0781D835}"/>
                    </a:ext>
                  </a:extLst>
                </p14:cNvPr>
                <p14:cNvContentPartPr/>
                <p14:nvPr/>
              </p14:nvContentPartPr>
              <p14:xfrm>
                <a:off x="6106830" y="4936170"/>
                <a:ext cx="136440" cy="447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0A4B87F-101F-821E-0A7D-4DDA0781D83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098190" y="4927530"/>
                  <a:ext cx="1540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0EAC71-C1CD-57FE-A753-E68A0E598CAD}"/>
                    </a:ext>
                  </a:extLst>
                </p14:cNvPr>
                <p14:cNvContentPartPr/>
                <p14:nvPr/>
              </p14:nvContentPartPr>
              <p14:xfrm>
                <a:off x="6011790" y="5125890"/>
                <a:ext cx="220680" cy="37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0EAC71-C1CD-57FE-A753-E68A0E598CA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03150" y="5116890"/>
                  <a:ext cx="238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507EFD3-74E4-A3B7-466A-DEE45F2AB4D4}"/>
                    </a:ext>
                  </a:extLst>
                </p14:cNvPr>
                <p14:cNvContentPartPr/>
                <p14:nvPr/>
              </p14:nvContentPartPr>
              <p14:xfrm>
                <a:off x="6423270" y="4878930"/>
                <a:ext cx="69480" cy="446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507EFD3-74E4-A3B7-466A-DEE45F2AB4D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414630" y="4869930"/>
                  <a:ext cx="8712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8F250B6-4C1F-73F9-625E-37A76DDAD5B0}"/>
              </a:ext>
            </a:extLst>
          </p:cNvPr>
          <p:cNvGrpSpPr/>
          <p:nvPr/>
        </p:nvGrpSpPr>
        <p:grpSpPr>
          <a:xfrm>
            <a:off x="7181430" y="5089170"/>
            <a:ext cx="169920" cy="113760"/>
            <a:chOff x="7181430" y="5089170"/>
            <a:chExt cx="16992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2BF5C8-E01D-1B2E-E739-FE4571E5A98A}"/>
                    </a:ext>
                  </a:extLst>
                </p14:cNvPr>
                <p14:cNvContentPartPr/>
                <p14:nvPr/>
              </p14:nvContentPartPr>
              <p14:xfrm>
                <a:off x="7201590" y="5089170"/>
                <a:ext cx="141120" cy="21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2BF5C8-E01D-1B2E-E739-FE4571E5A98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192950" y="5080530"/>
                  <a:ext cx="158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6AF34B4-5BE6-0E0E-A2D9-238BE43AD1B2}"/>
                    </a:ext>
                  </a:extLst>
                </p14:cNvPr>
                <p14:cNvContentPartPr/>
                <p14:nvPr/>
              </p14:nvContentPartPr>
              <p14:xfrm>
                <a:off x="7181430" y="5196090"/>
                <a:ext cx="169920" cy="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6AF34B4-5BE6-0E0E-A2D9-238BE43AD1B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2430" y="5187450"/>
                  <a:ext cx="18756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FC9246A-66FC-9B30-1304-5181FBC5067C}"/>
              </a:ext>
            </a:extLst>
          </p:cNvPr>
          <p:cNvGrpSpPr/>
          <p:nvPr/>
        </p:nvGrpSpPr>
        <p:grpSpPr>
          <a:xfrm>
            <a:off x="8592630" y="4478610"/>
            <a:ext cx="784440" cy="1116360"/>
            <a:chOff x="8592630" y="4478610"/>
            <a:chExt cx="784440" cy="11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411174-E89D-619F-EFB7-7A892639DF65}"/>
                    </a:ext>
                  </a:extLst>
                </p14:cNvPr>
                <p14:cNvContentPartPr/>
                <p14:nvPr/>
              </p14:nvContentPartPr>
              <p14:xfrm>
                <a:off x="8592630" y="4489050"/>
                <a:ext cx="39960" cy="457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411174-E89D-619F-EFB7-7A892639DF6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583630" y="4480410"/>
                  <a:ext cx="5760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4CF57C-C946-A557-FD90-F6EBF17E334A}"/>
                    </a:ext>
                  </a:extLst>
                </p14:cNvPr>
                <p14:cNvContentPartPr/>
                <p14:nvPr/>
              </p14:nvContentPartPr>
              <p14:xfrm>
                <a:off x="8760750" y="4514970"/>
                <a:ext cx="240120" cy="396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4CF57C-C946-A557-FD90-F6EBF17E334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52110" y="4506330"/>
                  <a:ext cx="257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8E12B4A-6A90-DF11-DBA3-843EECE36E55}"/>
                    </a:ext>
                  </a:extLst>
                </p14:cNvPr>
                <p14:cNvContentPartPr/>
                <p14:nvPr/>
              </p14:nvContentPartPr>
              <p14:xfrm>
                <a:off x="9134790" y="4478610"/>
                <a:ext cx="242280" cy="429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8E12B4A-6A90-DF11-DBA3-843EECE36E5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125790" y="4469610"/>
                  <a:ext cx="2599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68370F2-5D09-DC26-5165-8B56D24E31F7}"/>
                    </a:ext>
                  </a:extLst>
                </p14:cNvPr>
                <p14:cNvContentPartPr/>
                <p14:nvPr/>
              </p14:nvContentPartPr>
              <p14:xfrm>
                <a:off x="8765790" y="5160090"/>
                <a:ext cx="170280" cy="352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68370F2-5D09-DC26-5165-8B56D24E31F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56790" y="5151090"/>
                  <a:ext cx="1879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BF4E3A-E47A-00E0-81B1-D812ED059446}"/>
                    </a:ext>
                  </a:extLst>
                </p14:cNvPr>
                <p14:cNvContentPartPr/>
                <p14:nvPr/>
              </p14:nvContentPartPr>
              <p14:xfrm>
                <a:off x="8919870" y="5146050"/>
                <a:ext cx="154440" cy="448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BF4E3A-E47A-00E0-81B1-D812ED05944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10870" y="5137050"/>
                  <a:ext cx="1720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C7C1065-910A-064D-98A8-0E4B0A4F54D6}"/>
                    </a:ext>
                  </a:extLst>
                </p14:cNvPr>
                <p14:cNvContentPartPr/>
                <p14:nvPr/>
              </p14:nvContentPartPr>
              <p14:xfrm>
                <a:off x="8844990" y="5316330"/>
                <a:ext cx="266400" cy="29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C7C1065-910A-064D-98A8-0E4B0A4F54D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836350" y="5307330"/>
                  <a:ext cx="284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73C9E09-E571-F7BE-C3BB-3DE73A3A9B4C}"/>
                    </a:ext>
                  </a:extLst>
                </p14:cNvPr>
                <p14:cNvContentPartPr/>
                <p14:nvPr/>
              </p14:nvContentPartPr>
              <p14:xfrm>
                <a:off x="9258990" y="5117610"/>
                <a:ext cx="28080" cy="384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73C9E09-E571-F7BE-C3BB-3DE73A3A9B4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49990" y="5108970"/>
                  <a:ext cx="4572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C32A3BA-2DFD-CEC7-CF2E-5FA2A2F951AD}"/>
              </a:ext>
            </a:extLst>
          </p:cNvPr>
          <p:cNvGrpSpPr/>
          <p:nvPr/>
        </p:nvGrpSpPr>
        <p:grpSpPr>
          <a:xfrm>
            <a:off x="9514590" y="4680930"/>
            <a:ext cx="217800" cy="447480"/>
            <a:chOff x="9514590" y="4680930"/>
            <a:chExt cx="21780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7FFD15-DD8E-6B7B-6832-D47FA1C5E41E}"/>
                    </a:ext>
                  </a:extLst>
                </p14:cNvPr>
                <p14:cNvContentPartPr/>
                <p14:nvPr/>
              </p14:nvContentPartPr>
              <p14:xfrm>
                <a:off x="9514590" y="4718010"/>
                <a:ext cx="58680" cy="308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7FFD15-DD8E-6B7B-6832-D47FA1C5E41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505950" y="4709370"/>
                  <a:ext cx="76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BA5AD9-B0AF-88DE-744F-24F9AF7E6C8E}"/>
                    </a:ext>
                  </a:extLst>
                </p14:cNvPr>
                <p14:cNvContentPartPr/>
                <p14:nvPr/>
              </p14:nvContentPartPr>
              <p14:xfrm>
                <a:off x="9546630" y="4824930"/>
                <a:ext cx="185760" cy="18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BA5AD9-B0AF-88DE-744F-24F9AF7E6C8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37630" y="4815930"/>
                  <a:ext cx="203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487E925-F2EB-0F7F-4BE8-0C4E915239F1}"/>
                    </a:ext>
                  </a:extLst>
                </p14:cNvPr>
                <p14:cNvContentPartPr/>
                <p14:nvPr/>
              </p14:nvContentPartPr>
              <p14:xfrm>
                <a:off x="9703950" y="4680930"/>
                <a:ext cx="8640" cy="447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487E925-F2EB-0F7F-4BE8-0C4E915239F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95310" y="4671930"/>
                  <a:ext cx="26280" cy="46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9F5851-0835-CC4A-89EF-18098A8BBA66}"/>
              </a:ext>
            </a:extLst>
          </p:cNvPr>
          <p:cNvGrpSpPr/>
          <p:nvPr/>
        </p:nvGrpSpPr>
        <p:grpSpPr>
          <a:xfrm>
            <a:off x="8349630" y="5427930"/>
            <a:ext cx="2074320" cy="397800"/>
            <a:chOff x="8349630" y="5427930"/>
            <a:chExt cx="207432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5811A19-3B9E-04FA-56F1-901C5B32B0CE}"/>
                    </a:ext>
                  </a:extLst>
                </p14:cNvPr>
                <p14:cNvContentPartPr/>
                <p14:nvPr/>
              </p14:nvContentPartPr>
              <p14:xfrm>
                <a:off x="9465630" y="5467890"/>
                <a:ext cx="12600" cy="244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5811A19-3B9E-04FA-56F1-901C5B32B0C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456990" y="5459250"/>
                  <a:ext cx="30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84CB13D-29FE-0D58-BE75-514D3C2CC1A0}"/>
                    </a:ext>
                  </a:extLst>
                </p14:cNvPr>
                <p14:cNvContentPartPr/>
                <p14:nvPr/>
              </p14:nvContentPartPr>
              <p14:xfrm>
                <a:off x="9452670" y="5574090"/>
                <a:ext cx="174600" cy="7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84CB13D-29FE-0D58-BE75-514D3C2CC1A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444030" y="5565090"/>
                  <a:ext cx="192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9389086-46E5-59D7-45F8-BAD3CA606C20}"/>
                    </a:ext>
                  </a:extLst>
                </p14:cNvPr>
                <p14:cNvContentPartPr/>
                <p14:nvPr/>
              </p14:nvContentPartPr>
              <p14:xfrm>
                <a:off x="9635550" y="5427930"/>
                <a:ext cx="2880" cy="306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9389086-46E5-59D7-45F8-BAD3CA606C2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626550" y="5418930"/>
                  <a:ext cx="205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F592F8-FFE1-9A9D-C8A4-DC579B143758}"/>
                    </a:ext>
                  </a:extLst>
                </p14:cNvPr>
                <p14:cNvContentPartPr/>
                <p14:nvPr/>
              </p14:nvContentPartPr>
              <p14:xfrm>
                <a:off x="8349630" y="5763810"/>
                <a:ext cx="1690200" cy="61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F592F8-FFE1-9A9D-C8A4-DC579B14375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40630" y="5755170"/>
                  <a:ext cx="1707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3D275BE-F29E-1651-8546-E627701726DF}"/>
                    </a:ext>
                  </a:extLst>
                </p14:cNvPr>
                <p14:cNvContentPartPr/>
                <p14:nvPr/>
              </p14:nvContentPartPr>
              <p14:xfrm>
                <a:off x="10223790" y="5728890"/>
                <a:ext cx="200160" cy="19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3D275BE-F29E-1651-8546-E627701726D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215150" y="5719890"/>
                  <a:ext cx="2178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B5C0457-71A0-D0C1-72CC-252549590BB9}"/>
              </a:ext>
            </a:extLst>
          </p:cNvPr>
          <p:cNvGrpSpPr/>
          <p:nvPr/>
        </p:nvGrpSpPr>
        <p:grpSpPr>
          <a:xfrm>
            <a:off x="10181670" y="227730"/>
            <a:ext cx="1069920" cy="1569960"/>
            <a:chOff x="10181670" y="227730"/>
            <a:chExt cx="1069920" cy="15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44938B7-4D37-CFBE-8B28-0640A581CF54}"/>
                    </a:ext>
                  </a:extLst>
                </p14:cNvPr>
                <p14:cNvContentPartPr/>
                <p14:nvPr/>
              </p14:nvContentPartPr>
              <p14:xfrm>
                <a:off x="10274550" y="236010"/>
                <a:ext cx="7560" cy="4388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44938B7-4D37-CFBE-8B28-0640A581CF5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265550" y="227370"/>
                  <a:ext cx="252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73C747E-D657-FCF5-197B-3D8A7A4F7A7A}"/>
                    </a:ext>
                  </a:extLst>
                </p14:cNvPr>
                <p14:cNvContentPartPr/>
                <p14:nvPr/>
              </p14:nvContentPartPr>
              <p14:xfrm>
                <a:off x="10391550" y="255450"/>
                <a:ext cx="218160" cy="427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73C747E-D657-FCF5-197B-3D8A7A4F7A7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382910" y="246450"/>
                  <a:ext cx="2358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3B6E33B-7A78-9AA3-CB8B-182114FE82C0}"/>
                    </a:ext>
                  </a:extLst>
                </p14:cNvPr>
                <p14:cNvContentPartPr/>
                <p14:nvPr/>
              </p14:nvContentPartPr>
              <p14:xfrm>
                <a:off x="10747230" y="227730"/>
                <a:ext cx="241920" cy="415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3B6E33B-7A78-9AA3-CB8B-182114FE82C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38590" y="219090"/>
                  <a:ext cx="2595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07344EF-B3FC-8295-F44D-FAB896720953}"/>
                    </a:ext>
                  </a:extLst>
                </p14:cNvPr>
                <p14:cNvContentPartPr/>
                <p14:nvPr/>
              </p14:nvContentPartPr>
              <p14:xfrm>
                <a:off x="10436910" y="718050"/>
                <a:ext cx="207000" cy="441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07344EF-B3FC-8295-F44D-FAB89672095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428270" y="709050"/>
                  <a:ext cx="22464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5F521B6-C76C-FFF1-595A-B651B5B6586B}"/>
                    </a:ext>
                  </a:extLst>
                </p14:cNvPr>
                <p14:cNvContentPartPr/>
                <p14:nvPr/>
              </p14:nvContentPartPr>
              <p14:xfrm>
                <a:off x="10753350" y="849450"/>
                <a:ext cx="173520" cy="300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5F521B6-C76C-FFF1-595A-B651B5B658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744350" y="840450"/>
                  <a:ext cx="191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6D9322-C3C6-82BB-85E8-CB1B86D960C6}"/>
                    </a:ext>
                  </a:extLst>
                </p14:cNvPr>
                <p14:cNvContentPartPr/>
                <p14:nvPr/>
              </p14:nvContentPartPr>
              <p14:xfrm>
                <a:off x="10914270" y="806610"/>
                <a:ext cx="102600" cy="51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6D9322-C3C6-82BB-85E8-CB1B86D960C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05630" y="797970"/>
                  <a:ext cx="1202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132B7D5-9409-54FC-494F-8CD911B460DA}"/>
                    </a:ext>
                  </a:extLst>
                </p14:cNvPr>
                <p14:cNvContentPartPr/>
                <p14:nvPr/>
              </p14:nvContentPartPr>
              <p14:xfrm>
                <a:off x="10181670" y="1272450"/>
                <a:ext cx="1069920" cy="64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132B7D5-9409-54FC-494F-8CD911B460D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173030" y="1263450"/>
                  <a:ext cx="1087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0503C23-DA4F-254B-A716-0011DB85420A}"/>
                    </a:ext>
                  </a:extLst>
                </p14:cNvPr>
                <p14:cNvContentPartPr/>
                <p14:nvPr/>
              </p14:nvContentPartPr>
              <p14:xfrm>
                <a:off x="10823190" y="1446690"/>
                <a:ext cx="160200" cy="351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0503C23-DA4F-254B-A716-0011DB85420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814550" y="1437690"/>
                  <a:ext cx="1778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748F968-5FDB-9279-0346-76361B6FF07D}"/>
                    </a:ext>
                  </a:extLst>
                </p14:cNvPr>
                <p14:cNvContentPartPr/>
                <p14:nvPr/>
              </p14:nvContentPartPr>
              <p14:xfrm>
                <a:off x="10936230" y="1446690"/>
                <a:ext cx="165240" cy="41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748F968-5FDB-9279-0346-76361B6FF07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27230" y="1437690"/>
                  <a:ext cx="1828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5387AA-DD28-6974-C2BD-46ABDB020B37}"/>
              </a:ext>
            </a:extLst>
          </p:cNvPr>
          <p:cNvGrpSpPr/>
          <p:nvPr/>
        </p:nvGrpSpPr>
        <p:grpSpPr>
          <a:xfrm>
            <a:off x="8773710" y="5992050"/>
            <a:ext cx="244080" cy="358920"/>
            <a:chOff x="8773710" y="5992050"/>
            <a:chExt cx="2440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FF3EEB-3CBC-BC91-AEE1-BEFE2D7BD580}"/>
                    </a:ext>
                  </a:extLst>
                </p14:cNvPr>
                <p14:cNvContentPartPr/>
                <p14:nvPr/>
              </p14:nvContentPartPr>
              <p14:xfrm>
                <a:off x="8773710" y="5992050"/>
                <a:ext cx="235440" cy="358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FF3EEB-3CBC-BC91-AEE1-BEFE2D7BD58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764710" y="5983050"/>
                  <a:ext cx="2530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7F4F5B8-D9D5-94F3-7891-DF91D22D827D}"/>
                    </a:ext>
                  </a:extLst>
                </p14:cNvPr>
                <p14:cNvContentPartPr/>
                <p14:nvPr/>
              </p14:nvContentPartPr>
              <p14:xfrm>
                <a:off x="8863350" y="5992050"/>
                <a:ext cx="154440" cy="18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7F4F5B8-D9D5-94F3-7891-DF91D22D827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54350" y="5983050"/>
                  <a:ext cx="1720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9F2B7A4-DC6B-9EF8-3861-8A1767873F80}"/>
              </a:ext>
            </a:extLst>
          </p:cNvPr>
          <p:cNvGrpSpPr/>
          <p:nvPr/>
        </p:nvGrpSpPr>
        <p:grpSpPr>
          <a:xfrm>
            <a:off x="9535830" y="6298410"/>
            <a:ext cx="207000" cy="371880"/>
            <a:chOff x="9535830" y="6298410"/>
            <a:chExt cx="20700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C5B1EF8-45E5-E079-08BF-8F99CFA13933}"/>
                    </a:ext>
                  </a:extLst>
                </p14:cNvPr>
                <p14:cNvContentPartPr/>
                <p14:nvPr/>
              </p14:nvContentPartPr>
              <p14:xfrm>
                <a:off x="9559590" y="6310290"/>
                <a:ext cx="20160" cy="270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C5B1EF8-45E5-E079-08BF-8F99CFA1393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50950" y="6301290"/>
                  <a:ext cx="37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DECC006-0D84-3BB3-FEDC-F2F2A5F26249}"/>
                    </a:ext>
                  </a:extLst>
                </p14:cNvPr>
                <p14:cNvContentPartPr/>
                <p14:nvPr/>
              </p14:nvContentPartPr>
              <p14:xfrm>
                <a:off x="9535830" y="6454650"/>
                <a:ext cx="180720" cy="19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DECC006-0D84-3BB3-FEDC-F2F2A5F2624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526830" y="6446010"/>
                  <a:ext cx="198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3A76EA-92EF-B2CA-B4AD-DB735330DEC8}"/>
                    </a:ext>
                  </a:extLst>
                </p14:cNvPr>
                <p14:cNvContentPartPr/>
                <p14:nvPr/>
              </p14:nvContentPartPr>
              <p14:xfrm>
                <a:off x="9735270" y="6298410"/>
                <a:ext cx="7560" cy="371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3A76EA-92EF-B2CA-B4AD-DB735330DEC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26630" y="6289410"/>
                  <a:ext cx="2520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999D415-2818-A804-A30D-6BA5AF51A357}"/>
              </a:ext>
            </a:extLst>
          </p:cNvPr>
          <p:cNvGrpSpPr/>
          <p:nvPr/>
        </p:nvGrpSpPr>
        <p:grpSpPr>
          <a:xfrm>
            <a:off x="504150" y="6283290"/>
            <a:ext cx="704160" cy="550440"/>
            <a:chOff x="504150" y="6283290"/>
            <a:chExt cx="70416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30454C-A293-B96C-0ED6-E40F28C66E46}"/>
                    </a:ext>
                  </a:extLst>
                </p14:cNvPr>
                <p14:cNvContentPartPr/>
                <p14:nvPr/>
              </p14:nvContentPartPr>
              <p14:xfrm>
                <a:off x="611430" y="6500730"/>
                <a:ext cx="15840" cy="14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30454C-A293-B96C-0ED6-E40F28C66E4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2430" y="6492090"/>
                  <a:ext cx="33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C984BF3-7F6F-9039-F35B-0CB303DE7D69}"/>
                    </a:ext>
                  </a:extLst>
                </p14:cNvPr>
                <p14:cNvContentPartPr/>
                <p14:nvPr/>
              </p14:nvContentPartPr>
              <p14:xfrm>
                <a:off x="504150" y="6456810"/>
                <a:ext cx="301320" cy="376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C984BF3-7F6F-9039-F35B-0CB303DE7D6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95150" y="6448170"/>
                  <a:ext cx="318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1EAFCA1-06E1-B639-EEB2-4B6BD467A87A}"/>
                    </a:ext>
                  </a:extLst>
                </p14:cNvPr>
                <p14:cNvContentPartPr/>
                <p14:nvPr/>
              </p14:nvContentPartPr>
              <p14:xfrm>
                <a:off x="928590" y="6283290"/>
                <a:ext cx="24840" cy="233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1EAFCA1-06E1-B639-EEB2-4B6BD467A87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19590" y="6274290"/>
                  <a:ext cx="42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87E403E-2A03-5665-1AD0-129AD03C1D7D}"/>
                    </a:ext>
                  </a:extLst>
                </p14:cNvPr>
                <p14:cNvContentPartPr/>
                <p14:nvPr/>
              </p14:nvContentPartPr>
              <p14:xfrm>
                <a:off x="1000950" y="6295170"/>
                <a:ext cx="108720" cy="19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87E403E-2A03-5665-1AD0-129AD03C1D7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92310" y="6286170"/>
                  <a:ext cx="126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FA0F6EF-8E3F-F76A-F480-57C4DD9D518E}"/>
                    </a:ext>
                  </a:extLst>
                </p14:cNvPr>
                <p14:cNvContentPartPr/>
                <p14:nvPr/>
              </p14:nvContentPartPr>
              <p14:xfrm>
                <a:off x="1138110" y="6302730"/>
                <a:ext cx="70200" cy="25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FA0F6EF-8E3F-F76A-F480-57C4DD9D518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9470" y="6293730"/>
                  <a:ext cx="878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ABAA8FD-32FD-2790-4243-EAF591A27595}"/>
              </a:ext>
            </a:extLst>
          </p:cNvPr>
          <p:cNvGrpSpPr/>
          <p:nvPr/>
        </p:nvGrpSpPr>
        <p:grpSpPr>
          <a:xfrm>
            <a:off x="1434030" y="6343770"/>
            <a:ext cx="960480" cy="485280"/>
            <a:chOff x="1434030" y="6343770"/>
            <a:chExt cx="96048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464608D-054F-5DC0-08A7-263A5A133E95}"/>
                    </a:ext>
                  </a:extLst>
                </p14:cNvPr>
                <p14:cNvContentPartPr/>
                <p14:nvPr/>
              </p14:nvContentPartPr>
              <p14:xfrm>
                <a:off x="1434030" y="6430530"/>
                <a:ext cx="132840" cy="39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464608D-054F-5DC0-08A7-263A5A133E9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425030" y="6421890"/>
                  <a:ext cx="1504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BA7C0BD-8702-6D7F-DCC7-54C6A18B7D9E}"/>
                    </a:ext>
                  </a:extLst>
                </p14:cNvPr>
                <p14:cNvContentPartPr/>
                <p14:nvPr/>
              </p14:nvContentPartPr>
              <p14:xfrm>
                <a:off x="1747230" y="6433050"/>
                <a:ext cx="128880" cy="302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BA7C0BD-8702-6D7F-DCC7-54C6A18B7D9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738230" y="6424050"/>
                  <a:ext cx="1465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19CBC5A-5676-EAD3-89A7-5EF59F70A77D}"/>
                    </a:ext>
                  </a:extLst>
                </p14:cNvPr>
                <p14:cNvContentPartPr/>
                <p14:nvPr/>
              </p14:nvContentPartPr>
              <p14:xfrm>
                <a:off x="1788990" y="6428010"/>
                <a:ext cx="165240" cy="299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19CBC5A-5676-EAD3-89A7-5EF59F70A77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780350" y="6419370"/>
                  <a:ext cx="182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72620C-C70E-4722-71DC-D18C54FC4810}"/>
                    </a:ext>
                  </a:extLst>
                </p14:cNvPr>
                <p14:cNvContentPartPr/>
                <p14:nvPr/>
              </p14:nvContentPartPr>
              <p14:xfrm>
                <a:off x="2080230" y="6465810"/>
                <a:ext cx="36360" cy="279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72620C-C70E-4722-71DC-D18C54FC481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71230" y="6457170"/>
                  <a:ext cx="540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9CD1C05-537E-ACAE-247C-14E9EEE6B19A}"/>
                    </a:ext>
                  </a:extLst>
                </p14:cNvPr>
                <p14:cNvContentPartPr/>
                <p14:nvPr/>
              </p14:nvContentPartPr>
              <p14:xfrm>
                <a:off x="2267790" y="6343770"/>
                <a:ext cx="126720" cy="485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9CD1C05-537E-ACAE-247C-14E9EEE6B19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259150" y="6335130"/>
                  <a:ext cx="144360" cy="50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1D002C9-7089-3169-16B5-65296702A7D6}"/>
              </a:ext>
            </a:extLst>
          </p:cNvPr>
          <p:cNvGrpSpPr/>
          <p:nvPr/>
        </p:nvGrpSpPr>
        <p:grpSpPr>
          <a:xfrm>
            <a:off x="2959710" y="6606930"/>
            <a:ext cx="135000" cy="79200"/>
            <a:chOff x="2959710" y="6606930"/>
            <a:chExt cx="13500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E85D6F8-6FB1-8EB0-4CDE-28EB97079434}"/>
                    </a:ext>
                  </a:extLst>
                </p14:cNvPr>
                <p14:cNvContentPartPr/>
                <p14:nvPr/>
              </p14:nvContentPartPr>
              <p14:xfrm>
                <a:off x="2959710" y="6606930"/>
                <a:ext cx="131400" cy="18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E85D6F8-6FB1-8EB0-4CDE-28EB9707943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950710" y="6598290"/>
                  <a:ext cx="149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EC18EBD-518F-171D-6AB2-54D21C63052E}"/>
                    </a:ext>
                  </a:extLst>
                </p14:cNvPr>
                <p14:cNvContentPartPr/>
                <p14:nvPr/>
              </p14:nvContentPartPr>
              <p14:xfrm>
                <a:off x="2959710" y="6671730"/>
                <a:ext cx="135000" cy="14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EC18EBD-518F-171D-6AB2-54D21C63052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950710" y="6663090"/>
                  <a:ext cx="15264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69ED67F9-1E3E-2E36-5985-64DFA5D64D85}"/>
              </a:ext>
            </a:extLst>
          </p:cNvPr>
          <p:cNvGrpSpPr/>
          <p:nvPr/>
        </p:nvGrpSpPr>
        <p:grpSpPr>
          <a:xfrm>
            <a:off x="3402510" y="6398850"/>
            <a:ext cx="838800" cy="302400"/>
            <a:chOff x="3402510" y="6398850"/>
            <a:chExt cx="83880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58B1C43-43A0-5D95-C491-C3413F9FFA75}"/>
                    </a:ext>
                  </a:extLst>
                </p14:cNvPr>
                <p14:cNvContentPartPr/>
                <p14:nvPr/>
              </p14:nvContentPartPr>
              <p14:xfrm>
                <a:off x="3402510" y="6398850"/>
                <a:ext cx="133920" cy="302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58B1C43-43A0-5D95-C491-C3413F9FFA7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393510" y="6390210"/>
                  <a:ext cx="151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EB68BDA-D207-1818-9A6F-D2E7EC117259}"/>
                    </a:ext>
                  </a:extLst>
                </p14:cNvPr>
                <p14:cNvContentPartPr/>
                <p14:nvPr/>
              </p14:nvContentPartPr>
              <p14:xfrm>
                <a:off x="3463710" y="6408930"/>
                <a:ext cx="133920" cy="4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EB68BDA-D207-1818-9A6F-D2E7EC11725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55070" y="6399930"/>
                  <a:ext cx="151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C4188DD-D3D4-E8AF-3EC3-6C1D263D0B12}"/>
                    </a:ext>
                  </a:extLst>
                </p14:cNvPr>
                <p14:cNvContentPartPr/>
                <p14:nvPr/>
              </p14:nvContentPartPr>
              <p14:xfrm>
                <a:off x="4072470" y="6565890"/>
                <a:ext cx="168840" cy="26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C4188DD-D3D4-E8AF-3EC3-6C1D263D0B1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063830" y="6556890"/>
                  <a:ext cx="18648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92494F6-7E0F-E74C-4C8A-683932546E50}"/>
                  </a:ext>
                </a:extLst>
              </p14:cNvPr>
              <p14:cNvContentPartPr/>
              <p14:nvPr/>
            </p14:nvContentPartPr>
            <p14:xfrm>
              <a:off x="4454070" y="6454290"/>
              <a:ext cx="76320" cy="2926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92494F6-7E0F-E74C-4C8A-683932546E5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4445070" y="6445650"/>
                <a:ext cx="93960" cy="31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98523262-10DE-128A-C749-AC0AFE2F65A1}"/>
              </a:ext>
            </a:extLst>
          </p:cNvPr>
          <p:cNvGrpSpPr/>
          <p:nvPr/>
        </p:nvGrpSpPr>
        <p:grpSpPr>
          <a:xfrm>
            <a:off x="5053110" y="6585330"/>
            <a:ext cx="163800" cy="103320"/>
            <a:chOff x="5053110" y="6585330"/>
            <a:chExt cx="16380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B39B49C-3565-41EC-B62F-4BFBA348ED54}"/>
                    </a:ext>
                  </a:extLst>
                </p14:cNvPr>
                <p14:cNvContentPartPr/>
                <p14:nvPr/>
              </p14:nvContentPartPr>
              <p14:xfrm>
                <a:off x="5053110" y="6585330"/>
                <a:ext cx="156600" cy="165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B39B49C-3565-41EC-B62F-4BFBA348ED5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044110" y="6576330"/>
                  <a:ext cx="174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634EDD8-097B-039F-569C-3DBC6C367387}"/>
                    </a:ext>
                  </a:extLst>
                </p14:cNvPr>
                <p14:cNvContentPartPr/>
                <p14:nvPr/>
              </p14:nvContentPartPr>
              <p14:xfrm>
                <a:off x="5068590" y="6681810"/>
                <a:ext cx="148320" cy="6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634EDD8-097B-039F-569C-3DBC6C36738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59950" y="6672810"/>
                  <a:ext cx="16596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CDF95F3-5016-7BF1-ED29-BFE801F4FE74}"/>
              </a:ext>
            </a:extLst>
          </p:cNvPr>
          <p:cNvGrpSpPr/>
          <p:nvPr/>
        </p:nvGrpSpPr>
        <p:grpSpPr>
          <a:xfrm>
            <a:off x="5590950" y="6433770"/>
            <a:ext cx="442800" cy="308880"/>
            <a:chOff x="5590950" y="6433770"/>
            <a:chExt cx="4428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F6ED9F9-8883-845B-87A5-C6566BAE8DF1}"/>
                    </a:ext>
                  </a:extLst>
                </p14:cNvPr>
                <p14:cNvContentPartPr/>
                <p14:nvPr/>
              </p14:nvContentPartPr>
              <p14:xfrm>
                <a:off x="5590950" y="6433770"/>
                <a:ext cx="211320" cy="308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F6ED9F9-8883-845B-87A5-C6566BAE8DF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581950" y="6424770"/>
                  <a:ext cx="228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3C69BC8-56B1-96B0-9AAD-0274AF27F444}"/>
                    </a:ext>
                  </a:extLst>
                </p14:cNvPr>
                <p14:cNvContentPartPr/>
                <p14:nvPr/>
              </p14:nvContentPartPr>
              <p14:xfrm>
                <a:off x="5651070" y="6452130"/>
                <a:ext cx="195120" cy="21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3C69BC8-56B1-96B0-9AAD-0274AF27F44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642070" y="6443130"/>
                  <a:ext cx="212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B08051-4907-BF97-FD3F-45EDD17B5144}"/>
                    </a:ext>
                  </a:extLst>
                </p14:cNvPr>
                <p14:cNvContentPartPr/>
                <p14:nvPr/>
              </p14:nvContentPartPr>
              <p14:xfrm>
                <a:off x="6027990" y="6465090"/>
                <a:ext cx="5760" cy="248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B08051-4907-BF97-FD3F-45EDD17B514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019350" y="6456450"/>
                  <a:ext cx="2340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0CBC16E9-851D-6AEF-5867-37BC65792920}"/>
                  </a:ext>
                </a:extLst>
              </p14:cNvPr>
              <p14:cNvContentPartPr/>
              <p14:nvPr/>
            </p14:nvContentPartPr>
            <p14:xfrm>
              <a:off x="6475110" y="6731490"/>
              <a:ext cx="360" cy="3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0CBC16E9-851D-6AEF-5867-37BC65792920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466110" y="672249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2F84119-C212-5C80-8221-1A59282992B7}"/>
              </a:ext>
            </a:extLst>
          </p:cNvPr>
          <p:cNvGrpSpPr/>
          <p:nvPr/>
        </p:nvGrpSpPr>
        <p:grpSpPr>
          <a:xfrm>
            <a:off x="9173475" y="6007890"/>
            <a:ext cx="126720" cy="279000"/>
            <a:chOff x="9173475" y="6007890"/>
            <a:chExt cx="12672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12BC895-6602-B975-1C03-4C725E3088D2}"/>
                    </a:ext>
                  </a:extLst>
                </p14:cNvPr>
                <p14:cNvContentPartPr/>
                <p14:nvPr/>
              </p14:nvContentPartPr>
              <p14:xfrm>
                <a:off x="9173475" y="6022650"/>
                <a:ext cx="20160" cy="264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12BC895-6602-B975-1C03-4C725E3088D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164835" y="6013650"/>
                  <a:ext cx="37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F8A6353-B5B0-1C04-C1B3-7F63AF5FBCBA}"/>
                    </a:ext>
                  </a:extLst>
                </p14:cNvPr>
                <p14:cNvContentPartPr/>
                <p14:nvPr/>
              </p14:nvContentPartPr>
              <p14:xfrm>
                <a:off x="9184275" y="6007890"/>
                <a:ext cx="115920" cy="10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F8A6353-B5B0-1C04-C1B3-7F63AF5FBCB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175635" y="5998890"/>
                  <a:ext cx="133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AFECCF1-CC67-2D73-37D1-170B0F254CB7}"/>
                    </a:ext>
                  </a:extLst>
                </p14:cNvPr>
                <p14:cNvContentPartPr/>
                <p14:nvPr/>
              </p14:nvContentPartPr>
              <p14:xfrm>
                <a:off x="9179595" y="6119850"/>
                <a:ext cx="110880" cy="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AFECCF1-CC67-2D73-37D1-170B0F254CB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170595" y="6110850"/>
                  <a:ext cx="1285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801B17C-62BF-ABA6-87B2-8E5D27BC8DCA}"/>
              </a:ext>
            </a:extLst>
          </p:cNvPr>
          <p:cNvGrpSpPr/>
          <p:nvPr/>
        </p:nvGrpSpPr>
        <p:grpSpPr>
          <a:xfrm>
            <a:off x="3649275" y="6408930"/>
            <a:ext cx="160920" cy="276120"/>
            <a:chOff x="3649275" y="6408930"/>
            <a:chExt cx="16092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76A5ED8-182A-A7E3-1C13-8586C2C3B22E}"/>
                    </a:ext>
                  </a:extLst>
                </p14:cNvPr>
                <p14:cNvContentPartPr/>
                <p14:nvPr/>
              </p14:nvContentPartPr>
              <p14:xfrm>
                <a:off x="3655035" y="6424050"/>
                <a:ext cx="24480" cy="261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76A5ED8-182A-A7E3-1C13-8586C2C3B22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646395" y="6415050"/>
                  <a:ext cx="42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2B7D626-1B55-705E-7153-4B0C827A5B07}"/>
                    </a:ext>
                  </a:extLst>
                </p14:cNvPr>
                <p14:cNvContentPartPr/>
                <p14:nvPr/>
              </p14:nvContentPartPr>
              <p14:xfrm>
                <a:off x="3649275" y="6408930"/>
                <a:ext cx="160920" cy="17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2B7D626-1B55-705E-7153-4B0C827A5B0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40635" y="6399930"/>
                  <a:ext cx="178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3DA40E5-1EB7-2F41-1E86-23683B2393E2}"/>
                    </a:ext>
                  </a:extLst>
                </p14:cNvPr>
                <p14:cNvContentPartPr/>
                <p14:nvPr/>
              </p14:nvContentPartPr>
              <p14:xfrm>
                <a:off x="3655035" y="6526650"/>
                <a:ext cx="126720" cy="2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3DA40E5-1EB7-2F41-1E86-23683B2393E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646395" y="6518010"/>
                  <a:ext cx="14436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BE9792B-ECFF-9B75-788F-6294C83EC4FD}"/>
              </a:ext>
            </a:extLst>
          </p:cNvPr>
          <p:cNvGrpSpPr/>
          <p:nvPr/>
        </p:nvGrpSpPr>
        <p:grpSpPr>
          <a:xfrm>
            <a:off x="6004755" y="6468330"/>
            <a:ext cx="219960" cy="249480"/>
            <a:chOff x="6004755" y="6468330"/>
            <a:chExt cx="21996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6E9F39-F206-F506-936C-9846E88FE326}"/>
                    </a:ext>
                  </a:extLst>
                </p14:cNvPr>
                <p14:cNvContentPartPr/>
                <p14:nvPr/>
              </p14:nvContentPartPr>
              <p14:xfrm>
                <a:off x="6004755" y="6468330"/>
                <a:ext cx="195480" cy="11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6E9F39-F206-F506-936C-9846E88FE32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996115" y="6459330"/>
                  <a:ext cx="213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A3FE338-47CC-1E47-7D15-26AA930DB6C6}"/>
                    </a:ext>
                  </a:extLst>
                </p14:cNvPr>
                <p14:cNvContentPartPr/>
                <p14:nvPr/>
              </p14:nvContentPartPr>
              <p14:xfrm>
                <a:off x="6039675" y="6560490"/>
                <a:ext cx="153720" cy="27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A3FE338-47CC-1E47-7D15-26AA930DB6C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030675" y="6551490"/>
                  <a:ext cx="171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60E3DA3-E567-380B-0319-D14611A363C8}"/>
                    </a:ext>
                  </a:extLst>
                </p14:cNvPr>
                <p14:cNvContentPartPr/>
                <p14:nvPr/>
              </p14:nvContentPartPr>
              <p14:xfrm>
                <a:off x="6046875" y="6700170"/>
                <a:ext cx="177840" cy="17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60E3DA3-E567-380B-0319-D14611A363C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037875" y="6691170"/>
                  <a:ext cx="19548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037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45493CB-4A25-C686-E8B4-77B977597CCE}"/>
              </a:ext>
            </a:extLst>
          </p:cNvPr>
          <p:cNvGrpSpPr/>
          <p:nvPr/>
        </p:nvGrpSpPr>
        <p:grpSpPr>
          <a:xfrm>
            <a:off x="314955" y="273090"/>
            <a:ext cx="466200" cy="759600"/>
            <a:chOff x="314955" y="273090"/>
            <a:chExt cx="46620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89F1F5-7CA9-087F-5772-1FEAE6D0C5E7}"/>
                    </a:ext>
                  </a:extLst>
                </p14:cNvPr>
                <p14:cNvContentPartPr/>
                <p14:nvPr/>
              </p14:nvContentPartPr>
              <p14:xfrm>
                <a:off x="314955" y="314850"/>
                <a:ext cx="293040" cy="51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89F1F5-7CA9-087F-5772-1FEAE6D0C5E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5955" y="305850"/>
                  <a:ext cx="310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DB96385-11C3-FEA9-5DA5-68F3EC355AAA}"/>
                    </a:ext>
                  </a:extLst>
                </p14:cNvPr>
                <p14:cNvContentPartPr/>
                <p14:nvPr/>
              </p14:nvContentPartPr>
              <p14:xfrm>
                <a:off x="519435" y="273090"/>
                <a:ext cx="261720" cy="75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DB96385-11C3-FEA9-5DA5-68F3EC355AA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435" y="264090"/>
                  <a:ext cx="279360" cy="77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92F8C4F-D290-7FA8-3CC5-F77C308E6D91}"/>
                  </a:ext>
                </a:extLst>
              </p14:cNvPr>
              <p14:cNvContentPartPr/>
              <p14:nvPr/>
            </p14:nvContentPartPr>
            <p14:xfrm>
              <a:off x="1005795" y="700770"/>
              <a:ext cx="19440" cy="124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92F8C4F-D290-7FA8-3CC5-F77C308E6D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7155" y="691770"/>
                <a:ext cx="370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8AF4C3B-8828-1D3F-AEA6-7C0F4D654866}"/>
              </a:ext>
            </a:extLst>
          </p:cNvPr>
          <p:cNvGrpSpPr/>
          <p:nvPr/>
        </p:nvGrpSpPr>
        <p:grpSpPr>
          <a:xfrm>
            <a:off x="1797435" y="806610"/>
            <a:ext cx="559800" cy="602280"/>
            <a:chOff x="1797435" y="806610"/>
            <a:chExt cx="55980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A4B945-D50C-52DA-CDE4-20447AFDB979}"/>
                    </a:ext>
                  </a:extLst>
                </p14:cNvPr>
                <p14:cNvContentPartPr/>
                <p14:nvPr/>
              </p14:nvContentPartPr>
              <p14:xfrm>
                <a:off x="1797435" y="806610"/>
                <a:ext cx="154440" cy="60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A4B945-D50C-52DA-CDE4-20447AFDB9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88795" y="797970"/>
                  <a:ext cx="17208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58604E-08DA-F22B-B418-0030562B4983}"/>
                    </a:ext>
                  </a:extLst>
                </p14:cNvPr>
                <p14:cNvContentPartPr/>
                <p14:nvPr/>
              </p14:nvContentPartPr>
              <p14:xfrm>
                <a:off x="2087595" y="813090"/>
                <a:ext cx="269640" cy="528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58604E-08DA-F22B-B418-0030562B49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8595" y="804450"/>
                  <a:ext cx="287280" cy="54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2AC928-D614-FE90-8EC7-60EA41BAD644}"/>
              </a:ext>
            </a:extLst>
          </p:cNvPr>
          <p:cNvGrpSpPr/>
          <p:nvPr/>
        </p:nvGrpSpPr>
        <p:grpSpPr>
          <a:xfrm>
            <a:off x="2566395" y="807690"/>
            <a:ext cx="324000" cy="558000"/>
            <a:chOff x="2566395" y="807690"/>
            <a:chExt cx="32400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4EDC34-35F5-A9F1-E0AB-8A1F2618B3A3}"/>
                    </a:ext>
                  </a:extLst>
                </p14:cNvPr>
                <p14:cNvContentPartPr/>
                <p14:nvPr/>
              </p14:nvContentPartPr>
              <p14:xfrm>
                <a:off x="2566395" y="807690"/>
                <a:ext cx="54360" cy="510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4EDC34-35F5-A9F1-E0AB-8A1F2618B3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7395" y="799050"/>
                  <a:ext cx="720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AD3F3B-03C1-93F0-BAB8-AF5A77BFCF90}"/>
                    </a:ext>
                  </a:extLst>
                </p14:cNvPr>
                <p14:cNvContentPartPr/>
                <p14:nvPr/>
              </p14:nvContentPartPr>
              <p14:xfrm>
                <a:off x="2768355" y="822810"/>
                <a:ext cx="122040" cy="54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AD3F3B-03C1-93F0-BAB8-AF5A77BFCF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9715" y="814170"/>
                  <a:ext cx="139680" cy="56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C0BA417-A5B8-1FFC-81B8-3B5A7D253EC8}"/>
                  </a:ext>
                </a:extLst>
              </p14:cNvPr>
              <p14:cNvContentPartPr/>
              <p14:nvPr/>
            </p14:nvContentPartPr>
            <p14:xfrm>
              <a:off x="3365595" y="1066530"/>
              <a:ext cx="317160" cy="18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C0BA417-A5B8-1FFC-81B8-3B5A7D253E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56955" y="1057890"/>
                <a:ext cx="3348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85A843C-76D5-E4D9-5F9E-C92A31BB5D4B}"/>
                  </a:ext>
                </a:extLst>
              </p14:cNvPr>
              <p14:cNvContentPartPr/>
              <p14:nvPr/>
            </p14:nvContentPartPr>
            <p14:xfrm>
              <a:off x="2986155" y="1361370"/>
              <a:ext cx="159840" cy="254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85A843C-76D5-E4D9-5F9E-C92A31BB5D4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77515" y="1352730"/>
                <a:ext cx="17748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5061136-4A7F-05B8-2CB6-A34D9D14835D}"/>
              </a:ext>
            </a:extLst>
          </p:cNvPr>
          <p:cNvGrpSpPr/>
          <p:nvPr/>
        </p:nvGrpSpPr>
        <p:grpSpPr>
          <a:xfrm>
            <a:off x="4101435" y="832530"/>
            <a:ext cx="1338120" cy="837720"/>
            <a:chOff x="4101435" y="832530"/>
            <a:chExt cx="1338120" cy="83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AC559D-600A-0341-7A3C-1E24F8257DE5}"/>
                    </a:ext>
                  </a:extLst>
                </p14:cNvPr>
                <p14:cNvContentPartPr/>
                <p14:nvPr/>
              </p14:nvContentPartPr>
              <p14:xfrm>
                <a:off x="4101435" y="832530"/>
                <a:ext cx="17640" cy="455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AC559D-600A-0341-7A3C-1E24F8257D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92435" y="823890"/>
                  <a:ext cx="352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29CF1B-E7D6-CEAB-C11E-C5D24C9450F1}"/>
                    </a:ext>
                  </a:extLst>
                </p14:cNvPr>
                <p14:cNvContentPartPr/>
                <p14:nvPr/>
              </p14:nvContentPartPr>
              <p14:xfrm>
                <a:off x="4275675" y="843690"/>
                <a:ext cx="211320" cy="448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29CF1B-E7D6-CEAB-C11E-C5D24C9450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66675" y="834690"/>
                  <a:ext cx="228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48E38F-F23C-B8F8-F82A-8AC8B612A865}"/>
                    </a:ext>
                  </a:extLst>
                </p14:cNvPr>
                <p14:cNvContentPartPr/>
                <p14:nvPr/>
              </p14:nvContentPartPr>
              <p14:xfrm>
                <a:off x="4605795" y="846570"/>
                <a:ext cx="246600" cy="403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48E38F-F23C-B8F8-F82A-8AC8B612A8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97155" y="837930"/>
                  <a:ext cx="2642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83A77E-44AD-FF7F-D880-569DDDA3DA31}"/>
                    </a:ext>
                  </a:extLst>
                </p14:cNvPr>
                <p14:cNvContentPartPr/>
                <p14:nvPr/>
              </p14:nvContentPartPr>
              <p14:xfrm>
                <a:off x="5034915" y="873210"/>
                <a:ext cx="106200" cy="480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83A77E-44AD-FF7F-D880-569DDDA3DA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26275" y="864570"/>
                  <a:ext cx="1238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6F5135-1C31-C31B-6EF7-0A1B36999C77}"/>
                    </a:ext>
                  </a:extLst>
                </p14:cNvPr>
                <p14:cNvContentPartPr/>
                <p14:nvPr/>
              </p14:nvContentPartPr>
              <p14:xfrm>
                <a:off x="5265315" y="1358130"/>
                <a:ext cx="174240" cy="312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6F5135-1C31-C31B-6EF7-0A1B36999C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56675" y="1349490"/>
                  <a:ext cx="191880" cy="32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E9A0F4F-3D10-208D-B511-999742F9E12F}"/>
                  </a:ext>
                </a:extLst>
              </p14:cNvPr>
              <p14:cNvContentPartPr/>
              <p14:nvPr/>
            </p14:nvContentPartPr>
            <p14:xfrm>
              <a:off x="134955" y="2420130"/>
              <a:ext cx="360" cy="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E9A0F4F-3D10-208D-B511-999742F9E12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5955" y="24111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7F20FF1-8A04-9072-2D4F-BDD29BAA0584}"/>
                  </a:ext>
                </a:extLst>
              </p14:cNvPr>
              <p14:cNvContentPartPr/>
              <p14:nvPr/>
            </p14:nvContentPartPr>
            <p14:xfrm>
              <a:off x="446355" y="2142930"/>
              <a:ext cx="17280" cy="27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7F20FF1-8A04-9072-2D4F-BDD29BAA05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7715" y="2133930"/>
                <a:ext cx="349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4CA83D7B-8C7D-635D-72A8-555A46146E2A}"/>
              </a:ext>
            </a:extLst>
          </p:cNvPr>
          <p:cNvGrpSpPr/>
          <p:nvPr/>
        </p:nvGrpSpPr>
        <p:grpSpPr>
          <a:xfrm>
            <a:off x="6133275" y="683850"/>
            <a:ext cx="2613600" cy="800280"/>
            <a:chOff x="6133275" y="683850"/>
            <a:chExt cx="2613600" cy="80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5BF57B-FCF1-BFB4-474B-490A4D2C2FA1}"/>
                    </a:ext>
                  </a:extLst>
                </p14:cNvPr>
                <p14:cNvContentPartPr/>
                <p14:nvPr/>
              </p14:nvContentPartPr>
              <p14:xfrm>
                <a:off x="6133275" y="917490"/>
                <a:ext cx="563400" cy="376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5BF57B-FCF1-BFB4-474B-490A4D2C2F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24635" y="908490"/>
                  <a:ext cx="5810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7CB298-4765-C940-D135-591F1DC81781}"/>
                    </a:ext>
                  </a:extLst>
                </p14:cNvPr>
                <p14:cNvContentPartPr/>
                <p14:nvPr/>
              </p14:nvContentPartPr>
              <p14:xfrm>
                <a:off x="6686955" y="972570"/>
                <a:ext cx="154800" cy="28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7CB298-4765-C940-D135-591F1DC817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77955" y="963570"/>
                  <a:ext cx="1724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642004-AA18-3ABB-9A88-67CE8119707F}"/>
                    </a:ext>
                  </a:extLst>
                </p14:cNvPr>
                <p14:cNvContentPartPr/>
                <p14:nvPr/>
              </p14:nvContentPartPr>
              <p14:xfrm>
                <a:off x="6888915" y="980490"/>
                <a:ext cx="203760" cy="503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642004-AA18-3ABB-9A88-67CE811970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80275" y="971490"/>
                  <a:ext cx="2214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AB543E-5CC6-772F-18FB-C676F12F4651}"/>
                    </a:ext>
                  </a:extLst>
                </p14:cNvPr>
                <p14:cNvContentPartPr/>
                <p14:nvPr/>
              </p14:nvContentPartPr>
              <p14:xfrm>
                <a:off x="7158555" y="918210"/>
                <a:ext cx="179280" cy="48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AB543E-5CC6-772F-18FB-C676F12F46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49555" y="909570"/>
                  <a:ext cx="1969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70084B-C5C7-F8C6-0B09-094537402DE6}"/>
                    </a:ext>
                  </a:extLst>
                </p14:cNvPr>
                <p14:cNvContentPartPr/>
                <p14:nvPr/>
              </p14:nvContentPartPr>
              <p14:xfrm>
                <a:off x="7450875" y="967890"/>
                <a:ext cx="141840" cy="221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70084B-C5C7-F8C6-0B09-094537402D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41875" y="959250"/>
                  <a:ext cx="1594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0744F6-FC20-99E6-7C15-078F01C3EEE1}"/>
                    </a:ext>
                  </a:extLst>
                </p14:cNvPr>
                <p14:cNvContentPartPr/>
                <p14:nvPr/>
              </p14:nvContentPartPr>
              <p14:xfrm>
                <a:off x="7650315" y="938010"/>
                <a:ext cx="131400" cy="264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0744F6-FC20-99E6-7C15-078F01C3EE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41675" y="929370"/>
                  <a:ext cx="149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45A9BA-3D51-D746-2240-8EAB9AE6F6F4}"/>
                    </a:ext>
                  </a:extLst>
                </p14:cNvPr>
                <p14:cNvContentPartPr/>
                <p14:nvPr/>
              </p14:nvContentPartPr>
              <p14:xfrm>
                <a:off x="7836795" y="944130"/>
                <a:ext cx="260280" cy="261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45A9BA-3D51-D746-2240-8EAB9AE6F6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28155" y="935130"/>
                  <a:ext cx="2779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F3CD22-BF1B-2BA9-D7BC-5CC7DD44C752}"/>
                    </a:ext>
                  </a:extLst>
                </p14:cNvPr>
                <p14:cNvContentPartPr/>
                <p14:nvPr/>
              </p14:nvContentPartPr>
              <p14:xfrm>
                <a:off x="8119395" y="683850"/>
                <a:ext cx="225360" cy="525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F3CD22-BF1B-2BA9-D7BC-5CC7DD44C7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10755" y="675210"/>
                  <a:ext cx="2430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87DCB2-37E9-EF53-8918-6019C748D3EE}"/>
                    </a:ext>
                  </a:extLst>
                </p14:cNvPr>
                <p14:cNvContentPartPr/>
                <p14:nvPr/>
              </p14:nvContentPartPr>
              <p14:xfrm>
                <a:off x="8380755" y="939810"/>
                <a:ext cx="221760" cy="286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87DCB2-37E9-EF53-8918-6019C748D3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71755" y="930810"/>
                  <a:ext cx="239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799CE9-C8C4-AED1-EED5-DAC1396FCCB3}"/>
                    </a:ext>
                  </a:extLst>
                </p14:cNvPr>
                <p14:cNvContentPartPr/>
                <p14:nvPr/>
              </p14:nvContentPartPr>
              <p14:xfrm>
                <a:off x="8595675" y="986610"/>
                <a:ext cx="151200" cy="248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799CE9-C8C4-AED1-EED5-DAC1396FCC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87035" y="977610"/>
                  <a:ext cx="16884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0BB517E-99D7-899D-D287-1A9ADD67A531}"/>
              </a:ext>
            </a:extLst>
          </p:cNvPr>
          <p:cNvGrpSpPr/>
          <p:nvPr/>
        </p:nvGrpSpPr>
        <p:grpSpPr>
          <a:xfrm>
            <a:off x="8999235" y="499170"/>
            <a:ext cx="523440" cy="737280"/>
            <a:chOff x="8999235" y="499170"/>
            <a:chExt cx="523440" cy="73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128C70-71EA-F095-D3A3-2F8167FA7998}"/>
                    </a:ext>
                  </a:extLst>
                </p14:cNvPr>
                <p14:cNvContentPartPr/>
                <p14:nvPr/>
              </p14:nvContentPartPr>
              <p14:xfrm>
                <a:off x="8999235" y="747570"/>
                <a:ext cx="234720" cy="488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128C70-71EA-F095-D3A3-2F8167FA79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90595" y="738930"/>
                  <a:ext cx="2523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5B2079-E9E9-CA60-AD95-6C1052714A5B}"/>
                    </a:ext>
                  </a:extLst>
                </p14:cNvPr>
                <p14:cNvContentPartPr/>
                <p14:nvPr/>
              </p14:nvContentPartPr>
              <p14:xfrm>
                <a:off x="9350235" y="499170"/>
                <a:ext cx="172440" cy="257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5B2079-E9E9-CA60-AD95-6C1052714A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41595" y="490170"/>
                  <a:ext cx="19008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F11984D-B124-5996-C1FA-A2A6A2CF89F2}"/>
              </a:ext>
            </a:extLst>
          </p:cNvPr>
          <p:cNvGrpSpPr/>
          <p:nvPr/>
        </p:nvGrpSpPr>
        <p:grpSpPr>
          <a:xfrm>
            <a:off x="9976995" y="639210"/>
            <a:ext cx="781560" cy="513000"/>
            <a:chOff x="9976995" y="639210"/>
            <a:chExt cx="78156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E97875C-E483-D778-23CD-AB41CD2ACBE3}"/>
                    </a:ext>
                  </a:extLst>
                </p14:cNvPr>
                <p14:cNvContentPartPr/>
                <p14:nvPr/>
              </p14:nvContentPartPr>
              <p14:xfrm>
                <a:off x="9976995" y="794730"/>
                <a:ext cx="148320" cy="299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E97875C-E483-D778-23CD-AB41CD2ACB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68355" y="786090"/>
                  <a:ext cx="1659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57C70A-B59D-D85E-1DC6-EAA49D52DADB}"/>
                    </a:ext>
                  </a:extLst>
                </p14:cNvPr>
                <p14:cNvContentPartPr/>
                <p14:nvPr/>
              </p14:nvContentPartPr>
              <p14:xfrm>
                <a:off x="10077075" y="639210"/>
                <a:ext cx="77040" cy="513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57C70A-B59D-D85E-1DC6-EAA49D52DA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68435" y="630570"/>
                  <a:ext cx="9468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C54E19C-83BC-A64B-E018-4C4E218E6DC3}"/>
                    </a:ext>
                  </a:extLst>
                </p14:cNvPr>
                <p14:cNvContentPartPr/>
                <p14:nvPr/>
              </p14:nvContentPartPr>
              <p14:xfrm>
                <a:off x="10278675" y="846930"/>
                <a:ext cx="247320" cy="263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C54E19C-83BC-A64B-E018-4C4E218E6D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70035" y="838290"/>
                  <a:ext cx="264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E64B4A1-13F2-5ECB-3504-A9A5D1FA0C82}"/>
                    </a:ext>
                  </a:extLst>
                </p14:cNvPr>
                <p14:cNvContentPartPr/>
                <p14:nvPr/>
              </p14:nvContentPartPr>
              <p14:xfrm>
                <a:off x="10576395" y="857010"/>
                <a:ext cx="182160" cy="25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E64B4A1-13F2-5ECB-3504-A9A5D1FA0C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67395" y="848370"/>
                  <a:ext cx="19980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69C87C5-EF7F-C97B-53AA-AD389D8CEF52}"/>
              </a:ext>
            </a:extLst>
          </p:cNvPr>
          <p:cNvGrpSpPr/>
          <p:nvPr/>
        </p:nvGrpSpPr>
        <p:grpSpPr>
          <a:xfrm>
            <a:off x="11027475" y="498090"/>
            <a:ext cx="485280" cy="668520"/>
            <a:chOff x="11027475" y="498090"/>
            <a:chExt cx="485280" cy="66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A31583-5D97-F63F-E2F4-D0D4BC1F97DF}"/>
                    </a:ext>
                  </a:extLst>
                </p14:cNvPr>
                <p14:cNvContentPartPr/>
                <p14:nvPr/>
              </p14:nvContentPartPr>
              <p14:xfrm>
                <a:off x="11027475" y="727050"/>
                <a:ext cx="239760" cy="439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A31583-5D97-F63F-E2F4-D0D4BC1F97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18475" y="718410"/>
                  <a:ext cx="2574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1B8B64-C338-8196-7FF9-072275DA6F76}"/>
                    </a:ext>
                  </a:extLst>
                </p14:cNvPr>
                <p14:cNvContentPartPr/>
                <p14:nvPr/>
              </p14:nvContentPartPr>
              <p14:xfrm>
                <a:off x="11470275" y="498090"/>
                <a:ext cx="42480" cy="313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1B8B64-C338-8196-7FF9-072275DA6F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61275" y="489450"/>
                  <a:ext cx="6012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33EDE67-E7EE-9616-614D-AF064A98ED4D}"/>
                  </a:ext>
                </a:extLst>
              </p14:cNvPr>
              <p14:cNvContentPartPr/>
              <p14:nvPr/>
            </p14:nvContentPartPr>
            <p14:xfrm>
              <a:off x="11757915" y="1115490"/>
              <a:ext cx="11160" cy="79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33EDE67-E7EE-9616-614D-AF064A98ED4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748915" y="1106490"/>
                <a:ext cx="28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307D626-8A83-1E5E-38CC-4756949F9E8B}"/>
                  </a:ext>
                </a:extLst>
              </p14:cNvPr>
              <p14:cNvContentPartPr/>
              <p14:nvPr/>
            </p14:nvContentPartPr>
            <p14:xfrm>
              <a:off x="1443915" y="2459010"/>
              <a:ext cx="27000" cy="1789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307D626-8A83-1E5E-38CC-4756949F9E8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34915" y="2450010"/>
                <a:ext cx="4464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85094669-EB0C-F593-354F-5B9B29FD07EF}"/>
              </a:ext>
            </a:extLst>
          </p:cNvPr>
          <p:cNvGrpSpPr/>
          <p:nvPr/>
        </p:nvGrpSpPr>
        <p:grpSpPr>
          <a:xfrm>
            <a:off x="2765835" y="2174250"/>
            <a:ext cx="952920" cy="564840"/>
            <a:chOff x="2765835" y="2174250"/>
            <a:chExt cx="95292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6362BF5-DFE5-7712-A084-5A5BCC4A5EEF}"/>
                    </a:ext>
                  </a:extLst>
                </p14:cNvPr>
                <p14:cNvContentPartPr/>
                <p14:nvPr/>
              </p14:nvContentPartPr>
              <p14:xfrm>
                <a:off x="2765835" y="2182530"/>
                <a:ext cx="151200" cy="55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6362BF5-DFE5-7712-A084-5A5BCC4A5E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57195" y="2173530"/>
                  <a:ext cx="16884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52C98B-2BDD-884D-E52B-A982B63D902D}"/>
                    </a:ext>
                  </a:extLst>
                </p14:cNvPr>
                <p14:cNvContentPartPr/>
                <p14:nvPr/>
              </p14:nvContentPartPr>
              <p14:xfrm>
                <a:off x="3009915" y="2227890"/>
                <a:ext cx="249120" cy="476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52C98B-2BDD-884D-E52B-A982B63D90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01275" y="2218890"/>
                  <a:ext cx="2667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38D20C-4512-B9F3-2A2E-87931E728F6D}"/>
                    </a:ext>
                  </a:extLst>
                </p14:cNvPr>
                <p14:cNvContentPartPr/>
                <p14:nvPr/>
              </p14:nvContentPartPr>
              <p14:xfrm>
                <a:off x="3418155" y="2238690"/>
                <a:ext cx="84600" cy="428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38D20C-4512-B9F3-2A2E-87931E728F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09155" y="2229690"/>
                  <a:ext cx="1022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899AA88-6949-4CC7-2AAC-4F1541B2D391}"/>
                    </a:ext>
                  </a:extLst>
                </p14:cNvPr>
                <p14:cNvContentPartPr/>
                <p14:nvPr/>
              </p14:nvContentPartPr>
              <p14:xfrm>
                <a:off x="3641715" y="2174250"/>
                <a:ext cx="77040" cy="54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899AA88-6949-4CC7-2AAC-4F1541B2D3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33075" y="2165610"/>
                  <a:ext cx="94680" cy="56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B925E66-D485-BD64-529D-3D421FE7B141}"/>
                  </a:ext>
                </a:extLst>
              </p14:cNvPr>
              <p14:cNvContentPartPr/>
              <p14:nvPr/>
            </p14:nvContentPartPr>
            <p14:xfrm>
              <a:off x="5816835" y="2201250"/>
              <a:ext cx="12240" cy="90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B925E66-D485-BD64-529D-3D421FE7B14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08195" y="2192610"/>
                <a:ext cx="29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98D95B7-51C5-292A-CDAD-CEADCCCD011B}"/>
                  </a:ext>
                </a:extLst>
              </p14:cNvPr>
              <p14:cNvContentPartPr/>
              <p14:nvPr/>
            </p14:nvContentPartPr>
            <p14:xfrm>
              <a:off x="2936835" y="3481050"/>
              <a:ext cx="83520" cy="25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98D95B7-51C5-292A-CDAD-CEADCCCD011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27835" y="3472410"/>
                <a:ext cx="10116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81CC3AF-8DB2-FB0A-143B-A7F3E9B3689E}"/>
              </a:ext>
            </a:extLst>
          </p:cNvPr>
          <p:cNvGrpSpPr/>
          <p:nvPr/>
        </p:nvGrpSpPr>
        <p:grpSpPr>
          <a:xfrm>
            <a:off x="2708595" y="2869410"/>
            <a:ext cx="1814040" cy="676440"/>
            <a:chOff x="2708595" y="2869410"/>
            <a:chExt cx="1814040" cy="67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05015A-450F-E095-A339-1F86881B7A14}"/>
                    </a:ext>
                  </a:extLst>
                </p14:cNvPr>
                <p14:cNvContentPartPr/>
                <p14:nvPr/>
              </p14:nvContentPartPr>
              <p14:xfrm>
                <a:off x="2798235" y="2897130"/>
                <a:ext cx="199800" cy="349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05015A-450F-E095-A339-1F86881B7A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89595" y="2888490"/>
                  <a:ext cx="2174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A2587CF-8B99-E6E4-9D42-7494C3B7DF77}"/>
                    </a:ext>
                  </a:extLst>
                </p14:cNvPr>
                <p14:cNvContentPartPr/>
                <p14:nvPr/>
              </p14:nvContentPartPr>
              <p14:xfrm>
                <a:off x="3154275" y="2923410"/>
                <a:ext cx="18000" cy="308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A2587CF-8B99-E6E4-9D42-7494C3B7DF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45635" y="2914410"/>
                  <a:ext cx="356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98F637B-09B6-4681-2BB3-89FAB2F05ED2}"/>
                    </a:ext>
                  </a:extLst>
                </p14:cNvPr>
                <p14:cNvContentPartPr/>
                <p14:nvPr/>
              </p14:nvContentPartPr>
              <p14:xfrm>
                <a:off x="3428955" y="2892090"/>
                <a:ext cx="34200" cy="363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98F637B-09B6-4681-2BB3-89FAB2F05E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19955" y="2883450"/>
                  <a:ext cx="51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F1EC079-8EF5-CB90-1C18-199DA1493870}"/>
                    </a:ext>
                  </a:extLst>
                </p14:cNvPr>
                <p14:cNvContentPartPr/>
                <p14:nvPr/>
              </p14:nvContentPartPr>
              <p14:xfrm>
                <a:off x="3700755" y="2869410"/>
                <a:ext cx="16200" cy="330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F1EC079-8EF5-CB90-1C18-199DA14938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92115" y="2860770"/>
                  <a:ext cx="338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875C56F-511F-7FCD-6ADF-C13455CF76B0}"/>
                    </a:ext>
                  </a:extLst>
                </p14:cNvPr>
                <p14:cNvContentPartPr/>
                <p14:nvPr/>
              </p14:nvContentPartPr>
              <p14:xfrm>
                <a:off x="2708595" y="3479970"/>
                <a:ext cx="1496520" cy="65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875C56F-511F-7FCD-6ADF-C13455CF76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99955" y="3471330"/>
                  <a:ext cx="1514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754979A-D361-589D-5574-DEB56C3E97A7}"/>
                    </a:ext>
                  </a:extLst>
                </p14:cNvPr>
                <p14:cNvContentPartPr/>
                <p14:nvPr/>
              </p14:nvContentPartPr>
              <p14:xfrm>
                <a:off x="4363875" y="3342450"/>
                <a:ext cx="158760" cy="16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754979A-D361-589D-5574-DEB56C3E97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54875" y="3333810"/>
                  <a:ext cx="176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F42A422-2457-C083-DBA2-DF0998AB5039}"/>
                    </a:ext>
                  </a:extLst>
                </p14:cNvPr>
                <p14:cNvContentPartPr/>
                <p14:nvPr/>
              </p14:nvContentPartPr>
              <p14:xfrm>
                <a:off x="4443075" y="3235170"/>
                <a:ext cx="19440" cy="308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F42A422-2457-C083-DBA2-DF0998AB50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34075" y="3226530"/>
                  <a:ext cx="3708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FDB9762-C8CA-C378-3B34-DBF8D9899F97}"/>
                  </a:ext>
                </a:extLst>
              </p14:cNvPr>
              <p14:cNvContentPartPr/>
              <p14:nvPr/>
            </p14:nvContentPartPr>
            <p14:xfrm>
              <a:off x="3502395" y="1823610"/>
              <a:ext cx="14760" cy="2851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FDB9762-C8CA-C378-3B34-DBF8D9899F9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93395" y="1814610"/>
                <a:ext cx="3240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13AE4520-614D-FA45-6DC2-24123D30EF97}"/>
              </a:ext>
            </a:extLst>
          </p:cNvPr>
          <p:cNvGrpSpPr/>
          <p:nvPr/>
        </p:nvGrpSpPr>
        <p:grpSpPr>
          <a:xfrm>
            <a:off x="3449475" y="3718650"/>
            <a:ext cx="460080" cy="424440"/>
            <a:chOff x="3449475" y="3718650"/>
            <a:chExt cx="46008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97E692A-DD5B-8F7F-EF55-AD5ACCE334FD}"/>
                    </a:ext>
                  </a:extLst>
                </p14:cNvPr>
                <p14:cNvContentPartPr/>
                <p14:nvPr/>
              </p14:nvContentPartPr>
              <p14:xfrm>
                <a:off x="3644235" y="3718650"/>
                <a:ext cx="265320" cy="424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97E692A-DD5B-8F7F-EF55-AD5ACCE334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35235" y="3710010"/>
                  <a:ext cx="2829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2D05A62-277D-9EE1-DD31-378FD2354AD2}"/>
                    </a:ext>
                  </a:extLst>
                </p14:cNvPr>
                <p14:cNvContentPartPr/>
                <p14:nvPr/>
              </p14:nvContentPartPr>
              <p14:xfrm>
                <a:off x="3449475" y="3720450"/>
                <a:ext cx="360" cy="338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2D05A62-277D-9EE1-DD31-378FD2354A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40475" y="3711810"/>
                  <a:ext cx="18000" cy="35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5BFC151-5501-FFE2-2744-01A1783B4732}"/>
                  </a:ext>
                </a:extLst>
              </p14:cNvPr>
              <p14:cNvContentPartPr/>
              <p14:nvPr/>
            </p14:nvContentPartPr>
            <p14:xfrm>
              <a:off x="3141315" y="1897050"/>
              <a:ext cx="29160" cy="254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5BFC151-5501-FFE2-2744-01A1783B47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132675" y="1888410"/>
                <a:ext cx="468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EA91247-25CC-E53A-E95F-C56141C12D73}"/>
                  </a:ext>
                </a:extLst>
              </p14:cNvPr>
              <p14:cNvContentPartPr/>
              <p14:nvPr/>
            </p14:nvContentPartPr>
            <p14:xfrm>
              <a:off x="2873115" y="1823610"/>
              <a:ext cx="10080" cy="232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EA91247-25CC-E53A-E95F-C56141C12D7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864115" y="1814970"/>
                <a:ext cx="2772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B65638B-9FBC-7E0A-DD34-BE1196C6769E}"/>
              </a:ext>
            </a:extLst>
          </p:cNvPr>
          <p:cNvGrpSpPr/>
          <p:nvPr/>
        </p:nvGrpSpPr>
        <p:grpSpPr>
          <a:xfrm>
            <a:off x="2809035" y="3699930"/>
            <a:ext cx="486720" cy="384120"/>
            <a:chOff x="2809035" y="3699930"/>
            <a:chExt cx="48672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3BBD25A-E45E-610D-9AC8-ACE991182F48}"/>
                    </a:ext>
                  </a:extLst>
                </p14:cNvPr>
                <p14:cNvContentPartPr/>
                <p14:nvPr/>
              </p14:nvContentPartPr>
              <p14:xfrm>
                <a:off x="3094515" y="3762570"/>
                <a:ext cx="201240" cy="316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3BBD25A-E45E-610D-9AC8-ACE991182F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85515" y="3753930"/>
                  <a:ext cx="2188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8E0224-D1EA-21F5-3E28-95C427076236}"/>
                    </a:ext>
                  </a:extLst>
                </p14:cNvPr>
                <p14:cNvContentPartPr/>
                <p14:nvPr/>
              </p14:nvContentPartPr>
              <p14:xfrm>
                <a:off x="2809035" y="3699930"/>
                <a:ext cx="148680" cy="384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8E0224-D1EA-21F5-3E28-95C4270762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00035" y="3690930"/>
                  <a:ext cx="166320" cy="40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4B38ADA-7DD1-256C-8A4F-96F86B7513DD}"/>
                  </a:ext>
                </a:extLst>
              </p14:cNvPr>
              <p14:cNvContentPartPr/>
              <p14:nvPr/>
            </p14:nvContentPartPr>
            <p14:xfrm>
              <a:off x="2524275" y="3645570"/>
              <a:ext cx="15840" cy="5040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4B38ADA-7DD1-256C-8A4F-96F86B7513D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15275" y="3636930"/>
                <a:ext cx="33480" cy="52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89CF5E8-F572-DF85-00EA-DDA8B8C920DB}"/>
              </a:ext>
            </a:extLst>
          </p:cNvPr>
          <p:cNvGrpSpPr/>
          <p:nvPr/>
        </p:nvGrpSpPr>
        <p:grpSpPr>
          <a:xfrm>
            <a:off x="1891395" y="4625490"/>
            <a:ext cx="3960" cy="360"/>
            <a:chOff x="1891395" y="4625490"/>
            <a:chExt cx="39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AADBA73-3392-6B39-5390-DBCA02C701A0}"/>
                    </a:ext>
                  </a:extLst>
                </p14:cNvPr>
                <p14:cNvContentPartPr/>
                <p14:nvPr/>
              </p14:nvContentPartPr>
              <p14:xfrm>
                <a:off x="1891395" y="4625490"/>
                <a:ext cx="396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AADBA73-3392-6B39-5390-DBCA02C701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82395" y="4616850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44A56DA-9DAB-93FB-487D-25E0E24703DF}"/>
                    </a:ext>
                  </a:extLst>
                </p14:cNvPr>
                <p14:cNvContentPartPr/>
                <p14:nvPr/>
              </p14:nvContentPartPr>
              <p14:xfrm>
                <a:off x="1891395" y="4625490"/>
                <a:ext cx="39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44A56DA-9DAB-93FB-487D-25E0E24703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82395" y="4616850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D27025E-5DB8-0E4A-1ED5-20B827FC18F1}"/>
              </a:ext>
            </a:extLst>
          </p:cNvPr>
          <p:cNvGrpSpPr/>
          <p:nvPr/>
        </p:nvGrpSpPr>
        <p:grpSpPr>
          <a:xfrm>
            <a:off x="2172915" y="3653850"/>
            <a:ext cx="1703520" cy="740160"/>
            <a:chOff x="2172915" y="3653850"/>
            <a:chExt cx="1703520" cy="74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2DAEFD-C0E7-41B2-56B4-4CF2EE719EC0}"/>
                    </a:ext>
                  </a:extLst>
                </p14:cNvPr>
                <p14:cNvContentPartPr/>
                <p14:nvPr/>
              </p14:nvContentPartPr>
              <p14:xfrm>
                <a:off x="2379195" y="3663930"/>
                <a:ext cx="245520" cy="375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2DAEFD-C0E7-41B2-56B4-4CF2EE719EC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370195" y="3654930"/>
                  <a:ext cx="2631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C3C27D-4282-DFBE-8A61-F000C3CC012E}"/>
                    </a:ext>
                  </a:extLst>
                </p14:cNvPr>
                <p14:cNvContentPartPr/>
                <p14:nvPr/>
              </p14:nvContentPartPr>
              <p14:xfrm>
                <a:off x="2172915" y="3653850"/>
                <a:ext cx="522360" cy="542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C3C27D-4282-DFBE-8A61-F000C3CC012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63915" y="3645210"/>
                  <a:ext cx="54000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A6E5AE-0CE8-5D4E-89C9-8772EEF63A8D}"/>
                    </a:ext>
                  </a:extLst>
                </p14:cNvPr>
                <p14:cNvContentPartPr/>
                <p14:nvPr/>
              </p14:nvContentPartPr>
              <p14:xfrm>
                <a:off x="2809395" y="4232370"/>
                <a:ext cx="1067040" cy="43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A6E5AE-0CE8-5D4E-89C9-8772EEF63A8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800395" y="4223370"/>
                  <a:ext cx="1084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64E6EB1-BD4A-AA87-F85E-49E8A387CDC8}"/>
                    </a:ext>
                  </a:extLst>
                </p14:cNvPr>
                <p14:cNvContentPartPr/>
                <p14:nvPr/>
              </p14:nvContentPartPr>
              <p14:xfrm>
                <a:off x="3324195" y="4207170"/>
                <a:ext cx="20880" cy="122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64E6EB1-BD4A-AA87-F85E-49E8A387CDC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315555" y="4198530"/>
                  <a:ext cx="38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0381B73-3E67-A744-2774-00562DED075E}"/>
                    </a:ext>
                  </a:extLst>
                </p14:cNvPr>
                <p14:cNvContentPartPr/>
                <p14:nvPr/>
              </p14:nvContentPartPr>
              <p14:xfrm>
                <a:off x="3384315" y="4195650"/>
                <a:ext cx="32760" cy="198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0381B73-3E67-A744-2774-00562DED075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375675" y="4187010"/>
                  <a:ext cx="504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2132A01-8907-0365-333F-374846E22C4D}"/>
              </a:ext>
            </a:extLst>
          </p:cNvPr>
          <p:cNvGrpSpPr/>
          <p:nvPr/>
        </p:nvGrpSpPr>
        <p:grpSpPr>
          <a:xfrm>
            <a:off x="4615155" y="3909810"/>
            <a:ext cx="200160" cy="227880"/>
            <a:chOff x="4615155" y="3909810"/>
            <a:chExt cx="20016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13EA85-A519-63EF-7D8A-873E687B4F89}"/>
                    </a:ext>
                  </a:extLst>
                </p14:cNvPr>
                <p14:cNvContentPartPr/>
                <p14:nvPr/>
              </p14:nvContentPartPr>
              <p14:xfrm>
                <a:off x="4615155" y="4038690"/>
                <a:ext cx="38880" cy="3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13EA85-A519-63EF-7D8A-873E687B4F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06155" y="4030050"/>
                  <a:ext cx="56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B648DBD-F005-7382-869A-7A9B62EA41DE}"/>
                    </a:ext>
                  </a:extLst>
                </p14:cNvPr>
                <p14:cNvContentPartPr/>
                <p14:nvPr/>
              </p14:nvContentPartPr>
              <p14:xfrm>
                <a:off x="4729275" y="3909810"/>
                <a:ext cx="21960" cy="42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B648DBD-F005-7382-869A-7A9B62EA41D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20635" y="3901170"/>
                  <a:ext cx="3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84E967-2A3B-3965-B86A-A6917818D1F7}"/>
                    </a:ext>
                  </a:extLst>
                </p14:cNvPr>
                <p14:cNvContentPartPr/>
                <p14:nvPr/>
              </p14:nvContentPartPr>
              <p14:xfrm>
                <a:off x="4814955" y="4130850"/>
                <a:ext cx="360" cy="6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84E967-2A3B-3965-B86A-A6917818D1F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05955" y="4121850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357C6B2-CBE5-2670-EC76-BE56FA2644D7}"/>
              </a:ext>
            </a:extLst>
          </p:cNvPr>
          <p:cNvGrpSpPr/>
          <p:nvPr/>
        </p:nvGrpSpPr>
        <p:grpSpPr>
          <a:xfrm>
            <a:off x="5218875" y="3726570"/>
            <a:ext cx="716400" cy="443520"/>
            <a:chOff x="5218875" y="3726570"/>
            <a:chExt cx="71640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ADE2E7B-652B-8A8C-BDE5-4712F13FC366}"/>
                    </a:ext>
                  </a:extLst>
                </p14:cNvPr>
                <p14:cNvContentPartPr/>
                <p14:nvPr/>
              </p14:nvContentPartPr>
              <p14:xfrm>
                <a:off x="5218875" y="3755370"/>
                <a:ext cx="50760" cy="360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ADE2E7B-652B-8A8C-BDE5-4712F13FC3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10235" y="3746370"/>
                  <a:ext cx="684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2DBB2C7-C215-F3CB-A2B5-66879DC13133}"/>
                    </a:ext>
                  </a:extLst>
                </p14:cNvPr>
                <p14:cNvContentPartPr/>
                <p14:nvPr/>
              </p14:nvContentPartPr>
              <p14:xfrm>
                <a:off x="5382675" y="3726570"/>
                <a:ext cx="227880" cy="422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2DBB2C7-C215-F3CB-A2B5-66879DC1313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373675" y="3717570"/>
                  <a:ext cx="2455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9ACA1B3-8638-3D3D-15C4-69C688C20BA2}"/>
                    </a:ext>
                  </a:extLst>
                </p14:cNvPr>
                <p14:cNvContentPartPr/>
                <p14:nvPr/>
              </p14:nvContentPartPr>
              <p14:xfrm>
                <a:off x="5796315" y="3760050"/>
                <a:ext cx="14760" cy="410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9ACA1B3-8638-3D3D-15C4-69C688C20BA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87675" y="3751050"/>
                  <a:ext cx="324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A8C7BD6-F4CD-2631-12E5-E8F6661EB6CF}"/>
                    </a:ext>
                  </a:extLst>
                </p14:cNvPr>
                <p14:cNvContentPartPr/>
                <p14:nvPr/>
              </p14:nvContentPartPr>
              <p14:xfrm>
                <a:off x="5902515" y="3767970"/>
                <a:ext cx="32760" cy="378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A8C7BD6-F4CD-2631-12E5-E8F6661EB6C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93515" y="3759330"/>
                  <a:ext cx="50400" cy="39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AEFCCBC-00F2-D626-728D-94114CC13B6D}"/>
                  </a:ext>
                </a:extLst>
              </p14:cNvPr>
              <p14:cNvContentPartPr/>
              <p14:nvPr/>
            </p14:nvContentPartPr>
            <p14:xfrm>
              <a:off x="5068755" y="4431810"/>
              <a:ext cx="48600" cy="176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AEFCCBC-00F2-D626-728D-94114CC13B6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059755" y="4422810"/>
                <a:ext cx="662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B033DF8-281F-C1F2-B8CD-AFF885FF5447}"/>
                  </a:ext>
                </a:extLst>
              </p14:cNvPr>
              <p14:cNvContentPartPr/>
              <p14:nvPr/>
            </p14:nvContentPartPr>
            <p14:xfrm>
              <a:off x="6193395" y="3880650"/>
              <a:ext cx="227520" cy="752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B033DF8-281F-C1F2-B8CD-AFF885FF544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184755" y="3871650"/>
                <a:ext cx="2451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3B900FC-E167-E46F-717B-1D28D84F24D5}"/>
              </a:ext>
            </a:extLst>
          </p:cNvPr>
          <p:cNvGrpSpPr/>
          <p:nvPr/>
        </p:nvGrpSpPr>
        <p:grpSpPr>
          <a:xfrm>
            <a:off x="6661395" y="3727290"/>
            <a:ext cx="852480" cy="455400"/>
            <a:chOff x="6661395" y="3727290"/>
            <a:chExt cx="85248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3794F27-15ED-F745-153F-2A11ED7A52A9}"/>
                    </a:ext>
                  </a:extLst>
                </p14:cNvPr>
                <p14:cNvContentPartPr/>
                <p14:nvPr/>
              </p14:nvContentPartPr>
              <p14:xfrm>
                <a:off x="6661395" y="3727290"/>
                <a:ext cx="16560" cy="354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3794F27-15ED-F745-153F-2A11ED7A52A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52755" y="3718650"/>
                  <a:ext cx="342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71C5AF-955E-81C9-9BE7-23DB1A46A3D3}"/>
                    </a:ext>
                  </a:extLst>
                </p14:cNvPr>
                <p14:cNvContentPartPr/>
                <p14:nvPr/>
              </p14:nvContentPartPr>
              <p14:xfrm>
                <a:off x="6814035" y="3760770"/>
                <a:ext cx="212040" cy="421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71C5AF-955E-81C9-9BE7-23DB1A46A3D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805395" y="3751770"/>
                  <a:ext cx="2296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C2A81D-0411-8405-C2A5-5F30A0FE9B75}"/>
                    </a:ext>
                  </a:extLst>
                </p14:cNvPr>
                <p14:cNvContentPartPr/>
                <p14:nvPr/>
              </p14:nvContentPartPr>
              <p14:xfrm>
                <a:off x="7123635" y="3792090"/>
                <a:ext cx="187200" cy="344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C2A81D-0411-8405-C2A5-5F30A0FE9B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114635" y="3783450"/>
                  <a:ext cx="204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2144B12-4798-67A9-2A08-AB6153DA4E7C}"/>
                    </a:ext>
                  </a:extLst>
                </p14:cNvPr>
                <p14:cNvContentPartPr/>
                <p14:nvPr/>
              </p14:nvContentPartPr>
              <p14:xfrm>
                <a:off x="7488675" y="3826290"/>
                <a:ext cx="25200" cy="331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2144B12-4798-67A9-2A08-AB6153DA4E7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79675" y="3817650"/>
                  <a:ext cx="4284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7C34FE1-BEEF-8882-C04D-D313EB85B7ED}"/>
              </a:ext>
            </a:extLst>
          </p:cNvPr>
          <p:cNvGrpSpPr/>
          <p:nvPr/>
        </p:nvGrpSpPr>
        <p:grpSpPr>
          <a:xfrm>
            <a:off x="7899435" y="3900090"/>
            <a:ext cx="147240" cy="154080"/>
            <a:chOff x="7899435" y="3900090"/>
            <a:chExt cx="14724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78405D5-1996-6E95-A4DE-CCB7CFAC3845}"/>
                    </a:ext>
                  </a:extLst>
                </p14:cNvPr>
                <p14:cNvContentPartPr/>
                <p14:nvPr/>
              </p14:nvContentPartPr>
              <p14:xfrm>
                <a:off x="7899435" y="3900090"/>
                <a:ext cx="145440" cy="18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78405D5-1996-6E95-A4DE-CCB7CFAC384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90795" y="3891450"/>
                  <a:ext cx="163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367203B-49FD-FED8-5D04-669954B321B0}"/>
                    </a:ext>
                  </a:extLst>
                </p14:cNvPr>
                <p14:cNvContentPartPr/>
                <p14:nvPr/>
              </p14:nvContentPartPr>
              <p14:xfrm>
                <a:off x="7909155" y="4049490"/>
                <a:ext cx="137520" cy="4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367203B-49FD-FED8-5D04-669954B321B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00155" y="4040850"/>
                  <a:ext cx="1551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8DB23AE-0EBD-190B-C107-6E05194F7A48}"/>
              </a:ext>
            </a:extLst>
          </p:cNvPr>
          <p:cNvGrpSpPr/>
          <p:nvPr/>
        </p:nvGrpSpPr>
        <p:grpSpPr>
          <a:xfrm>
            <a:off x="8351955" y="3777690"/>
            <a:ext cx="754560" cy="410040"/>
            <a:chOff x="8351955" y="3777690"/>
            <a:chExt cx="75456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9470052-AB32-87BF-B951-20D22DD01A94}"/>
                    </a:ext>
                  </a:extLst>
                </p14:cNvPr>
                <p14:cNvContentPartPr/>
                <p14:nvPr/>
              </p14:nvContentPartPr>
              <p14:xfrm>
                <a:off x="8351955" y="3790650"/>
                <a:ext cx="234000" cy="345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9470052-AB32-87BF-B951-20D22DD01A9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42955" y="3782010"/>
                  <a:ext cx="2516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B70B822-2FC1-2832-F7F1-C61F6C79E302}"/>
                    </a:ext>
                  </a:extLst>
                </p14:cNvPr>
                <p14:cNvContentPartPr/>
                <p14:nvPr/>
              </p14:nvContentPartPr>
              <p14:xfrm>
                <a:off x="8697915" y="3777690"/>
                <a:ext cx="193680" cy="326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B70B822-2FC1-2832-F7F1-C61F6C79E30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88915" y="3769050"/>
                  <a:ext cx="2113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2D64753-BE3E-6E2D-215F-E994F85C915C}"/>
                    </a:ext>
                  </a:extLst>
                </p14:cNvPr>
                <p14:cNvContentPartPr/>
                <p14:nvPr/>
              </p14:nvContentPartPr>
              <p14:xfrm>
                <a:off x="9091755" y="3834210"/>
                <a:ext cx="14760" cy="353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2D64753-BE3E-6E2D-215F-E994F85C915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83115" y="3825210"/>
                  <a:ext cx="32400" cy="37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E9F282D-B6C3-C1B9-B6CD-75382D954E21}"/>
                  </a:ext>
                </a:extLst>
              </p14:cNvPr>
              <p14:cNvContentPartPr/>
              <p14:nvPr/>
            </p14:nvContentPartPr>
            <p14:xfrm>
              <a:off x="9322515" y="3846450"/>
              <a:ext cx="211320" cy="4021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E9F282D-B6C3-C1B9-B6CD-75382D954E2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313875" y="3837450"/>
                <a:ext cx="2289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EBE6E5E-19A7-DF9F-BD98-B4A80F5E7780}"/>
                  </a:ext>
                </a:extLst>
              </p14:cNvPr>
              <p14:cNvContentPartPr/>
              <p14:nvPr/>
            </p14:nvContentPartPr>
            <p14:xfrm>
              <a:off x="9903915" y="4190250"/>
              <a:ext cx="11160" cy="2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EBE6E5E-19A7-DF9F-BD98-B4A80F5E778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9894915" y="4181610"/>
                <a:ext cx="2880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6D09AC2-9C37-1E04-4F92-25EB3BDC5D48}"/>
              </a:ext>
            </a:extLst>
          </p:cNvPr>
          <p:cNvGrpSpPr/>
          <p:nvPr/>
        </p:nvGrpSpPr>
        <p:grpSpPr>
          <a:xfrm>
            <a:off x="530595" y="1942050"/>
            <a:ext cx="604440" cy="992520"/>
            <a:chOff x="530595" y="1942050"/>
            <a:chExt cx="604440" cy="9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FA9650-999E-61A6-F178-56CBB6ACB41A}"/>
                    </a:ext>
                  </a:extLst>
                </p14:cNvPr>
                <p14:cNvContentPartPr/>
                <p14:nvPr/>
              </p14:nvContentPartPr>
              <p14:xfrm>
                <a:off x="530595" y="2181450"/>
                <a:ext cx="302400" cy="462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FA9650-999E-61A6-F178-56CBB6ACB41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1955" y="2172450"/>
                  <a:ext cx="3200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FC7CA65-370A-639C-AD7A-BB227A15FD4B}"/>
                    </a:ext>
                  </a:extLst>
                </p14:cNvPr>
                <p14:cNvContentPartPr/>
                <p14:nvPr/>
              </p14:nvContentPartPr>
              <p14:xfrm>
                <a:off x="899955" y="1942050"/>
                <a:ext cx="138960" cy="252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FC7CA65-370A-639C-AD7A-BB227A15FD4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91315" y="1933410"/>
                  <a:ext cx="1566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C17EEAB-8CBB-C48F-C9F4-DF3AE1DC6E1F}"/>
                    </a:ext>
                  </a:extLst>
                </p14:cNvPr>
                <p14:cNvContentPartPr/>
                <p14:nvPr/>
              </p14:nvContentPartPr>
              <p14:xfrm>
                <a:off x="575235" y="2744850"/>
                <a:ext cx="447840" cy="18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C17EEAB-8CBB-C48F-C9F4-DF3AE1DC6E1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6235" y="2735850"/>
                  <a:ext cx="465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9CDB06B-0421-E0AC-0429-AB2411FBB7CE}"/>
                    </a:ext>
                  </a:extLst>
                </p14:cNvPr>
                <p14:cNvContentPartPr/>
                <p14:nvPr/>
              </p14:nvContentPartPr>
              <p14:xfrm>
                <a:off x="560835" y="2709210"/>
                <a:ext cx="574200" cy="214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9CDB06B-0421-E0AC-0429-AB2411FBB7C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52195" y="2700210"/>
                  <a:ext cx="59184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31A606D-548F-E377-D725-65324ABE294F}"/>
                  </a:ext>
                </a:extLst>
              </p14:cNvPr>
              <p14:cNvContentPartPr/>
              <p14:nvPr/>
            </p14:nvContentPartPr>
            <p14:xfrm>
              <a:off x="593235" y="2694090"/>
              <a:ext cx="618840" cy="171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31A606D-548F-E377-D725-65324ABE294F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84235" y="2685090"/>
                <a:ext cx="63648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50CC196-B97E-0A45-3E36-FDA9663E5C3A}"/>
              </a:ext>
            </a:extLst>
          </p:cNvPr>
          <p:cNvGrpSpPr/>
          <p:nvPr/>
        </p:nvGrpSpPr>
        <p:grpSpPr>
          <a:xfrm>
            <a:off x="654795" y="4914570"/>
            <a:ext cx="597960" cy="744840"/>
            <a:chOff x="654795" y="4914570"/>
            <a:chExt cx="597960" cy="74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CB86DAE-0670-BA09-D015-890D0341ED79}"/>
                    </a:ext>
                  </a:extLst>
                </p14:cNvPr>
                <p14:cNvContentPartPr/>
                <p14:nvPr/>
              </p14:nvContentPartPr>
              <p14:xfrm>
                <a:off x="654795" y="5171970"/>
                <a:ext cx="305640" cy="487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CB86DAE-0670-BA09-D015-890D0341ED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6155" y="5163330"/>
                  <a:ext cx="3232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C7B0554-7F1E-DC97-6021-20D55531A798}"/>
                    </a:ext>
                  </a:extLst>
                </p14:cNvPr>
                <p14:cNvContentPartPr/>
                <p14:nvPr/>
              </p14:nvContentPartPr>
              <p14:xfrm>
                <a:off x="1186155" y="4914570"/>
                <a:ext cx="66600" cy="318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C7B0554-7F1E-DC97-6021-20D55531A79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77515" y="4905930"/>
                  <a:ext cx="8424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0F44703-B2C2-8B76-AF99-4E6524D49FAC}"/>
              </a:ext>
            </a:extLst>
          </p:cNvPr>
          <p:cNvGrpSpPr/>
          <p:nvPr/>
        </p:nvGrpSpPr>
        <p:grpSpPr>
          <a:xfrm>
            <a:off x="1568835" y="5360610"/>
            <a:ext cx="153000" cy="137880"/>
            <a:chOff x="1568835" y="5360610"/>
            <a:chExt cx="153000" cy="1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1B26477-9EBE-DAA1-0F8E-54EE23D5DD57}"/>
                    </a:ext>
                  </a:extLst>
                </p14:cNvPr>
                <p14:cNvContentPartPr/>
                <p14:nvPr/>
              </p14:nvContentPartPr>
              <p14:xfrm>
                <a:off x="1577475" y="5360610"/>
                <a:ext cx="129240" cy="3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1B26477-9EBE-DAA1-0F8E-54EE23D5DD5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568475" y="5351970"/>
                  <a:ext cx="146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CBC036D-64CC-8B8A-DE16-A57E2A7DB2E9}"/>
                    </a:ext>
                  </a:extLst>
                </p14:cNvPr>
                <p14:cNvContentPartPr/>
                <p14:nvPr/>
              </p14:nvContentPartPr>
              <p14:xfrm>
                <a:off x="1568835" y="5488410"/>
                <a:ext cx="153000" cy="10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CBC036D-64CC-8B8A-DE16-A57E2A7DB2E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560195" y="5479770"/>
                  <a:ext cx="1706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37DEF46-9C31-D005-2BA2-A4FCDB462440}"/>
              </a:ext>
            </a:extLst>
          </p:cNvPr>
          <p:cNvGrpSpPr/>
          <p:nvPr/>
        </p:nvGrpSpPr>
        <p:grpSpPr>
          <a:xfrm>
            <a:off x="2602755" y="5394090"/>
            <a:ext cx="1617120" cy="649080"/>
            <a:chOff x="2602755" y="5394090"/>
            <a:chExt cx="1617120" cy="64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3BEB58D-CBB2-ED9C-5220-A2A391FB6E52}"/>
                    </a:ext>
                  </a:extLst>
                </p14:cNvPr>
                <p14:cNvContentPartPr/>
                <p14:nvPr/>
              </p14:nvContentPartPr>
              <p14:xfrm>
                <a:off x="2695635" y="5394090"/>
                <a:ext cx="221040" cy="344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3BEB58D-CBB2-ED9C-5220-A2A391FB6E5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686635" y="5385450"/>
                  <a:ext cx="2386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6DC975B-3B97-F330-C76C-E1255B055268}"/>
                    </a:ext>
                  </a:extLst>
                </p14:cNvPr>
                <p14:cNvContentPartPr/>
                <p14:nvPr/>
              </p14:nvContentPartPr>
              <p14:xfrm>
                <a:off x="3057075" y="5414970"/>
                <a:ext cx="30600" cy="267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6DC975B-3B97-F330-C76C-E1255B05526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48435" y="5405970"/>
                  <a:ext cx="482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637E01C-1C53-CBEA-DADA-D2320360D314}"/>
                    </a:ext>
                  </a:extLst>
                </p14:cNvPr>
                <p14:cNvContentPartPr/>
                <p14:nvPr/>
              </p14:nvContentPartPr>
              <p14:xfrm>
                <a:off x="3203955" y="5426490"/>
                <a:ext cx="36360" cy="322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637E01C-1C53-CBEA-DADA-D2320360D31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194955" y="5417850"/>
                  <a:ext cx="54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5DE20C0-6269-C50B-1FA5-F81F068D7691}"/>
                    </a:ext>
                  </a:extLst>
                </p14:cNvPr>
                <p14:cNvContentPartPr/>
                <p14:nvPr/>
              </p14:nvContentPartPr>
              <p14:xfrm>
                <a:off x="3363795" y="5446650"/>
                <a:ext cx="225360" cy="357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5DE20C0-6269-C50B-1FA5-F81F068D769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55155" y="5437650"/>
                  <a:ext cx="2430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19DC620-1C0D-E54A-7979-9D60781A92DA}"/>
                    </a:ext>
                  </a:extLst>
                </p14:cNvPr>
                <p14:cNvContentPartPr/>
                <p14:nvPr/>
              </p14:nvContentPartPr>
              <p14:xfrm>
                <a:off x="2602755" y="5915010"/>
                <a:ext cx="1278720" cy="41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19DC620-1C0D-E54A-7979-9D60781A92D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593755" y="5906370"/>
                  <a:ext cx="1296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1DAC44C-9BA1-0224-8E3F-33227DC892D2}"/>
                    </a:ext>
                  </a:extLst>
                </p14:cNvPr>
                <p14:cNvContentPartPr/>
                <p14:nvPr/>
              </p14:nvContentPartPr>
              <p14:xfrm>
                <a:off x="4024755" y="5840490"/>
                <a:ext cx="195120" cy="18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1DAC44C-9BA1-0224-8E3F-33227DC892D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015755" y="5831490"/>
                  <a:ext cx="212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EE5FB4A-AFE6-EC76-1C66-63432BC3F365}"/>
                    </a:ext>
                  </a:extLst>
                </p14:cNvPr>
                <p14:cNvContentPartPr/>
                <p14:nvPr/>
              </p14:nvContentPartPr>
              <p14:xfrm>
                <a:off x="4077315" y="5717010"/>
                <a:ext cx="25560" cy="326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EE5FB4A-AFE6-EC76-1C66-63432BC3F36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068675" y="5708010"/>
                  <a:ext cx="4320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D3BADB5-38AE-B06D-97BB-C3962DE645F3}"/>
              </a:ext>
            </a:extLst>
          </p:cNvPr>
          <p:cNvGrpSpPr/>
          <p:nvPr/>
        </p:nvGrpSpPr>
        <p:grpSpPr>
          <a:xfrm>
            <a:off x="3165795" y="6070530"/>
            <a:ext cx="366840" cy="358560"/>
            <a:chOff x="3165795" y="6070530"/>
            <a:chExt cx="36684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56B0937-54F4-E780-E4B7-AB57C131678F}"/>
                    </a:ext>
                  </a:extLst>
                </p14:cNvPr>
                <p14:cNvContentPartPr/>
                <p14:nvPr/>
              </p14:nvContentPartPr>
              <p14:xfrm>
                <a:off x="3528675" y="6112290"/>
                <a:ext cx="3960" cy="308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56B0937-54F4-E780-E4B7-AB57C131678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520035" y="6103290"/>
                  <a:ext cx="216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EA2F48E-CADB-21AE-5FCC-440BD07EF776}"/>
                    </a:ext>
                  </a:extLst>
                </p14:cNvPr>
                <p14:cNvContentPartPr/>
                <p14:nvPr/>
              </p14:nvContentPartPr>
              <p14:xfrm>
                <a:off x="3165795" y="6070530"/>
                <a:ext cx="246600" cy="358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EA2F48E-CADB-21AE-5FCC-440BD07EF77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156795" y="6061890"/>
                  <a:ext cx="26424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A94FF2E-C6BC-5EA7-B447-C064F26822E3}"/>
                  </a:ext>
                </a:extLst>
              </p14:cNvPr>
              <p14:cNvContentPartPr/>
              <p14:nvPr/>
            </p14:nvContentPartPr>
            <p14:xfrm>
              <a:off x="2985075" y="4513890"/>
              <a:ext cx="34200" cy="2970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A94FF2E-C6BC-5EA7-B447-C064F26822E3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976075" y="4505250"/>
                <a:ext cx="518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436F966-C655-0FA5-7C77-29F8201ED3AE}"/>
                  </a:ext>
                </a:extLst>
              </p14:cNvPr>
              <p14:cNvContentPartPr/>
              <p14:nvPr/>
            </p14:nvContentPartPr>
            <p14:xfrm>
              <a:off x="2869875" y="6101850"/>
              <a:ext cx="278280" cy="3222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436F966-C655-0FA5-7C77-29F8201ED3AE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2860875" y="6093210"/>
                <a:ext cx="29592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C9EE4E-31BA-400B-7E35-1FEE363F1D22}"/>
              </a:ext>
            </a:extLst>
          </p:cNvPr>
          <p:cNvGrpSpPr/>
          <p:nvPr/>
        </p:nvGrpSpPr>
        <p:grpSpPr>
          <a:xfrm>
            <a:off x="2672235" y="4505250"/>
            <a:ext cx="747360" cy="726840"/>
            <a:chOff x="2672235" y="4505250"/>
            <a:chExt cx="747360" cy="72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4481EEA-2926-6F4D-3E93-B0E2C0485232}"/>
                    </a:ext>
                  </a:extLst>
                </p14:cNvPr>
                <p14:cNvContentPartPr/>
                <p14:nvPr/>
              </p14:nvContentPartPr>
              <p14:xfrm>
                <a:off x="2672235" y="4822410"/>
                <a:ext cx="110880" cy="390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4481EEA-2926-6F4D-3E93-B0E2C048523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663235" y="4813410"/>
                  <a:ext cx="1285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27C6A87-A4F8-886D-9DA0-D21FFA1E04EF}"/>
                    </a:ext>
                  </a:extLst>
                </p14:cNvPr>
                <p14:cNvContentPartPr/>
                <p14:nvPr/>
              </p14:nvContentPartPr>
              <p14:xfrm>
                <a:off x="2885355" y="4790010"/>
                <a:ext cx="227160" cy="400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27C6A87-A4F8-886D-9DA0-D21FFA1E04E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876355" y="4781010"/>
                  <a:ext cx="2448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81B19EE-7040-5D32-5F5E-FA23548EF725}"/>
                    </a:ext>
                  </a:extLst>
                </p14:cNvPr>
                <p14:cNvContentPartPr/>
                <p14:nvPr/>
              </p14:nvContentPartPr>
              <p14:xfrm>
                <a:off x="3219435" y="4800810"/>
                <a:ext cx="61560" cy="397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81B19EE-7040-5D32-5F5E-FA23548EF72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10795" y="4792170"/>
                  <a:ext cx="792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4C32B18-7F3C-86F9-A304-D2536E441B5E}"/>
                    </a:ext>
                  </a:extLst>
                </p14:cNvPr>
                <p14:cNvContentPartPr/>
                <p14:nvPr/>
              </p14:nvContentPartPr>
              <p14:xfrm>
                <a:off x="3405915" y="4836090"/>
                <a:ext cx="13680" cy="396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4C32B18-7F3C-86F9-A304-D2536E441B5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397275" y="4827450"/>
                  <a:ext cx="31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C3445E5-920E-1613-B4BC-407F1C09405E}"/>
                    </a:ext>
                  </a:extLst>
                </p14:cNvPr>
                <p14:cNvContentPartPr/>
                <p14:nvPr/>
              </p14:nvContentPartPr>
              <p14:xfrm>
                <a:off x="2707155" y="4505250"/>
                <a:ext cx="43560" cy="257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C3445E5-920E-1613-B4BC-407F1C09405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698155" y="4496610"/>
                  <a:ext cx="6120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94E26F6-43E6-C4BD-A795-2643B085F1C6}"/>
              </a:ext>
            </a:extLst>
          </p:cNvPr>
          <p:cNvGrpSpPr/>
          <p:nvPr/>
        </p:nvGrpSpPr>
        <p:grpSpPr>
          <a:xfrm>
            <a:off x="2407275" y="6044970"/>
            <a:ext cx="428400" cy="378720"/>
            <a:chOff x="2407275" y="6044970"/>
            <a:chExt cx="42840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13C1265-9272-4749-71CA-B4F03F70A0D8}"/>
                    </a:ext>
                  </a:extLst>
                </p14:cNvPr>
                <p14:cNvContentPartPr/>
                <p14:nvPr/>
              </p14:nvContentPartPr>
              <p14:xfrm>
                <a:off x="2623275" y="6067290"/>
                <a:ext cx="212400" cy="356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13C1265-9272-4749-71CA-B4F03F70A0D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614635" y="6058650"/>
                  <a:ext cx="230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2C82C46-B220-1ACD-3796-4FF06CA89CF5}"/>
                    </a:ext>
                  </a:extLst>
                </p14:cNvPr>
                <p14:cNvContentPartPr/>
                <p14:nvPr/>
              </p14:nvContentPartPr>
              <p14:xfrm>
                <a:off x="2407275" y="6044970"/>
                <a:ext cx="13680" cy="332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2C82C46-B220-1ACD-3796-4FF06CA89CF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398635" y="6036330"/>
                  <a:ext cx="3132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2D98A69-949A-121D-47C3-4ADB1059DAC8}"/>
              </a:ext>
            </a:extLst>
          </p:cNvPr>
          <p:cNvGrpSpPr/>
          <p:nvPr/>
        </p:nvGrpSpPr>
        <p:grpSpPr>
          <a:xfrm>
            <a:off x="2289195" y="5904210"/>
            <a:ext cx="882360" cy="912960"/>
            <a:chOff x="2289195" y="5904210"/>
            <a:chExt cx="882360" cy="91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E25BDB8-E0CE-CA11-4AB2-52B8FA40D082}"/>
                    </a:ext>
                  </a:extLst>
                </p14:cNvPr>
                <p14:cNvContentPartPr/>
                <p14:nvPr/>
              </p14:nvContentPartPr>
              <p14:xfrm>
                <a:off x="2289195" y="5904210"/>
                <a:ext cx="279000" cy="486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E25BDB8-E0CE-CA11-4AB2-52B8FA40D08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280555" y="5895570"/>
                  <a:ext cx="2966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EB9132B-7FDA-2C1F-5A5D-7974075A981E}"/>
                    </a:ext>
                  </a:extLst>
                </p14:cNvPr>
                <p14:cNvContentPartPr/>
                <p14:nvPr/>
              </p14:nvContentPartPr>
              <p14:xfrm>
                <a:off x="2455515" y="6466170"/>
                <a:ext cx="716040" cy="351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EB9132B-7FDA-2C1F-5A5D-7974075A981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446875" y="6457530"/>
                  <a:ext cx="733680" cy="36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F867457C-8F0E-F18A-4422-CA53816CDC7D}"/>
                  </a:ext>
                </a:extLst>
              </p14:cNvPr>
              <p14:cNvContentPartPr/>
              <p14:nvPr/>
            </p14:nvContentPartPr>
            <p14:xfrm>
              <a:off x="3487995" y="6554010"/>
              <a:ext cx="32760" cy="2246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F867457C-8F0E-F18A-4422-CA53816CDC7D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3478995" y="6545010"/>
                <a:ext cx="50400" cy="24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F3661B8-14F4-3BC8-9FB9-7A16310F8703}"/>
              </a:ext>
            </a:extLst>
          </p:cNvPr>
          <p:cNvGrpSpPr/>
          <p:nvPr/>
        </p:nvGrpSpPr>
        <p:grpSpPr>
          <a:xfrm>
            <a:off x="4409235" y="6369690"/>
            <a:ext cx="456840" cy="227160"/>
            <a:chOff x="4409235" y="6369690"/>
            <a:chExt cx="45684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447FD36-8A46-EDFD-72F6-9D0548A99F7B}"/>
                    </a:ext>
                  </a:extLst>
                </p14:cNvPr>
                <p14:cNvContentPartPr/>
                <p14:nvPr/>
              </p14:nvContentPartPr>
              <p14:xfrm>
                <a:off x="4409235" y="6469410"/>
                <a:ext cx="402480" cy="48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447FD36-8A46-EDFD-72F6-9D0548A99F7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400595" y="6460770"/>
                  <a:ext cx="420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EDBED5F-9AA1-556E-3CDB-F3D47B2A81BB}"/>
                    </a:ext>
                  </a:extLst>
                </p14:cNvPr>
                <p14:cNvContentPartPr/>
                <p14:nvPr/>
              </p14:nvContentPartPr>
              <p14:xfrm>
                <a:off x="4718475" y="6369690"/>
                <a:ext cx="147600" cy="227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EDBED5F-9AA1-556E-3CDB-F3D47B2A81B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09835" y="6361050"/>
                  <a:ext cx="16524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298A72D-A2C9-ABD8-46BB-6D269C6AAAFA}"/>
              </a:ext>
            </a:extLst>
          </p:cNvPr>
          <p:cNvGrpSpPr/>
          <p:nvPr/>
        </p:nvGrpSpPr>
        <p:grpSpPr>
          <a:xfrm>
            <a:off x="3591315" y="6242970"/>
            <a:ext cx="424440" cy="520200"/>
            <a:chOff x="3591315" y="6242970"/>
            <a:chExt cx="4244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6D44554-B858-2A64-FC79-0CC4FF5BF5D2}"/>
                    </a:ext>
                  </a:extLst>
                </p14:cNvPr>
                <p14:cNvContentPartPr/>
                <p14:nvPr/>
              </p14:nvContentPartPr>
              <p14:xfrm>
                <a:off x="3844395" y="6619170"/>
                <a:ext cx="171360" cy="14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6D44554-B858-2A64-FC79-0CC4FF5BF5D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835395" y="6610530"/>
                  <a:ext cx="189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752AA9-AA5E-3967-92C6-C1D8E9BAC4ED}"/>
                    </a:ext>
                  </a:extLst>
                </p14:cNvPr>
                <p14:cNvContentPartPr/>
                <p14:nvPr/>
              </p14:nvContentPartPr>
              <p14:xfrm>
                <a:off x="3943755" y="6526650"/>
                <a:ext cx="6480" cy="236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752AA9-AA5E-3967-92C6-C1D8E9BAC4E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935115" y="6518010"/>
                  <a:ext cx="24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FF8E782-FA87-D1B3-7FC6-BCF7E3399DC8}"/>
                    </a:ext>
                  </a:extLst>
                </p14:cNvPr>
                <p14:cNvContentPartPr/>
                <p14:nvPr/>
              </p14:nvContentPartPr>
              <p14:xfrm>
                <a:off x="3591315" y="6242970"/>
                <a:ext cx="123120" cy="506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FF8E782-FA87-D1B3-7FC6-BCF7E3399DC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582315" y="6234330"/>
                  <a:ext cx="140760" cy="5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F71C03F-EAED-EDFB-3B34-D082104B213F}"/>
              </a:ext>
            </a:extLst>
          </p:cNvPr>
          <p:cNvGrpSpPr/>
          <p:nvPr/>
        </p:nvGrpSpPr>
        <p:grpSpPr>
          <a:xfrm>
            <a:off x="5240835" y="6196170"/>
            <a:ext cx="1160640" cy="399240"/>
            <a:chOff x="5240835" y="6196170"/>
            <a:chExt cx="116064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0723E61-1D08-8D63-4ED2-2EEBC8CB22CF}"/>
                    </a:ext>
                  </a:extLst>
                </p14:cNvPr>
                <p14:cNvContentPartPr/>
                <p14:nvPr/>
              </p14:nvContentPartPr>
              <p14:xfrm>
                <a:off x="5240835" y="6196170"/>
                <a:ext cx="273240" cy="391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0723E61-1D08-8D63-4ED2-2EEBC8CB22C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231835" y="6187170"/>
                  <a:ext cx="290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455B82D-A444-6BEB-D47F-7D717EED8E18}"/>
                    </a:ext>
                  </a:extLst>
                </p14:cNvPr>
                <p14:cNvContentPartPr/>
                <p14:nvPr/>
              </p14:nvContentPartPr>
              <p14:xfrm>
                <a:off x="5587155" y="6200850"/>
                <a:ext cx="259200" cy="358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455B82D-A444-6BEB-D47F-7D717EED8E1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578515" y="6191850"/>
                  <a:ext cx="276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4FED690-99A0-0557-1895-D1C3ED999588}"/>
                    </a:ext>
                  </a:extLst>
                </p14:cNvPr>
                <p14:cNvContentPartPr/>
                <p14:nvPr/>
              </p14:nvContentPartPr>
              <p14:xfrm>
                <a:off x="5966235" y="6198690"/>
                <a:ext cx="59400" cy="363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4FED690-99A0-0557-1895-D1C3ED99958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957235" y="6190050"/>
                  <a:ext cx="77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F160D83-D039-CBE0-4F51-4612C2A89AE2}"/>
                    </a:ext>
                  </a:extLst>
                </p14:cNvPr>
                <p14:cNvContentPartPr/>
                <p14:nvPr/>
              </p14:nvContentPartPr>
              <p14:xfrm>
                <a:off x="6140475" y="6236490"/>
                <a:ext cx="261000" cy="358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F160D83-D039-CBE0-4F51-4612C2A89A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31475" y="6227490"/>
                  <a:ext cx="27864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B7BA2E4F-A19B-30CC-5CDB-F42887C12558}"/>
                  </a:ext>
                </a:extLst>
              </p14:cNvPr>
              <p14:cNvContentPartPr/>
              <p14:nvPr/>
            </p14:nvContentPartPr>
            <p14:xfrm>
              <a:off x="782235" y="5407770"/>
              <a:ext cx="734400" cy="4546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B7BA2E4F-A19B-30CC-5CDB-F42887C1255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73235" y="5398770"/>
                <a:ext cx="752040" cy="47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DEE486E-AF50-62E4-D3AD-31141F6B90E2}"/>
              </a:ext>
            </a:extLst>
          </p:cNvPr>
          <p:cNvGrpSpPr/>
          <p:nvPr/>
        </p:nvGrpSpPr>
        <p:grpSpPr>
          <a:xfrm>
            <a:off x="786915" y="3719370"/>
            <a:ext cx="1575720" cy="681840"/>
            <a:chOff x="786915" y="3719370"/>
            <a:chExt cx="157572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BADBA78-9D59-7551-CB34-A2A3BD2765DD}"/>
                    </a:ext>
                  </a:extLst>
                </p14:cNvPr>
                <p14:cNvContentPartPr/>
                <p14:nvPr/>
              </p14:nvContentPartPr>
              <p14:xfrm>
                <a:off x="1789155" y="3953010"/>
                <a:ext cx="519480" cy="111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BADBA78-9D59-7551-CB34-A2A3BD2765D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780515" y="3944370"/>
                  <a:ext cx="537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65EB14F-06C9-807F-2CBA-4E8AA4506E52}"/>
                    </a:ext>
                  </a:extLst>
                </p14:cNvPr>
                <p14:cNvContentPartPr/>
                <p14:nvPr/>
              </p14:nvContentPartPr>
              <p14:xfrm>
                <a:off x="2274075" y="3914130"/>
                <a:ext cx="88560" cy="190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65EB14F-06C9-807F-2CBA-4E8AA4506E5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265075" y="3905490"/>
                  <a:ext cx="106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F2B496E-4CD5-D195-F968-258D0520A04B}"/>
                    </a:ext>
                  </a:extLst>
                </p14:cNvPr>
                <p14:cNvContentPartPr/>
                <p14:nvPr/>
              </p14:nvContentPartPr>
              <p14:xfrm>
                <a:off x="786915" y="3719730"/>
                <a:ext cx="239760" cy="309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F2B496E-4CD5-D195-F968-258D0520A04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77915" y="3711090"/>
                  <a:ext cx="257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D9F9B62-5829-C079-4A35-6531C833F1A4}"/>
                    </a:ext>
                  </a:extLst>
                </p14:cNvPr>
                <p14:cNvContentPartPr/>
                <p14:nvPr/>
              </p14:nvContentPartPr>
              <p14:xfrm>
                <a:off x="998595" y="3778770"/>
                <a:ext cx="141480" cy="177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D9F9B62-5829-C079-4A35-6531C833F1A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89595" y="3769770"/>
                  <a:ext cx="159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09BFA26-54E5-080D-D0CF-0F4C6C291F01}"/>
                    </a:ext>
                  </a:extLst>
                </p14:cNvPr>
                <p14:cNvContentPartPr/>
                <p14:nvPr/>
              </p14:nvContentPartPr>
              <p14:xfrm>
                <a:off x="1203075" y="3772290"/>
                <a:ext cx="102600" cy="210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09BFA26-54E5-080D-D0CF-0F4C6C291F0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94075" y="3763650"/>
                  <a:ext cx="120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79D47C9-A15F-5479-80FC-498FA80AEE9A}"/>
                    </a:ext>
                  </a:extLst>
                </p14:cNvPr>
                <p14:cNvContentPartPr/>
                <p14:nvPr/>
              </p14:nvContentPartPr>
              <p14:xfrm>
                <a:off x="1328355" y="3767970"/>
                <a:ext cx="115920" cy="166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79D47C9-A15F-5479-80FC-498FA80AEE9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319355" y="3759330"/>
                  <a:ext cx="133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6431E5C-DC38-B5F6-9051-2205DB833251}"/>
                    </a:ext>
                  </a:extLst>
                </p14:cNvPr>
                <p14:cNvContentPartPr/>
                <p14:nvPr/>
              </p14:nvContentPartPr>
              <p14:xfrm>
                <a:off x="1470555" y="3719370"/>
                <a:ext cx="234720" cy="6818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6431E5C-DC38-B5F6-9051-2205DB83325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461915" y="3710370"/>
                  <a:ext cx="252360" cy="69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DC44288-EEAD-7841-3245-CEDDE2B17BE2}"/>
              </a:ext>
            </a:extLst>
          </p:cNvPr>
          <p:cNvGrpSpPr/>
          <p:nvPr/>
        </p:nvGrpSpPr>
        <p:grpSpPr>
          <a:xfrm>
            <a:off x="986715" y="6188970"/>
            <a:ext cx="1369080" cy="524160"/>
            <a:chOff x="986715" y="6188970"/>
            <a:chExt cx="1369080" cy="52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2C578D1-7F58-DE0D-6DCD-568604F9A538}"/>
                    </a:ext>
                  </a:extLst>
                </p14:cNvPr>
                <p14:cNvContentPartPr/>
                <p14:nvPr/>
              </p14:nvContentPartPr>
              <p14:xfrm>
                <a:off x="1943595" y="6367530"/>
                <a:ext cx="361800" cy="215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2C578D1-7F58-DE0D-6DCD-568604F9A53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34955" y="6358890"/>
                  <a:ext cx="379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A3BFFF0-A81C-D0BE-49CB-A4E32BB4EBCE}"/>
                    </a:ext>
                  </a:extLst>
                </p14:cNvPr>
                <p14:cNvContentPartPr/>
                <p14:nvPr/>
              </p14:nvContentPartPr>
              <p14:xfrm>
                <a:off x="2235555" y="6324330"/>
                <a:ext cx="120240" cy="216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A3BFFF0-A81C-D0BE-49CB-A4E32BB4EBC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226555" y="6315690"/>
                  <a:ext cx="137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DD56427-3002-EEA1-DBAF-EAA776165775}"/>
                    </a:ext>
                  </a:extLst>
                </p14:cNvPr>
                <p14:cNvContentPartPr/>
                <p14:nvPr/>
              </p14:nvContentPartPr>
              <p14:xfrm>
                <a:off x="986715" y="6319290"/>
                <a:ext cx="231480" cy="208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DD56427-3002-EEA1-DBAF-EAA77616577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77715" y="6310650"/>
                  <a:ext cx="249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8C1EBEB-8764-1A27-E889-D5F84052C6AD}"/>
                    </a:ext>
                  </a:extLst>
                </p14:cNvPr>
                <p14:cNvContentPartPr/>
                <p14:nvPr/>
              </p14:nvContentPartPr>
              <p14:xfrm>
                <a:off x="1135755" y="6302730"/>
                <a:ext cx="267480" cy="160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8C1EBEB-8764-1A27-E889-D5F84052C6A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26755" y="6293730"/>
                  <a:ext cx="285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BDA18B6-33F6-E417-E767-F8268AE2208B}"/>
                    </a:ext>
                  </a:extLst>
                </p14:cNvPr>
                <p14:cNvContentPartPr/>
                <p14:nvPr/>
              </p14:nvContentPartPr>
              <p14:xfrm>
                <a:off x="1381275" y="6258810"/>
                <a:ext cx="146880" cy="1944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BDA18B6-33F6-E417-E767-F8268AE2208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72635" y="6249810"/>
                  <a:ext cx="164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F9CD6DB-21ED-51D2-5B65-2D8120EE69BB}"/>
                    </a:ext>
                  </a:extLst>
                </p14:cNvPr>
                <p14:cNvContentPartPr/>
                <p14:nvPr/>
              </p14:nvContentPartPr>
              <p14:xfrm>
                <a:off x="1500435" y="6209490"/>
                <a:ext cx="156600" cy="180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F9CD6DB-21ED-51D2-5B65-2D8120EE69B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491435" y="6200850"/>
                  <a:ext cx="174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CD2BD1-BE24-86CE-1383-9716203571B3}"/>
                    </a:ext>
                  </a:extLst>
                </p14:cNvPr>
                <p14:cNvContentPartPr/>
                <p14:nvPr/>
              </p14:nvContentPartPr>
              <p14:xfrm>
                <a:off x="1656675" y="6188970"/>
                <a:ext cx="213480" cy="524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CD2BD1-BE24-86CE-1383-9716203571B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648035" y="6180330"/>
                  <a:ext cx="231120" cy="54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295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4D1328F-16AB-1FB8-6FBC-83FFC663AB56}"/>
              </a:ext>
            </a:extLst>
          </p:cNvPr>
          <p:cNvGrpSpPr/>
          <p:nvPr/>
        </p:nvGrpSpPr>
        <p:grpSpPr>
          <a:xfrm>
            <a:off x="619515" y="281730"/>
            <a:ext cx="2301840" cy="888480"/>
            <a:chOff x="619515" y="281730"/>
            <a:chExt cx="2301840" cy="88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ADA807-8F0D-08CC-301B-0437BD289642}"/>
                    </a:ext>
                  </a:extLst>
                </p14:cNvPr>
                <p14:cNvContentPartPr/>
                <p14:nvPr/>
              </p14:nvContentPartPr>
              <p14:xfrm>
                <a:off x="619515" y="342210"/>
                <a:ext cx="78480" cy="51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ADA807-8F0D-08CC-301B-0437BD289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0875" y="333210"/>
                  <a:ext cx="9612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2999ADC-2A5F-2B67-1C10-CA635B2B1AB4}"/>
                    </a:ext>
                  </a:extLst>
                </p14:cNvPr>
                <p14:cNvContentPartPr/>
                <p14:nvPr/>
              </p14:nvContentPartPr>
              <p14:xfrm>
                <a:off x="628155" y="281730"/>
                <a:ext cx="168840" cy="245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2999ADC-2A5F-2B67-1C10-CA635B2B1A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9155" y="273090"/>
                  <a:ext cx="1864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C06A8D-56F8-0F0E-9594-94984925A0AF}"/>
                    </a:ext>
                  </a:extLst>
                </p14:cNvPr>
                <p14:cNvContentPartPr/>
                <p14:nvPr/>
              </p14:nvContentPartPr>
              <p14:xfrm>
                <a:off x="815715" y="547770"/>
                <a:ext cx="177120" cy="25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9C06A8D-56F8-0F0E-9594-94984925A0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7075" y="539130"/>
                  <a:ext cx="194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671305-D4CF-26DB-2582-02ED80B58390}"/>
                    </a:ext>
                  </a:extLst>
                </p14:cNvPr>
                <p14:cNvContentPartPr/>
                <p14:nvPr/>
              </p14:nvContentPartPr>
              <p14:xfrm>
                <a:off x="975915" y="569730"/>
                <a:ext cx="191520" cy="28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671305-D4CF-26DB-2582-02ED80B5839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6915" y="560730"/>
                  <a:ext cx="2091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1DD8A1-B900-2D80-DF72-322AA4462669}"/>
                    </a:ext>
                  </a:extLst>
                </p14:cNvPr>
                <p14:cNvContentPartPr/>
                <p14:nvPr/>
              </p14:nvContentPartPr>
              <p14:xfrm>
                <a:off x="1276155" y="502770"/>
                <a:ext cx="128160" cy="30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1DD8A1-B900-2D80-DF72-322AA4462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7515" y="493770"/>
                  <a:ext cx="145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4677C2-4992-56F2-9340-18FFFBCD92AE}"/>
                    </a:ext>
                  </a:extLst>
                </p14:cNvPr>
                <p14:cNvContentPartPr/>
                <p14:nvPr/>
              </p14:nvContentPartPr>
              <p14:xfrm>
                <a:off x="1315035" y="566490"/>
                <a:ext cx="99360" cy="494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4677C2-4992-56F2-9340-18FFFBCD92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6395" y="557490"/>
                  <a:ext cx="117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11B9E8-E878-72DC-1ECA-103B294EACE2}"/>
                    </a:ext>
                  </a:extLst>
                </p14:cNvPr>
                <p14:cNvContentPartPr/>
                <p14:nvPr/>
              </p14:nvContentPartPr>
              <p14:xfrm>
                <a:off x="1509795" y="582690"/>
                <a:ext cx="123120" cy="26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11B9E8-E878-72DC-1ECA-103B294EAC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01155" y="573690"/>
                  <a:ext cx="140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804A21-7851-0C58-ECA3-9247FCB44AB8}"/>
                    </a:ext>
                  </a:extLst>
                </p14:cNvPr>
                <p14:cNvContentPartPr/>
                <p14:nvPr/>
              </p14:nvContentPartPr>
              <p14:xfrm>
                <a:off x="1726515" y="584850"/>
                <a:ext cx="224280" cy="245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804A21-7851-0C58-ECA3-9247FCB44A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7515" y="575850"/>
                  <a:ext cx="241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85B8C5-477F-BFD6-D015-A9399AD2EDF0}"/>
                    </a:ext>
                  </a:extLst>
                </p14:cNvPr>
                <p14:cNvContentPartPr/>
                <p14:nvPr/>
              </p14:nvContentPartPr>
              <p14:xfrm>
                <a:off x="1924875" y="585930"/>
                <a:ext cx="181080" cy="251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85B8C5-477F-BFD6-D015-A9399AD2ED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15875" y="576930"/>
                  <a:ext cx="198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E63C1B-1283-28C7-4334-4EAA8974BA8C}"/>
                    </a:ext>
                  </a:extLst>
                </p14:cNvPr>
                <p14:cNvContentPartPr/>
                <p14:nvPr/>
              </p14:nvContentPartPr>
              <p14:xfrm>
                <a:off x="2122155" y="602130"/>
                <a:ext cx="131760" cy="27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E63C1B-1283-28C7-4334-4EAA8974BA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13515" y="593130"/>
                  <a:ext cx="149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747322A-99F1-CC06-86E9-E75012E20528}"/>
                    </a:ext>
                  </a:extLst>
                </p14:cNvPr>
                <p14:cNvContentPartPr/>
                <p14:nvPr/>
              </p14:nvContentPartPr>
              <p14:xfrm>
                <a:off x="2310075" y="650730"/>
                <a:ext cx="171720" cy="519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747322A-99F1-CC06-86E9-E75012E205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01075" y="642090"/>
                  <a:ext cx="18936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A201B1-40CC-6D9E-50B5-DD8346118918}"/>
                    </a:ext>
                  </a:extLst>
                </p14:cNvPr>
                <p14:cNvContentPartPr/>
                <p14:nvPr/>
              </p14:nvContentPartPr>
              <p14:xfrm>
                <a:off x="2522115" y="626970"/>
                <a:ext cx="204480" cy="263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A201B1-40CC-6D9E-50B5-DD83461189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3475" y="617970"/>
                  <a:ext cx="2221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5728CB-4F2D-F50A-2776-72E1ABC077A4}"/>
                    </a:ext>
                  </a:extLst>
                </p14:cNvPr>
                <p14:cNvContentPartPr/>
                <p14:nvPr/>
              </p14:nvContentPartPr>
              <p14:xfrm>
                <a:off x="2729835" y="674850"/>
                <a:ext cx="191520" cy="30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5728CB-4F2D-F50A-2776-72E1ABC077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1195" y="665850"/>
                  <a:ext cx="20916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C11601-0D5A-77EC-D21E-2E8C28F66208}"/>
              </a:ext>
            </a:extLst>
          </p:cNvPr>
          <p:cNvGrpSpPr/>
          <p:nvPr/>
        </p:nvGrpSpPr>
        <p:grpSpPr>
          <a:xfrm>
            <a:off x="3322395" y="341850"/>
            <a:ext cx="2372760" cy="721440"/>
            <a:chOff x="3322395" y="341850"/>
            <a:chExt cx="2372760" cy="72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BB096B-EA9C-78C1-7334-3EA2CFBEC1BF}"/>
                    </a:ext>
                  </a:extLst>
                </p14:cNvPr>
                <p14:cNvContentPartPr/>
                <p14:nvPr/>
              </p14:nvContentPartPr>
              <p14:xfrm>
                <a:off x="3322395" y="588090"/>
                <a:ext cx="484560" cy="294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BB096B-EA9C-78C1-7334-3EA2CFBEC1B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13755" y="579090"/>
                  <a:ext cx="502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2DFC3D-3AA3-F4A5-10DC-0F5F1A512FC7}"/>
                    </a:ext>
                  </a:extLst>
                </p14:cNvPr>
                <p14:cNvContentPartPr/>
                <p14:nvPr/>
              </p14:nvContentPartPr>
              <p14:xfrm>
                <a:off x="3809835" y="604290"/>
                <a:ext cx="133200" cy="239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2DFC3D-3AA3-F4A5-10DC-0F5F1A512F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00835" y="595650"/>
                  <a:ext cx="150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B437E0-EA03-19F7-7E03-B239385589EC}"/>
                    </a:ext>
                  </a:extLst>
                </p14:cNvPr>
                <p14:cNvContentPartPr/>
                <p14:nvPr/>
              </p14:nvContentPartPr>
              <p14:xfrm>
                <a:off x="4002795" y="601770"/>
                <a:ext cx="187920" cy="461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B437E0-EA03-19F7-7E03-B239385589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3795" y="592770"/>
                  <a:ext cx="2055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F3E814-EF29-4C9E-634E-B619A67BEF43}"/>
                    </a:ext>
                  </a:extLst>
                </p14:cNvPr>
                <p14:cNvContentPartPr/>
                <p14:nvPr/>
              </p14:nvContentPartPr>
              <p14:xfrm>
                <a:off x="4198635" y="579450"/>
                <a:ext cx="162000" cy="434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F3E814-EF29-4C9E-634E-B619A67BEF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89995" y="570450"/>
                  <a:ext cx="17964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538D57-6157-540D-59FF-E19ECB28FBF3}"/>
                    </a:ext>
                  </a:extLst>
                </p14:cNvPr>
                <p14:cNvContentPartPr/>
                <p14:nvPr/>
              </p14:nvContentPartPr>
              <p14:xfrm>
                <a:off x="4464675" y="651810"/>
                <a:ext cx="124200" cy="200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538D57-6157-540D-59FF-E19ECB28FB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56035" y="643170"/>
                  <a:ext cx="1418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54D4D8-4944-5A64-6D75-A7A1311A1F3E}"/>
                    </a:ext>
                  </a:extLst>
                </p14:cNvPr>
                <p14:cNvContentPartPr/>
                <p14:nvPr/>
              </p14:nvContentPartPr>
              <p14:xfrm>
                <a:off x="4681395" y="621570"/>
                <a:ext cx="214560" cy="213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54D4D8-4944-5A64-6D75-A7A1311A1F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72395" y="612930"/>
                  <a:ext cx="232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6E18EA-2739-6E52-44BB-BB9D0A194211}"/>
                    </a:ext>
                  </a:extLst>
                </p14:cNvPr>
                <p14:cNvContentPartPr/>
                <p14:nvPr/>
              </p14:nvContentPartPr>
              <p14:xfrm>
                <a:off x="4966515" y="614730"/>
                <a:ext cx="183240" cy="20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6E18EA-2739-6E52-44BB-BB9D0A1942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57515" y="606090"/>
                  <a:ext cx="200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8EB159C-41E3-7F53-217F-B0BF9D62ABC5}"/>
                    </a:ext>
                  </a:extLst>
                </p14:cNvPr>
                <p14:cNvContentPartPr/>
                <p14:nvPr/>
              </p14:nvContentPartPr>
              <p14:xfrm>
                <a:off x="5180355" y="341850"/>
                <a:ext cx="140040" cy="500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8EB159C-41E3-7F53-217F-B0BF9D62ABC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71355" y="332850"/>
                  <a:ext cx="1576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29DCBF-B606-386F-1104-26A14DFBD6FD}"/>
                    </a:ext>
                  </a:extLst>
                </p14:cNvPr>
                <p14:cNvContentPartPr/>
                <p14:nvPr/>
              </p14:nvContentPartPr>
              <p14:xfrm>
                <a:off x="5358555" y="587370"/>
                <a:ext cx="178560" cy="237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29DCBF-B606-386F-1104-26A14DFBD6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9555" y="578730"/>
                  <a:ext cx="196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BB851C-9EC7-C302-1A51-8BA430E77B22}"/>
                    </a:ext>
                  </a:extLst>
                </p14:cNvPr>
                <p14:cNvContentPartPr/>
                <p14:nvPr/>
              </p14:nvContentPartPr>
              <p14:xfrm>
                <a:off x="5474115" y="617250"/>
                <a:ext cx="221040" cy="238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BB851C-9EC7-C302-1A51-8BA430E77B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65115" y="608610"/>
                  <a:ext cx="23868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D1BCAE-9C02-FE2F-BF94-95A2EEBDC0B1}"/>
              </a:ext>
            </a:extLst>
          </p:cNvPr>
          <p:cNvGrpSpPr/>
          <p:nvPr/>
        </p:nvGrpSpPr>
        <p:grpSpPr>
          <a:xfrm>
            <a:off x="6010515" y="305490"/>
            <a:ext cx="542160" cy="476640"/>
            <a:chOff x="6010515" y="305490"/>
            <a:chExt cx="54216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0D09CBC-4C3C-77CE-7EC5-84567E914D4E}"/>
                    </a:ext>
                  </a:extLst>
                </p14:cNvPr>
                <p14:cNvContentPartPr/>
                <p14:nvPr/>
              </p14:nvContentPartPr>
              <p14:xfrm>
                <a:off x="6010515" y="305490"/>
                <a:ext cx="131400" cy="419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0D09CBC-4C3C-77CE-7EC5-84567E914D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01875" y="296490"/>
                  <a:ext cx="1490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BD3970-A9AC-0BA4-2D27-21D28845DCF5}"/>
                    </a:ext>
                  </a:extLst>
                </p14:cNvPr>
                <p14:cNvContentPartPr/>
                <p14:nvPr/>
              </p14:nvContentPartPr>
              <p14:xfrm>
                <a:off x="6269355" y="495930"/>
                <a:ext cx="28080" cy="210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BD3970-A9AC-0BA4-2D27-21D28845DC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60355" y="487290"/>
                  <a:ext cx="45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6C02FA-DC37-7CAF-5D38-8A59DDEBB101}"/>
                    </a:ext>
                  </a:extLst>
                </p14:cNvPr>
                <p14:cNvContentPartPr/>
                <p14:nvPr/>
              </p14:nvContentPartPr>
              <p14:xfrm>
                <a:off x="6244155" y="310890"/>
                <a:ext cx="308520" cy="471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6C02FA-DC37-7CAF-5D38-8A59DDEBB1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35155" y="301890"/>
                  <a:ext cx="32616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4A7480-128D-C117-F1AD-2E0374C935D3}"/>
              </a:ext>
            </a:extLst>
          </p:cNvPr>
          <p:cNvGrpSpPr/>
          <p:nvPr/>
        </p:nvGrpSpPr>
        <p:grpSpPr>
          <a:xfrm>
            <a:off x="6762555" y="280650"/>
            <a:ext cx="1975680" cy="754560"/>
            <a:chOff x="6762555" y="280650"/>
            <a:chExt cx="197568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7F5E06-C893-9EB2-EC68-D60BF115FE09}"/>
                    </a:ext>
                  </a:extLst>
                </p14:cNvPr>
                <p14:cNvContentPartPr/>
                <p14:nvPr/>
              </p14:nvContentPartPr>
              <p14:xfrm>
                <a:off x="6762555" y="280650"/>
                <a:ext cx="94320" cy="465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7F5E06-C893-9EB2-EC68-D60BF115FE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3915" y="271650"/>
                  <a:ext cx="1119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3CAE71-ACB3-25F7-9397-50E76095F002}"/>
                    </a:ext>
                  </a:extLst>
                </p14:cNvPr>
                <p14:cNvContentPartPr/>
                <p14:nvPr/>
              </p14:nvContentPartPr>
              <p14:xfrm>
                <a:off x="6826995" y="459210"/>
                <a:ext cx="321120" cy="29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3CAE71-ACB3-25F7-9397-50E76095F0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18355" y="450210"/>
                  <a:ext cx="338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D19166-6110-5CA6-98FA-D1EE0105928E}"/>
                    </a:ext>
                  </a:extLst>
                </p14:cNvPr>
                <p14:cNvContentPartPr/>
                <p14:nvPr/>
              </p14:nvContentPartPr>
              <p14:xfrm>
                <a:off x="7198155" y="444090"/>
                <a:ext cx="314280" cy="312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D19166-6110-5CA6-98FA-D1EE010592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89155" y="435450"/>
                  <a:ext cx="3319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BE9C5F-A701-CB01-CA5D-4496A80C4DF3}"/>
                    </a:ext>
                  </a:extLst>
                </p14:cNvPr>
                <p14:cNvContentPartPr/>
                <p14:nvPr/>
              </p14:nvContentPartPr>
              <p14:xfrm>
                <a:off x="7553835" y="433290"/>
                <a:ext cx="142920" cy="601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BE9C5F-A701-CB01-CA5D-4496A80C4D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44835" y="424290"/>
                  <a:ext cx="1605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13F72A-E6E8-7F68-5988-2D2B53A286D4}"/>
                    </a:ext>
                  </a:extLst>
                </p14:cNvPr>
                <p14:cNvContentPartPr/>
                <p14:nvPr/>
              </p14:nvContentPartPr>
              <p14:xfrm>
                <a:off x="7776315" y="349770"/>
                <a:ext cx="64800" cy="382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13F72A-E6E8-7F68-5988-2D2B53A286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67315" y="341130"/>
                  <a:ext cx="824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5F86D4-E8A3-EB25-46F9-FBBFC210BB12}"/>
                    </a:ext>
                  </a:extLst>
                </p14:cNvPr>
                <p14:cNvContentPartPr/>
                <p14:nvPr/>
              </p14:nvContentPartPr>
              <p14:xfrm>
                <a:off x="7891875" y="472890"/>
                <a:ext cx="135360" cy="31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5F86D4-E8A3-EB25-46F9-FBBFC210BB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83235" y="464250"/>
                  <a:ext cx="153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AE4224-3783-D2F5-79A4-C5781891B5C5}"/>
                    </a:ext>
                  </a:extLst>
                </p14:cNvPr>
                <p14:cNvContentPartPr/>
                <p14:nvPr/>
              </p14:nvContentPartPr>
              <p14:xfrm>
                <a:off x="8042715" y="504210"/>
                <a:ext cx="222480" cy="300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AE4224-3783-D2F5-79A4-C5781891B5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33715" y="495210"/>
                  <a:ext cx="240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45711BF-C86A-D076-0BBF-C5E1B19ED3D7}"/>
                    </a:ext>
                  </a:extLst>
                </p14:cNvPr>
                <p14:cNvContentPartPr/>
                <p14:nvPr/>
              </p14:nvContentPartPr>
              <p14:xfrm>
                <a:off x="8359155" y="447690"/>
                <a:ext cx="171360" cy="312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45711BF-C86A-D076-0BBF-C5E1B19ED3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50155" y="438690"/>
                  <a:ext cx="189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791578-1E5E-BC74-B9B9-DB0AA89B7D0F}"/>
                    </a:ext>
                  </a:extLst>
                </p14:cNvPr>
                <p14:cNvContentPartPr/>
                <p14:nvPr/>
              </p14:nvContentPartPr>
              <p14:xfrm>
                <a:off x="8581635" y="514290"/>
                <a:ext cx="156600" cy="28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1791578-1E5E-BC74-B9B9-DB0AA89B7D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72995" y="505650"/>
                  <a:ext cx="174240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E88B3E5-1449-101D-6F42-F93451807EE8}"/>
                  </a:ext>
                </a:extLst>
              </p14:cNvPr>
              <p14:cNvContentPartPr/>
              <p14:nvPr/>
            </p14:nvContentPartPr>
            <p14:xfrm>
              <a:off x="9087075" y="741810"/>
              <a:ext cx="15840" cy="11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E88B3E5-1449-101D-6F42-F93451807EE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078075" y="732810"/>
                <a:ext cx="334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4425AEC-A223-8EB9-E43B-4377E049079D}"/>
                  </a:ext>
                </a:extLst>
              </p14:cNvPr>
              <p14:cNvContentPartPr/>
              <p14:nvPr/>
            </p14:nvContentPartPr>
            <p14:xfrm>
              <a:off x="791595" y="1600770"/>
              <a:ext cx="402480" cy="534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4425AEC-A223-8EB9-E43B-4377E049079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82595" y="1591770"/>
                <a:ext cx="420120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8AC729-710F-1115-E7E7-E8CE87B7BB47}"/>
                  </a:ext>
                </a:extLst>
              </p14:cNvPr>
              <p14:cNvContentPartPr/>
              <p14:nvPr/>
            </p14:nvContentPartPr>
            <p14:xfrm>
              <a:off x="1389555" y="1304490"/>
              <a:ext cx="89280" cy="379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8AC729-710F-1115-E7E7-E8CE87B7BB4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380915" y="1295850"/>
                <a:ext cx="10692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3AA87D4-8271-31F8-8149-CE4AD50DE1F1}"/>
                  </a:ext>
                </a:extLst>
              </p14:cNvPr>
              <p14:cNvContentPartPr/>
              <p14:nvPr/>
            </p14:nvContentPartPr>
            <p14:xfrm>
              <a:off x="1665315" y="2048610"/>
              <a:ext cx="49680" cy="117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3AA87D4-8271-31F8-8149-CE4AD50DE1F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656315" y="2039970"/>
                <a:ext cx="6732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44942C4-DD7F-A054-11B4-A79CECD934EA}"/>
              </a:ext>
            </a:extLst>
          </p:cNvPr>
          <p:cNvGrpSpPr/>
          <p:nvPr/>
        </p:nvGrpSpPr>
        <p:grpSpPr>
          <a:xfrm>
            <a:off x="2201715" y="1569450"/>
            <a:ext cx="1592280" cy="682560"/>
            <a:chOff x="2201715" y="1569450"/>
            <a:chExt cx="1592280" cy="68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1EBFB25-EB76-645D-7DAD-F5995D12A0AD}"/>
                    </a:ext>
                  </a:extLst>
                </p14:cNvPr>
                <p14:cNvContentPartPr/>
                <p14:nvPr/>
              </p14:nvContentPartPr>
              <p14:xfrm>
                <a:off x="2201715" y="1569450"/>
                <a:ext cx="390240" cy="379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1EBFB25-EB76-645D-7DAD-F5995D12A0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93075" y="1560450"/>
                  <a:ext cx="4078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FAA49A4-2A17-C744-8AE7-394412A348F5}"/>
                    </a:ext>
                  </a:extLst>
                </p14:cNvPr>
                <p14:cNvContentPartPr/>
                <p14:nvPr/>
              </p14:nvContentPartPr>
              <p14:xfrm>
                <a:off x="2651355" y="1607250"/>
                <a:ext cx="204480" cy="336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FAA49A4-2A17-C744-8AE7-394412A348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42355" y="1598610"/>
                  <a:ext cx="2221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11FBD9-993C-0924-168F-8AE09E044E99}"/>
                    </a:ext>
                  </a:extLst>
                </p14:cNvPr>
                <p14:cNvContentPartPr/>
                <p14:nvPr/>
              </p14:nvContentPartPr>
              <p14:xfrm>
                <a:off x="2868075" y="1649010"/>
                <a:ext cx="163800" cy="318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11FBD9-993C-0924-168F-8AE09E044E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59435" y="1640370"/>
                  <a:ext cx="181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5DF68B-F492-66CC-B155-A455AC2A4E21}"/>
                    </a:ext>
                  </a:extLst>
                </p14:cNvPr>
                <p14:cNvContentPartPr/>
                <p14:nvPr/>
              </p14:nvContentPartPr>
              <p14:xfrm>
                <a:off x="3117915" y="1612650"/>
                <a:ext cx="190080" cy="639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5DF68B-F492-66CC-B155-A455AC2A4E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09275" y="1604010"/>
                  <a:ext cx="20772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348E8C-61A7-2BFA-AA76-99E979BE59A0}"/>
                    </a:ext>
                  </a:extLst>
                </p14:cNvPr>
                <p14:cNvContentPartPr/>
                <p14:nvPr/>
              </p14:nvContentPartPr>
              <p14:xfrm>
                <a:off x="3367755" y="1629570"/>
                <a:ext cx="130680" cy="27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348E8C-61A7-2BFA-AA76-99E979BE59A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59115" y="1620930"/>
                  <a:ext cx="148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FCEC71D-2CCD-0C12-E217-D15A9F370A7C}"/>
                    </a:ext>
                  </a:extLst>
                </p14:cNvPr>
                <p14:cNvContentPartPr/>
                <p14:nvPr/>
              </p14:nvContentPartPr>
              <p14:xfrm>
                <a:off x="3544515" y="1611210"/>
                <a:ext cx="249480" cy="325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FCEC71D-2CCD-0C12-E217-D15A9F370A7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5515" y="1602570"/>
                  <a:ext cx="267120" cy="34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CA9CB70-DD77-3EE5-D7BB-EDCF15431C0C}"/>
                  </a:ext>
                </a:extLst>
              </p14:cNvPr>
              <p14:cNvContentPartPr/>
              <p14:nvPr/>
            </p14:nvContentPartPr>
            <p14:xfrm>
              <a:off x="4089195" y="1533810"/>
              <a:ext cx="224280" cy="430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CA9CB70-DD77-3EE5-D7BB-EDCF15431C0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80195" y="1524810"/>
                <a:ext cx="24192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C2E30D1-1E41-3338-ACD9-4FC2887D4C05}"/>
                  </a:ext>
                </a:extLst>
              </p14:cNvPr>
              <p14:cNvContentPartPr/>
              <p14:nvPr/>
            </p14:nvContentPartPr>
            <p14:xfrm>
              <a:off x="4523715" y="1227810"/>
              <a:ext cx="174600" cy="300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C2E30D1-1E41-3338-ACD9-4FC2887D4C0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515075" y="1219170"/>
                <a:ext cx="1922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D07E72A-BCEE-C356-DB87-D444BA5439C2}"/>
                  </a:ext>
                </a:extLst>
              </p14:cNvPr>
              <p14:cNvContentPartPr/>
              <p14:nvPr/>
            </p14:nvContentPartPr>
            <p14:xfrm>
              <a:off x="5240835" y="1812450"/>
              <a:ext cx="72720" cy="2732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D07E72A-BCEE-C356-DB87-D444BA5439C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31835" y="1803810"/>
                <a:ext cx="9036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CFC15BE9-136A-EDBE-532F-4537460A7E50}"/>
              </a:ext>
            </a:extLst>
          </p:cNvPr>
          <p:cNvGrpSpPr/>
          <p:nvPr/>
        </p:nvGrpSpPr>
        <p:grpSpPr>
          <a:xfrm>
            <a:off x="5699835" y="1319970"/>
            <a:ext cx="1185840" cy="851400"/>
            <a:chOff x="5699835" y="1319970"/>
            <a:chExt cx="1185840" cy="85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14152E-A9FB-9C6B-CC35-66B849A0601E}"/>
                    </a:ext>
                  </a:extLst>
                </p14:cNvPr>
                <p14:cNvContentPartPr/>
                <p14:nvPr/>
              </p14:nvContentPartPr>
              <p14:xfrm>
                <a:off x="5699835" y="1519770"/>
                <a:ext cx="218880" cy="651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14152E-A9FB-9C6B-CC35-66B849A0601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90835" y="1511130"/>
                  <a:ext cx="23652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5CCDE5-1861-55B1-4C84-E74540E3A3A7}"/>
                    </a:ext>
                  </a:extLst>
                </p14:cNvPr>
                <p14:cNvContentPartPr/>
                <p14:nvPr/>
              </p14:nvContentPartPr>
              <p14:xfrm>
                <a:off x="6081795" y="1525530"/>
                <a:ext cx="31680" cy="258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5CCDE5-1861-55B1-4C84-E74540E3A3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72795" y="1516890"/>
                  <a:ext cx="49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D304C3-465C-FA75-9EBF-1ECB0099F8A3}"/>
                    </a:ext>
                  </a:extLst>
                </p14:cNvPr>
                <p14:cNvContentPartPr/>
                <p14:nvPr/>
              </p14:nvContentPartPr>
              <p14:xfrm>
                <a:off x="5850675" y="1385850"/>
                <a:ext cx="205920" cy="23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D304C3-465C-FA75-9EBF-1ECB0099F8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41675" y="1377210"/>
                  <a:ext cx="223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D5A460-4427-9331-AABB-D3CDD2FFAC2B}"/>
                    </a:ext>
                  </a:extLst>
                </p14:cNvPr>
                <p14:cNvContentPartPr/>
                <p14:nvPr/>
              </p14:nvContentPartPr>
              <p14:xfrm>
                <a:off x="6221115" y="1319970"/>
                <a:ext cx="227880" cy="516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D5A460-4427-9331-AABB-D3CDD2FFAC2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12115" y="1311330"/>
                  <a:ext cx="2455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D73F438-A8CF-CE22-7AD3-638731643B10}"/>
                    </a:ext>
                  </a:extLst>
                </p14:cNvPr>
                <p14:cNvContentPartPr/>
                <p14:nvPr/>
              </p14:nvContentPartPr>
              <p14:xfrm>
                <a:off x="6521715" y="1520130"/>
                <a:ext cx="363960" cy="354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D73F438-A8CF-CE22-7AD3-638731643B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13075" y="1511490"/>
                  <a:ext cx="38160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3656908-93E8-DF77-2F3A-A190DFC100AE}"/>
              </a:ext>
            </a:extLst>
          </p:cNvPr>
          <p:cNvGrpSpPr/>
          <p:nvPr/>
        </p:nvGrpSpPr>
        <p:grpSpPr>
          <a:xfrm>
            <a:off x="7379235" y="1331850"/>
            <a:ext cx="1593720" cy="577440"/>
            <a:chOff x="7379235" y="1331850"/>
            <a:chExt cx="159372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541934-5A71-FAAE-CAD5-D80BEBCA0C21}"/>
                    </a:ext>
                  </a:extLst>
                </p14:cNvPr>
                <p14:cNvContentPartPr/>
                <p14:nvPr/>
              </p14:nvContentPartPr>
              <p14:xfrm>
                <a:off x="7379235" y="1331850"/>
                <a:ext cx="317160" cy="447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541934-5A71-FAAE-CAD5-D80BEBCA0C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0595" y="1322850"/>
                  <a:ext cx="3348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0AF2B3-D1E4-21F2-97A2-E16522E58852}"/>
                    </a:ext>
                  </a:extLst>
                </p14:cNvPr>
                <p14:cNvContentPartPr/>
                <p14:nvPr/>
              </p14:nvContentPartPr>
              <p14:xfrm>
                <a:off x="7684155" y="1423650"/>
                <a:ext cx="221760" cy="322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0AF2B3-D1E4-21F2-97A2-E16522E5885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75515" y="1414650"/>
                  <a:ext cx="2394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28D5DB-474D-C808-26FF-5CCE84753B3F}"/>
                    </a:ext>
                  </a:extLst>
                </p14:cNvPr>
                <p14:cNvContentPartPr/>
                <p14:nvPr/>
              </p14:nvContentPartPr>
              <p14:xfrm>
                <a:off x="7883595" y="1412130"/>
                <a:ext cx="45000" cy="407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28D5DB-474D-C808-26FF-5CCE84753B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74595" y="1403130"/>
                  <a:ext cx="626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EEA814-E0C6-E525-14F9-E5A2DDB9A443}"/>
                    </a:ext>
                  </a:extLst>
                </p14:cNvPr>
                <p14:cNvContentPartPr/>
                <p14:nvPr/>
              </p14:nvContentPartPr>
              <p14:xfrm>
                <a:off x="7779195" y="1547490"/>
                <a:ext cx="217080" cy="32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EEA814-E0C6-E525-14F9-E5A2DDB9A4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70555" y="1538490"/>
                  <a:ext cx="234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F13AEF-B755-BC54-1F7B-E1911EB55DF8}"/>
                    </a:ext>
                  </a:extLst>
                </p14:cNvPr>
                <p14:cNvContentPartPr/>
                <p14:nvPr/>
              </p14:nvContentPartPr>
              <p14:xfrm>
                <a:off x="8085555" y="1387290"/>
                <a:ext cx="242640" cy="406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F13AEF-B755-BC54-1F7B-E1911EB55DF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76555" y="1378290"/>
                  <a:ext cx="2602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245D7E-6AEA-227C-B9CF-B468D311D9BD}"/>
                    </a:ext>
                  </a:extLst>
                </p14:cNvPr>
                <p14:cNvContentPartPr/>
                <p14:nvPr/>
              </p14:nvContentPartPr>
              <p14:xfrm>
                <a:off x="8389035" y="1352730"/>
                <a:ext cx="210960" cy="388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245D7E-6AEA-227C-B9CF-B468D311D9B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80395" y="1343730"/>
                  <a:ext cx="228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0F9790-C3EB-C85E-CA4B-733B77F9DE4E}"/>
                    </a:ext>
                  </a:extLst>
                </p14:cNvPr>
                <p14:cNvContentPartPr/>
                <p14:nvPr/>
              </p14:nvContentPartPr>
              <p14:xfrm>
                <a:off x="8693595" y="1378290"/>
                <a:ext cx="279360" cy="227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0F9790-C3EB-C85E-CA4B-733B77F9DE4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84595" y="1369650"/>
                  <a:ext cx="297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A577C2-9930-215B-52A9-13601035FC0B}"/>
                    </a:ext>
                  </a:extLst>
                </p14:cNvPr>
                <p14:cNvContentPartPr/>
                <p14:nvPr/>
              </p14:nvContentPartPr>
              <p14:xfrm>
                <a:off x="8835435" y="1582050"/>
                <a:ext cx="19440" cy="327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A577C2-9930-215B-52A9-13601035FC0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26795" y="1573050"/>
                  <a:ext cx="3708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64C7BF7-059F-102B-6E9D-186F125C649C}"/>
                  </a:ext>
                </a:extLst>
              </p14:cNvPr>
              <p14:cNvContentPartPr/>
              <p14:nvPr/>
            </p14:nvContentPartPr>
            <p14:xfrm>
              <a:off x="9319275" y="1921890"/>
              <a:ext cx="25560" cy="127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64C7BF7-059F-102B-6E9D-186F125C649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310275" y="1913250"/>
                <a:ext cx="4320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17CE2056-2F9A-4FE4-39DC-C999EC72E73E}"/>
              </a:ext>
            </a:extLst>
          </p:cNvPr>
          <p:cNvGrpSpPr/>
          <p:nvPr/>
        </p:nvGrpSpPr>
        <p:grpSpPr>
          <a:xfrm>
            <a:off x="9743715" y="1210890"/>
            <a:ext cx="1245600" cy="646560"/>
            <a:chOff x="9743715" y="1210890"/>
            <a:chExt cx="124560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E1BBEBB-F637-020C-28B0-005A89BF0403}"/>
                    </a:ext>
                  </a:extLst>
                </p14:cNvPr>
                <p14:cNvContentPartPr/>
                <p14:nvPr/>
              </p14:nvContentPartPr>
              <p14:xfrm>
                <a:off x="9743715" y="1441290"/>
                <a:ext cx="353520" cy="416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E1BBEBB-F637-020C-28B0-005A89BF04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35075" y="1432290"/>
                  <a:ext cx="3711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BB62A7E-2147-28ED-C536-9A0DB698126E}"/>
                    </a:ext>
                  </a:extLst>
                </p14:cNvPr>
                <p14:cNvContentPartPr/>
                <p14:nvPr/>
              </p14:nvContentPartPr>
              <p14:xfrm>
                <a:off x="10221795" y="1476930"/>
                <a:ext cx="261000" cy="323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BB62A7E-2147-28ED-C536-9A0DB69812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12795" y="1468290"/>
                  <a:ext cx="2786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C80576-D7BF-9BD0-0ECB-A5D0894F03E6}"/>
                    </a:ext>
                  </a:extLst>
                </p14:cNvPr>
                <p14:cNvContentPartPr/>
                <p14:nvPr/>
              </p14:nvContentPartPr>
              <p14:xfrm>
                <a:off x="10522755" y="1210890"/>
                <a:ext cx="200520" cy="547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C80576-D7BF-9BD0-0ECB-A5D0894F03E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14115" y="1201890"/>
                  <a:ext cx="2181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EBD5A44-46D8-0368-C79A-0025934571A2}"/>
                    </a:ext>
                  </a:extLst>
                </p14:cNvPr>
                <p14:cNvContentPartPr/>
                <p14:nvPr/>
              </p14:nvContentPartPr>
              <p14:xfrm>
                <a:off x="10788075" y="1447050"/>
                <a:ext cx="201240" cy="339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EBD5A44-46D8-0368-C79A-0025934571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79075" y="1438050"/>
                  <a:ext cx="21888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E37FE70-5A77-4BEC-3E6A-8F5E9771620F}"/>
              </a:ext>
            </a:extLst>
          </p:cNvPr>
          <p:cNvGrpSpPr/>
          <p:nvPr/>
        </p:nvGrpSpPr>
        <p:grpSpPr>
          <a:xfrm>
            <a:off x="5781555" y="2139690"/>
            <a:ext cx="2263680" cy="1037880"/>
            <a:chOff x="5781555" y="2139690"/>
            <a:chExt cx="2263680" cy="10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208A72-D576-0D48-E884-205FE89FF916}"/>
                    </a:ext>
                  </a:extLst>
                </p14:cNvPr>
                <p14:cNvContentPartPr/>
                <p14:nvPr/>
              </p14:nvContentPartPr>
              <p14:xfrm>
                <a:off x="5781555" y="2139690"/>
                <a:ext cx="548280" cy="761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208A72-D576-0D48-E884-205FE89FF91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72915" y="2130690"/>
                  <a:ext cx="56592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3E28133-AB4C-0CC2-408C-81BE850E8B86}"/>
                    </a:ext>
                  </a:extLst>
                </p14:cNvPr>
                <p14:cNvContentPartPr/>
                <p14:nvPr/>
              </p14:nvContentPartPr>
              <p14:xfrm>
                <a:off x="6454395" y="2475570"/>
                <a:ext cx="245880" cy="33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3E28133-AB4C-0CC2-408C-81BE850E8B8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45755" y="2466930"/>
                  <a:ext cx="2635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701A2D2-2EAD-B471-2DAB-60DC8723D80E}"/>
                    </a:ext>
                  </a:extLst>
                </p14:cNvPr>
                <p14:cNvContentPartPr/>
                <p14:nvPr/>
              </p14:nvContentPartPr>
              <p14:xfrm>
                <a:off x="6737715" y="2448210"/>
                <a:ext cx="235800" cy="352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701A2D2-2EAD-B471-2DAB-60DC8723D80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29075" y="2439210"/>
                  <a:ext cx="2534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10A5F13-1DF9-AF90-F101-EAB24901046B}"/>
                    </a:ext>
                  </a:extLst>
                </p14:cNvPr>
                <p14:cNvContentPartPr/>
                <p14:nvPr/>
              </p14:nvContentPartPr>
              <p14:xfrm>
                <a:off x="6946515" y="2350650"/>
                <a:ext cx="75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10A5F13-1DF9-AF90-F101-EAB2490104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37875" y="2342010"/>
                  <a:ext cx="2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3A3890-635A-01A5-0BA5-48D9EA1ECACC}"/>
                    </a:ext>
                  </a:extLst>
                </p14:cNvPr>
                <p14:cNvContentPartPr/>
                <p14:nvPr/>
              </p14:nvContentPartPr>
              <p14:xfrm>
                <a:off x="7036875" y="2254530"/>
                <a:ext cx="43560" cy="549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3A3890-635A-01A5-0BA5-48D9EA1ECA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28235" y="2245530"/>
                  <a:ext cx="612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5FE3637-CCE0-F52C-2B15-FE63C1E02D55}"/>
                    </a:ext>
                  </a:extLst>
                </p14:cNvPr>
                <p14:cNvContentPartPr/>
                <p14:nvPr/>
              </p14:nvContentPartPr>
              <p14:xfrm>
                <a:off x="7233075" y="2482050"/>
                <a:ext cx="532080" cy="346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5FE3637-CCE0-F52C-2B15-FE63C1E02D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24075" y="2473410"/>
                  <a:ext cx="5497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6DA37E-07A0-5260-1A85-3126454EA034}"/>
                    </a:ext>
                  </a:extLst>
                </p14:cNvPr>
                <p14:cNvContentPartPr/>
                <p14:nvPr/>
              </p14:nvContentPartPr>
              <p14:xfrm>
                <a:off x="7628715" y="2518410"/>
                <a:ext cx="159840" cy="659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6DA37E-07A0-5260-1A85-3126454EA03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20075" y="2509770"/>
                  <a:ext cx="17748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EE46A7D-2980-0765-8A19-32BF1EB9168A}"/>
                    </a:ext>
                  </a:extLst>
                </p14:cNvPr>
                <p14:cNvContentPartPr/>
                <p14:nvPr/>
              </p14:nvContentPartPr>
              <p14:xfrm>
                <a:off x="7819875" y="2495730"/>
                <a:ext cx="225360" cy="347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EE46A7D-2980-0765-8A19-32BF1EB916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11235" y="2486730"/>
                  <a:ext cx="24300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DC10904-97E4-8031-F3E0-D1ACE479E8E5}"/>
              </a:ext>
            </a:extLst>
          </p:cNvPr>
          <p:cNvGrpSpPr/>
          <p:nvPr/>
        </p:nvGrpSpPr>
        <p:grpSpPr>
          <a:xfrm>
            <a:off x="8348355" y="2487090"/>
            <a:ext cx="285120" cy="272160"/>
            <a:chOff x="8348355" y="2487090"/>
            <a:chExt cx="2851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579903C-EBFE-F7C3-A5A3-958E6D39F9E0}"/>
                    </a:ext>
                  </a:extLst>
                </p14:cNvPr>
                <p14:cNvContentPartPr/>
                <p14:nvPr/>
              </p14:nvContentPartPr>
              <p14:xfrm>
                <a:off x="8348355" y="2572770"/>
                <a:ext cx="186840" cy="18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579903C-EBFE-F7C3-A5A3-958E6D39F9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39355" y="2563770"/>
                  <a:ext cx="204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E15ACEB-B8EE-D308-C659-22083E9FEBBD}"/>
                    </a:ext>
                  </a:extLst>
                </p14:cNvPr>
                <p14:cNvContentPartPr/>
                <p14:nvPr/>
              </p14:nvContentPartPr>
              <p14:xfrm>
                <a:off x="8354115" y="2487090"/>
                <a:ext cx="279360" cy="25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E15ACEB-B8EE-D308-C659-22083E9FEBB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5475" y="2478450"/>
                  <a:ext cx="29700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84CFCC7-C9A0-7229-F5AA-ED494631D8DF}"/>
                  </a:ext>
                </a:extLst>
              </p14:cNvPr>
              <p14:cNvContentPartPr/>
              <p14:nvPr/>
            </p14:nvContentPartPr>
            <p14:xfrm>
              <a:off x="11134755" y="2654850"/>
              <a:ext cx="360" cy="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84CFCC7-C9A0-7229-F5AA-ED494631D8D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125755" y="264621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D866A86-672F-9A9B-2B5C-B972A4AF4715}"/>
              </a:ext>
            </a:extLst>
          </p:cNvPr>
          <p:cNvGrpSpPr/>
          <p:nvPr/>
        </p:nvGrpSpPr>
        <p:grpSpPr>
          <a:xfrm>
            <a:off x="9364995" y="2156970"/>
            <a:ext cx="1416240" cy="724680"/>
            <a:chOff x="9364995" y="2156970"/>
            <a:chExt cx="1416240" cy="72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727359-E918-298C-3511-F19652AE19D7}"/>
                    </a:ext>
                  </a:extLst>
                </p14:cNvPr>
                <p14:cNvContentPartPr/>
                <p14:nvPr/>
              </p14:nvContentPartPr>
              <p14:xfrm>
                <a:off x="9389475" y="2263170"/>
                <a:ext cx="23760" cy="470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727359-E918-298C-3511-F19652AE19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80835" y="2254170"/>
                  <a:ext cx="414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6FC837F-64DA-9387-CC31-7A5FA228D3C5}"/>
                    </a:ext>
                  </a:extLst>
                </p14:cNvPr>
                <p14:cNvContentPartPr/>
                <p14:nvPr/>
              </p14:nvContentPartPr>
              <p14:xfrm>
                <a:off x="9364995" y="2238330"/>
                <a:ext cx="196920" cy="309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6FC837F-64DA-9387-CC31-7A5FA228D3C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55995" y="2229330"/>
                  <a:ext cx="214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E3A53E3-4B75-A3D6-E3E8-7D9A35A82D14}"/>
                    </a:ext>
                  </a:extLst>
                </p14:cNvPr>
                <p14:cNvContentPartPr/>
                <p14:nvPr/>
              </p14:nvContentPartPr>
              <p14:xfrm>
                <a:off x="9651555" y="2438490"/>
                <a:ext cx="132840" cy="243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E3A53E3-4B75-A3D6-E3E8-7D9A35A82D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42915" y="2429850"/>
                  <a:ext cx="150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386DE49-CE06-4A59-B786-7E37CFDE3824}"/>
                    </a:ext>
                  </a:extLst>
                </p14:cNvPr>
                <p14:cNvContentPartPr/>
                <p14:nvPr/>
              </p14:nvContentPartPr>
              <p14:xfrm>
                <a:off x="9847395" y="2336610"/>
                <a:ext cx="262440" cy="347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386DE49-CE06-4A59-B786-7E37CFDE382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38755" y="2327970"/>
                  <a:ext cx="2800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57138A0-4FE4-32AC-33A2-5DCA4B0B3AE2}"/>
                    </a:ext>
                  </a:extLst>
                </p14:cNvPr>
                <p14:cNvContentPartPr/>
                <p14:nvPr/>
              </p14:nvContentPartPr>
              <p14:xfrm>
                <a:off x="10108395" y="2302050"/>
                <a:ext cx="42480" cy="5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57138A0-4FE4-32AC-33A2-5DCA4B0B3AE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099395" y="2293050"/>
                  <a:ext cx="60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48D1E5C-7DDF-6224-E71A-21BAB0910FD4}"/>
                    </a:ext>
                  </a:extLst>
                </p14:cNvPr>
                <p14:cNvContentPartPr/>
                <p14:nvPr/>
              </p14:nvContentPartPr>
              <p14:xfrm>
                <a:off x="10220355" y="2156970"/>
                <a:ext cx="240840" cy="59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48D1E5C-7DDF-6224-E71A-21BAB0910F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11355" y="2147970"/>
                  <a:ext cx="25848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3978A1C-DE9D-1B93-92B4-4822B17595A5}"/>
                    </a:ext>
                  </a:extLst>
                </p14:cNvPr>
                <p14:cNvContentPartPr/>
                <p14:nvPr/>
              </p14:nvContentPartPr>
              <p14:xfrm>
                <a:off x="10486035" y="2337690"/>
                <a:ext cx="36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3978A1C-DE9D-1B93-92B4-4822B17595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77395" y="23290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85A1378-F07A-EFF6-5CEB-B9F892B77832}"/>
                    </a:ext>
                  </a:extLst>
                </p14:cNvPr>
                <p14:cNvContentPartPr/>
                <p14:nvPr/>
              </p14:nvContentPartPr>
              <p14:xfrm>
                <a:off x="10511235" y="2263530"/>
                <a:ext cx="270000" cy="618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85A1378-F07A-EFF6-5CEB-B9F892B7783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502595" y="2254530"/>
                  <a:ext cx="28764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6380D8-5637-050C-588B-869ADC8E8CDF}"/>
                    </a:ext>
                  </a:extLst>
                </p14:cNvPr>
                <p14:cNvContentPartPr/>
                <p14:nvPr/>
              </p14:nvContentPartPr>
              <p14:xfrm>
                <a:off x="10534275" y="2471970"/>
                <a:ext cx="204840" cy="9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6380D8-5637-050C-588B-869ADC8E8CD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525275" y="2463330"/>
                  <a:ext cx="2224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025EF04-7579-61CD-E478-6B00A45881A0}"/>
              </a:ext>
            </a:extLst>
          </p:cNvPr>
          <p:cNvGrpSpPr/>
          <p:nvPr/>
        </p:nvGrpSpPr>
        <p:grpSpPr>
          <a:xfrm>
            <a:off x="559395" y="3331650"/>
            <a:ext cx="555120" cy="771840"/>
            <a:chOff x="559395" y="3331650"/>
            <a:chExt cx="555120" cy="77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C0AC2A-F57E-CD03-1455-6E0A80DF8798}"/>
                    </a:ext>
                  </a:extLst>
                </p14:cNvPr>
                <p14:cNvContentPartPr/>
                <p14:nvPr/>
              </p14:nvContentPartPr>
              <p14:xfrm>
                <a:off x="559395" y="3450810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C0AC2A-F57E-CD03-1455-6E0A80DF879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0755" y="3441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9E0D162-4D19-ECB0-20D7-F974EE8374EA}"/>
                    </a:ext>
                  </a:extLst>
                </p14:cNvPr>
                <p14:cNvContentPartPr/>
                <p14:nvPr/>
              </p14:nvContentPartPr>
              <p14:xfrm>
                <a:off x="559395" y="3429210"/>
                <a:ext cx="248040" cy="334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9E0D162-4D19-ECB0-20D7-F974EE8374E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50755" y="3420210"/>
                  <a:ext cx="2656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0594CF2-37E0-9F13-EDA8-4756BCDE19DB}"/>
                    </a:ext>
                  </a:extLst>
                </p14:cNvPr>
                <p14:cNvContentPartPr/>
                <p14:nvPr/>
              </p14:nvContentPartPr>
              <p14:xfrm>
                <a:off x="842355" y="3331650"/>
                <a:ext cx="272160" cy="771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0594CF2-37E0-9F13-EDA8-4756BCDE19D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3715" y="3323010"/>
                  <a:ext cx="289800" cy="78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77B98D6-7FB5-5B43-13E6-71641B68F9E7}"/>
                  </a:ext>
                </a:extLst>
              </p14:cNvPr>
              <p14:cNvContentPartPr/>
              <p14:nvPr/>
            </p14:nvContentPartPr>
            <p14:xfrm>
              <a:off x="1444275" y="3592290"/>
              <a:ext cx="234360" cy="37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77B98D6-7FB5-5B43-13E6-71641B68F9E7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435635" y="3583650"/>
                <a:ext cx="25200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D735980-01A5-B115-7F4D-EA438A0BCF8A}"/>
                  </a:ext>
                </a:extLst>
              </p14:cNvPr>
              <p14:cNvContentPartPr/>
              <p14:nvPr/>
            </p14:nvContentPartPr>
            <p14:xfrm>
              <a:off x="1984995" y="3316890"/>
              <a:ext cx="36360" cy="3600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D735980-01A5-B115-7F4D-EA438A0BCF8A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976355" y="3307890"/>
                <a:ext cx="5400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96AFBE0-985B-CC93-E182-3F117FE250A0}"/>
              </a:ext>
            </a:extLst>
          </p:cNvPr>
          <p:cNvGrpSpPr/>
          <p:nvPr/>
        </p:nvGrpSpPr>
        <p:grpSpPr>
          <a:xfrm>
            <a:off x="2546955" y="3670410"/>
            <a:ext cx="554040" cy="370800"/>
            <a:chOff x="2546955" y="3670410"/>
            <a:chExt cx="55404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910D61F-5198-E411-C257-52E45E44FF1F}"/>
                    </a:ext>
                  </a:extLst>
                </p14:cNvPr>
                <p14:cNvContentPartPr/>
                <p14:nvPr/>
              </p14:nvContentPartPr>
              <p14:xfrm>
                <a:off x="2546955" y="3848250"/>
                <a:ext cx="554040" cy="46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910D61F-5198-E411-C257-52E45E44FF1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538315" y="3839250"/>
                  <a:ext cx="57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72A855-8A40-B15C-D416-C7009A1D20C4}"/>
                    </a:ext>
                  </a:extLst>
                </p14:cNvPr>
                <p14:cNvContentPartPr/>
                <p14:nvPr/>
              </p14:nvContentPartPr>
              <p14:xfrm>
                <a:off x="2964555" y="3670410"/>
                <a:ext cx="91800" cy="370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72A855-8A40-B15C-D416-C7009A1D20C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55555" y="3661770"/>
                  <a:ext cx="10944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B65B168-E5B5-6F83-D44F-8B5A8AD50AAA}"/>
              </a:ext>
            </a:extLst>
          </p:cNvPr>
          <p:cNvGrpSpPr/>
          <p:nvPr/>
        </p:nvGrpSpPr>
        <p:grpSpPr>
          <a:xfrm>
            <a:off x="3948795" y="3551610"/>
            <a:ext cx="1405080" cy="779760"/>
            <a:chOff x="3948795" y="3551610"/>
            <a:chExt cx="1405080" cy="77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78F4AEE-B688-0551-59F0-2CC08D1911ED}"/>
                    </a:ext>
                  </a:extLst>
                </p14:cNvPr>
                <p14:cNvContentPartPr/>
                <p14:nvPr/>
              </p14:nvContentPartPr>
              <p14:xfrm>
                <a:off x="3948795" y="3551610"/>
                <a:ext cx="316800" cy="405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78F4AEE-B688-0551-59F0-2CC08D1911E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939795" y="3542610"/>
                  <a:ext cx="3344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E772AB-28F2-7EF3-D1DF-72B415308E6E}"/>
                    </a:ext>
                  </a:extLst>
                </p14:cNvPr>
                <p14:cNvContentPartPr/>
                <p14:nvPr/>
              </p14:nvContentPartPr>
              <p14:xfrm>
                <a:off x="4286475" y="3595890"/>
                <a:ext cx="303840" cy="341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EE772AB-28F2-7EF3-D1DF-72B415308E6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277835" y="3586890"/>
                  <a:ext cx="3214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310903D-E130-6A60-7BF1-530A3329457C}"/>
                    </a:ext>
                  </a:extLst>
                </p14:cNvPr>
                <p14:cNvContentPartPr/>
                <p14:nvPr/>
              </p14:nvContentPartPr>
              <p14:xfrm>
                <a:off x="4602915" y="3623970"/>
                <a:ext cx="155520" cy="27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310903D-E130-6A60-7BF1-530A3329457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594275" y="3615330"/>
                  <a:ext cx="173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1E9FEE3-53B2-731D-1A3B-3E1B8B47D1C4}"/>
                    </a:ext>
                  </a:extLst>
                </p14:cNvPr>
                <p14:cNvContentPartPr/>
                <p14:nvPr/>
              </p14:nvContentPartPr>
              <p14:xfrm>
                <a:off x="4838715" y="3598050"/>
                <a:ext cx="177840" cy="262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1E9FEE3-53B2-731D-1A3B-3E1B8B47D1C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830075" y="3589050"/>
                  <a:ext cx="195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419AFB5-27C4-78B4-5F81-1279C56BE9DF}"/>
                    </a:ext>
                  </a:extLst>
                </p14:cNvPr>
                <p14:cNvContentPartPr/>
                <p14:nvPr/>
              </p14:nvContentPartPr>
              <p14:xfrm>
                <a:off x="5005395" y="3580050"/>
                <a:ext cx="348480" cy="751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419AFB5-27C4-78B4-5F81-1279C56BE9D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996755" y="3571050"/>
                  <a:ext cx="366120" cy="76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73F21B0-1161-A313-F141-831B5885D0CD}"/>
              </a:ext>
            </a:extLst>
          </p:cNvPr>
          <p:cNvGrpSpPr/>
          <p:nvPr/>
        </p:nvGrpSpPr>
        <p:grpSpPr>
          <a:xfrm>
            <a:off x="5721795" y="3444330"/>
            <a:ext cx="312120" cy="390240"/>
            <a:chOff x="5721795" y="3444330"/>
            <a:chExt cx="31212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B68353C-C954-B16E-78DC-AC3CD09B370F}"/>
                    </a:ext>
                  </a:extLst>
                </p14:cNvPr>
                <p14:cNvContentPartPr/>
                <p14:nvPr/>
              </p14:nvContentPartPr>
              <p14:xfrm>
                <a:off x="5721795" y="3596970"/>
                <a:ext cx="312120" cy="4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B68353C-C954-B16E-78DC-AC3CD09B370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713155" y="3587970"/>
                  <a:ext cx="329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867356E-C4B5-9B8C-5DD2-1E770AE74D0C}"/>
                    </a:ext>
                  </a:extLst>
                </p14:cNvPr>
                <p14:cNvContentPartPr/>
                <p14:nvPr/>
              </p14:nvContentPartPr>
              <p14:xfrm>
                <a:off x="5854275" y="3444330"/>
                <a:ext cx="11160" cy="390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867356E-C4B5-9B8C-5DD2-1E770AE74D0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845275" y="3435330"/>
                  <a:ext cx="28800" cy="4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0810BFC-7BF6-4BB5-4D47-5CB76A5F097C}"/>
              </a:ext>
            </a:extLst>
          </p:cNvPr>
          <p:cNvGrpSpPr/>
          <p:nvPr/>
        </p:nvGrpSpPr>
        <p:grpSpPr>
          <a:xfrm>
            <a:off x="6489315" y="3253170"/>
            <a:ext cx="632160" cy="812520"/>
            <a:chOff x="6489315" y="3253170"/>
            <a:chExt cx="632160" cy="81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1CE5E52-470B-0F84-3A88-A3FB00E00451}"/>
                    </a:ext>
                  </a:extLst>
                </p14:cNvPr>
                <p14:cNvContentPartPr/>
                <p14:nvPr/>
              </p14:nvContentPartPr>
              <p14:xfrm>
                <a:off x="6695235" y="3568890"/>
                <a:ext cx="7560" cy="17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1CE5E52-470B-0F84-3A88-A3FB00E0045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686235" y="3559890"/>
                  <a:ext cx="25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A3AFB6-36DA-0360-3EDA-9A3F58D9CA5C}"/>
                    </a:ext>
                  </a:extLst>
                </p14:cNvPr>
                <p14:cNvContentPartPr/>
                <p14:nvPr/>
              </p14:nvContentPartPr>
              <p14:xfrm>
                <a:off x="6489315" y="3253170"/>
                <a:ext cx="247320" cy="494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A3AFB6-36DA-0360-3EDA-9A3F58D9CA5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80315" y="3244530"/>
                  <a:ext cx="2649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B359BA3-3DE6-3B18-4697-7FE427CC1898}"/>
                    </a:ext>
                  </a:extLst>
                </p14:cNvPr>
                <p14:cNvContentPartPr/>
                <p14:nvPr/>
              </p14:nvContentPartPr>
              <p14:xfrm>
                <a:off x="6864075" y="3467010"/>
                <a:ext cx="257400" cy="598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B359BA3-3DE6-3B18-4697-7FE427CC189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855075" y="3458010"/>
                  <a:ext cx="275040" cy="61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C546CF-607D-BC43-498A-67B5E3FC512E}"/>
              </a:ext>
            </a:extLst>
          </p:cNvPr>
          <p:cNvGrpSpPr/>
          <p:nvPr/>
        </p:nvGrpSpPr>
        <p:grpSpPr>
          <a:xfrm>
            <a:off x="7600995" y="3175770"/>
            <a:ext cx="1087920" cy="652680"/>
            <a:chOff x="7600995" y="3175770"/>
            <a:chExt cx="108792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5D9C12-88E1-3927-CDCB-1E32A9FAF0D7}"/>
                    </a:ext>
                  </a:extLst>
                </p14:cNvPr>
                <p14:cNvContentPartPr/>
                <p14:nvPr/>
              </p14:nvContentPartPr>
              <p14:xfrm>
                <a:off x="7627635" y="3328770"/>
                <a:ext cx="64080" cy="46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5D9C12-88E1-3927-CDCB-1E32A9FAF0D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618635" y="3320130"/>
                  <a:ext cx="817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3A6572-071C-3EBF-AA2A-6A0513E14D64}"/>
                    </a:ext>
                  </a:extLst>
                </p14:cNvPr>
                <p14:cNvContentPartPr/>
                <p14:nvPr/>
              </p14:nvContentPartPr>
              <p14:xfrm>
                <a:off x="7600995" y="3550530"/>
                <a:ext cx="309600" cy="31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3A6572-071C-3EBF-AA2A-6A0513E14D6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592355" y="3541530"/>
                  <a:ext cx="327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8B1E55-AA0D-9910-7623-6230F3DF61A2}"/>
                    </a:ext>
                  </a:extLst>
                </p14:cNvPr>
                <p14:cNvContentPartPr/>
                <p14:nvPr/>
              </p14:nvContentPartPr>
              <p14:xfrm>
                <a:off x="7858395" y="3321930"/>
                <a:ext cx="40320" cy="506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68B1E55-AA0D-9910-7623-6230F3DF61A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49395" y="3313290"/>
                  <a:ext cx="57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F49FCE1-92A6-A66B-7963-8A2EF59F0222}"/>
                    </a:ext>
                  </a:extLst>
                </p14:cNvPr>
                <p14:cNvContentPartPr/>
                <p14:nvPr/>
              </p14:nvContentPartPr>
              <p14:xfrm>
                <a:off x="7968915" y="3429210"/>
                <a:ext cx="235440" cy="309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F49FCE1-92A6-A66B-7963-8A2EF59F022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959915" y="3420210"/>
                  <a:ext cx="253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075B904-B6B9-62DE-C4ED-0E58B210F8C8}"/>
                    </a:ext>
                  </a:extLst>
                </p14:cNvPr>
                <p14:cNvContentPartPr/>
                <p14:nvPr/>
              </p14:nvContentPartPr>
              <p14:xfrm>
                <a:off x="8219475" y="3417330"/>
                <a:ext cx="292680" cy="349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075B904-B6B9-62DE-C4ED-0E58B210F8C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10835" y="3408330"/>
                  <a:ext cx="3103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6E90A4D-2AA5-EFF9-9260-574F16067CD8}"/>
                    </a:ext>
                  </a:extLst>
                </p14:cNvPr>
                <p14:cNvContentPartPr/>
                <p14:nvPr/>
              </p14:nvContentPartPr>
              <p14:xfrm>
                <a:off x="8462475" y="3175770"/>
                <a:ext cx="226440" cy="628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6E90A4D-2AA5-EFF9-9260-574F16067CD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53835" y="3167130"/>
                  <a:ext cx="244080" cy="64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7EFC397-8B0E-9D2C-837A-AAE82977605F}"/>
              </a:ext>
            </a:extLst>
          </p:cNvPr>
          <p:cNvGrpSpPr/>
          <p:nvPr/>
        </p:nvGrpSpPr>
        <p:grpSpPr>
          <a:xfrm>
            <a:off x="9151875" y="3090090"/>
            <a:ext cx="1311480" cy="590760"/>
            <a:chOff x="9151875" y="3090090"/>
            <a:chExt cx="131148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D8AFC19-B6E1-D23F-AE1D-689D50349D79}"/>
                    </a:ext>
                  </a:extLst>
                </p14:cNvPr>
                <p14:cNvContentPartPr/>
                <p14:nvPr/>
              </p14:nvContentPartPr>
              <p14:xfrm>
                <a:off x="9151875" y="3242730"/>
                <a:ext cx="209880" cy="381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D8AFC19-B6E1-D23F-AE1D-689D50349D7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142875" y="3234090"/>
                  <a:ext cx="2275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247FC11-C72E-B02D-E0A4-D0B227E0A41B}"/>
                    </a:ext>
                  </a:extLst>
                </p14:cNvPr>
                <p14:cNvContentPartPr/>
                <p14:nvPr/>
              </p14:nvContentPartPr>
              <p14:xfrm>
                <a:off x="9287955" y="3200250"/>
                <a:ext cx="201240" cy="480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247FC11-C72E-B02D-E0A4-D0B227E0A41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278955" y="3191250"/>
                  <a:ext cx="2188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8F4A16D-3790-97E8-DB79-61701E91E894}"/>
                    </a:ext>
                  </a:extLst>
                </p14:cNvPr>
                <p14:cNvContentPartPr/>
                <p14:nvPr/>
              </p14:nvContentPartPr>
              <p14:xfrm>
                <a:off x="9586395" y="3145530"/>
                <a:ext cx="106200" cy="513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8F4A16D-3790-97E8-DB79-61701E91E89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577395" y="3136530"/>
                  <a:ext cx="1238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BDE0F6F-0E4B-D9CF-F0EA-C0C46745963A}"/>
                    </a:ext>
                  </a:extLst>
                </p14:cNvPr>
                <p14:cNvContentPartPr/>
                <p14:nvPr/>
              </p14:nvContentPartPr>
              <p14:xfrm>
                <a:off x="9651195" y="3396810"/>
                <a:ext cx="176040" cy="227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BDE0F6F-0E4B-D9CF-F0EA-C0C46745963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642555" y="3387810"/>
                  <a:ext cx="193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A9D9DE-ECB9-586F-8FBC-384F5F9A8992}"/>
                    </a:ext>
                  </a:extLst>
                </p14:cNvPr>
                <p14:cNvContentPartPr/>
                <p14:nvPr/>
              </p14:nvContentPartPr>
              <p14:xfrm>
                <a:off x="9830475" y="3090090"/>
                <a:ext cx="221760" cy="552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A9D9DE-ECB9-586F-8FBC-384F5F9A899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821475" y="3081450"/>
                  <a:ext cx="2394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C8A829-B6C2-92B0-56C5-4B874B3A3117}"/>
                    </a:ext>
                  </a:extLst>
                </p14:cNvPr>
                <p14:cNvContentPartPr/>
                <p14:nvPr/>
              </p14:nvContentPartPr>
              <p14:xfrm>
                <a:off x="10129995" y="3206010"/>
                <a:ext cx="46080" cy="439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C8A829-B6C2-92B0-56C5-4B874B3A311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121355" y="3197370"/>
                  <a:ext cx="637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09A22F4-C228-AE84-084A-86651D82EF90}"/>
                    </a:ext>
                  </a:extLst>
                </p14:cNvPr>
                <p14:cNvContentPartPr/>
                <p14:nvPr/>
              </p14:nvContentPartPr>
              <p14:xfrm>
                <a:off x="10282635" y="3384570"/>
                <a:ext cx="180720" cy="262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09A22F4-C228-AE84-084A-86651D82EF9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273995" y="3375930"/>
                  <a:ext cx="19836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0D5DA28-1152-51E7-176F-0C35093CE2E7}"/>
                  </a:ext>
                </a:extLst>
              </p14:cNvPr>
              <p14:cNvContentPartPr/>
              <p14:nvPr/>
            </p14:nvContentPartPr>
            <p14:xfrm>
              <a:off x="10816875" y="3518850"/>
              <a:ext cx="360" cy="3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0D5DA28-1152-51E7-176F-0C35093CE2E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808235" y="351021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CBDF7C1-2BF0-C7E0-AFD8-CAACF935C563}"/>
              </a:ext>
            </a:extLst>
          </p:cNvPr>
          <p:cNvGrpSpPr/>
          <p:nvPr/>
        </p:nvGrpSpPr>
        <p:grpSpPr>
          <a:xfrm>
            <a:off x="1534995" y="4483650"/>
            <a:ext cx="795600" cy="777960"/>
            <a:chOff x="1534995" y="4483650"/>
            <a:chExt cx="795600" cy="7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696A8FA-A817-79A8-9A7B-C46717DB6A90}"/>
                    </a:ext>
                  </a:extLst>
                </p14:cNvPr>
                <p14:cNvContentPartPr/>
                <p14:nvPr/>
              </p14:nvContentPartPr>
              <p14:xfrm>
                <a:off x="1534995" y="4719090"/>
                <a:ext cx="343800" cy="542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696A8FA-A817-79A8-9A7B-C46717DB6A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25995" y="4710090"/>
                  <a:ext cx="36144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6A0DD1-AB72-1AEC-255B-369461DC2480}"/>
                    </a:ext>
                  </a:extLst>
                </p14:cNvPr>
                <p14:cNvContentPartPr/>
                <p14:nvPr/>
              </p14:nvContentPartPr>
              <p14:xfrm>
                <a:off x="2029995" y="4483650"/>
                <a:ext cx="300600" cy="330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6A0DD1-AB72-1AEC-255B-369461DC248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21355" y="4475010"/>
                  <a:ext cx="31824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0AC5634-F4F9-82C4-724E-E0C40FC72355}"/>
              </a:ext>
            </a:extLst>
          </p:cNvPr>
          <p:cNvGrpSpPr/>
          <p:nvPr/>
        </p:nvGrpSpPr>
        <p:grpSpPr>
          <a:xfrm>
            <a:off x="2611035" y="4899450"/>
            <a:ext cx="457200" cy="273240"/>
            <a:chOff x="2611035" y="4899450"/>
            <a:chExt cx="45720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8BCF20-24F6-EE33-F2CF-95EC778441F3}"/>
                    </a:ext>
                  </a:extLst>
                </p14:cNvPr>
                <p14:cNvContentPartPr/>
                <p14:nvPr/>
              </p14:nvContentPartPr>
              <p14:xfrm>
                <a:off x="2611035" y="4966770"/>
                <a:ext cx="457200" cy="80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8BCF20-24F6-EE33-F2CF-95EC778441F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02395" y="4958130"/>
                  <a:ext cx="474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33514A7-2850-1B02-98FE-FE3EC95D671E}"/>
                    </a:ext>
                  </a:extLst>
                </p14:cNvPr>
                <p14:cNvContentPartPr/>
                <p14:nvPr/>
              </p14:nvContentPartPr>
              <p14:xfrm>
                <a:off x="2963115" y="4899450"/>
                <a:ext cx="53280" cy="273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33514A7-2850-1B02-98FE-FE3EC95D671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54475" y="4890810"/>
                  <a:ext cx="709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CFF7F5A-B112-88C8-9CCE-7A4491CD768B}"/>
              </a:ext>
            </a:extLst>
          </p:cNvPr>
          <p:cNvGrpSpPr/>
          <p:nvPr/>
        </p:nvGrpSpPr>
        <p:grpSpPr>
          <a:xfrm>
            <a:off x="4079835" y="4798650"/>
            <a:ext cx="1330920" cy="741240"/>
            <a:chOff x="4079835" y="4798650"/>
            <a:chExt cx="133092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86DE3E-AC39-1D2A-B399-3AAB95302EC6}"/>
                    </a:ext>
                  </a:extLst>
                </p14:cNvPr>
                <p14:cNvContentPartPr/>
                <p14:nvPr/>
              </p14:nvContentPartPr>
              <p14:xfrm>
                <a:off x="4079835" y="4811610"/>
                <a:ext cx="250560" cy="353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86DE3E-AC39-1D2A-B399-3AAB95302E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71195" y="4802610"/>
                  <a:ext cx="268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0D73173-165A-C887-E5AB-F4E98FBE1C26}"/>
                    </a:ext>
                  </a:extLst>
                </p14:cNvPr>
                <p14:cNvContentPartPr/>
                <p14:nvPr/>
              </p14:nvContentPartPr>
              <p14:xfrm>
                <a:off x="4356315" y="4831410"/>
                <a:ext cx="311040" cy="343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0D73173-165A-C887-E5AB-F4E98FBE1C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7315" y="4822410"/>
                  <a:ext cx="3286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059FCB5-4B67-27E6-06A1-13CC54DAAED8}"/>
                    </a:ext>
                  </a:extLst>
                </p14:cNvPr>
                <p14:cNvContentPartPr/>
                <p14:nvPr/>
              </p14:nvContentPartPr>
              <p14:xfrm>
                <a:off x="4709115" y="4819170"/>
                <a:ext cx="122040" cy="338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059FCB5-4B67-27E6-06A1-13CC54DAAE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00115" y="4810170"/>
                  <a:ext cx="139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8979B7-9774-44F7-F177-C28DFE1D1E4D}"/>
                    </a:ext>
                  </a:extLst>
                </p14:cNvPr>
                <p14:cNvContentPartPr/>
                <p14:nvPr/>
              </p14:nvContentPartPr>
              <p14:xfrm>
                <a:off x="4918275" y="4799730"/>
                <a:ext cx="229680" cy="352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8979B7-9774-44F7-F177-C28DFE1D1E4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909635" y="4791090"/>
                  <a:ext cx="2473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B0E70DB-E56D-1969-5997-74D860B57CA3}"/>
                    </a:ext>
                  </a:extLst>
                </p14:cNvPr>
                <p14:cNvContentPartPr/>
                <p14:nvPr/>
              </p14:nvContentPartPr>
              <p14:xfrm>
                <a:off x="5177115" y="4798650"/>
                <a:ext cx="233640" cy="741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B0E70DB-E56D-1969-5997-74D860B57CA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68475" y="4790010"/>
                  <a:ext cx="251280" cy="75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D4CBDB4-F32E-D8B8-BCDE-C71EC0EDC536}"/>
              </a:ext>
            </a:extLst>
          </p:cNvPr>
          <p:cNvGrpSpPr/>
          <p:nvPr/>
        </p:nvGrpSpPr>
        <p:grpSpPr>
          <a:xfrm>
            <a:off x="6172875" y="4395090"/>
            <a:ext cx="2156400" cy="671040"/>
            <a:chOff x="6172875" y="4395090"/>
            <a:chExt cx="215640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CA7BF5-0E2A-B53D-2B3C-33C5FF96ABD6}"/>
                    </a:ext>
                  </a:extLst>
                </p14:cNvPr>
                <p14:cNvContentPartPr/>
                <p14:nvPr/>
              </p14:nvContentPartPr>
              <p14:xfrm>
                <a:off x="6172875" y="4483650"/>
                <a:ext cx="338040" cy="582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CA7BF5-0E2A-B53D-2B3C-33C5FF96AB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63875" y="4475010"/>
                  <a:ext cx="3556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6828DF4-1DFC-6D56-CE16-40E035EE2F20}"/>
                    </a:ext>
                  </a:extLst>
                </p14:cNvPr>
                <p14:cNvContentPartPr/>
                <p14:nvPr/>
              </p14:nvContentPartPr>
              <p14:xfrm>
                <a:off x="6639795" y="4687410"/>
                <a:ext cx="36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6828DF4-1DFC-6D56-CE16-40E035EE2F2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31155" y="46784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8B2C08C-2A79-26BD-ADBB-68D893C2E9CA}"/>
                    </a:ext>
                  </a:extLst>
                </p14:cNvPr>
                <p14:cNvContentPartPr/>
                <p14:nvPr/>
              </p14:nvContentPartPr>
              <p14:xfrm>
                <a:off x="6607755" y="4738170"/>
                <a:ext cx="276480" cy="253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8B2C08C-2A79-26BD-ADBB-68D893C2E9C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599115" y="4729170"/>
                  <a:ext cx="294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043DFA8-AD79-565E-0CEC-DB9A00F4F497}"/>
                    </a:ext>
                  </a:extLst>
                </p14:cNvPr>
                <p14:cNvContentPartPr/>
                <p14:nvPr/>
              </p14:nvContentPartPr>
              <p14:xfrm>
                <a:off x="6997275" y="4395090"/>
                <a:ext cx="217080" cy="605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043DFA8-AD79-565E-0CEC-DB9A00F4F49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88275" y="4386090"/>
                  <a:ext cx="2347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9D39A8D-C44C-74EF-8AA3-7D26FDA02EFF}"/>
                    </a:ext>
                  </a:extLst>
                </p14:cNvPr>
                <p14:cNvContentPartPr/>
                <p14:nvPr/>
              </p14:nvContentPartPr>
              <p14:xfrm>
                <a:off x="7225515" y="4637370"/>
                <a:ext cx="369000" cy="366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9D39A8D-C44C-74EF-8AA3-7D26FDA02EF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216515" y="4628370"/>
                  <a:ext cx="3866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4C4DB32-04F4-C6D3-A16F-F517EAEEEC41}"/>
                    </a:ext>
                  </a:extLst>
                </p14:cNvPr>
                <p14:cNvContentPartPr/>
                <p14:nvPr/>
              </p14:nvContentPartPr>
              <p14:xfrm>
                <a:off x="7617915" y="4531170"/>
                <a:ext cx="360" cy="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4C4DB32-04F4-C6D3-A16F-F517EAEEEC4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609275" y="45225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CA296C6-ADC3-55E1-A146-F8DC67415A12}"/>
                    </a:ext>
                  </a:extLst>
                </p14:cNvPr>
                <p14:cNvContentPartPr/>
                <p14:nvPr/>
              </p14:nvContentPartPr>
              <p14:xfrm>
                <a:off x="7617915" y="4454490"/>
                <a:ext cx="271080" cy="489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CA296C6-ADC3-55E1-A146-F8DC67415A1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09275" y="4445490"/>
                  <a:ext cx="2887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ED4DC1-E433-DC8B-6CA9-3FCE52C4C834}"/>
                    </a:ext>
                  </a:extLst>
                </p14:cNvPr>
                <p14:cNvContentPartPr/>
                <p14:nvPr/>
              </p14:nvContentPartPr>
              <p14:xfrm>
                <a:off x="7877115" y="4651410"/>
                <a:ext cx="170640" cy="295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ED4DC1-E433-DC8B-6CA9-3FCE52C4C83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68475" y="4642770"/>
                  <a:ext cx="1882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1F49A-DE4D-8691-3783-B4E0870AA594}"/>
                    </a:ext>
                  </a:extLst>
                </p14:cNvPr>
                <p14:cNvContentPartPr/>
                <p14:nvPr/>
              </p14:nvContentPartPr>
              <p14:xfrm>
                <a:off x="8116155" y="4657890"/>
                <a:ext cx="99720" cy="397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1F49A-DE4D-8691-3783-B4E0870AA59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07515" y="4649250"/>
                  <a:ext cx="1173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160727-05C6-C77A-B9E3-C736AE77B76D}"/>
                    </a:ext>
                  </a:extLst>
                </p14:cNvPr>
                <p14:cNvContentPartPr/>
                <p14:nvPr/>
              </p14:nvContentPartPr>
              <p14:xfrm>
                <a:off x="8119755" y="4740330"/>
                <a:ext cx="209520" cy="297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160727-05C6-C77A-B9E3-C736AE77B76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110755" y="4731330"/>
                  <a:ext cx="22716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7DE36BE6-CEED-C121-3C00-C8C461B47F6D}"/>
                  </a:ext>
                </a:extLst>
              </p14:cNvPr>
              <p14:cNvContentPartPr/>
              <p14:nvPr/>
            </p14:nvContentPartPr>
            <p14:xfrm>
              <a:off x="8688555" y="4897290"/>
              <a:ext cx="360" cy="3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7DE36BE6-CEED-C121-3C00-C8C461B47F6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679915" y="488865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02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A11028-B958-BA81-9493-3283DA30985A}"/>
                  </a:ext>
                </a:extLst>
              </p14:cNvPr>
              <p14:cNvContentPartPr/>
              <p14:nvPr/>
            </p14:nvContentPartPr>
            <p14:xfrm>
              <a:off x="428355" y="452010"/>
              <a:ext cx="303480" cy="53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A11028-B958-BA81-9493-3283DA3098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715" y="443010"/>
                <a:ext cx="32112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ED6558-643C-AE69-BBC9-DA371A4A1C24}"/>
                  </a:ext>
                </a:extLst>
              </p14:cNvPr>
              <p14:cNvContentPartPr/>
              <p14:nvPr/>
            </p14:nvContentPartPr>
            <p14:xfrm>
              <a:off x="1007235" y="641010"/>
              <a:ext cx="5040" cy="1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ED6558-643C-AE69-BBC9-DA371A4A1C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8235" y="632370"/>
                <a:ext cx="226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55625F-7D4D-AEFD-56FC-0B0CD8C13873}"/>
                  </a:ext>
                </a:extLst>
              </p14:cNvPr>
              <p14:cNvContentPartPr/>
              <p14:nvPr/>
            </p14:nvContentPartPr>
            <p14:xfrm>
              <a:off x="967275" y="884730"/>
              <a:ext cx="1440" cy="2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55625F-7D4D-AEFD-56FC-0B0CD8C138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8635" y="875730"/>
                <a:ext cx="190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3DE4DB8-EFE9-8024-B3EB-7CADDAA223AD}"/>
              </a:ext>
            </a:extLst>
          </p:cNvPr>
          <p:cNvGrpSpPr/>
          <p:nvPr/>
        </p:nvGrpSpPr>
        <p:grpSpPr>
          <a:xfrm>
            <a:off x="2329155" y="471090"/>
            <a:ext cx="833760" cy="595440"/>
            <a:chOff x="2329155" y="471090"/>
            <a:chExt cx="833760" cy="5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30C619-69CD-13DE-0E40-BCBB1E03502B}"/>
                    </a:ext>
                  </a:extLst>
                </p14:cNvPr>
                <p14:cNvContentPartPr/>
                <p14:nvPr/>
              </p14:nvContentPartPr>
              <p14:xfrm>
                <a:off x="2329155" y="471090"/>
                <a:ext cx="99360" cy="595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30C619-69CD-13DE-0E40-BCBB1E0350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0515" y="462450"/>
                  <a:ext cx="11700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DC3DD3-59B1-3283-4759-A47B3A50C751}"/>
                    </a:ext>
                  </a:extLst>
                </p14:cNvPr>
                <p14:cNvContentPartPr/>
                <p14:nvPr/>
              </p14:nvContentPartPr>
              <p14:xfrm>
                <a:off x="2586555" y="530130"/>
                <a:ext cx="287280" cy="515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DC3DD3-59B1-3283-4759-A47B3A50C7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77915" y="521490"/>
                  <a:ext cx="3049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D010CD-60F2-702D-2F84-1EF12A88E557}"/>
                    </a:ext>
                  </a:extLst>
                </p14:cNvPr>
                <p14:cNvContentPartPr/>
                <p14:nvPr/>
              </p14:nvContentPartPr>
              <p14:xfrm>
                <a:off x="2963115" y="579450"/>
                <a:ext cx="199800" cy="438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D010CD-60F2-702D-2F84-1EF12A88E5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4475" y="570450"/>
                  <a:ext cx="217440" cy="45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6066C2-7299-E815-A789-EBFE1E70023B}"/>
                  </a:ext>
                </a:extLst>
              </p14:cNvPr>
              <p14:cNvContentPartPr/>
              <p14:nvPr/>
            </p14:nvContentPartPr>
            <p14:xfrm>
              <a:off x="3455235" y="607170"/>
              <a:ext cx="56880" cy="517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6066C2-7299-E815-A789-EBFE1E7002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46595" y="598530"/>
                <a:ext cx="74520" cy="53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66257C7-1DC5-2EB8-70A3-6042C9B35A50}"/>
              </a:ext>
            </a:extLst>
          </p:cNvPr>
          <p:cNvGrpSpPr/>
          <p:nvPr/>
        </p:nvGrpSpPr>
        <p:grpSpPr>
          <a:xfrm>
            <a:off x="2096955" y="1346970"/>
            <a:ext cx="2358360" cy="885960"/>
            <a:chOff x="2096955" y="1346970"/>
            <a:chExt cx="235836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0666430-8079-873D-8C99-991E0CD231FF}"/>
                    </a:ext>
                  </a:extLst>
                </p14:cNvPr>
                <p14:cNvContentPartPr/>
                <p14:nvPr/>
              </p14:nvContentPartPr>
              <p14:xfrm>
                <a:off x="2418435" y="1346970"/>
                <a:ext cx="56160" cy="57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0666430-8079-873D-8C99-991E0CD231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9435" y="1338330"/>
                  <a:ext cx="738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B7EE1E-F604-3482-1D56-5A44F6654CA9}"/>
                    </a:ext>
                  </a:extLst>
                </p14:cNvPr>
                <p14:cNvContentPartPr/>
                <p14:nvPr/>
              </p14:nvContentPartPr>
              <p14:xfrm>
                <a:off x="2722635" y="1364970"/>
                <a:ext cx="252000" cy="48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B7EE1E-F604-3482-1D56-5A44F6654C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13995" y="1355970"/>
                  <a:ext cx="26964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541309-8CF8-337A-CB6D-132EE5BAFFCA}"/>
                    </a:ext>
                  </a:extLst>
                </p14:cNvPr>
                <p14:cNvContentPartPr/>
                <p14:nvPr/>
              </p14:nvContentPartPr>
              <p14:xfrm>
                <a:off x="3182355" y="1372530"/>
                <a:ext cx="39240" cy="461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541309-8CF8-337A-CB6D-132EE5BAFF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73355" y="1363890"/>
                  <a:ext cx="56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26E60E-C249-F71A-305D-18188B09747C}"/>
                    </a:ext>
                  </a:extLst>
                </p14:cNvPr>
                <p14:cNvContentPartPr/>
                <p14:nvPr/>
              </p14:nvContentPartPr>
              <p14:xfrm>
                <a:off x="3498795" y="1368570"/>
                <a:ext cx="11160" cy="48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26E60E-C249-F71A-305D-18188B0974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89795" y="1359930"/>
                  <a:ext cx="288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37A77B-68DE-0964-B4C1-4462C03B46B6}"/>
                    </a:ext>
                  </a:extLst>
                </p14:cNvPr>
                <p14:cNvContentPartPr/>
                <p14:nvPr/>
              </p14:nvContentPartPr>
              <p14:xfrm>
                <a:off x="2096955" y="2132490"/>
                <a:ext cx="1839960" cy="100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37A77B-68DE-0964-B4C1-4462C03B46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88315" y="2123490"/>
                  <a:ext cx="1857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1FDFBD-6E22-0187-5C0F-AA7CB2BF1162}"/>
                    </a:ext>
                  </a:extLst>
                </p14:cNvPr>
                <p14:cNvContentPartPr/>
                <p14:nvPr/>
              </p14:nvContentPartPr>
              <p14:xfrm>
                <a:off x="4115835" y="2028090"/>
                <a:ext cx="339480" cy="17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1FDFBD-6E22-0187-5C0F-AA7CB2BF11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06835" y="2019090"/>
                  <a:ext cx="3571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42D57B-338E-5A12-78A8-43584D56D77E}"/>
              </a:ext>
            </a:extLst>
          </p:cNvPr>
          <p:cNvGrpSpPr/>
          <p:nvPr/>
        </p:nvGrpSpPr>
        <p:grpSpPr>
          <a:xfrm>
            <a:off x="467235" y="2535330"/>
            <a:ext cx="657000" cy="1019520"/>
            <a:chOff x="467235" y="2535330"/>
            <a:chExt cx="657000" cy="10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AB3979-5860-6241-54DB-3D50D0B01A6F}"/>
                    </a:ext>
                  </a:extLst>
                </p14:cNvPr>
                <p14:cNvContentPartPr/>
                <p14:nvPr/>
              </p14:nvContentPartPr>
              <p14:xfrm>
                <a:off x="467235" y="2936730"/>
                <a:ext cx="340560" cy="618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AB3979-5860-6241-54DB-3D50D0B01A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8235" y="2927730"/>
                  <a:ext cx="35820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31B23F-AD2C-2CF6-83D7-FBE858D1F9B1}"/>
                    </a:ext>
                  </a:extLst>
                </p14:cNvPr>
                <p14:cNvContentPartPr/>
                <p14:nvPr/>
              </p14:nvContentPartPr>
              <p14:xfrm>
                <a:off x="1036035" y="2535330"/>
                <a:ext cx="88200" cy="411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31B23F-AD2C-2CF6-83D7-FBE858D1F9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7035" y="2526690"/>
                  <a:ext cx="10584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D8D421-1749-2AB8-1CA5-8ABBCD85CCE9}"/>
              </a:ext>
            </a:extLst>
          </p:cNvPr>
          <p:cNvGrpSpPr/>
          <p:nvPr/>
        </p:nvGrpSpPr>
        <p:grpSpPr>
          <a:xfrm>
            <a:off x="1650555" y="2943930"/>
            <a:ext cx="955800" cy="334800"/>
            <a:chOff x="1650555" y="2943930"/>
            <a:chExt cx="95580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C8AB8F-460E-17A7-E182-657A9D081C5E}"/>
                    </a:ext>
                  </a:extLst>
                </p14:cNvPr>
                <p14:cNvContentPartPr/>
                <p14:nvPr/>
              </p14:nvContentPartPr>
              <p14:xfrm>
                <a:off x="1650555" y="3020970"/>
                <a:ext cx="860040" cy="108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C8AB8F-460E-17A7-E182-657A9D081C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41915" y="3011970"/>
                  <a:ext cx="877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CCE1E2-2170-F3A3-75D5-24727449536B}"/>
                    </a:ext>
                  </a:extLst>
                </p14:cNvPr>
                <p14:cNvContentPartPr/>
                <p14:nvPr/>
              </p14:nvContentPartPr>
              <p14:xfrm>
                <a:off x="2413395" y="2943930"/>
                <a:ext cx="192960" cy="334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CCE1E2-2170-F3A3-75D5-2472744953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04755" y="2935290"/>
                  <a:ext cx="21060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BADAE0-F92B-533C-F6FB-368D04396527}"/>
              </a:ext>
            </a:extLst>
          </p:cNvPr>
          <p:cNvGrpSpPr/>
          <p:nvPr/>
        </p:nvGrpSpPr>
        <p:grpSpPr>
          <a:xfrm>
            <a:off x="3510675" y="2761050"/>
            <a:ext cx="1104840" cy="532800"/>
            <a:chOff x="3510675" y="2761050"/>
            <a:chExt cx="110484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B6AE60-D8FD-BCF5-BD66-3287E846E51F}"/>
                    </a:ext>
                  </a:extLst>
                </p14:cNvPr>
                <p14:cNvContentPartPr/>
                <p14:nvPr/>
              </p14:nvContentPartPr>
              <p14:xfrm>
                <a:off x="3510675" y="2770770"/>
                <a:ext cx="28440" cy="52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B6AE60-D8FD-BCF5-BD66-3287E846E5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02035" y="2762130"/>
                  <a:ext cx="4608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DB79D9-7431-6251-FCD6-F24FB3F41B47}"/>
                    </a:ext>
                  </a:extLst>
                </p14:cNvPr>
                <p14:cNvContentPartPr/>
                <p14:nvPr/>
              </p14:nvContentPartPr>
              <p14:xfrm>
                <a:off x="3703275" y="2775090"/>
                <a:ext cx="285480" cy="471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DB79D9-7431-6251-FCD6-F24FB3F41B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4275" y="2766090"/>
                  <a:ext cx="3031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CE06F9-3158-67DE-8F2C-A758D8D18F2D}"/>
                    </a:ext>
                  </a:extLst>
                </p14:cNvPr>
                <p14:cNvContentPartPr/>
                <p14:nvPr/>
              </p14:nvContentPartPr>
              <p14:xfrm>
                <a:off x="4159035" y="2761050"/>
                <a:ext cx="218520" cy="46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CE06F9-3158-67DE-8F2C-A758D8D18F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0395" y="2752050"/>
                  <a:ext cx="23616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C6B701-F5A0-EAE8-789A-F49DDFFA876C}"/>
                    </a:ext>
                  </a:extLst>
                </p14:cNvPr>
                <p14:cNvContentPartPr/>
                <p14:nvPr/>
              </p14:nvContentPartPr>
              <p14:xfrm>
                <a:off x="4570515" y="2775090"/>
                <a:ext cx="45000" cy="51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C6B701-F5A0-EAE8-789A-F49DDFFA87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61515" y="2766090"/>
                  <a:ext cx="62640" cy="53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6439E8-EEC4-A3F6-4F2C-0CE2E7F3C233}"/>
              </a:ext>
            </a:extLst>
          </p:cNvPr>
          <p:cNvGrpSpPr/>
          <p:nvPr/>
        </p:nvGrpSpPr>
        <p:grpSpPr>
          <a:xfrm>
            <a:off x="3256875" y="3490770"/>
            <a:ext cx="2356920" cy="641520"/>
            <a:chOff x="3256875" y="3490770"/>
            <a:chExt cx="2356920" cy="6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97B186-7852-431E-318F-6AA76FEA5E88}"/>
                    </a:ext>
                  </a:extLst>
                </p14:cNvPr>
                <p14:cNvContentPartPr/>
                <p14:nvPr/>
              </p14:nvContentPartPr>
              <p14:xfrm>
                <a:off x="3457035" y="3549450"/>
                <a:ext cx="269640" cy="449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97B186-7852-431E-318F-6AA76FEA5E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8035" y="3540450"/>
                  <a:ext cx="2872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0EC38F-04B1-44A6-5266-8B921FB219B6}"/>
                    </a:ext>
                  </a:extLst>
                </p14:cNvPr>
                <p14:cNvContentPartPr/>
                <p14:nvPr/>
              </p14:nvContentPartPr>
              <p14:xfrm>
                <a:off x="3928275" y="3542610"/>
                <a:ext cx="46440" cy="364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0EC38F-04B1-44A6-5266-8B921FB219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19275" y="3533970"/>
                  <a:ext cx="640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E942AE1-BDB2-177F-D52E-5242DA3E0B8A}"/>
                    </a:ext>
                  </a:extLst>
                </p14:cNvPr>
                <p14:cNvContentPartPr/>
                <p14:nvPr/>
              </p14:nvContentPartPr>
              <p14:xfrm>
                <a:off x="4220955" y="3490770"/>
                <a:ext cx="242640" cy="389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E942AE1-BDB2-177F-D52E-5242DA3E0B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12315" y="3481770"/>
                  <a:ext cx="2602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BAFC57-9A72-508F-A535-5F36D1F69E93}"/>
                    </a:ext>
                  </a:extLst>
                </p14:cNvPr>
                <p14:cNvContentPartPr/>
                <p14:nvPr/>
              </p14:nvContentPartPr>
              <p14:xfrm>
                <a:off x="4621995" y="3510210"/>
                <a:ext cx="222120" cy="38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BAFC57-9A72-508F-A535-5F36D1F69E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13355" y="3501570"/>
                  <a:ext cx="2397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F9080E-0B40-CF1C-500D-62C83CB5D1F5}"/>
                    </a:ext>
                  </a:extLst>
                </p14:cNvPr>
                <p14:cNvContentPartPr/>
                <p14:nvPr/>
              </p14:nvContentPartPr>
              <p14:xfrm>
                <a:off x="3256875" y="4068570"/>
                <a:ext cx="1856520" cy="63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F9080E-0B40-CF1C-500D-62C83CB5D1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47875" y="4059570"/>
                  <a:ext cx="1874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2B82DE-CFE3-1956-F718-03A9608E1057}"/>
                    </a:ext>
                  </a:extLst>
                </p14:cNvPr>
                <p14:cNvContentPartPr/>
                <p14:nvPr/>
              </p14:nvContentPartPr>
              <p14:xfrm>
                <a:off x="5288715" y="3913050"/>
                <a:ext cx="325080" cy="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2B82DE-CFE3-1956-F718-03A9608E10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80075" y="3904410"/>
                  <a:ext cx="3427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F05A31-0606-A547-056C-143D3B767A99}"/>
                  </a:ext>
                </a:extLst>
              </p14:cNvPr>
              <p14:cNvContentPartPr/>
              <p14:nvPr/>
            </p14:nvContentPartPr>
            <p14:xfrm>
              <a:off x="7342515" y="4586610"/>
              <a:ext cx="2880" cy="68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F05A31-0606-A547-056C-143D3B767A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33515" y="4577610"/>
                <a:ext cx="205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B63B6CF-3693-A0B7-0B12-3AC43C877F91}"/>
                  </a:ext>
                </a:extLst>
              </p14:cNvPr>
              <p14:cNvContentPartPr/>
              <p14:nvPr/>
            </p14:nvContentPartPr>
            <p14:xfrm>
              <a:off x="9816075" y="4697130"/>
              <a:ext cx="17280" cy="133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B63B6CF-3693-A0B7-0B12-3AC43C877F9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07075" y="4688130"/>
                <a:ext cx="3492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39A7EE32-18D4-EE96-5B44-9401FA6EBD12}"/>
              </a:ext>
            </a:extLst>
          </p:cNvPr>
          <p:cNvGrpSpPr/>
          <p:nvPr/>
        </p:nvGrpSpPr>
        <p:grpSpPr>
          <a:xfrm>
            <a:off x="339435" y="5021850"/>
            <a:ext cx="1796760" cy="822960"/>
            <a:chOff x="339435" y="5021850"/>
            <a:chExt cx="179676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EEC53F-9BA7-BF05-D09D-7CEBCFB9AAAC}"/>
                    </a:ext>
                  </a:extLst>
                </p14:cNvPr>
                <p14:cNvContentPartPr/>
                <p14:nvPr/>
              </p14:nvContentPartPr>
              <p14:xfrm>
                <a:off x="339435" y="5347650"/>
                <a:ext cx="278280" cy="497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EEC53F-9BA7-BF05-D09D-7CEBCFB9AA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0435" y="5338650"/>
                  <a:ext cx="2959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6A826C-95D7-57CE-84DF-8AE77E59E93E}"/>
                    </a:ext>
                  </a:extLst>
                </p14:cNvPr>
                <p14:cNvContentPartPr/>
                <p14:nvPr/>
              </p14:nvContentPartPr>
              <p14:xfrm>
                <a:off x="872235" y="5021850"/>
                <a:ext cx="168840" cy="278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6A826C-95D7-57CE-84DF-8AE77E59E9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3595" y="5012850"/>
                  <a:ext cx="186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FE4D9C-3698-B20B-8259-1521F850D7BB}"/>
                    </a:ext>
                  </a:extLst>
                </p14:cNvPr>
                <p14:cNvContentPartPr/>
                <p14:nvPr/>
              </p14:nvContentPartPr>
              <p14:xfrm>
                <a:off x="1417275" y="5422530"/>
                <a:ext cx="718920" cy="28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FE4D9C-3698-B20B-8259-1521F850D7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08635" y="5413530"/>
                  <a:ext cx="73656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9461142-36BE-237D-0A82-3039E4AB5A35}"/>
              </a:ext>
            </a:extLst>
          </p:cNvPr>
          <p:cNvGrpSpPr/>
          <p:nvPr/>
        </p:nvGrpSpPr>
        <p:grpSpPr>
          <a:xfrm>
            <a:off x="3220875" y="5142090"/>
            <a:ext cx="1062720" cy="580680"/>
            <a:chOff x="3220875" y="5142090"/>
            <a:chExt cx="106272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6028F0-F8E0-6497-B681-5A761CDA57A6}"/>
                    </a:ext>
                  </a:extLst>
                </p14:cNvPr>
                <p14:cNvContentPartPr/>
                <p14:nvPr/>
              </p14:nvContentPartPr>
              <p14:xfrm>
                <a:off x="3220875" y="5142090"/>
                <a:ext cx="87120" cy="580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6028F0-F8E0-6497-B681-5A761CDA57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11875" y="5133090"/>
                  <a:ext cx="10476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72D9F35-FCE6-1C49-F940-32DA8500E76F}"/>
                    </a:ext>
                  </a:extLst>
                </p14:cNvPr>
                <p14:cNvContentPartPr/>
                <p14:nvPr/>
              </p14:nvContentPartPr>
              <p14:xfrm>
                <a:off x="3442275" y="5177010"/>
                <a:ext cx="258120" cy="520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72D9F35-FCE6-1C49-F940-32DA8500E76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33275" y="5168010"/>
                  <a:ext cx="2757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4B4D916-7AFC-0754-F5A6-20F9586CAAA9}"/>
                    </a:ext>
                  </a:extLst>
                </p14:cNvPr>
                <p14:cNvContentPartPr/>
                <p14:nvPr/>
              </p14:nvContentPartPr>
              <p14:xfrm>
                <a:off x="3823155" y="5223810"/>
                <a:ext cx="227160" cy="395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4B4D916-7AFC-0754-F5A6-20F9586CAA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14515" y="5215170"/>
                  <a:ext cx="2448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728E3E-CDF6-0D64-6A59-D33FF81E9DCA}"/>
                    </a:ext>
                  </a:extLst>
                </p14:cNvPr>
                <p14:cNvContentPartPr/>
                <p14:nvPr/>
              </p14:nvContentPartPr>
              <p14:xfrm>
                <a:off x="4277115" y="5189610"/>
                <a:ext cx="6480" cy="428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728E3E-CDF6-0D64-6A59-D33FF81E9D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68115" y="5180970"/>
                  <a:ext cx="24120" cy="44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0FC618C-411D-17F8-B59C-E0FBC76F27E4}"/>
              </a:ext>
            </a:extLst>
          </p:cNvPr>
          <p:cNvGrpSpPr/>
          <p:nvPr/>
        </p:nvGrpSpPr>
        <p:grpSpPr>
          <a:xfrm>
            <a:off x="3194955" y="5808090"/>
            <a:ext cx="1835280" cy="546120"/>
            <a:chOff x="3194955" y="5808090"/>
            <a:chExt cx="183528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9B72B0A-CE8F-F9C1-D633-BD639AD9AC8A}"/>
                    </a:ext>
                  </a:extLst>
                </p14:cNvPr>
                <p14:cNvContentPartPr/>
                <p14:nvPr/>
              </p14:nvContentPartPr>
              <p14:xfrm>
                <a:off x="3254715" y="5815290"/>
                <a:ext cx="274320" cy="384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9B72B0A-CE8F-F9C1-D633-BD639AD9AC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45715" y="5806290"/>
                  <a:ext cx="291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1D37B9-EEF4-8317-A477-EFFB6C2DA617}"/>
                    </a:ext>
                  </a:extLst>
                </p14:cNvPr>
                <p14:cNvContentPartPr/>
                <p14:nvPr/>
              </p14:nvContentPartPr>
              <p14:xfrm>
                <a:off x="3617595" y="5808090"/>
                <a:ext cx="10080" cy="331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1D37B9-EEF4-8317-A477-EFFB6C2DA61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08595" y="5799090"/>
                  <a:ext cx="27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1D4592E-4EF9-62A9-1D7A-FDD6A9339DA3}"/>
                    </a:ext>
                  </a:extLst>
                </p14:cNvPr>
                <p14:cNvContentPartPr/>
                <p14:nvPr/>
              </p14:nvContentPartPr>
              <p14:xfrm>
                <a:off x="3826755" y="5822850"/>
                <a:ext cx="221760" cy="344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1D4592E-4EF9-62A9-1D7A-FDD6A9339D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18115" y="5813850"/>
                  <a:ext cx="239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696822-B530-D6F1-D917-628EBA520B19}"/>
                    </a:ext>
                  </a:extLst>
                </p14:cNvPr>
                <p14:cNvContentPartPr/>
                <p14:nvPr/>
              </p14:nvContentPartPr>
              <p14:xfrm>
                <a:off x="4257675" y="5842650"/>
                <a:ext cx="11160" cy="345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696822-B530-D6F1-D917-628EBA520B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49035" y="5833650"/>
                  <a:ext cx="288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3F8496E-E68D-8523-E30B-FC442571209D}"/>
                    </a:ext>
                  </a:extLst>
                </p14:cNvPr>
                <p14:cNvContentPartPr/>
                <p14:nvPr/>
              </p14:nvContentPartPr>
              <p14:xfrm>
                <a:off x="3194955" y="6286530"/>
                <a:ext cx="1285920" cy="67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3F8496E-E68D-8523-E30B-FC44257120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85955" y="6277530"/>
                  <a:ext cx="1303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60FA27E-25BD-7E1B-D15F-FFAD4691819C}"/>
                    </a:ext>
                  </a:extLst>
                </p14:cNvPr>
                <p14:cNvContentPartPr/>
                <p14:nvPr/>
              </p14:nvContentPartPr>
              <p14:xfrm>
                <a:off x="4738995" y="6177090"/>
                <a:ext cx="291240" cy="31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60FA27E-25BD-7E1B-D15F-FFAD469181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30355" y="6168450"/>
                  <a:ext cx="30888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8F940C2-0B6D-D0DE-E9A3-959B88BD33A5}"/>
                  </a:ext>
                </a:extLst>
              </p14:cNvPr>
              <p14:cNvContentPartPr/>
              <p14:nvPr/>
            </p14:nvContentPartPr>
            <p14:xfrm>
              <a:off x="4777515" y="6513690"/>
              <a:ext cx="641880" cy="1929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8F940C2-0B6D-D0DE-E9A3-959B88BD33A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68875" y="6504690"/>
                <a:ext cx="6595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088EF5F-10BA-FC4B-26B9-B9F209E5698E}"/>
                  </a:ext>
                </a:extLst>
              </p14:cNvPr>
              <p14:cNvContentPartPr/>
              <p14:nvPr/>
            </p14:nvContentPartPr>
            <p14:xfrm>
              <a:off x="5422275" y="3748530"/>
              <a:ext cx="43560" cy="2782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088EF5F-10BA-FC4B-26B9-B9F209E5698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13635" y="3739890"/>
                <a:ext cx="612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7540DA5-B5D5-1888-D7ED-DF408FBDCB34}"/>
                  </a:ext>
                </a:extLst>
              </p14:cNvPr>
              <p14:cNvContentPartPr/>
              <p14:nvPr/>
            </p14:nvContentPartPr>
            <p14:xfrm>
              <a:off x="4853115" y="6053970"/>
              <a:ext cx="9720" cy="218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7540DA5-B5D5-1888-D7ED-DF408FBDCB3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844475" y="6044970"/>
                <a:ext cx="2736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E95EC86-A23F-3C0B-92D4-A6A3B44A8BB3}"/>
              </a:ext>
            </a:extLst>
          </p:cNvPr>
          <p:cNvGrpSpPr/>
          <p:nvPr/>
        </p:nvGrpSpPr>
        <p:grpSpPr>
          <a:xfrm>
            <a:off x="3643155" y="4143810"/>
            <a:ext cx="2057760" cy="614160"/>
            <a:chOff x="3643155" y="4143810"/>
            <a:chExt cx="205776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8BDCFB-86E7-E5F7-65A1-EA8151AA233C}"/>
                    </a:ext>
                  </a:extLst>
                </p14:cNvPr>
                <p14:cNvContentPartPr/>
                <p14:nvPr/>
              </p14:nvContentPartPr>
              <p14:xfrm>
                <a:off x="5084235" y="4652490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8BDCFB-86E7-E5F7-65A1-EA8151AA23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75595" y="46438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F8F448-063F-AB5E-942C-AD98CB373EDC}"/>
                    </a:ext>
                  </a:extLst>
                </p14:cNvPr>
                <p14:cNvContentPartPr/>
                <p14:nvPr/>
              </p14:nvContentPartPr>
              <p14:xfrm>
                <a:off x="5084235" y="4614690"/>
                <a:ext cx="57960" cy="38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F8F448-063F-AB5E-942C-AD98CB373E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5595" y="4606050"/>
                  <a:ext cx="75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A2D5212-A71C-0A58-7EBF-F592884D1077}"/>
                    </a:ext>
                  </a:extLst>
                </p14:cNvPr>
                <p14:cNvContentPartPr/>
                <p14:nvPr/>
              </p14:nvContentPartPr>
              <p14:xfrm>
                <a:off x="5119155" y="4570410"/>
                <a:ext cx="484200" cy="51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A2D5212-A71C-0A58-7EBF-F592884D10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10515" y="4561410"/>
                  <a:ext cx="501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6CF504-629C-6464-9EE2-4E5AD4DEA084}"/>
                    </a:ext>
                  </a:extLst>
                </p14:cNvPr>
                <p14:cNvContentPartPr/>
                <p14:nvPr/>
              </p14:nvContentPartPr>
              <p14:xfrm>
                <a:off x="5566635" y="4499490"/>
                <a:ext cx="134280" cy="258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6CF504-629C-6464-9EE2-4E5AD4DEA08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57995" y="4490850"/>
                  <a:ext cx="151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6A94C0-E85E-B44D-678A-FE64CE95E286}"/>
                    </a:ext>
                  </a:extLst>
                </p14:cNvPr>
                <p14:cNvContentPartPr/>
                <p14:nvPr/>
              </p14:nvContentPartPr>
              <p14:xfrm>
                <a:off x="4676355" y="4269450"/>
                <a:ext cx="45000" cy="367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6A94C0-E85E-B44D-678A-FE64CE95E2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67715" y="4260810"/>
                  <a:ext cx="626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603FC8-2E76-90B7-A0E3-F2516067D6C5}"/>
                    </a:ext>
                  </a:extLst>
                </p14:cNvPr>
                <p14:cNvContentPartPr/>
                <p14:nvPr/>
              </p14:nvContentPartPr>
              <p14:xfrm>
                <a:off x="4201155" y="4143810"/>
                <a:ext cx="229320" cy="437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603FC8-2E76-90B7-A0E3-F2516067D6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92515" y="4134810"/>
                  <a:ext cx="246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6956543-499C-2204-3019-F7B10F611DCA}"/>
                    </a:ext>
                  </a:extLst>
                </p14:cNvPr>
                <p14:cNvContentPartPr/>
                <p14:nvPr/>
              </p14:nvContentPartPr>
              <p14:xfrm>
                <a:off x="3930435" y="4183770"/>
                <a:ext cx="39240" cy="396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6956543-499C-2204-3019-F7B10F611D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21795" y="4174770"/>
                  <a:ext cx="568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5E20C5-C4DD-DB9B-59C2-E279DB0ABD7D}"/>
                    </a:ext>
                  </a:extLst>
                </p14:cNvPr>
                <p14:cNvContentPartPr/>
                <p14:nvPr/>
              </p14:nvContentPartPr>
              <p14:xfrm>
                <a:off x="3643155" y="4232370"/>
                <a:ext cx="4680" cy="368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5E20C5-C4DD-DB9B-59C2-E279DB0ABD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4155" y="4223370"/>
                  <a:ext cx="2232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3E8CB40-7D77-35E1-4909-4A907B68FA58}"/>
                  </a:ext>
                </a:extLst>
              </p14:cNvPr>
              <p14:cNvContentPartPr/>
              <p14:nvPr/>
            </p14:nvContentPartPr>
            <p14:xfrm>
              <a:off x="6127155" y="4343250"/>
              <a:ext cx="238680" cy="354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3E8CB40-7D77-35E1-4909-4A907B68FA5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118515" y="4334250"/>
                <a:ext cx="25632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E26CB6B-5528-006F-6312-56B68A1AA099}"/>
                  </a:ext>
                </a:extLst>
              </p14:cNvPr>
              <p14:cNvContentPartPr/>
              <p14:nvPr/>
            </p14:nvContentPartPr>
            <p14:xfrm>
              <a:off x="6512355" y="4310490"/>
              <a:ext cx="220320" cy="4006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E26CB6B-5528-006F-6312-56B68A1AA09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03355" y="4301490"/>
                <a:ext cx="237960" cy="41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3BFD0D-CA62-E934-C3F0-7A22985428C1}"/>
              </a:ext>
            </a:extLst>
          </p:cNvPr>
          <p:cNvGrpSpPr/>
          <p:nvPr/>
        </p:nvGrpSpPr>
        <p:grpSpPr>
          <a:xfrm>
            <a:off x="6963435" y="4329930"/>
            <a:ext cx="394200" cy="378360"/>
            <a:chOff x="6963435" y="4329930"/>
            <a:chExt cx="39420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435A419-C244-0B85-EEF1-9864D8BAC424}"/>
                    </a:ext>
                  </a:extLst>
                </p14:cNvPr>
                <p14:cNvContentPartPr/>
                <p14:nvPr/>
              </p14:nvContentPartPr>
              <p14:xfrm>
                <a:off x="6963435" y="4329930"/>
                <a:ext cx="12240" cy="331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435A419-C244-0B85-EEF1-9864D8BAC42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54795" y="4321290"/>
                  <a:ext cx="298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066EBC7-F815-73A9-19A8-DA60DEA9A5B4}"/>
                    </a:ext>
                  </a:extLst>
                </p14:cNvPr>
                <p14:cNvContentPartPr/>
                <p14:nvPr/>
              </p14:nvContentPartPr>
              <p14:xfrm>
                <a:off x="7124715" y="4351530"/>
                <a:ext cx="232920" cy="356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066EBC7-F815-73A9-19A8-DA60DEA9A5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15715" y="4342890"/>
                  <a:ext cx="250560" cy="37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51E78E1-C38E-EE72-7E4E-DC9C106BCC35}"/>
                  </a:ext>
                </a:extLst>
              </p14:cNvPr>
              <p14:cNvContentPartPr/>
              <p14:nvPr/>
            </p14:nvContentPartPr>
            <p14:xfrm>
              <a:off x="3895515" y="4890810"/>
              <a:ext cx="15840" cy="2959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51E78E1-C38E-EE72-7E4E-DC9C106BCC3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886875" y="4882170"/>
                <a:ext cx="3348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15F7FBB-6AC8-4666-2CF1-66BF31939DC7}"/>
              </a:ext>
            </a:extLst>
          </p:cNvPr>
          <p:cNvGrpSpPr/>
          <p:nvPr/>
        </p:nvGrpSpPr>
        <p:grpSpPr>
          <a:xfrm>
            <a:off x="3372435" y="6378690"/>
            <a:ext cx="1048320" cy="331560"/>
            <a:chOff x="3372435" y="6378690"/>
            <a:chExt cx="104832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D0C7521-254E-F5DB-E47C-6B4CF7000798}"/>
                    </a:ext>
                  </a:extLst>
                </p14:cNvPr>
                <p14:cNvContentPartPr/>
                <p14:nvPr/>
              </p14:nvContentPartPr>
              <p14:xfrm>
                <a:off x="4203675" y="6378690"/>
                <a:ext cx="217080" cy="291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D0C7521-254E-F5DB-E47C-6B4CF700079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94675" y="6370050"/>
                  <a:ext cx="234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7ACAF8-E931-7828-0F67-005745E0C176}"/>
                    </a:ext>
                  </a:extLst>
                </p14:cNvPr>
                <p14:cNvContentPartPr/>
                <p14:nvPr/>
              </p14:nvContentPartPr>
              <p14:xfrm>
                <a:off x="3964995" y="6402090"/>
                <a:ext cx="28440" cy="240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7ACAF8-E931-7828-0F67-005745E0C17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56355" y="6393450"/>
                  <a:ext cx="46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57D5A92-7089-EA68-B59E-47E9ED6E1D5A}"/>
                    </a:ext>
                  </a:extLst>
                </p14:cNvPr>
                <p14:cNvContentPartPr/>
                <p14:nvPr/>
              </p14:nvContentPartPr>
              <p14:xfrm>
                <a:off x="3643155" y="6412530"/>
                <a:ext cx="21960" cy="249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57D5A92-7089-EA68-B59E-47E9ED6E1D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34155" y="6403890"/>
                  <a:ext cx="39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77BE2E0-2874-6591-557A-8008C22E4493}"/>
                    </a:ext>
                  </a:extLst>
                </p14:cNvPr>
                <p14:cNvContentPartPr/>
                <p14:nvPr/>
              </p14:nvContentPartPr>
              <p14:xfrm>
                <a:off x="3372435" y="6412170"/>
                <a:ext cx="21240" cy="298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77BE2E0-2874-6591-557A-8008C22E44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63435" y="6403170"/>
                  <a:ext cx="3888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7C6AA75-FC78-059E-CD99-797D49984BB4}"/>
              </a:ext>
            </a:extLst>
          </p:cNvPr>
          <p:cNvGrpSpPr/>
          <p:nvPr/>
        </p:nvGrpSpPr>
        <p:grpSpPr>
          <a:xfrm>
            <a:off x="6031035" y="6353130"/>
            <a:ext cx="492120" cy="328680"/>
            <a:chOff x="6031035" y="6353130"/>
            <a:chExt cx="49212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6319CC-B01A-6094-387D-1FEE8AFC91EB}"/>
                    </a:ext>
                  </a:extLst>
                </p14:cNvPr>
                <p14:cNvContentPartPr/>
                <p14:nvPr/>
              </p14:nvContentPartPr>
              <p14:xfrm>
                <a:off x="6031035" y="6353130"/>
                <a:ext cx="208800" cy="297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6319CC-B01A-6094-387D-1FEE8AFC91E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22395" y="6344490"/>
                  <a:ext cx="226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A740105-1311-51AC-6C86-1C5696F684D2}"/>
                    </a:ext>
                  </a:extLst>
                </p14:cNvPr>
                <p14:cNvContentPartPr/>
                <p14:nvPr/>
              </p14:nvContentPartPr>
              <p14:xfrm>
                <a:off x="6343875" y="6385170"/>
                <a:ext cx="179280" cy="296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A740105-1311-51AC-6C86-1C5696F684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34875" y="6376530"/>
                  <a:ext cx="19692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F4806A6-F608-992A-BE46-FD67658A6963}"/>
              </a:ext>
            </a:extLst>
          </p:cNvPr>
          <p:cNvGrpSpPr/>
          <p:nvPr/>
        </p:nvGrpSpPr>
        <p:grpSpPr>
          <a:xfrm>
            <a:off x="6748155" y="6403890"/>
            <a:ext cx="363960" cy="337320"/>
            <a:chOff x="6748155" y="6403890"/>
            <a:chExt cx="36396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CB3CF5E-02BD-CD20-D590-2E5AD09AEED5}"/>
                    </a:ext>
                  </a:extLst>
                </p14:cNvPr>
                <p14:cNvContentPartPr/>
                <p14:nvPr/>
              </p14:nvContentPartPr>
              <p14:xfrm>
                <a:off x="6748155" y="6420810"/>
                <a:ext cx="24480" cy="320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CB3CF5E-02BD-CD20-D590-2E5AD09AEE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39515" y="6411810"/>
                  <a:ext cx="42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787657C-D3C4-E6E4-AC49-9E238B71EABB}"/>
                    </a:ext>
                  </a:extLst>
                </p14:cNvPr>
                <p14:cNvContentPartPr/>
                <p14:nvPr/>
              </p14:nvContentPartPr>
              <p14:xfrm>
                <a:off x="6927435" y="6403890"/>
                <a:ext cx="184680" cy="288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787657C-D3C4-E6E4-AC49-9E238B71EAB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18435" y="6394890"/>
                  <a:ext cx="20232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046556A-1034-A869-077E-CADC00F57606}"/>
                  </a:ext>
                </a:extLst>
              </p14:cNvPr>
              <p14:cNvContentPartPr/>
              <p14:nvPr/>
            </p14:nvContentPartPr>
            <p14:xfrm>
              <a:off x="7415955" y="6548610"/>
              <a:ext cx="14760" cy="25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046556A-1034-A869-077E-CADC00F5760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406955" y="6539610"/>
                <a:ext cx="324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BFA1354-15B1-292B-8159-AC5DAB1E63B5}"/>
                  </a:ext>
                </a:extLst>
              </p14:cNvPr>
              <p14:cNvContentPartPr/>
              <p14:nvPr/>
            </p14:nvContentPartPr>
            <p14:xfrm>
              <a:off x="-708525" y="5821050"/>
              <a:ext cx="24480" cy="25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BFA1354-15B1-292B-8159-AC5DAB1E63B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-717165" y="5812050"/>
                <a:ext cx="421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A3C1A8E-7257-D43B-ABC7-354F74E784B7}"/>
              </a:ext>
            </a:extLst>
          </p:cNvPr>
          <p:cNvGrpSpPr/>
          <p:nvPr/>
        </p:nvGrpSpPr>
        <p:grpSpPr>
          <a:xfrm>
            <a:off x="7939395" y="4376370"/>
            <a:ext cx="672480" cy="326520"/>
            <a:chOff x="7939395" y="4376370"/>
            <a:chExt cx="6724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51600DB-A62C-C011-F92B-63605AED5CF0}"/>
                    </a:ext>
                  </a:extLst>
                </p14:cNvPr>
                <p14:cNvContentPartPr/>
                <p14:nvPr/>
              </p14:nvContentPartPr>
              <p14:xfrm>
                <a:off x="7939395" y="4464570"/>
                <a:ext cx="574560" cy="62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51600DB-A62C-C011-F92B-63605AED5CF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30755" y="4455930"/>
                  <a:ext cx="592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F761B5D-E8FD-1A4D-2643-1926449E1698}"/>
                    </a:ext>
                  </a:extLst>
                </p14:cNvPr>
                <p14:cNvContentPartPr/>
                <p14:nvPr/>
              </p14:nvContentPartPr>
              <p14:xfrm>
                <a:off x="8402355" y="4376370"/>
                <a:ext cx="209520" cy="326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F761B5D-E8FD-1A4D-2643-1926449E169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93715" y="4367730"/>
                  <a:ext cx="22716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0B7E07D-9BBA-79E0-9102-E487ACE5FD4B}"/>
                  </a:ext>
                </a:extLst>
              </p14:cNvPr>
              <p14:cNvContentPartPr/>
              <p14:nvPr/>
            </p14:nvContentPartPr>
            <p14:xfrm>
              <a:off x="9256635" y="4430730"/>
              <a:ext cx="256680" cy="511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0B7E07D-9BBA-79E0-9102-E487ACE5FD4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247635" y="4421730"/>
                <a:ext cx="27432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6C4342A-1DF5-EF0C-49A8-1A2F32BD1BD2}"/>
              </a:ext>
            </a:extLst>
          </p:cNvPr>
          <p:cNvGrpSpPr/>
          <p:nvPr/>
        </p:nvGrpSpPr>
        <p:grpSpPr>
          <a:xfrm>
            <a:off x="9920115" y="4300770"/>
            <a:ext cx="565200" cy="416880"/>
            <a:chOff x="9920115" y="4300770"/>
            <a:chExt cx="56520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4131D11-73A5-1BDB-7BA5-C0690328EFC9}"/>
                    </a:ext>
                  </a:extLst>
                </p14:cNvPr>
                <p14:cNvContentPartPr/>
                <p14:nvPr/>
              </p14:nvContentPartPr>
              <p14:xfrm>
                <a:off x="9920115" y="4300770"/>
                <a:ext cx="222480" cy="416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4131D11-73A5-1BDB-7BA5-C0690328EFC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11115" y="4291770"/>
                  <a:ext cx="2401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9E1151F-73B6-9B9D-FB73-5733348F607B}"/>
                    </a:ext>
                  </a:extLst>
                </p14:cNvPr>
                <p14:cNvContentPartPr/>
                <p14:nvPr/>
              </p14:nvContentPartPr>
              <p14:xfrm>
                <a:off x="10268235" y="4306170"/>
                <a:ext cx="217080" cy="392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9E1151F-73B6-9B9D-FB73-5733348F607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59235" y="4297170"/>
                  <a:ext cx="234720" cy="4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7DEB856-A69A-6B04-85CF-43670489502B}"/>
              </a:ext>
            </a:extLst>
          </p:cNvPr>
          <p:cNvGrpSpPr/>
          <p:nvPr/>
        </p:nvGrpSpPr>
        <p:grpSpPr>
          <a:xfrm>
            <a:off x="10702755" y="4343610"/>
            <a:ext cx="387360" cy="410040"/>
            <a:chOff x="10702755" y="4343610"/>
            <a:chExt cx="38736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60648FA-2008-CAE4-B54F-212212D7D2C7}"/>
                    </a:ext>
                  </a:extLst>
                </p14:cNvPr>
                <p14:cNvContentPartPr/>
                <p14:nvPr/>
              </p14:nvContentPartPr>
              <p14:xfrm>
                <a:off x="10702755" y="4343610"/>
                <a:ext cx="41400" cy="381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60648FA-2008-CAE4-B54F-212212D7D2C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93755" y="4334970"/>
                  <a:ext cx="590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D2EBD16-1964-8B67-1D5E-CF572B0614E0}"/>
                    </a:ext>
                  </a:extLst>
                </p14:cNvPr>
                <p14:cNvContentPartPr/>
                <p14:nvPr/>
              </p14:nvContentPartPr>
              <p14:xfrm>
                <a:off x="10880595" y="4414530"/>
                <a:ext cx="209520" cy="339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D2EBD16-1964-8B67-1D5E-CF572B0614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871595" y="4405530"/>
                  <a:ext cx="227160" cy="35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D347985-DE24-34E8-649F-A67DFFCB86A9}"/>
                  </a:ext>
                </a:extLst>
              </p14:cNvPr>
              <p14:cNvContentPartPr/>
              <p14:nvPr/>
            </p14:nvContentPartPr>
            <p14:xfrm>
              <a:off x="7753995" y="6218130"/>
              <a:ext cx="605160" cy="2260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D347985-DE24-34E8-649F-A67DFFCB86A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744995" y="6209490"/>
                <a:ext cx="6228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BDECB35-81D0-249D-324A-CEBC024617C0}"/>
                  </a:ext>
                </a:extLst>
              </p14:cNvPr>
              <p14:cNvContentPartPr/>
              <p14:nvPr/>
            </p14:nvContentPartPr>
            <p14:xfrm>
              <a:off x="9037755" y="6397050"/>
              <a:ext cx="339480" cy="2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BDECB35-81D0-249D-324A-CEBC024617C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028755" y="6388050"/>
                <a:ext cx="3571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7BEA29D-20DE-0B58-E639-3B4F24188E0A}"/>
              </a:ext>
            </a:extLst>
          </p:cNvPr>
          <p:cNvGrpSpPr/>
          <p:nvPr/>
        </p:nvGrpSpPr>
        <p:grpSpPr>
          <a:xfrm>
            <a:off x="9973395" y="6214170"/>
            <a:ext cx="1125360" cy="400320"/>
            <a:chOff x="9973395" y="6214170"/>
            <a:chExt cx="112536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CABA070-3A71-02B8-C345-4D8308F35456}"/>
                    </a:ext>
                  </a:extLst>
                </p14:cNvPr>
                <p14:cNvContentPartPr/>
                <p14:nvPr/>
              </p14:nvContentPartPr>
              <p14:xfrm>
                <a:off x="9973395" y="6221730"/>
                <a:ext cx="250920" cy="314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CABA070-3A71-02B8-C345-4D8308F3545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64395" y="6213090"/>
                  <a:ext cx="268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47FFAAC-2DD0-AFF3-AE6B-333B687619A8}"/>
                    </a:ext>
                  </a:extLst>
                </p14:cNvPr>
                <p14:cNvContentPartPr/>
                <p14:nvPr/>
              </p14:nvContentPartPr>
              <p14:xfrm>
                <a:off x="10340235" y="6214170"/>
                <a:ext cx="212760" cy="349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47FFAAC-2DD0-AFF3-AE6B-333B687619A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331595" y="6205170"/>
                  <a:ext cx="230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EDB726A-86E1-32C5-F081-9CC91C0DA6A3}"/>
                    </a:ext>
                  </a:extLst>
                </p14:cNvPr>
                <p14:cNvContentPartPr/>
                <p14:nvPr/>
              </p14:nvContentPartPr>
              <p14:xfrm>
                <a:off x="10748475" y="6218130"/>
                <a:ext cx="89280" cy="316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EDB726A-86E1-32C5-F081-9CC91C0DA6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39475" y="6209490"/>
                  <a:ext cx="1069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5BC68FC-E1A7-5717-2882-1BE502DDCD3E}"/>
                    </a:ext>
                  </a:extLst>
                </p14:cNvPr>
                <p14:cNvContentPartPr/>
                <p14:nvPr/>
              </p14:nvContentPartPr>
              <p14:xfrm>
                <a:off x="10912995" y="6281130"/>
                <a:ext cx="185760" cy="333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5BC68FC-E1A7-5717-2882-1BE502DDCD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03995" y="6272130"/>
                  <a:ext cx="20340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84939AF-3918-E819-58DC-753282AA0B5D}"/>
              </a:ext>
            </a:extLst>
          </p:cNvPr>
          <p:cNvGrpSpPr/>
          <p:nvPr/>
        </p:nvGrpSpPr>
        <p:grpSpPr>
          <a:xfrm>
            <a:off x="4835475" y="6381930"/>
            <a:ext cx="349920" cy="461160"/>
            <a:chOff x="4835475" y="6381930"/>
            <a:chExt cx="34992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B84E288-F44F-D83F-276F-85EFAA4E2352}"/>
                    </a:ext>
                  </a:extLst>
                </p14:cNvPr>
                <p14:cNvContentPartPr/>
                <p14:nvPr/>
              </p14:nvContentPartPr>
              <p14:xfrm>
                <a:off x="4915755" y="6572370"/>
                <a:ext cx="5040" cy="27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B84E288-F44F-D83F-276F-85EFAA4E235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07115" y="6563370"/>
                  <a:ext cx="22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2A38D02-3ADA-1797-8058-F4611E906E47}"/>
                    </a:ext>
                  </a:extLst>
                </p14:cNvPr>
                <p14:cNvContentPartPr/>
                <p14:nvPr/>
              </p14:nvContentPartPr>
              <p14:xfrm>
                <a:off x="4835475" y="6481290"/>
                <a:ext cx="220320" cy="361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2A38D02-3ADA-1797-8058-F4611E906E4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26835" y="6472650"/>
                  <a:ext cx="2379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2B2A696-E230-A8B1-A511-DC24BACBEE7E}"/>
                    </a:ext>
                  </a:extLst>
                </p14:cNvPr>
                <p14:cNvContentPartPr/>
                <p14:nvPr/>
              </p14:nvContentPartPr>
              <p14:xfrm>
                <a:off x="5030595" y="6381930"/>
                <a:ext cx="154800" cy="133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2B2A696-E230-A8B1-A511-DC24BACBEE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21595" y="6372930"/>
                  <a:ext cx="1724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89C20CD-B8FC-DB45-8971-1FD5ACFB94B6}"/>
              </a:ext>
            </a:extLst>
          </p:cNvPr>
          <p:cNvGrpSpPr/>
          <p:nvPr/>
        </p:nvGrpSpPr>
        <p:grpSpPr>
          <a:xfrm>
            <a:off x="5219235" y="4163610"/>
            <a:ext cx="246600" cy="612360"/>
            <a:chOff x="5219235" y="4163610"/>
            <a:chExt cx="24660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E667EF1-7A6B-FB3A-CC75-394D68D3DEBF}"/>
                    </a:ext>
                  </a:extLst>
                </p14:cNvPr>
                <p14:cNvContentPartPr/>
                <p14:nvPr/>
              </p14:nvContentPartPr>
              <p14:xfrm>
                <a:off x="5219235" y="4435050"/>
                <a:ext cx="174600" cy="340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E667EF1-7A6B-FB3A-CC75-394D68D3DEB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10595" y="4426050"/>
                  <a:ext cx="1922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7AAA8E9-AE34-D624-4F54-EA464B59D2A2}"/>
                    </a:ext>
                  </a:extLst>
                </p14:cNvPr>
                <p14:cNvContentPartPr/>
                <p14:nvPr/>
              </p14:nvContentPartPr>
              <p14:xfrm>
                <a:off x="5422275" y="4163610"/>
                <a:ext cx="43560" cy="210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7AAA8E9-AE34-D624-4F54-EA464B59D2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13635" y="4154970"/>
                  <a:ext cx="6120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A8860F0-DA69-0327-EF06-199CB80A9FA2}"/>
                  </a:ext>
                </a:extLst>
              </p14:cNvPr>
              <p14:cNvContentPartPr/>
              <p14:nvPr/>
            </p14:nvContentPartPr>
            <p14:xfrm>
              <a:off x="5781915" y="32610"/>
              <a:ext cx="190800" cy="29905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A8860F0-DA69-0327-EF06-199CB80A9FA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773275" y="23970"/>
                <a:ext cx="208440" cy="30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2406454-23D2-B402-F1CC-A97D4C0794A7}"/>
                  </a:ext>
                </a:extLst>
              </p14:cNvPr>
              <p14:cNvContentPartPr/>
              <p14:nvPr/>
            </p14:nvContentPartPr>
            <p14:xfrm>
              <a:off x="5789475" y="3010890"/>
              <a:ext cx="6308280" cy="5576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2406454-23D2-B402-F1CC-A97D4C0794A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780475" y="3002250"/>
                <a:ext cx="6325920" cy="57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89A5C28-1E15-6183-4CDA-BF46AD86A35C}"/>
              </a:ext>
            </a:extLst>
          </p:cNvPr>
          <p:cNvGrpSpPr/>
          <p:nvPr/>
        </p:nvGrpSpPr>
        <p:grpSpPr>
          <a:xfrm>
            <a:off x="6239115" y="70410"/>
            <a:ext cx="823320" cy="769680"/>
            <a:chOff x="6239115" y="70410"/>
            <a:chExt cx="82332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C8E6C7F-378B-838F-801F-939EC955163C}"/>
                    </a:ext>
                  </a:extLst>
                </p14:cNvPr>
                <p14:cNvContentPartPr/>
                <p14:nvPr/>
              </p14:nvContentPartPr>
              <p14:xfrm>
                <a:off x="6239115" y="246090"/>
                <a:ext cx="171000" cy="12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C8E6C7F-378B-838F-801F-939EC95516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30475" y="237090"/>
                  <a:ext cx="188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50A0DB-F43F-35BE-8F5F-D8602FA5463A}"/>
                    </a:ext>
                  </a:extLst>
                </p14:cNvPr>
                <p14:cNvContentPartPr/>
                <p14:nvPr/>
              </p14:nvContentPartPr>
              <p14:xfrm>
                <a:off x="6282675" y="244650"/>
                <a:ext cx="110160" cy="595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50A0DB-F43F-35BE-8F5F-D8602FA5463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73675" y="236010"/>
                  <a:ext cx="12780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4B0B88F-02EE-81E2-F97C-5D4D88BC8562}"/>
                    </a:ext>
                  </a:extLst>
                </p14:cNvPr>
                <p14:cNvContentPartPr/>
                <p14:nvPr/>
              </p14:nvContentPartPr>
              <p14:xfrm>
                <a:off x="6493275" y="476490"/>
                <a:ext cx="38880" cy="188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4B0B88F-02EE-81E2-F97C-5D4D88BC856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84275" y="467850"/>
                  <a:ext cx="56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23F0996-33A8-C29A-3135-7EF9F9525A4F}"/>
                    </a:ext>
                  </a:extLst>
                </p14:cNvPr>
                <p14:cNvContentPartPr/>
                <p14:nvPr/>
              </p14:nvContentPartPr>
              <p14:xfrm>
                <a:off x="6464115" y="396570"/>
                <a:ext cx="360" cy="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23F0996-33A8-C29A-3135-7EF9F9525A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55475" y="3875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58BFEC7-46CC-F120-E53B-FEBD67E70CCE}"/>
                    </a:ext>
                  </a:extLst>
                </p14:cNvPr>
                <p14:cNvContentPartPr/>
                <p14:nvPr/>
              </p14:nvContentPartPr>
              <p14:xfrm>
                <a:off x="6363315" y="70410"/>
                <a:ext cx="68760" cy="51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58BFEC7-46CC-F120-E53B-FEBD67E70CC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54315" y="61770"/>
                  <a:ext cx="86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9C76DE4-ECEE-4194-56C3-BA61565BC13A}"/>
                    </a:ext>
                  </a:extLst>
                </p14:cNvPr>
                <p14:cNvContentPartPr/>
                <p14:nvPr/>
              </p14:nvContentPartPr>
              <p14:xfrm>
                <a:off x="6644835" y="279930"/>
                <a:ext cx="133920" cy="387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9C76DE4-ECEE-4194-56C3-BA61565BC13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635835" y="271290"/>
                  <a:ext cx="1515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C16B4D9-53C9-B1A3-9AFC-6AF4B98BEED4}"/>
                    </a:ext>
                  </a:extLst>
                </p14:cNvPr>
                <p14:cNvContentPartPr/>
                <p14:nvPr/>
              </p14:nvContentPartPr>
              <p14:xfrm>
                <a:off x="6847875" y="441930"/>
                <a:ext cx="214560" cy="210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C16B4D9-53C9-B1A3-9AFC-6AF4B98BEED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839235" y="432930"/>
                  <a:ext cx="23220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AC3823A-8D87-24D6-1F01-C0413DD5A084}"/>
              </a:ext>
            </a:extLst>
          </p:cNvPr>
          <p:cNvGrpSpPr/>
          <p:nvPr/>
        </p:nvGrpSpPr>
        <p:grpSpPr>
          <a:xfrm>
            <a:off x="7364115" y="282090"/>
            <a:ext cx="333360" cy="570240"/>
            <a:chOff x="7364115" y="282090"/>
            <a:chExt cx="33336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F322E19-0FEB-84D5-E3FC-7DB39469EBE5}"/>
                    </a:ext>
                  </a:extLst>
                </p14:cNvPr>
                <p14:cNvContentPartPr/>
                <p14:nvPr/>
              </p14:nvContentPartPr>
              <p14:xfrm>
                <a:off x="7364115" y="436530"/>
                <a:ext cx="131760" cy="415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F322E19-0FEB-84D5-E3FC-7DB39469EBE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55475" y="427530"/>
                  <a:ext cx="1494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44D77A-A0A0-662C-0DB0-BDF7FCCDC265}"/>
                    </a:ext>
                  </a:extLst>
                </p14:cNvPr>
                <p14:cNvContentPartPr/>
                <p14:nvPr/>
              </p14:nvContentPartPr>
              <p14:xfrm>
                <a:off x="7554915" y="282090"/>
                <a:ext cx="142560" cy="415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44D77A-A0A0-662C-0DB0-BDF7FCCDC26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545915" y="273090"/>
                  <a:ext cx="160200" cy="4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ED7C2FF-7391-4253-B99B-B044C4792A27}"/>
              </a:ext>
            </a:extLst>
          </p:cNvPr>
          <p:cNvGrpSpPr/>
          <p:nvPr/>
        </p:nvGrpSpPr>
        <p:grpSpPr>
          <a:xfrm>
            <a:off x="7860915" y="217650"/>
            <a:ext cx="2243880" cy="753840"/>
            <a:chOff x="7860915" y="217650"/>
            <a:chExt cx="2243880" cy="7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D7DB483-DE38-70A4-E430-03203F663AD2}"/>
                    </a:ext>
                  </a:extLst>
                </p14:cNvPr>
                <p14:cNvContentPartPr/>
                <p14:nvPr/>
              </p14:nvContentPartPr>
              <p14:xfrm>
                <a:off x="7860915" y="486210"/>
                <a:ext cx="28080" cy="20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D7DB483-DE38-70A4-E430-03203F663AD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852275" y="477570"/>
                  <a:ext cx="45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37D7576-69CD-4985-C655-F64E7BE1B685}"/>
                    </a:ext>
                  </a:extLst>
                </p14:cNvPr>
                <p14:cNvContentPartPr/>
                <p14:nvPr/>
              </p14:nvContentPartPr>
              <p14:xfrm>
                <a:off x="7922475" y="405570"/>
                <a:ext cx="104760" cy="5295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37D7576-69CD-4985-C655-F64E7BE1B6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913475" y="396570"/>
                  <a:ext cx="1224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F945733-5BB4-F508-152A-3101C22729C2}"/>
                    </a:ext>
                  </a:extLst>
                </p14:cNvPr>
                <p14:cNvContentPartPr/>
                <p14:nvPr/>
              </p14:nvContentPartPr>
              <p14:xfrm>
                <a:off x="7958475" y="443370"/>
                <a:ext cx="155520" cy="218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F945733-5BB4-F508-152A-3101C22729C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949475" y="434730"/>
                  <a:ext cx="173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9443A6E-1C9E-085C-1B67-65FC0D5B146E}"/>
                    </a:ext>
                  </a:extLst>
                </p14:cNvPr>
                <p14:cNvContentPartPr/>
                <p14:nvPr/>
              </p14:nvContentPartPr>
              <p14:xfrm>
                <a:off x="8167635" y="417450"/>
                <a:ext cx="169920" cy="230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9443A6E-1C9E-085C-1B67-65FC0D5B146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158995" y="408450"/>
                  <a:ext cx="187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9C3A04A-3C5D-6221-301E-03E7E34B9D95}"/>
                    </a:ext>
                  </a:extLst>
                </p14:cNvPr>
                <p14:cNvContentPartPr/>
                <p14:nvPr/>
              </p14:nvContentPartPr>
              <p14:xfrm>
                <a:off x="8328915" y="421410"/>
                <a:ext cx="158040" cy="249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9C3A04A-3C5D-6221-301E-03E7E34B9D9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20275" y="412410"/>
                  <a:ext cx="175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D99F8E3-CB24-4AE3-7F2E-366ED06898ED}"/>
                    </a:ext>
                  </a:extLst>
                </p14:cNvPr>
                <p14:cNvContentPartPr/>
                <p14:nvPr/>
              </p14:nvContentPartPr>
              <p14:xfrm>
                <a:off x="8412075" y="446250"/>
                <a:ext cx="222480" cy="525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D99F8E3-CB24-4AE3-7F2E-366ED06898E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403075" y="437250"/>
                  <a:ext cx="2401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D41A300-928D-FCBD-EB63-BD74EEE3E0EB}"/>
                    </a:ext>
                  </a:extLst>
                </p14:cNvPr>
                <p14:cNvContentPartPr/>
                <p14:nvPr/>
              </p14:nvContentPartPr>
              <p14:xfrm>
                <a:off x="8539515" y="326010"/>
                <a:ext cx="64080" cy="11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D41A300-928D-FCBD-EB63-BD74EEE3E0E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530875" y="317370"/>
                  <a:ext cx="81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C3428A-D9C6-01E7-87FC-D5362106FB8D}"/>
                    </a:ext>
                  </a:extLst>
                </p14:cNvPr>
                <p14:cNvContentPartPr/>
                <p14:nvPr/>
              </p14:nvContentPartPr>
              <p14:xfrm>
                <a:off x="8691075" y="451650"/>
                <a:ext cx="125640" cy="2210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C3428A-D9C6-01E7-87FC-D5362106FB8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682435" y="442650"/>
                  <a:ext cx="143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2521E7F-0CB9-791B-70D3-AA484AC88110}"/>
                    </a:ext>
                  </a:extLst>
                </p14:cNvPr>
                <p14:cNvContentPartPr/>
                <p14:nvPr/>
              </p14:nvContentPartPr>
              <p14:xfrm>
                <a:off x="8918595" y="406290"/>
                <a:ext cx="266400" cy="2818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2521E7F-0CB9-791B-70D3-AA484AC8811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909595" y="397290"/>
                  <a:ext cx="284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7422CA3-72E8-6987-C440-4CA0AE27BDED}"/>
                    </a:ext>
                  </a:extLst>
                </p14:cNvPr>
                <p14:cNvContentPartPr/>
                <p14:nvPr/>
              </p14:nvContentPartPr>
              <p14:xfrm>
                <a:off x="9246915" y="247170"/>
                <a:ext cx="34200" cy="4712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7422CA3-72E8-6987-C440-4CA0AE27BD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238275" y="238170"/>
                  <a:ext cx="518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7E6964B-9316-A1DA-8209-ED4B58A8273F}"/>
                    </a:ext>
                  </a:extLst>
                </p14:cNvPr>
                <p14:cNvContentPartPr/>
                <p14:nvPr/>
              </p14:nvContentPartPr>
              <p14:xfrm>
                <a:off x="9340155" y="399810"/>
                <a:ext cx="176760" cy="231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7E6964B-9316-A1DA-8209-ED4B58A8273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31155" y="391170"/>
                  <a:ext cx="194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AA605FF-6FBA-1FBF-4B46-1BFEBDC2D0DD}"/>
                    </a:ext>
                  </a:extLst>
                </p14:cNvPr>
                <p14:cNvContentPartPr/>
                <p14:nvPr/>
              </p14:nvContentPartPr>
              <p14:xfrm>
                <a:off x="9529515" y="217650"/>
                <a:ext cx="161640" cy="470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AA605FF-6FBA-1FBF-4B46-1BFEBDC2D0D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520875" y="209010"/>
                  <a:ext cx="1792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2B22E5D-EB5A-6C7F-3F98-C2C6956FC55A}"/>
                    </a:ext>
                  </a:extLst>
                </p14:cNvPr>
                <p14:cNvContentPartPr/>
                <p14:nvPr/>
              </p14:nvContentPartPr>
              <p14:xfrm>
                <a:off x="9753435" y="414570"/>
                <a:ext cx="213480" cy="240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2B22E5D-EB5A-6C7F-3F98-C2C6956FC55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744435" y="405930"/>
                  <a:ext cx="231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D13900A-0962-4098-5E5D-1C475FE7521E}"/>
                    </a:ext>
                  </a:extLst>
                </p14:cNvPr>
                <p14:cNvContentPartPr/>
                <p14:nvPr/>
              </p14:nvContentPartPr>
              <p14:xfrm>
                <a:off x="9963675" y="371370"/>
                <a:ext cx="141120" cy="262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D13900A-0962-4098-5E5D-1C475FE7521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955035" y="362730"/>
                  <a:ext cx="15876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25B2430-9EEE-55B3-B32C-7B82956F79FF}"/>
              </a:ext>
            </a:extLst>
          </p:cNvPr>
          <p:cNvGrpSpPr/>
          <p:nvPr/>
        </p:nvGrpSpPr>
        <p:grpSpPr>
          <a:xfrm>
            <a:off x="10377675" y="158250"/>
            <a:ext cx="1106280" cy="547560"/>
            <a:chOff x="10377675" y="158250"/>
            <a:chExt cx="110628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A442023-383A-43C6-359E-413AF964BAC5}"/>
                    </a:ext>
                  </a:extLst>
                </p14:cNvPr>
                <p14:cNvContentPartPr/>
                <p14:nvPr/>
              </p14:nvContentPartPr>
              <p14:xfrm>
                <a:off x="10377675" y="185250"/>
                <a:ext cx="161640" cy="470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A442023-383A-43C6-359E-413AF964BAC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369035" y="176610"/>
                  <a:ext cx="1792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774EFF2-195E-208C-E956-FEE644508A57}"/>
                    </a:ext>
                  </a:extLst>
                </p14:cNvPr>
                <p14:cNvContentPartPr/>
                <p14:nvPr/>
              </p14:nvContentPartPr>
              <p14:xfrm>
                <a:off x="10476675" y="402330"/>
                <a:ext cx="190440" cy="174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774EFF2-195E-208C-E956-FEE644508A5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467675" y="393690"/>
                  <a:ext cx="208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472973-6F0E-757E-803A-3AF9E48AE8C7}"/>
                    </a:ext>
                  </a:extLst>
                </p14:cNvPr>
                <p14:cNvContentPartPr/>
                <p14:nvPr/>
              </p14:nvContentPartPr>
              <p14:xfrm>
                <a:off x="10714635" y="283890"/>
                <a:ext cx="360" cy="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472973-6F0E-757E-803A-3AF9E48AE8C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05995" y="2748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D30467-000B-9ED6-8BC0-1386B05CA930}"/>
                    </a:ext>
                  </a:extLst>
                </p14:cNvPr>
                <p14:cNvContentPartPr/>
                <p14:nvPr/>
              </p14:nvContentPartPr>
              <p14:xfrm>
                <a:off x="10737315" y="166890"/>
                <a:ext cx="211320" cy="489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D30467-000B-9ED6-8BC0-1386B05CA93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728675" y="157890"/>
                  <a:ext cx="2289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99A0A32-B3FE-F701-9EB3-BEB33004BEB0}"/>
                    </a:ext>
                  </a:extLst>
                </p14:cNvPr>
                <p14:cNvContentPartPr/>
                <p14:nvPr/>
              </p14:nvContentPartPr>
              <p14:xfrm>
                <a:off x="11042955" y="353010"/>
                <a:ext cx="190800" cy="231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99A0A32-B3FE-F701-9EB3-BEB33004BEB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34315" y="344010"/>
                  <a:ext cx="20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1C913C-67C7-5657-1134-EDC0B0A40A57}"/>
                    </a:ext>
                  </a:extLst>
                </p14:cNvPr>
                <p14:cNvContentPartPr/>
                <p14:nvPr/>
              </p14:nvContentPartPr>
              <p14:xfrm>
                <a:off x="11228355" y="158250"/>
                <a:ext cx="255600" cy="547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1C913C-67C7-5657-1134-EDC0B0A40A5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19355" y="149250"/>
                  <a:ext cx="273240" cy="56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94A4861-23A7-E48C-1A0E-2789B30983D8}"/>
              </a:ext>
            </a:extLst>
          </p:cNvPr>
          <p:cNvGrpSpPr/>
          <p:nvPr/>
        </p:nvGrpSpPr>
        <p:grpSpPr>
          <a:xfrm>
            <a:off x="11605995" y="142410"/>
            <a:ext cx="451800" cy="414360"/>
            <a:chOff x="11605995" y="142410"/>
            <a:chExt cx="45180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A024B4C-FCC2-015B-9B64-3F99F4743457}"/>
                    </a:ext>
                  </a:extLst>
                </p14:cNvPr>
                <p14:cNvContentPartPr/>
                <p14:nvPr/>
              </p14:nvContentPartPr>
              <p14:xfrm>
                <a:off x="11605995" y="340050"/>
                <a:ext cx="179280" cy="216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A024B4C-FCC2-015B-9B64-3F99F474345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97355" y="331050"/>
                  <a:ext cx="196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D8548B2-D245-FC46-CACF-12F10167ACD7}"/>
                    </a:ext>
                  </a:extLst>
                </p14:cNvPr>
                <p14:cNvContentPartPr/>
                <p14:nvPr/>
              </p14:nvContentPartPr>
              <p14:xfrm>
                <a:off x="11773395" y="268770"/>
                <a:ext cx="111240" cy="239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D8548B2-D245-FC46-CACF-12F10167ACD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764395" y="259770"/>
                  <a:ext cx="128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4306D53-4F8C-256D-2ABA-031BEF8DC041}"/>
                    </a:ext>
                  </a:extLst>
                </p14:cNvPr>
                <p14:cNvContentPartPr/>
                <p14:nvPr/>
              </p14:nvContentPartPr>
              <p14:xfrm>
                <a:off x="11855115" y="142410"/>
                <a:ext cx="52200" cy="400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4306D53-4F8C-256D-2ABA-031BEF8DC04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846475" y="133410"/>
                  <a:ext cx="698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21125C3-C4AF-2E31-EC37-B4B0F39ED5C5}"/>
                    </a:ext>
                  </a:extLst>
                </p14:cNvPr>
                <p14:cNvContentPartPr/>
                <p14:nvPr/>
              </p14:nvContentPartPr>
              <p14:xfrm>
                <a:off x="11932155" y="315210"/>
                <a:ext cx="125640" cy="192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21125C3-C4AF-2E31-EC37-B4B0F39ED5C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923155" y="306210"/>
                  <a:ext cx="14328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838951F-49C0-7716-DD94-8A03E707CA45}"/>
              </a:ext>
            </a:extLst>
          </p:cNvPr>
          <p:cNvGrpSpPr/>
          <p:nvPr/>
        </p:nvGrpSpPr>
        <p:grpSpPr>
          <a:xfrm>
            <a:off x="6178995" y="991290"/>
            <a:ext cx="1045800" cy="940320"/>
            <a:chOff x="6178995" y="991290"/>
            <a:chExt cx="1045800" cy="9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F1F6D79-4C61-95AE-2ADE-426A2AD5E226}"/>
                    </a:ext>
                  </a:extLst>
                </p14:cNvPr>
                <p14:cNvContentPartPr/>
                <p14:nvPr/>
              </p14:nvContentPartPr>
              <p14:xfrm>
                <a:off x="6178995" y="991290"/>
                <a:ext cx="233640" cy="489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F1F6D79-4C61-95AE-2ADE-426A2AD5E22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70355" y="982290"/>
                  <a:ext cx="25128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7114959-02FF-25E1-B197-82FFE218AA8A}"/>
                    </a:ext>
                  </a:extLst>
                </p14:cNvPr>
                <p14:cNvContentPartPr/>
                <p14:nvPr/>
              </p14:nvContentPartPr>
              <p14:xfrm>
                <a:off x="6427755" y="1195770"/>
                <a:ext cx="133200" cy="271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7114959-02FF-25E1-B197-82FFE218AA8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19115" y="1186770"/>
                  <a:ext cx="150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90BB638-CA91-2667-1577-EA5178442A33}"/>
                    </a:ext>
                  </a:extLst>
                </p14:cNvPr>
                <p14:cNvContentPartPr/>
                <p14:nvPr/>
              </p14:nvContentPartPr>
              <p14:xfrm>
                <a:off x="6635115" y="1241850"/>
                <a:ext cx="27000" cy="298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90BB638-CA91-2667-1577-EA5178442A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26115" y="1233210"/>
                  <a:ext cx="44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1F2FF05-50B6-6E7E-5851-E20DC5420F9A}"/>
                    </a:ext>
                  </a:extLst>
                </p14:cNvPr>
                <p14:cNvContentPartPr/>
                <p14:nvPr/>
              </p14:nvContentPartPr>
              <p14:xfrm>
                <a:off x="6635115" y="1227810"/>
                <a:ext cx="117000" cy="28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1F2FF05-50B6-6E7E-5851-E20DC5420F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26115" y="1219170"/>
                  <a:ext cx="134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66B253C-1DE3-5E4B-B3A2-F566C8091CED}"/>
                    </a:ext>
                  </a:extLst>
                </p14:cNvPr>
                <p14:cNvContentPartPr/>
                <p14:nvPr/>
              </p14:nvContentPartPr>
              <p14:xfrm>
                <a:off x="6804675" y="1236450"/>
                <a:ext cx="183240" cy="271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66B253C-1DE3-5E4B-B3A2-F566C8091CE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96035" y="1227810"/>
                  <a:ext cx="200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78FC804-199B-1111-0F35-577691BE0A58}"/>
                    </a:ext>
                  </a:extLst>
                </p14:cNvPr>
                <p14:cNvContentPartPr/>
                <p14:nvPr/>
              </p14:nvContentPartPr>
              <p14:xfrm>
                <a:off x="6979995" y="1268130"/>
                <a:ext cx="244800" cy="663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78FC804-199B-1111-0F35-577691BE0A5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71355" y="1259130"/>
                  <a:ext cx="262440" cy="68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878F9D1-F19E-2B80-13BD-42CA40555DDD}"/>
                  </a:ext>
                </a:extLst>
              </p14:cNvPr>
              <p14:cNvContentPartPr/>
              <p14:nvPr/>
            </p14:nvContentPartPr>
            <p14:xfrm>
              <a:off x="7570035" y="1465050"/>
              <a:ext cx="19440" cy="990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878F9D1-F19E-2B80-13BD-42CA40555DD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561035" y="1456410"/>
                <a:ext cx="370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A0A9E25-C47F-4F94-193D-771BCFA05325}"/>
                  </a:ext>
                </a:extLst>
              </p14:cNvPr>
              <p14:cNvContentPartPr/>
              <p14:nvPr/>
            </p14:nvContentPartPr>
            <p14:xfrm>
              <a:off x="8087715" y="1214490"/>
              <a:ext cx="273240" cy="2829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A0A9E25-C47F-4F94-193D-771BCFA0532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079075" y="1205850"/>
                <a:ext cx="2908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9A9B829C-67D0-78E8-A690-3D5761FD7E7C}"/>
                  </a:ext>
                </a:extLst>
              </p14:cNvPr>
              <p14:cNvContentPartPr/>
              <p14:nvPr/>
            </p14:nvContentPartPr>
            <p14:xfrm>
              <a:off x="8195355" y="1208370"/>
              <a:ext cx="52200" cy="2278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9A9B829C-67D0-78E8-A690-3D5761FD7E7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186715" y="1199730"/>
                <a:ext cx="698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FD9891C-4F52-BEBB-B021-7C2F144BC712}"/>
                  </a:ext>
                </a:extLst>
              </p14:cNvPr>
              <p14:cNvContentPartPr/>
              <p14:nvPr/>
            </p14:nvContentPartPr>
            <p14:xfrm>
              <a:off x="8432235" y="1205850"/>
              <a:ext cx="261360" cy="2685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FD9891C-4F52-BEBB-B021-7C2F144BC71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423595" y="1197210"/>
                <a:ext cx="2790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37D7689-C3D0-479E-8269-6670D5A1A98F}"/>
                  </a:ext>
                </a:extLst>
              </p14:cNvPr>
              <p14:cNvContentPartPr/>
              <p14:nvPr/>
            </p14:nvContentPartPr>
            <p14:xfrm>
              <a:off x="8719875" y="1043850"/>
              <a:ext cx="43560" cy="4284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37D7689-C3D0-479E-8269-6670D5A1A98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711235" y="1035210"/>
                <a:ext cx="6120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22888CA-1B01-B1EB-730D-8C148907E0B0}"/>
                  </a:ext>
                </a:extLst>
              </p14:cNvPr>
              <p14:cNvContentPartPr/>
              <p14:nvPr/>
            </p14:nvContentPartPr>
            <p14:xfrm>
              <a:off x="8749035" y="1279650"/>
              <a:ext cx="89280" cy="1954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22888CA-1B01-B1EB-730D-8C148907E0B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740035" y="1270650"/>
                <a:ext cx="1069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D2E18D36-6C8B-1230-049E-055E014DCD1A}"/>
                  </a:ext>
                </a:extLst>
              </p14:cNvPr>
              <p14:cNvContentPartPr/>
              <p14:nvPr/>
            </p14:nvContentPartPr>
            <p14:xfrm>
              <a:off x="8857035" y="1205130"/>
              <a:ext cx="182160" cy="2358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D2E18D36-6C8B-1230-049E-055E014DCD1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848035" y="1196490"/>
                <a:ext cx="1998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47C9929-EACD-7F4D-ACC6-84AC1F1ED671}"/>
                  </a:ext>
                </a:extLst>
              </p14:cNvPr>
              <p14:cNvContentPartPr/>
              <p14:nvPr/>
            </p14:nvContentPartPr>
            <p14:xfrm>
              <a:off x="9320355" y="1008210"/>
              <a:ext cx="141480" cy="4248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47C9929-EACD-7F4D-ACC6-84AC1F1ED67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311355" y="999210"/>
                <a:ext cx="15912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4973D554-9761-2957-169E-1213665615D1}"/>
                  </a:ext>
                </a:extLst>
              </p14:cNvPr>
              <p14:cNvContentPartPr/>
              <p14:nvPr/>
            </p14:nvContentPartPr>
            <p14:xfrm>
              <a:off x="9539235" y="1165170"/>
              <a:ext cx="166320" cy="2743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4973D554-9761-2957-169E-1213665615D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530595" y="1156170"/>
                <a:ext cx="1839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83196ED-BAAF-6B4E-3B0A-398760CB9F70}"/>
                  </a:ext>
                </a:extLst>
              </p14:cNvPr>
              <p14:cNvContentPartPr/>
              <p14:nvPr/>
            </p14:nvContentPartPr>
            <p14:xfrm>
              <a:off x="9774315" y="1155450"/>
              <a:ext cx="183960" cy="2937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83196ED-BAAF-6B4E-3B0A-398760CB9F7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765315" y="1146450"/>
                <a:ext cx="2016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C92690F-4C88-7291-ABF7-8A2C6925FCFD}"/>
                  </a:ext>
                </a:extLst>
              </p14:cNvPr>
              <p14:cNvContentPartPr/>
              <p14:nvPr/>
            </p14:nvContentPartPr>
            <p14:xfrm>
              <a:off x="9972315" y="1226730"/>
              <a:ext cx="64080" cy="1702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C92690F-4C88-7291-ABF7-8A2C6925FCF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963675" y="1218090"/>
                <a:ext cx="817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940782D7-C568-200C-16D6-9C1785A6C9D7}"/>
                  </a:ext>
                </a:extLst>
              </p14:cNvPr>
              <p14:cNvContentPartPr/>
              <p14:nvPr/>
            </p14:nvContentPartPr>
            <p14:xfrm>
              <a:off x="9991755" y="1019010"/>
              <a:ext cx="12240" cy="25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940782D7-C568-200C-16D6-9C1785A6C9D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982755" y="1010010"/>
                <a:ext cx="298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D9B62E7B-35F9-99C9-1492-CB1B48DB4F4C}"/>
                  </a:ext>
                </a:extLst>
              </p14:cNvPr>
              <p14:cNvContentPartPr/>
              <p14:nvPr/>
            </p14:nvContentPartPr>
            <p14:xfrm>
              <a:off x="10118115" y="1016490"/>
              <a:ext cx="87120" cy="4467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D9B62E7B-35F9-99C9-1492-CB1B48DB4F4C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0109115" y="1007490"/>
                <a:ext cx="10476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953B52B-5EB4-EEEF-E1A8-7FAD4B03F427}"/>
                  </a:ext>
                </a:extLst>
              </p14:cNvPr>
              <p14:cNvContentPartPr/>
              <p14:nvPr/>
            </p14:nvContentPartPr>
            <p14:xfrm>
              <a:off x="10529595" y="1124130"/>
              <a:ext cx="531000" cy="6562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953B52B-5EB4-EEEF-E1A8-7FAD4B03F427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0520595" y="1115130"/>
                <a:ext cx="54864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27B604D-1F60-0901-ECE3-86D040F9D6B1}"/>
                  </a:ext>
                </a:extLst>
              </p14:cNvPr>
              <p14:cNvContentPartPr/>
              <p14:nvPr/>
            </p14:nvContentPartPr>
            <p14:xfrm>
              <a:off x="11106675" y="1169130"/>
              <a:ext cx="223200" cy="3088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27B604D-1F60-0901-ECE3-86D040F9D6B1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1098035" y="1160490"/>
                <a:ext cx="24084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118DE1D-BE54-FAEE-C0D0-FCA01F1D787A}"/>
                  </a:ext>
                </a:extLst>
              </p14:cNvPr>
              <p14:cNvContentPartPr/>
              <p14:nvPr/>
            </p14:nvContentPartPr>
            <p14:xfrm>
              <a:off x="11639835" y="1343730"/>
              <a:ext cx="176040" cy="2088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118DE1D-BE54-FAEE-C0D0-FCA01F1D787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1631195" y="1335090"/>
                <a:ext cx="1936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4969D8FA-B0D1-F26A-2FFC-1F0175E70EA1}"/>
                  </a:ext>
                </a:extLst>
              </p14:cNvPr>
              <p14:cNvContentPartPr/>
              <p14:nvPr/>
            </p14:nvContentPartPr>
            <p14:xfrm>
              <a:off x="11674755" y="1194330"/>
              <a:ext cx="150840" cy="284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4969D8FA-B0D1-F26A-2FFC-1F0175E70EA1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1666115" y="1185690"/>
                <a:ext cx="168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703B53E-FCA3-9F72-77B5-76B9EE35FF87}"/>
                  </a:ext>
                </a:extLst>
              </p14:cNvPr>
              <p14:cNvContentPartPr/>
              <p14:nvPr/>
            </p14:nvContentPartPr>
            <p14:xfrm>
              <a:off x="11665035" y="1022250"/>
              <a:ext cx="235080" cy="90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703B53E-FCA3-9F72-77B5-76B9EE35FF87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1656395" y="1013250"/>
                <a:ext cx="25272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39E1195E-1F75-8E93-08BA-4CD9A525EA46}"/>
              </a:ext>
            </a:extLst>
          </p:cNvPr>
          <p:cNvGrpSpPr/>
          <p:nvPr/>
        </p:nvGrpSpPr>
        <p:grpSpPr>
          <a:xfrm>
            <a:off x="8275995" y="1790850"/>
            <a:ext cx="902520" cy="537480"/>
            <a:chOff x="8275995" y="1790850"/>
            <a:chExt cx="90252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E00BDF7-5DC9-BFB1-18DA-43EBB3B3B56B}"/>
                    </a:ext>
                  </a:extLst>
                </p14:cNvPr>
                <p14:cNvContentPartPr/>
                <p14:nvPr/>
              </p14:nvContentPartPr>
              <p14:xfrm>
                <a:off x="8293995" y="1841610"/>
                <a:ext cx="45360" cy="389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E00BDF7-5DC9-BFB1-18DA-43EBB3B3B56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285355" y="1832610"/>
                  <a:ext cx="630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6D5AE31-EE25-F704-8CAE-8AC1D24D4348}"/>
                    </a:ext>
                  </a:extLst>
                </p14:cNvPr>
                <p14:cNvContentPartPr/>
                <p14:nvPr/>
              </p14:nvContentPartPr>
              <p14:xfrm>
                <a:off x="8275995" y="2031330"/>
                <a:ext cx="236880" cy="244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6D5AE31-EE25-F704-8CAE-8AC1D24D434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67355" y="2022690"/>
                  <a:ext cx="254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16879F5-582B-FFA0-A310-00032597DFFF}"/>
                    </a:ext>
                  </a:extLst>
                </p14:cNvPr>
                <p14:cNvContentPartPr/>
                <p14:nvPr/>
              </p14:nvContentPartPr>
              <p14:xfrm>
                <a:off x="8479755" y="1831530"/>
                <a:ext cx="22680" cy="4809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16879F5-582B-FFA0-A310-00032597DFF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471115" y="1822890"/>
                  <a:ext cx="403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C0BB70F-3BEF-2C21-3D2E-B8BCFBA2931D}"/>
                    </a:ext>
                  </a:extLst>
                </p14:cNvPr>
                <p14:cNvContentPartPr/>
                <p14:nvPr/>
              </p14:nvContentPartPr>
              <p14:xfrm>
                <a:off x="8608995" y="1999290"/>
                <a:ext cx="144000" cy="260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C0BB70F-3BEF-2C21-3D2E-B8BCFBA2931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599995" y="1990650"/>
                  <a:ext cx="161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9AEBE7E-29DF-3D9F-581D-D12C48C803F8}"/>
                    </a:ext>
                  </a:extLst>
                </p14:cNvPr>
                <p14:cNvContentPartPr/>
                <p14:nvPr/>
              </p14:nvContentPartPr>
              <p14:xfrm>
                <a:off x="8803035" y="1983450"/>
                <a:ext cx="303840" cy="2905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9AEBE7E-29DF-3D9F-581D-D12C48C803F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94035" y="1974810"/>
                  <a:ext cx="321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BDA2EA7-8332-A13D-9FBC-4E9A9F8C60AF}"/>
                    </a:ext>
                  </a:extLst>
                </p14:cNvPr>
                <p14:cNvContentPartPr/>
                <p14:nvPr/>
              </p14:nvContentPartPr>
              <p14:xfrm>
                <a:off x="9079875" y="1911090"/>
                <a:ext cx="7560" cy="198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BDA2EA7-8332-A13D-9FBC-4E9A9F8C60A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070875" y="1902450"/>
                  <a:ext cx="25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54B169B-482A-F934-C07B-C8F382922E9C}"/>
                    </a:ext>
                  </a:extLst>
                </p14:cNvPr>
                <p14:cNvContentPartPr/>
                <p14:nvPr/>
              </p14:nvContentPartPr>
              <p14:xfrm>
                <a:off x="9142155" y="1790850"/>
                <a:ext cx="36360" cy="537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54B169B-482A-F934-C07B-C8F382922E9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133515" y="1782210"/>
                  <a:ext cx="54000" cy="55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73F6912-AE2C-F3B0-EEC1-4BFD63EFE4AC}"/>
              </a:ext>
            </a:extLst>
          </p:cNvPr>
          <p:cNvGrpSpPr/>
          <p:nvPr/>
        </p:nvGrpSpPr>
        <p:grpSpPr>
          <a:xfrm>
            <a:off x="9455355" y="1808130"/>
            <a:ext cx="2341080" cy="647280"/>
            <a:chOff x="9455355" y="1808130"/>
            <a:chExt cx="234108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CAA661A-E265-EED8-EBD5-CE073B7E64DB}"/>
                    </a:ext>
                  </a:extLst>
                </p14:cNvPr>
                <p14:cNvContentPartPr/>
                <p14:nvPr/>
              </p14:nvContentPartPr>
              <p14:xfrm>
                <a:off x="9455355" y="1977330"/>
                <a:ext cx="169920" cy="478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CAA661A-E265-EED8-EBD5-CE073B7E64D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446355" y="1968330"/>
                  <a:ext cx="1875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D4412AD-4AA2-355D-84E2-546C72D05A2F}"/>
                    </a:ext>
                  </a:extLst>
                </p14:cNvPr>
                <p14:cNvContentPartPr/>
                <p14:nvPr/>
              </p14:nvContentPartPr>
              <p14:xfrm>
                <a:off x="9754515" y="1989930"/>
                <a:ext cx="361440" cy="275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D4412AD-4AA2-355D-84E2-546C72D05A2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745875" y="1981290"/>
                  <a:ext cx="379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1265CB6-F3B9-44F2-0748-8B5A8843A20D}"/>
                    </a:ext>
                  </a:extLst>
                </p14:cNvPr>
                <p14:cNvContentPartPr/>
                <p14:nvPr/>
              </p14:nvContentPartPr>
              <p14:xfrm>
                <a:off x="10156635" y="2047530"/>
                <a:ext cx="133920" cy="3369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1265CB6-F3B9-44F2-0748-8B5A8843A20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147635" y="2038890"/>
                  <a:ext cx="1515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8924E04-788A-1598-82C8-3C99782C17D0}"/>
                    </a:ext>
                  </a:extLst>
                </p14:cNvPr>
                <p14:cNvContentPartPr/>
                <p14:nvPr/>
              </p14:nvContentPartPr>
              <p14:xfrm>
                <a:off x="10256355" y="1899210"/>
                <a:ext cx="360" cy="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8924E04-788A-1598-82C8-3C99782C17D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47355" y="18905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DAA6B10-E36E-E2D0-0494-2C3F4281F963}"/>
                    </a:ext>
                  </a:extLst>
                </p14:cNvPr>
                <p14:cNvContentPartPr/>
                <p14:nvPr/>
              </p14:nvContentPartPr>
              <p14:xfrm>
                <a:off x="10349595" y="1998930"/>
                <a:ext cx="138960" cy="271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DAA6B10-E36E-E2D0-0494-2C3F4281F96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40595" y="1989930"/>
                  <a:ext cx="1566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C6453A4-8414-B7B3-0CD0-F4CBA6474DF7}"/>
                    </a:ext>
                  </a:extLst>
                </p14:cNvPr>
                <p14:cNvContentPartPr/>
                <p14:nvPr/>
              </p14:nvContentPartPr>
              <p14:xfrm>
                <a:off x="10548675" y="1987050"/>
                <a:ext cx="277200" cy="251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C6453A4-8414-B7B3-0CD0-F4CBA6474DF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40035" y="1978050"/>
                  <a:ext cx="2948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9F7662-C210-C147-5110-553E6AC981FA}"/>
                    </a:ext>
                  </a:extLst>
                </p14:cNvPr>
                <p14:cNvContentPartPr/>
                <p14:nvPr/>
              </p14:nvContentPartPr>
              <p14:xfrm>
                <a:off x="10905795" y="1833330"/>
                <a:ext cx="43560" cy="4647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9F7662-C210-C147-5110-553E6AC981F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96795" y="1824330"/>
                  <a:ext cx="612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A7D15D3-F774-B8E2-A3A3-DB6FEB6EEF88}"/>
                    </a:ext>
                  </a:extLst>
                </p14:cNvPr>
                <p14:cNvContentPartPr/>
                <p14:nvPr/>
              </p14:nvContentPartPr>
              <p14:xfrm>
                <a:off x="10994715" y="1985970"/>
                <a:ext cx="168840" cy="281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A7D15D3-F774-B8E2-A3A3-DB6FEB6EEF8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986075" y="1976970"/>
                  <a:ext cx="1864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BD7AC69-8B4D-3BEE-FB7B-CAA9F2E58B5D}"/>
                    </a:ext>
                  </a:extLst>
                </p14:cNvPr>
                <p14:cNvContentPartPr/>
                <p14:nvPr/>
              </p14:nvContentPartPr>
              <p14:xfrm>
                <a:off x="11170755" y="1808130"/>
                <a:ext cx="128160" cy="480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BD7AC69-8B4D-3BEE-FB7B-CAA9F2E58B5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61755" y="1799490"/>
                  <a:ext cx="1458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C315D8F-EF12-8FB9-DF00-F00DFA506247}"/>
                    </a:ext>
                  </a:extLst>
                </p14:cNvPr>
                <p14:cNvContentPartPr/>
                <p14:nvPr/>
              </p14:nvContentPartPr>
              <p14:xfrm>
                <a:off x="11433195" y="2014770"/>
                <a:ext cx="169920" cy="253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C315D8F-EF12-8FB9-DF00-F00DFA50624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424195" y="2006130"/>
                  <a:ext cx="1875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725D770-1DF6-E3F2-AA6A-CEFDF45713D4}"/>
                    </a:ext>
                  </a:extLst>
                </p14:cNvPr>
                <p14:cNvContentPartPr/>
                <p14:nvPr/>
              </p14:nvContentPartPr>
              <p14:xfrm>
                <a:off x="11618595" y="2066970"/>
                <a:ext cx="177840" cy="2743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725D770-1DF6-E3F2-AA6A-CEFDF45713D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609955" y="2058330"/>
                  <a:ext cx="19548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3722066-49A4-0DB1-EC5A-F0682B0CE343}"/>
              </a:ext>
            </a:extLst>
          </p:cNvPr>
          <p:cNvGrpSpPr/>
          <p:nvPr/>
        </p:nvGrpSpPr>
        <p:grpSpPr>
          <a:xfrm>
            <a:off x="8003835" y="2553330"/>
            <a:ext cx="1406880" cy="419760"/>
            <a:chOff x="8003835" y="2553330"/>
            <a:chExt cx="140688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EF1C66E-9B11-6A82-272A-BDC5758FF511}"/>
                    </a:ext>
                  </a:extLst>
                </p14:cNvPr>
                <p14:cNvContentPartPr/>
                <p14:nvPr/>
              </p14:nvContentPartPr>
              <p14:xfrm>
                <a:off x="8003835" y="2606970"/>
                <a:ext cx="155880" cy="340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EF1C66E-9B11-6A82-272A-BDC5758FF5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995195" y="2598330"/>
                  <a:ext cx="173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32A72DF-2539-494E-8DD6-14EBA69B723A}"/>
                    </a:ext>
                  </a:extLst>
                </p14:cNvPr>
                <p14:cNvContentPartPr/>
                <p14:nvPr/>
              </p14:nvContentPartPr>
              <p14:xfrm>
                <a:off x="8220195" y="2704890"/>
                <a:ext cx="129600" cy="241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32A72DF-2539-494E-8DD6-14EBA69B723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11195" y="2695890"/>
                  <a:ext cx="147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8D9ACC1-F85C-2907-5FBB-7B20BC715941}"/>
                    </a:ext>
                  </a:extLst>
                </p14:cNvPr>
                <p14:cNvContentPartPr/>
                <p14:nvPr/>
              </p14:nvContentPartPr>
              <p14:xfrm>
                <a:off x="8420355" y="2663490"/>
                <a:ext cx="191520" cy="270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8D9ACC1-F85C-2907-5FBB-7B20BC71594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11715" y="2654850"/>
                  <a:ext cx="209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AA4F514-8D64-2475-E1DE-DFD0E725774B}"/>
                    </a:ext>
                  </a:extLst>
                </p14:cNvPr>
                <p14:cNvContentPartPr/>
                <p14:nvPr/>
              </p14:nvContentPartPr>
              <p14:xfrm>
                <a:off x="8706915" y="2678970"/>
                <a:ext cx="143640" cy="261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AA4F514-8D64-2475-E1DE-DFD0E725774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97915" y="2669970"/>
                  <a:ext cx="161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4DEED8B-685F-79A8-A023-C08E5B36ECFF}"/>
                    </a:ext>
                  </a:extLst>
                </p14:cNvPr>
                <p14:cNvContentPartPr/>
                <p14:nvPr/>
              </p14:nvContentPartPr>
              <p14:xfrm>
                <a:off x="8873955" y="2695890"/>
                <a:ext cx="180720" cy="2307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4DEED8B-685F-79A8-A023-C08E5B36ECF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65315" y="2687250"/>
                  <a:ext cx="198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D093CC5-3F91-09F6-99C2-69106035D526}"/>
                    </a:ext>
                  </a:extLst>
                </p14:cNvPr>
                <p14:cNvContentPartPr/>
                <p14:nvPr/>
              </p14:nvContentPartPr>
              <p14:xfrm>
                <a:off x="9048555" y="2722170"/>
                <a:ext cx="126360" cy="2383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D093CC5-3F91-09F6-99C2-69106035D52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39915" y="2713170"/>
                  <a:ext cx="144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C83EF7A-A6CC-1E98-C38D-6C15161C30FD}"/>
                    </a:ext>
                  </a:extLst>
                </p14:cNvPr>
                <p14:cNvContentPartPr/>
                <p14:nvPr/>
              </p14:nvContentPartPr>
              <p14:xfrm>
                <a:off x="9262755" y="2553330"/>
                <a:ext cx="68760" cy="419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C83EF7A-A6CC-1E98-C38D-6C15161C30F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53755" y="2544330"/>
                  <a:ext cx="86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6CAC8CD-9446-B1BC-936B-76AD5BAC353F}"/>
                    </a:ext>
                  </a:extLst>
                </p14:cNvPr>
                <p14:cNvContentPartPr/>
                <p14:nvPr/>
              </p14:nvContentPartPr>
              <p14:xfrm>
                <a:off x="9226395" y="2763210"/>
                <a:ext cx="184320" cy="36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6CAC8CD-9446-B1BC-936B-76AD5BAC353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17755" y="2754570"/>
                  <a:ext cx="20196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D71061B-E041-2CC4-2354-6E812E333B9F}"/>
                  </a:ext>
                </a:extLst>
              </p14:cNvPr>
              <p14:cNvContentPartPr/>
              <p14:nvPr/>
            </p14:nvContentPartPr>
            <p14:xfrm>
              <a:off x="9632115" y="2891010"/>
              <a:ext cx="8640" cy="1497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D71061B-E041-2CC4-2354-6E812E333B9F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9623115" y="2882370"/>
                <a:ext cx="262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54058BA-9B9A-7C9F-DDF5-B56C5B9EA458}"/>
                  </a:ext>
                </a:extLst>
              </p14:cNvPr>
              <p14:cNvContentPartPr/>
              <p14:nvPr/>
            </p14:nvContentPartPr>
            <p14:xfrm>
              <a:off x="9935235" y="2606250"/>
              <a:ext cx="230040" cy="38988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54058BA-9B9A-7C9F-DDF5-B56C5B9EA458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926235" y="2597610"/>
                <a:ext cx="247680" cy="4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24F7CD2-F6FD-739C-5658-4D3D82E4B9F1}"/>
              </a:ext>
            </a:extLst>
          </p:cNvPr>
          <p:cNvGrpSpPr/>
          <p:nvPr/>
        </p:nvGrpSpPr>
        <p:grpSpPr>
          <a:xfrm>
            <a:off x="10768275" y="2606250"/>
            <a:ext cx="882720" cy="435240"/>
            <a:chOff x="10768275" y="2606250"/>
            <a:chExt cx="88272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A4ABCFF-521E-ABBE-35DB-7206F6FAD884}"/>
                    </a:ext>
                  </a:extLst>
                </p14:cNvPr>
                <p14:cNvContentPartPr/>
                <p14:nvPr/>
              </p14:nvContentPartPr>
              <p14:xfrm>
                <a:off x="10768275" y="2783730"/>
                <a:ext cx="255960" cy="2325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A4ABCFF-521E-ABBE-35DB-7206F6FAD88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59275" y="2774730"/>
                  <a:ext cx="273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D0CD0F2-3C1F-9686-C1C2-A054F0CE19A2}"/>
                    </a:ext>
                  </a:extLst>
                </p14:cNvPr>
                <p14:cNvContentPartPr/>
                <p14:nvPr/>
              </p14:nvContentPartPr>
              <p14:xfrm>
                <a:off x="11144835" y="2606250"/>
                <a:ext cx="29160" cy="4136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D0CD0F2-3C1F-9686-C1C2-A054F0CE19A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136195" y="2597610"/>
                  <a:ext cx="468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C7BCF72-C81F-BC75-72E2-44285FE28238}"/>
                    </a:ext>
                  </a:extLst>
                </p14:cNvPr>
                <p14:cNvContentPartPr/>
                <p14:nvPr/>
              </p14:nvContentPartPr>
              <p14:xfrm>
                <a:off x="11074275" y="2799930"/>
                <a:ext cx="155520" cy="241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C7BCF72-C81F-BC75-72E2-44285FE2823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065635" y="2791290"/>
                  <a:ext cx="173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BBE7E9F-C62F-3FEA-0D6F-8C2141706767}"/>
                    </a:ext>
                  </a:extLst>
                </p14:cNvPr>
                <p14:cNvContentPartPr/>
                <p14:nvPr/>
              </p14:nvContentPartPr>
              <p14:xfrm>
                <a:off x="11260395" y="2764650"/>
                <a:ext cx="195840" cy="2570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BBE7E9F-C62F-3FEA-0D6F-8C214170676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251395" y="2756010"/>
                  <a:ext cx="213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7347C81-CF29-D559-AC89-F8B4AFCDB659}"/>
                    </a:ext>
                  </a:extLst>
                </p14:cNvPr>
                <p14:cNvContentPartPr/>
                <p14:nvPr/>
              </p14:nvContentPartPr>
              <p14:xfrm>
                <a:off x="11506275" y="2794530"/>
                <a:ext cx="144720" cy="2469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7347C81-CF29-D559-AC89-F8B4AFCDB65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497635" y="2785890"/>
                  <a:ext cx="162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76FC290-6A56-DB07-708A-A4CD86D5FBED}"/>
                    </a:ext>
                  </a:extLst>
                </p14:cNvPr>
                <p14:cNvContentPartPr/>
                <p14:nvPr/>
              </p14:nvContentPartPr>
              <p14:xfrm>
                <a:off x="10804995" y="2785530"/>
                <a:ext cx="117000" cy="55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76FC290-6A56-DB07-708A-A4CD86D5FBE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95995" y="2776530"/>
                  <a:ext cx="1346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16EFA795-92CE-1991-BFC6-5C8789A61BEE}"/>
              </a:ext>
            </a:extLst>
          </p:cNvPr>
          <p:cNvGrpSpPr/>
          <p:nvPr/>
        </p:nvGrpSpPr>
        <p:grpSpPr>
          <a:xfrm>
            <a:off x="6088995" y="1768170"/>
            <a:ext cx="1629360" cy="1561680"/>
            <a:chOff x="6088995" y="1768170"/>
            <a:chExt cx="1629360" cy="156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B750885-840D-C1BE-2195-C95335A1056F}"/>
                    </a:ext>
                  </a:extLst>
                </p14:cNvPr>
                <p14:cNvContentPartPr/>
                <p14:nvPr/>
              </p14:nvContentPartPr>
              <p14:xfrm>
                <a:off x="6088995" y="1917570"/>
                <a:ext cx="74880" cy="79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B750885-840D-C1BE-2195-C95335A1056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79995" y="1908930"/>
                  <a:ext cx="92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8CE55E6-B87C-1FBA-D408-DC1307D3D4CE}"/>
                    </a:ext>
                  </a:extLst>
                </p14:cNvPr>
                <p14:cNvContentPartPr/>
                <p14:nvPr/>
              </p14:nvContentPartPr>
              <p14:xfrm>
                <a:off x="6088995" y="1880490"/>
                <a:ext cx="534240" cy="4798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8CE55E6-B87C-1FBA-D408-DC1307D3D4C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79995" y="1871850"/>
                  <a:ext cx="5518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7F8258-35C1-C56B-3143-CE05C07AA464}"/>
                    </a:ext>
                  </a:extLst>
                </p14:cNvPr>
                <p14:cNvContentPartPr/>
                <p14:nvPr/>
              </p14:nvContentPartPr>
              <p14:xfrm>
                <a:off x="6698835" y="1768170"/>
                <a:ext cx="302400" cy="5205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7F8258-35C1-C56B-3143-CE05C07AA46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689835" y="1759530"/>
                  <a:ext cx="3200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B303643-B361-3212-C93E-BEBDFB6B1D04}"/>
                    </a:ext>
                  </a:extLst>
                </p14:cNvPr>
                <p14:cNvContentPartPr/>
                <p14:nvPr/>
              </p14:nvContentPartPr>
              <p14:xfrm>
                <a:off x="6899715" y="2021610"/>
                <a:ext cx="246960" cy="192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B303643-B361-3212-C93E-BEBDFB6B1D0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891075" y="2012610"/>
                  <a:ext cx="264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3A7E143-2402-2D37-0421-786B1ED4B8FC}"/>
                    </a:ext>
                  </a:extLst>
                </p14:cNvPr>
                <p14:cNvContentPartPr/>
                <p14:nvPr/>
              </p14:nvContentPartPr>
              <p14:xfrm>
                <a:off x="7172955" y="1937010"/>
                <a:ext cx="360" cy="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3A7E143-2402-2D37-0421-786B1ED4B8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63955" y="1928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F2E40CB-2F31-D166-58F0-75E5065FD04B}"/>
                    </a:ext>
                  </a:extLst>
                </p14:cNvPr>
                <p14:cNvContentPartPr/>
                <p14:nvPr/>
              </p14:nvContentPartPr>
              <p14:xfrm>
                <a:off x="7190955" y="1887330"/>
                <a:ext cx="231480" cy="539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F2E40CB-2F31-D166-58F0-75E5065FD0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181955" y="1878330"/>
                  <a:ext cx="24912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BCB394C-55BF-B6E7-FD9D-4B113F3CE1AC}"/>
                    </a:ext>
                  </a:extLst>
                </p14:cNvPr>
                <p14:cNvContentPartPr/>
                <p14:nvPr/>
              </p14:nvContentPartPr>
              <p14:xfrm>
                <a:off x="7642035" y="2249130"/>
                <a:ext cx="10080" cy="20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BCB394C-55BF-B6E7-FD9D-4B113F3CE1A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633395" y="2240130"/>
                  <a:ext cx="27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B65A82C-B8BC-4400-5F77-719B71A72DBB}"/>
                    </a:ext>
                  </a:extLst>
                </p14:cNvPr>
                <p14:cNvContentPartPr/>
                <p14:nvPr/>
              </p14:nvContentPartPr>
              <p14:xfrm>
                <a:off x="6174315" y="2379810"/>
                <a:ext cx="205920" cy="5148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B65A82C-B8BC-4400-5F77-719B71A72DB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165315" y="2370810"/>
                  <a:ext cx="22356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7CB9F6B-E41E-E0AD-B595-8AE63D89E0BF}"/>
                    </a:ext>
                  </a:extLst>
                </p14:cNvPr>
                <p14:cNvContentPartPr/>
                <p14:nvPr/>
              </p14:nvContentPartPr>
              <p14:xfrm>
                <a:off x="6442515" y="2597610"/>
                <a:ext cx="149040" cy="3052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7CB9F6B-E41E-E0AD-B595-8AE63D89E0B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433875" y="2588610"/>
                  <a:ext cx="166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6A9C9C5-91D6-C892-85B9-A4B05C1189B7}"/>
                    </a:ext>
                  </a:extLst>
                </p14:cNvPr>
                <p14:cNvContentPartPr/>
                <p14:nvPr/>
              </p14:nvContentPartPr>
              <p14:xfrm>
                <a:off x="6661755" y="2623530"/>
                <a:ext cx="136080" cy="293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6A9C9C5-91D6-C892-85B9-A4B05C1189B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653115" y="2614890"/>
                  <a:ext cx="153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6E4173F-F79B-0AAA-2656-BA22C94F8D18}"/>
                    </a:ext>
                  </a:extLst>
                </p14:cNvPr>
                <p14:cNvContentPartPr/>
                <p14:nvPr/>
              </p14:nvContentPartPr>
              <p14:xfrm>
                <a:off x="6847875" y="2644050"/>
                <a:ext cx="95040" cy="2422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6E4173F-F79B-0AAA-2656-BA22C94F8D1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839235" y="2635410"/>
                  <a:ext cx="112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0D26D75-DC3F-B105-E7F9-90C7717B5A39}"/>
                    </a:ext>
                  </a:extLst>
                </p14:cNvPr>
                <p14:cNvContentPartPr/>
                <p14:nvPr/>
              </p14:nvContentPartPr>
              <p14:xfrm>
                <a:off x="6893595" y="2630010"/>
                <a:ext cx="138600" cy="47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0D26D75-DC3F-B105-E7F9-90C7717B5A3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884955" y="2621370"/>
                  <a:ext cx="15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4E13979-CF04-2AE2-24FD-1B7A8423D9BD}"/>
                    </a:ext>
                  </a:extLst>
                </p14:cNvPr>
                <p14:cNvContentPartPr/>
                <p14:nvPr/>
              </p14:nvContentPartPr>
              <p14:xfrm>
                <a:off x="7385715" y="2514450"/>
                <a:ext cx="288000" cy="4341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4E13979-CF04-2AE2-24FD-1B7A8423D9B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377075" y="2505450"/>
                  <a:ext cx="30564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5A169BC-939F-957D-06E4-547E82511F5C}"/>
                    </a:ext>
                  </a:extLst>
                </p14:cNvPr>
                <p14:cNvContentPartPr/>
                <p14:nvPr/>
              </p14:nvContentPartPr>
              <p14:xfrm>
                <a:off x="7717995" y="2626770"/>
                <a:ext cx="360" cy="3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5A169BC-939F-957D-06E4-547E82511F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08995" y="26181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E0C3E33-C53E-2A8A-D023-31AEDE064C92}"/>
                    </a:ext>
                  </a:extLst>
                </p14:cNvPr>
                <p14:cNvContentPartPr/>
                <p14:nvPr/>
              </p14:nvContentPartPr>
              <p14:xfrm>
                <a:off x="6678315" y="3010890"/>
                <a:ext cx="170280" cy="3189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E0C3E33-C53E-2A8A-D023-31AEDE064C9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669315" y="3002250"/>
                  <a:ext cx="1879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CEED167-A20B-6632-C0B8-1E02172D7886}"/>
                    </a:ext>
                  </a:extLst>
                </p14:cNvPr>
                <p14:cNvContentPartPr/>
                <p14:nvPr/>
              </p14:nvContentPartPr>
              <p14:xfrm>
                <a:off x="6935715" y="3025290"/>
                <a:ext cx="141120" cy="1634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CEED167-A20B-6632-C0B8-1E02172D788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927075" y="3016290"/>
                  <a:ext cx="15876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A4CACB40-444D-2A0E-8AC6-DDA275EF4F3F}"/>
              </a:ext>
            </a:extLst>
          </p:cNvPr>
          <p:cNvGrpSpPr/>
          <p:nvPr/>
        </p:nvGrpSpPr>
        <p:grpSpPr>
          <a:xfrm>
            <a:off x="9932355" y="2458650"/>
            <a:ext cx="483480" cy="530280"/>
            <a:chOff x="9932355" y="2458650"/>
            <a:chExt cx="483480" cy="53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D4B050-9B5B-C2B3-8E93-4091A0F3F9A3}"/>
                    </a:ext>
                  </a:extLst>
                </p14:cNvPr>
                <p14:cNvContentPartPr/>
                <p14:nvPr/>
              </p14:nvContentPartPr>
              <p14:xfrm>
                <a:off x="9932355" y="2592930"/>
                <a:ext cx="235440" cy="396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D4B050-9B5B-C2B3-8E93-4091A0F3F9A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923355" y="2583930"/>
                  <a:ext cx="2530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E5B85E3-EACD-31C3-AAA4-186C55B17380}"/>
                    </a:ext>
                  </a:extLst>
                </p14:cNvPr>
                <p14:cNvContentPartPr/>
                <p14:nvPr/>
              </p14:nvContentPartPr>
              <p14:xfrm>
                <a:off x="10326195" y="2458650"/>
                <a:ext cx="89640" cy="336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E5B85E3-EACD-31C3-AAA4-186C55B1738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17195" y="2449650"/>
                  <a:ext cx="10728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6F8F38C6-2FF9-24CC-D6CF-2FC28E54E16C}"/>
              </a:ext>
            </a:extLst>
          </p:cNvPr>
          <p:cNvGrpSpPr/>
          <p:nvPr/>
        </p:nvGrpSpPr>
        <p:grpSpPr>
          <a:xfrm>
            <a:off x="6697755" y="2977770"/>
            <a:ext cx="429840" cy="388080"/>
            <a:chOff x="6697755" y="2977770"/>
            <a:chExt cx="42984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1F0005D-01F4-2F4F-471C-E67898EC164A}"/>
                    </a:ext>
                  </a:extLst>
                </p14:cNvPr>
                <p14:cNvContentPartPr/>
                <p14:nvPr/>
              </p14:nvContentPartPr>
              <p14:xfrm>
                <a:off x="6697755" y="2996850"/>
                <a:ext cx="150480" cy="369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1F0005D-01F4-2F4F-471C-E67898EC16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689115" y="2988210"/>
                  <a:ext cx="1681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0096D32-FBC6-6090-57CC-1C105D0CE939}"/>
                    </a:ext>
                  </a:extLst>
                </p14:cNvPr>
                <p14:cNvContentPartPr/>
                <p14:nvPr/>
              </p14:nvContentPartPr>
              <p14:xfrm>
                <a:off x="6920235" y="2977770"/>
                <a:ext cx="207360" cy="2084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0096D32-FBC6-6090-57CC-1C105D0CE93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11235" y="2969130"/>
                  <a:ext cx="22500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A18C9CF-D438-43D2-C180-29C0DAB4D46D}"/>
                  </a:ext>
                </a:extLst>
              </p14:cNvPr>
              <p14:cNvContentPartPr/>
              <p14:nvPr/>
            </p14:nvContentPartPr>
            <p14:xfrm>
              <a:off x="7353315" y="3236250"/>
              <a:ext cx="36360" cy="18432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A18C9CF-D438-43D2-C180-29C0DAB4D46D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344315" y="3227610"/>
                <a:ext cx="54000" cy="2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09D84654-DC5B-78A3-1B75-2128BD62BA28}"/>
              </a:ext>
            </a:extLst>
          </p:cNvPr>
          <p:cNvGrpSpPr/>
          <p:nvPr/>
        </p:nvGrpSpPr>
        <p:grpSpPr>
          <a:xfrm>
            <a:off x="7863435" y="2991810"/>
            <a:ext cx="1730520" cy="835560"/>
            <a:chOff x="7863435" y="2991810"/>
            <a:chExt cx="1730520" cy="8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14CBFB8-D27A-98F1-0880-C5EA3402467D}"/>
                    </a:ext>
                  </a:extLst>
                </p14:cNvPr>
                <p14:cNvContentPartPr/>
                <p14:nvPr/>
              </p14:nvContentPartPr>
              <p14:xfrm>
                <a:off x="7876755" y="2991810"/>
                <a:ext cx="24480" cy="389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14CBFB8-D27A-98F1-0880-C5EA3402467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867755" y="2982810"/>
                  <a:ext cx="421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E027EE7-EEE7-09D7-7106-6422AA91C80E}"/>
                    </a:ext>
                  </a:extLst>
                </p14:cNvPr>
                <p14:cNvContentPartPr/>
                <p14:nvPr/>
              </p14:nvContentPartPr>
              <p14:xfrm>
                <a:off x="7863435" y="3197370"/>
                <a:ext cx="113400" cy="360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E027EE7-EEE7-09D7-7106-6422AA91C80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854435" y="3188730"/>
                  <a:ext cx="131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A034075-31EF-B7D8-D8E3-F4751E91099F}"/>
                    </a:ext>
                  </a:extLst>
                </p14:cNvPr>
                <p14:cNvContentPartPr/>
                <p14:nvPr/>
              </p14:nvContentPartPr>
              <p14:xfrm>
                <a:off x="8095635" y="3107730"/>
                <a:ext cx="160200" cy="280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A034075-31EF-B7D8-D8E3-F4751E91099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086635" y="3099090"/>
                  <a:ext cx="177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FDB91BAA-B6FF-D0A9-5A2A-1701BDEF6F34}"/>
                    </a:ext>
                  </a:extLst>
                </p14:cNvPr>
                <p14:cNvContentPartPr/>
                <p14:nvPr/>
              </p14:nvContentPartPr>
              <p14:xfrm>
                <a:off x="8244675" y="3166050"/>
                <a:ext cx="167760" cy="229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FDB91BAA-B6FF-D0A9-5A2A-1701BDEF6F3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36035" y="3157050"/>
                  <a:ext cx="185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D7C0942-7174-CCE7-6BB6-9797775F37F0}"/>
                    </a:ext>
                  </a:extLst>
                </p14:cNvPr>
                <p14:cNvContentPartPr/>
                <p14:nvPr/>
              </p14:nvContentPartPr>
              <p14:xfrm>
                <a:off x="8416755" y="3179730"/>
                <a:ext cx="150840" cy="5094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D7C0942-7174-CCE7-6BB6-9797775F37F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408115" y="3170730"/>
                  <a:ext cx="1684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6D1E566-5D78-D79F-63CB-27F9E02A4B1B}"/>
                    </a:ext>
                  </a:extLst>
                </p14:cNvPr>
                <p14:cNvContentPartPr/>
                <p14:nvPr/>
              </p14:nvContentPartPr>
              <p14:xfrm>
                <a:off x="8584875" y="3209610"/>
                <a:ext cx="177480" cy="227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6D1E566-5D78-D79F-63CB-27F9E02A4B1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576235" y="3200610"/>
                  <a:ext cx="195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F8432D9-B587-CB6A-68C1-0004341A4E5E}"/>
                    </a:ext>
                  </a:extLst>
                </p14:cNvPr>
                <p14:cNvContentPartPr/>
                <p14:nvPr/>
              </p14:nvContentPartPr>
              <p14:xfrm>
                <a:off x="8801595" y="3246330"/>
                <a:ext cx="145080" cy="2073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F8432D9-B587-CB6A-68C1-0004341A4E5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792595" y="3237330"/>
                  <a:ext cx="162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AEEE43D-5751-F217-6115-B882234A63E8}"/>
                    </a:ext>
                  </a:extLst>
                </p14:cNvPr>
                <p14:cNvContentPartPr/>
                <p14:nvPr/>
              </p14:nvContentPartPr>
              <p14:xfrm>
                <a:off x="9046035" y="3080370"/>
                <a:ext cx="20880" cy="3520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AEEE43D-5751-F217-6115-B882234A63E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037395" y="3071730"/>
                  <a:ext cx="38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1EC237A-A423-10CA-A886-886615C7A5E8}"/>
                    </a:ext>
                  </a:extLst>
                </p14:cNvPr>
                <p14:cNvContentPartPr/>
                <p14:nvPr/>
              </p14:nvContentPartPr>
              <p14:xfrm>
                <a:off x="9008595" y="3255690"/>
                <a:ext cx="217440" cy="1587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1EC237A-A423-10CA-A886-886615C7A5E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999955" y="3247050"/>
                  <a:ext cx="235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D757E20-AA34-D2EE-C287-449683366ADA}"/>
                    </a:ext>
                  </a:extLst>
                </p14:cNvPr>
                <p14:cNvContentPartPr/>
                <p14:nvPr/>
              </p14:nvContentPartPr>
              <p14:xfrm>
                <a:off x="9260235" y="3269010"/>
                <a:ext cx="333720" cy="558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D757E20-AA34-D2EE-C287-449683366AD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251235" y="3260010"/>
                  <a:ext cx="351360" cy="57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AA3E86D3-F84A-3932-60C7-E1240DC5F727}"/>
              </a:ext>
            </a:extLst>
          </p:cNvPr>
          <p:cNvGrpSpPr/>
          <p:nvPr/>
        </p:nvGrpSpPr>
        <p:grpSpPr>
          <a:xfrm>
            <a:off x="9854595" y="3283050"/>
            <a:ext cx="403200" cy="465840"/>
            <a:chOff x="9854595" y="3283050"/>
            <a:chExt cx="40320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AB18320-CA3A-D332-FAB6-082D5F71C41E}"/>
                    </a:ext>
                  </a:extLst>
                </p14:cNvPr>
                <p14:cNvContentPartPr/>
                <p14:nvPr/>
              </p14:nvContentPartPr>
              <p14:xfrm>
                <a:off x="9854595" y="3283050"/>
                <a:ext cx="167760" cy="4658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AB18320-CA3A-D332-FAB6-082D5F71C41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845595" y="3274050"/>
                  <a:ext cx="1854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29698AB-9F92-3938-F80C-F3A769120FA1}"/>
                    </a:ext>
                  </a:extLst>
                </p14:cNvPr>
                <p14:cNvContentPartPr/>
                <p14:nvPr/>
              </p14:nvContentPartPr>
              <p14:xfrm>
                <a:off x="10076715" y="3314370"/>
                <a:ext cx="181080" cy="3816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29698AB-9F92-3938-F80C-F3A769120FA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067715" y="3305370"/>
                  <a:ext cx="19872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05CDFED9-8E43-1704-4CA5-686E2F2C90AC}"/>
              </a:ext>
            </a:extLst>
          </p:cNvPr>
          <p:cNvGrpSpPr/>
          <p:nvPr/>
        </p:nvGrpSpPr>
        <p:grpSpPr>
          <a:xfrm>
            <a:off x="10499355" y="3162450"/>
            <a:ext cx="1518840" cy="436320"/>
            <a:chOff x="10499355" y="3162450"/>
            <a:chExt cx="151884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75C04BF-8DC8-6B8B-4931-E8BCB0560FEB}"/>
                    </a:ext>
                  </a:extLst>
                </p14:cNvPr>
                <p14:cNvContentPartPr/>
                <p14:nvPr/>
              </p14:nvContentPartPr>
              <p14:xfrm>
                <a:off x="10502955" y="3269010"/>
                <a:ext cx="88920" cy="214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75C04BF-8DC8-6B8B-4931-E8BCB0560FE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493955" y="3260010"/>
                  <a:ext cx="106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2ECBFA8-34B7-1F4A-A25D-ECF8FDA514D4}"/>
                    </a:ext>
                  </a:extLst>
                </p14:cNvPr>
                <p14:cNvContentPartPr/>
                <p14:nvPr/>
              </p14:nvContentPartPr>
              <p14:xfrm>
                <a:off x="10499355" y="3162450"/>
                <a:ext cx="184680" cy="3232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2ECBFA8-34B7-1F4A-A25D-ECF8FDA514D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490355" y="3153810"/>
                  <a:ext cx="2023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FBC26E7-8A98-D32D-8B5B-0A3842561197}"/>
                    </a:ext>
                  </a:extLst>
                </p14:cNvPr>
                <p14:cNvContentPartPr/>
                <p14:nvPr/>
              </p14:nvContentPartPr>
              <p14:xfrm>
                <a:off x="10772595" y="3291690"/>
                <a:ext cx="117000" cy="3070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FBC26E7-8A98-D32D-8B5B-0A384256119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763595" y="3282690"/>
                  <a:ext cx="1346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8D4CE6-9F1E-3B5B-94A5-7FA23464DC33}"/>
                    </a:ext>
                  </a:extLst>
                </p14:cNvPr>
                <p14:cNvContentPartPr/>
                <p14:nvPr/>
              </p14:nvContentPartPr>
              <p14:xfrm>
                <a:off x="10974555" y="3277650"/>
                <a:ext cx="85320" cy="1342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8D4CE6-9F1E-3B5B-94A5-7FA23464DC3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965915" y="3268650"/>
                  <a:ext cx="102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52C2389-E38F-3D7F-A8A2-474AFD5A98FF}"/>
                    </a:ext>
                  </a:extLst>
                </p14:cNvPr>
                <p14:cNvContentPartPr/>
                <p14:nvPr/>
              </p14:nvContentPartPr>
              <p14:xfrm>
                <a:off x="11112795" y="3239490"/>
                <a:ext cx="178560" cy="2214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52C2389-E38F-3D7F-A8A2-474AFD5A98F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104155" y="3230850"/>
                  <a:ext cx="196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05AB278-97CF-6AB2-A01D-7FE7A03ADC0F}"/>
                    </a:ext>
                  </a:extLst>
                </p14:cNvPr>
                <p14:cNvContentPartPr/>
                <p14:nvPr/>
              </p14:nvContentPartPr>
              <p14:xfrm>
                <a:off x="11316195" y="3282330"/>
                <a:ext cx="203760" cy="1846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05AB278-97CF-6AB2-A01D-7FE7A03ADC0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307195" y="3273690"/>
                  <a:ext cx="221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1C84A34-4BA0-CCD5-FC7B-6027D95FEF8D}"/>
                    </a:ext>
                  </a:extLst>
                </p14:cNvPr>
                <p14:cNvContentPartPr/>
                <p14:nvPr/>
              </p14:nvContentPartPr>
              <p14:xfrm>
                <a:off x="11555595" y="3166410"/>
                <a:ext cx="142560" cy="3484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1C84A34-4BA0-CCD5-FC7B-6027D95FEF8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546595" y="3157770"/>
                  <a:ext cx="1602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EE5884E-5E27-5B83-5CCA-96365DEF4D2A}"/>
                    </a:ext>
                  </a:extLst>
                </p14:cNvPr>
                <p14:cNvContentPartPr/>
                <p14:nvPr/>
              </p14:nvContentPartPr>
              <p14:xfrm>
                <a:off x="11710755" y="3290970"/>
                <a:ext cx="146160" cy="1990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EE5884E-5E27-5B83-5CCA-96365DEF4D2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701755" y="3282330"/>
                  <a:ext cx="163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3806BE0-5242-0983-ABA3-22F1D7F5357C}"/>
                    </a:ext>
                  </a:extLst>
                </p14:cNvPr>
                <p14:cNvContentPartPr/>
                <p14:nvPr/>
              </p14:nvContentPartPr>
              <p14:xfrm>
                <a:off x="11888955" y="3320850"/>
                <a:ext cx="129240" cy="2070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3806BE0-5242-0983-ABA3-22F1D7F5357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879955" y="3312210"/>
                  <a:ext cx="146880" cy="22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8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F97D597-451C-3E09-CD54-61361AD1019D}"/>
              </a:ext>
            </a:extLst>
          </p:cNvPr>
          <p:cNvGrpSpPr/>
          <p:nvPr/>
        </p:nvGrpSpPr>
        <p:grpSpPr>
          <a:xfrm>
            <a:off x="632835" y="450570"/>
            <a:ext cx="1427760" cy="533880"/>
            <a:chOff x="632835" y="450570"/>
            <a:chExt cx="142776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36E16BB-D815-52BB-5451-6B9F124E0514}"/>
                    </a:ext>
                  </a:extLst>
                </p14:cNvPr>
                <p14:cNvContentPartPr/>
                <p14:nvPr/>
              </p14:nvContentPartPr>
              <p14:xfrm>
                <a:off x="632835" y="450570"/>
                <a:ext cx="201240" cy="386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36E16BB-D815-52BB-5451-6B9F124E05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195" y="441570"/>
                  <a:ext cx="2188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34B62C-8618-A0A8-2509-70382945B4BA}"/>
                    </a:ext>
                  </a:extLst>
                </p14:cNvPr>
                <p14:cNvContentPartPr/>
                <p14:nvPr/>
              </p14:nvContentPartPr>
              <p14:xfrm>
                <a:off x="787995" y="478650"/>
                <a:ext cx="141840" cy="505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34B62C-8618-A0A8-2509-70382945B4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9355" y="470010"/>
                  <a:ext cx="159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9CFA40-1B7C-E025-CBF6-1F372ABC5573}"/>
                    </a:ext>
                  </a:extLst>
                </p14:cNvPr>
                <p14:cNvContentPartPr/>
                <p14:nvPr/>
              </p14:nvContentPartPr>
              <p14:xfrm>
                <a:off x="649755" y="712650"/>
                <a:ext cx="212040" cy="10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9CFA40-1B7C-E025-CBF6-1F372ABC55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0755" y="703650"/>
                  <a:ext cx="229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B37F49E-42B4-E4CC-3C03-5FD972E8BE6B}"/>
                    </a:ext>
                  </a:extLst>
                </p14:cNvPr>
                <p14:cNvContentPartPr/>
                <p14:nvPr/>
              </p14:nvContentPartPr>
              <p14:xfrm>
                <a:off x="1010835" y="498810"/>
                <a:ext cx="14040" cy="470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B37F49E-42B4-E4CC-3C03-5FD972E8BE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1835" y="490170"/>
                  <a:ext cx="316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AB2AFB6-5859-DF68-0309-BC0E081FDF18}"/>
                    </a:ext>
                  </a:extLst>
                </p14:cNvPr>
                <p14:cNvContentPartPr/>
                <p14:nvPr/>
              </p14:nvContentPartPr>
              <p14:xfrm>
                <a:off x="988875" y="501330"/>
                <a:ext cx="195840" cy="428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AB2AFB6-5859-DF68-0309-BC0E081FDF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0235" y="492330"/>
                  <a:ext cx="2134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32609F-DA44-77A5-55EB-0F175EF2B915}"/>
                    </a:ext>
                  </a:extLst>
                </p14:cNvPr>
                <p14:cNvContentPartPr/>
                <p14:nvPr/>
              </p14:nvContentPartPr>
              <p14:xfrm>
                <a:off x="1245195" y="501330"/>
                <a:ext cx="36360" cy="456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32609F-DA44-77A5-55EB-0F175EF2B9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36555" y="492330"/>
                  <a:ext cx="540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92D079-D2E5-FCF5-0A05-9A827A670E7C}"/>
                    </a:ext>
                  </a:extLst>
                </p14:cNvPr>
                <p14:cNvContentPartPr/>
                <p14:nvPr/>
              </p14:nvContentPartPr>
              <p14:xfrm>
                <a:off x="1235475" y="532650"/>
                <a:ext cx="198360" cy="416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92D079-D2E5-FCF5-0A05-9A827A670E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6835" y="524010"/>
                  <a:ext cx="2160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0820F9-B55B-06E9-1D62-1C2617916A44}"/>
                    </a:ext>
                  </a:extLst>
                </p14:cNvPr>
                <p14:cNvContentPartPr/>
                <p14:nvPr/>
              </p14:nvContentPartPr>
              <p14:xfrm>
                <a:off x="1542195" y="486210"/>
                <a:ext cx="126720" cy="462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0820F9-B55B-06E9-1D62-1C2617916A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33555" y="477570"/>
                  <a:ext cx="1443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1DED12-8619-9DF9-696E-9F5A548AE6B7}"/>
                    </a:ext>
                  </a:extLst>
                </p14:cNvPr>
                <p14:cNvContentPartPr/>
                <p14:nvPr/>
              </p14:nvContentPartPr>
              <p14:xfrm>
                <a:off x="1514835" y="604290"/>
                <a:ext cx="263880" cy="131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1DED12-8619-9DF9-696E-9F5A548AE6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5835" y="595650"/>
                  <a:ext cx="281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549A6F-7D5F-FE57-E53D-9C5E094630C2}"/>
                    </a:ext>
                  </a:extLst>
                </p14:cNvPr>
                <p14:cNvContentPartPr/>
                <p14:nvPr/>
              </p14:nvContentPartPr>
              <p14:xfrm>
                <a:off x="1845675" y="517530"/>
                <a:ext cx="214920" cy="448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549A6F-7D5F-FE57-E53D-9C5E094630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36675" y="508530"/>
                  <a:ext cx="232560" cy="46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CDFC1F-D926-AD66-15E1-5800146374A5}"/>
                  </a:ext>
                </a:extLst>
              </p14:cNvPr>
              <p14:cNvContentPartPr/>
              <p14:nvPr/>
            </p14:nvContentPartPr>
            <p14:xfrm>
              <a:off x="649755" y="1125210"/>
              <a:ext cx="1514520" cy="10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CDFC1F-D926-AD66-15E1-5800146374A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0755" y="1116210"/>
                <a:ext cx="15321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1A483C9-A938-A411-D307-99B27951C387}"/>
                  </a:ext>
                </a:extLst>
              </p14:cNvPr>
              <p14:cNvContentPartPr/>
              <p14:nvPr/>
            </p14:nvContentPartPr>
            <p14:xfrm>
              <a:off x="2447235" y="754770"/>
              <a:ext cx="18360" cy="10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1A483C9-A938-A411-D307-99B27951C38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38235" y="746130"/>
                <a:ext cx="360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5CEAA99-C741-5EAB-BDB3-6C5C86319988}"/>
                  </a:ext>
                </a:extLst>
              </p14:cNvPr>
              <p14:cNvContentPartPr/>
              <p14:nvPr/>
            </p14:nvContentPartPr>
            <p14:xfrm>
              <a:off x="2418435" y="966090"/>
              <a:ext cx="396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5CEAA99-C741-5EAB-BDB3-6C5C8631998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09435" y="957090"/>
                <a:ext cx="216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1B02BBE-E775-E213-2B59-FAA08C30DE91}"/>
              </a:ext>
            </a:extLst>
          </p:cNvPr>
          <p:cNvGrpSpPr/>
          <p:nvPr/>
        </p:nvGrpSpPr>
        <p:grpSpPr>
          <a:xfrm>
            <a:off x="646155" y="1440210"/>
            <a:ext cx="980640" cy="712440"/>
            <a:chOff x="646155" y="1440210"/>
            <a:chExt cx="98064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E84C1B-F1FD-EF18-77FF-99D87CCC1F0D}"/>
                    </a:ext>
                  </a:extLst>
                </p14:cNvPr>
                <p14:cNvContentPartPr/>
                <p14:nvPr/>
              </p14:nvContentPartPr>
              <p14:xfrm>
                <a:off x="690795" y="1479090"/>
                <a:ext cx="1440" cy="49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E84C1B-F1FD-EF18-77FF-99D87CCC1F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1795" y="1470450"/>
                  <a:ext cx="190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EB462A8-0588-5896-5AC4-653FC662E4BE}"/>
                    </a:ext>
                  </a:extLst>
                </p14:cNvPr>
                <p14:cNvContentPartPr/>
                <p14:nvPr/>
              </p14:nvContentPartPr>
              <p14:xfrm>
                <a:off x="646155" y="1744410"/>
                <a:ext cx="309240" cy="20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EB462A8-0588-5896-5AC4-653FC662E4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155" y="1735410"/>
                  <a:ext cx="326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FA6389D-6B5A-DC40-2A0F-19EF1BDE3132}"/>
                    </a:ext>
                  </a:extLst>
                </p14:cNvPr>
                <p14:cNvContentPartPr/>
                <p14:nvPr/>
              </p14:nvContentPartPr>
              <p14:xfrm>
                <a:off x="912195" y="1440210"/>
                <a:ext cx="14040" cy="519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FA6389D-6B5A-DC40-2A0F-19EF1BDE31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195" y="1431210"/>
                  <a:ext cx="316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BBFF44-44F6-D94A-E452-20813CDE15C9}"/>
                    </a:ext>
                  </a:extLst>
                </p14:cNvPr>
                <p14:cNvContentPartPr/>
                <p14:nvPr/>
              </p14:nvContentPartPr>
              <p14:xfrm>
                <a:off x="1019115" y="1664130"/>
                <a:ext cx="166320" cy="219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BBFF44-44F6-D94A-E452-20813CDE15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0115" y="1655490"/>
                  <a:ext cx="183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F39D7E-AF04-7850-F5B5-FAF48867E5DB}"/>
                    </a:ext>
                  </a:extLst>
                </p14:cNvPr>
                <p14:cNvContentPartPr/>
                <p14:nvPr/>
              </p14:nvContentPartPr>
              <p14:xfrm>
                <a:off x="1150155" y="1726050"/>
                <a:ext cx="87120" cy="212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F39D7E-AF04-7850-F5B5-FAF48867E5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1515" y="1717050"/>
                  <a:ext cx="104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F137A5-1551-2F95-EF9A-CFD85F59CBBB}"/>
                    </a:ext>
                  </a:extLst>
                </p14:cNvPr>
                <p14:cNvContentPartPr/>
                <p14:nvPr/>
              </p14:nvContentPartPr>
              <p14:xfrm>
                <a:off x="1339155" y="1499610"/>
                <a:ext cx="37800" cy="455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F137A5-1551-2F95-EF9A-CFD85F59CBB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30155" y="1490970"/>
                  <a:ext cx="554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3EDC3B-EFED-41AB-584C-3C28EE407E89}"/>
                    </a:ext>
                  </a:extLst>
                </p14:cNvPr>
                <p14:cNvContentPartPr/>
                <p14:nvPr/>
              </p14:nvContentPartPr>
              <p14:xfrm>
                <a:off x="1443915" y="1533450"/>
                <a:ext cx="144720" cy="619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3EDC3B-EFED-41AB-584C-3C28EE407E8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34915" y="1524450"/>
                  <a:ext cx="1623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98B5AB-F584-0602-D6E7-F0AF24A84577}"/>
                    </a:ext>
                  </a:extLst>
                </p14:cNvPr>
                <p14:cNvContentPartPr/>
                <p14:nvPr/>
              </p14:nvContentPartPr>
              <p14:xfrm>
                <a:off x="1473795" y="1841970"/>
                <a:ext cx="153000" cy="7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98B5AB-F584-0602-D6E7-F0AF24A845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65155" y="1832970"/>
                  <a:ext cx="17064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C85FA35-5F51-709C-DEAB-FA7E68AA517F}"/>
                  </a:ext>
                </a:extLst>
              </p14:cNvPr>
              <p14:cNvContentPartPr/>
              <p14:nvPr/>
            </p14:nvContentPartPr>
            <p14:xfrm>
              <a:off x="321435" y="1700130"/>
              <a:ext cx="114480" cy="5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C85FA35-5F51-709C-DEAB-FA7E68AA517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2435" y="1691130"/>
                <a:ext cx="132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4256CBB-1FD9-7F10-EFEA-FB2CE114BCB4}"/>
                  </a:ext>
                </a:extLst>
              </p14:cNvPr>
              <p14:cNvContentPartPr/>
              <p14:nvPr/>
            </p14:nvContentPartPr>
            <p14:xfrm>
              <a:off x="233595" y="2446050"/>
              <a:ext cx="131400" cy="11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4256CBB-1FD9-7F10-EFEA-FB2CE114BCB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4595" y="2437050"/>
                <a:ext cx="1490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39D21957-89F6-7BAF-4F3E-37BF6A837936}"/>
              </a:ext>
            </a:extLst>
          </p:cNvPr>
          <p:cNvGrpSpPr/>
          <p:nvPr/>
        </p:nvGrpSpPr>
        <p:grpSpPr>
          <a:xfrm>
            <a:off x="682155" y="2313930"/>
            <a:ext cx="745200" cy="492120"/>
            <a:chOff x="682155" y="2313930"/>
            <a:chExt cx="745200" cy="49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89F8B6-055F-272D-1802-3A542549DA94}"/>
                    </a:ext>
                  </a:extLst>
                </p14:cNvPr>
                <p14:cNvContentPartPr/>
                <p14:nvPr/>
              </p14:nvContentPartPr>
              <p14:xfrm>
                <a:off x="699075" y="2322570"/>
                <a:ext cx="31680" cy="429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89F8B6-055F-272D-1802-3A542549DA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0435" y="2313930"/>
                  <a:ext cx="493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A94119-F60B-9DAC-A5FA-647C801E1B48}"/>
                    </a:ext>
                  </a:extLst>
                </p14:cNvPr>
                <p14:cNvContentPartPr/>
                <p14:nvPr/>
              </p14:nvContentPartPr>
              <p14:xfrm>
                <a:off x="682155" y="2313930"/>
                <a:ext cx="253080" cy="2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A94119-F60B-9DAC-A5FA-647C801E1B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3515" y="2304930"/>
                  <a:ext cx="270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79CB8C-7825-4D6C-5D5E-144992A8B138}"/>
                    </a:ext>
                  </a:extLst>
                </p14:cNvPr>
                <p14:cNvContentPartPr/>
                <p14:nvPr/>
              </p14:nvContentPartPr>
              <p14:xfrm>
                <a:off x="685755" y="2466570"/>
                <a:ext cx="228960" cy="32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79CB8C-7825-4D6C-5D5E-144992A8B1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7115" y="2457930"/>
                  <a:ext cx="246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4FD5D4-9679-1D4E-2958-01FD0F70B8E7}"/>
                    </a:ext>
                  </a:extLst>
                </p14:cNvPr>
                <p14:cNvContentPartPr/>
                <p14:nvPr/>
              </p14:nvContentPartPr>
              <p14:xfrm>
                <a:off x="1004715" y="2508330"/>
                <a:ext cx="152280" cy="247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4FD5D4-9679-1D4E-2958-01FD0F70B8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5715" y="2499690"/>
                  <a:ext cx="169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61EE9F-8944-241B-4A14-A599A275FAD9}"/>
                    </a:ext>
                  </a:extLst>
                </p14:cNvPr>
                <p14:cNvContentPartPr/>
                <p14:nvPr/>
              </p14:nvContentPartPr>
              <p14:xfrm>
                <a:off x="1264635" y="2367930"/>
                <a:ext cx="56880" cy="406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61EE9F-8944-241B-4A14-A599A275FA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55635" y="2359290"/>
                  <a:ext cx="745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90AFD5A-A3D3-4469-6D19-0EFCC1354EC0}"/>
                    </a:ext>
                  </a:extLst>
                </p14:cNvPr>
                <p14:cNvContentPartPr/>
                <p14:nvPr/>
              </p14:nvContentPartPr>
              <p14:xfrm>
                <a:off x="1347435" y="2420130"/>
                <a:ext cx="79920" cy="385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90AFD5A-A3D3-4469-6D19-0EFCC1354EC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38795" y="2411130"/>
                  <a:ext cx="9756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912B39F-B62F-2219-A897-48F9F327217F}"/>
              </a:ext>
            </a:extLst>
          </p:cNvPr>
          <p:cNvGrpSpPr/>
          <p:nvPr/>
        </p:nvGrpSpPr>
        <p:grpSpPr>
          <a:xfrm>
            <a:off x="1941795" y="1456050"/>
            <a:ext cx="1263240" cy="1283400"/>
            <a:chOff x="1941795" y="1456050"/>
            <a:chExt cx="1263240" cy="12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9FC087F-BEA0-7F58-2ACA-6A41C31D785B}"/>
                    </a:ext>
                  </a:extLst>
                </p14:cNvPr>
                <p14:cNvContentPartPr/>
                <p14:nvPr/>
              </p14:nvContentPartPr>
              <p14:xfrm>
                <a:off x="1955115" y="2132130"/>
                <a:ext cx="28080" cy="1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9FC087F-BEA0-7F58-2ACA-6A41C31D78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46115" y="2123130"/>
                  <a:ext cx="45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3428C8-00B5-7D07-92E2-35FD25078CDA}"/>
                    </a:ext>
                  </a:extLst>
                </p14:cNvPr>
                <p14:cNvContentPartPr/>
                <p14:nvPr/>
              </p14:nvContentPartPr>
              <p14:xfrm>
                <a:off x="1941795" y="1602570"/>
                <a:ext cx="222840" cy="43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3428C8-00B5-7D07-92E2-35FD25078CD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33155" y="1593930"/>
                  <a:ext cx="2404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9EC10B-8410-D7D9-CB74-2402523C9964}"/>
                    </a:ext>
                  </a:extLst>
                </p14:cNvPr>
                <p14:cNvContentPartPr/>
                <p14:nvPr/>
              </p14:nvContentPartPr>
              <p14:xfrm>
                <a:off x="1984995" y="1778970"/>
                <a:ext cx="150840" cy="3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9EC10B-8410-D7D9-CB74-2402523C99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76355" y="1770330"/>
                  <a:ext cx="168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F8B553-400F-D3AD-B26F-49D7B8600C73}"/>
                    </a:ext>
                  </a:extLst>
                </p14:cNvPr>
                <p14:cNvContentPartPr/>
                <p14:nvPr/>
              </p14:nvContentPartPr>
              <p14:xfrm>
                <a:off x="2243835" y="1495290"/>
                <a:ext cx="148320" cy="502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F8B553-400F-D3AD-B26F-49D7B8600C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34835" y="1486650"/>
                  <a:ext cx="1659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8A3141-B842-CBD4-C279-4AECD637734F}"/>
                    </a:ext>
                  </a:extLst>
                </p14:cNvPr>
                <p14:cNvContentPartPr/>
                <p14:nvPr/>
              </p14:nvContentPartPr>
              <p14:xfrm>
                <a:off x="2480715" y="1706970"/>
                <a:ext cx="143640" cy="230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8A3141-B842-CBD4-C279-4AECD63773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72075" y="1697970"/>
                  <a:ext cx="161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1F761B-D1C9-EC34-0383-8A6D71D8825B}"/>
                    </a:ext>
                  </a:extLst>
                </p14:cNvPr>
                <p14:cNvContentPartPr/>
                <p14:nvPr/>
              </p14:nvContentPartPr>
              <p14:xfrm>
                <a:off x="2582955" y="1456050"/>
                <a:ext cx="39240" cy="492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1F761B-D1C9-EC34-0383-8A6D71D8825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73955" y="1447410"/>
                  <a:ext cx="5688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77E4C0-5B31-B63F-DABB-C6275B6DF3F4}"/>
                    </a:ext>
                  </a:extLst>
                </p14:cNvPr>
                <p14:cNvContentPartPr/>
                <p14:nvPr/>
              </p14:nvContentPartPr>
              <p14:xfrm>
                <a:off x="2717595" y="1678170"/>
                <a:ext cx="182160" cy="29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77E4C0-5B31-B63F-DABB-C6275B6DF3F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08955" y="1669170"/>
                  <a:ext cx="199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BE790A-0346-F323-2328-B5B031F01A98}"/>
                    </a:ext>
                  </a:extLst>
                </p14:cNvPr>
                <p14:cNvContentPartPr/>
                <p14:nvPr/>
              </p14:nvContentPartPr>
              <p14:xfrm>
                <a:off x="2939355" y="1764930"/>
                <a:ext cx="157320" cy="20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BE790A-0346-F323-2328-B5B031F01A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30355" y="1756290"/>
                  <a:ext cx="174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704999-5119-486F-56BA-668CAED48B27}"/>
                    </a:ext>
                  </a:extLst>
                </p14:cNvPr>
                <p14:cNvContentPartPr/>
                <p14:nvPr/>
              </p14:nvContentPartPr>
              <p14:xfrm>
                <a:off x="1967355" y="2330130"/>
                <a:ext cx="245160" cy="387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704999-5119-486F-56BA-668CAED48B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58715" y="2321490"/>
                  <a:ext cx="2628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C5F70D-15BF-1673-D502-50092AB6016D}"/>
                    </a:ext>
                  </a:extLst>
                </p14:cNvPr>
                <p14:cNvContentPartPr/>
                <p14:nvPr/>
              </p14:nvContentPartPr>
              <p14:xfrm>
                <a:off x="2014155" y="2514090"/>
                <a:ext cx="168840" cy="23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C5F70D-15BF-1673-D502-50092AB601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05155" y="2505450"/>
                  <a:ext cx="186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BBC6E0D-BB2B-BEDE-6FCC-C1C85D5F0F12}"/>
                    </a:ext>
                  </a:extLst>
                </p14:cNvPr>
                <p14:cNvContentPartPr/>
                <p14:nvPr/>
              </p14:nvContentPartPr>
              <p14:xfrm>
                <a:off x="2270115" y="2223210"/>
                <a:ext cx="173880" cy="51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BBC6E0D-BB2B-BEDE-6FCC-C1C85D5F0F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61475" y="2214570"/>
                  <a:ext cx="1915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2477D1-5E3F-3A4E-1388-EDDDE81D6193}"/>
                    </a:ext>
                  </a:extLst>
                </p14:cNvPr>
                <p14:cNvContentPartPr/>
                <p14:nvPr/>
              </p14:nvContentPartPr>
              <p14:xfrm>
                <a:off x="2531115" y="2200170"/>
                <a:ext cx="162720" cy="498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2477D1-5E3F-3A4E-1388-EDDDE81D61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22475" y="2191530"/>
                  <a:ext cx="1803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02082F-40D5-A7B8-5B48-9612D7327261}"/>
                    </a:ext>
                  </a:extLst>
                </p14:cNvPr>
                <p14:cNvContentPartPr/>
                <p14:nvPr/>
              </p14:nvContentPartPr>
              <p14:xfrm>
                <a:off x="2822715" y="2391330"/>
                <a:ext cx="195120" cy="287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02082F-40D5-A7B8-5B48-9612D73272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14075" y="2382330"/>
                  <a:ext cx="2127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06C7954-EE0D-DBB4-85BC-B81FF44FF390}"/>
                    </a:ext>
                  </a:extLst>
                </p14:cNvPr>
                <p14:cNvContentPartPr/>
                <p14:nvPr/>
              </p14:nvContentPartPr>
              <p14:xfrm>
                <a:off x="3041595" y="2438490"/>
                <a:ext cx="163440" cy="26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06C7954-EE0D-DBB4-85BC-B81FF44FF3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32595" y="2429490"/>
                  <a:ext cx="181080" cy="28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AE2FF00-E2ED-A6CE-18BE-7A9296C42B31}"/>
                  </a:ext>
                </a:extLst>
              </p14:cNvPr>
              <p14:cNvContentPartPr/>
              <p14:nvPr/>
            </p14:nvContentPartPr>
            <p14:xfrm>
              <a:off x="3545595" y="2565210"/>
              <a:ext cx="360" cy="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AE2FF00-E2ED-A6CE-18BE-7A9296C42B3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536595" y="25562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A73C502-2B6F-C297-D748-CCA2B651195C}"/>
                  </a:ext>
                </a:extLst>
              </p14:cNvPr>
              <p14:cNvContentPartPr/>
              <p14:nvPr/>
            </p14:nvContentPartPr>
            <p14:xfrm>
              <a:off x="3682035" y="11010"/>
              <a:ext cx="342000" cy="29656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A73C502-2B6F-C297-D748-CCA2B651195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673395" y="2370"/>
                <a:ext cx="359640" cy="29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EA079C2-E553-9E92-4A74-B79D893F9CBD}"/>
              </a:ext>
            </a:extLst>
          </p:cNvPr>
          <p:cNvGrpSpPr/>
          <p:nvPr/>
        </p:nvGrpSpPr>
        <p:grpSpPr>
          <a:xfrm>
            <a:off x="4507875" y="294330"/>
            <a:ext cx="918360" cy="753480"/>
            <a:chOff x="4507875" y="294330"/>
            <a:chExt cx="918360" cy="75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D9CAE9-1C5E-2597-7F6A-F62CF3A2831D}"/>
                    </a:ext>
                  </a:extLst>
                </p14:cNvPr>
                <p14:cNvContentPartPr/>
                <p14:nvPr/>
              </p14:nvContentPartPr>
              <p14:xfrm>
                <a:off x="4507875" y="294330"/>
                <a:ext cx="140040" cy="54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D9CAE9-1C5E-2597-7F6A-F62CF3A283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99235" y="285690"/>
                  <a:ext cx="15768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C4D46BC-A93F-FF46-A10C-BE681A4F110F}"/>
                    </a:ext>
                  </a:extLst>
                </p14:cNvPr>
                <p14:cNvContentPartPr/>
                <p14:nvPr/>
              </p14:nvContentPartPr>
              <p14:xfrm>
                <a:off x="4540635" y="584850"/>
                <a:ext cx="277200" cy="4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C4D46BC-A93F-FF46-A10C-BE681A4F11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31635" y="575850"/>
                  <a:ext cx="294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BA6E66-7FDC-BB97-CA67-FE11B5AB7D7A}"/>
                    </a:ext>
                  </a:extLst>
                </p14:cNvPr>
                <p14:cNvContentPartPr/>
                <p14:nvPr/>
              </p14:nvContentPartPr>
              <p14:xfrm>
                <a:off x="4736115" y="315570"/>
                <a:ext cx="100800" cy="532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BA6E66-7FDC-BB97-CA67-FE11B5AB7D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27115" y="306930"/>
                  <a:ext cx="1184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BAE1756-FA2B-6CB0-B427-34212F9A0003}"/>
                    </a:ext>
                  </a:extLst>
                </p14:cNvPr>
                <p14:cNvContentPartPr/>
                <p14:nvPr/>
              </p14:nvContentPartPr>
              <p14:xfrm>
                <a:off x="4902075" y="493410"/>
                <a:ext cx="203040" cy="301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BAE1756-FA2B-6CB0-B427-34212F9A00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93075" y="484410"/>
                  <a:ext cx="220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567F8B-E020-1BC2-0BF5-D51C14450ECA}"/>
                    </a:ext>
                  </a:extLst>
                </p14:cNvPr>
                <p14:cNvContentPartPr/>
                <p14:nvPr/>
              </p14:nvContentPartPr>
              <p14:xfrm>
                <a:off x="5122755" y="328170"/>
                <a:ext cx="74880" cy="46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567F8B-E020-1BC2-0BF5-D51C14450E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14115" y="319530"/>
                  <a:ext cx="925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35A60D-12DA-4836-ADAC-39F7140FA459}"/>
                    </a:ext>
                  </a:extLst>
                </p14:cNvPr>
                <p14:cNvContentPartPr/>
                <p14:nvPr/>
              </p14:nvContentPartPr>
              <p14:xfrm>
                <a:off x="5284395" y="352290"/>
                <a:ext cx="78120" cy="69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35A60D-12DA-4836-ADAC-39F7140FA4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75395" y="343290"/>
                  <a:ext cx="9576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BE69B4B-3B14-3553-F22F-0BEB9F0ADFC9}"/>
                    </a:ext>
                  </a:extLst>
                </p14:cNvPr>
                <p14:cNvContentPartPr/>
                <p14:nvPr/>
              </p14:nvContentPartPr>
              <p14:xfrm>
                <a:off x="5294835" y="589170"/>
                <a:ext cx="131400" cy="32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BE69B4B-3B14-3553-F22F-0BEB9F0ADF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86195" y="580170"/>
                  <a:ext cx="1490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64A45C-E00D-54C0-0311-130974FFE8DD}"/>
              </a:ext>
            </a:extLst>
          </p:cNvPr>
          <p:cNvGrpSpPr/>
          <p:nvPr/>
        </p:nvGrpSpPr>
        <p:grpSpPr>
          <a:xfrm>
            <a:off x="5731515" y="162930"/>
            <a:ext cx="999000" cy="635400"/>
            <a:chOff x="5731515" y="162930"/>
            <a:chExt cx="999000" cy="63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16CE7C8-9264-E59A-D7B2-92275687BB75}"/>
                    </a:ext>
                  </a:extLst>
                </p14:cNvPr>
                <p14:cNvContentPartPr/>
                <p14:nvPr/>
              </p14:nvContentPartPr>
              <p14:xfrm>
                <a:off x="5731515" y="327450"/>
                <a:ext cx="51480" cy="470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16CE7C8-9264-E59A-D7B2-92275687BB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22875" y="318810"/>
                  <a:ext cx="691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B7AF05D-908E-EDA4-03FC-1E2E29BBA970}"/>
                    </a:ext>
                  </a:extLst>
                </p14:cNvPr>
                <p14:cNvContentPartPr/>
                <p14:nvPr/>
              </p14:nvContentPartPr>
              <p14:xfrm>
                <a:off x="5732595" y="388650"/>
                <a:ext cx="188280" cy="39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B7AF05D-908E-EDA4-03FC-1E2E29BBA97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23955" y="380010"/>
                  <a:ext cx="205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012271-98FA-6C18-0988-7C17D055D0A4}"/>
                    </a:ext>
                  </a:extLst>
                </p14:cNvPr>
                <p14:cNvContentPartPr/>
                <p14:nvPr/>
              </p14:nvContentPartPr>
              <p14:xfrm>
                <a:off x="5939595" y="238170"/>
                <a:ext cx="137520" cy="509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012271-98FA-6C18-0988-7C17D055D0A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30955" y="229530"/>
                  <a:ext cx="1551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585FC4-E953-1A4F-00BF-524F120BAA22}"/>
                    </a:ext>
                  </a:extLst>
                </p14:cNvPr>
                <p14:cNvContentPartPr/>
                <p14:nvPr/>
              </p14:nvContentPartPr>
              <p14:xfrm>
                <a:off x="6131475" y="162930"/>
                <a:ext cx="145440" cy="580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585FC4-E953-1A4F-00BF-524F120BAA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22835" y="154290"/>
                  <a:ext cx="1630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52AA7ED-D8D4-C34A-89BF-AFB7A8C07769}"/>
                    </a:ext>
                  </a:extLst>
                </p14:cNvPr>
                <p14:cNvContentPartPr/>
                <p14:nvPr/>
              </p14:nvContentPartPr>
              <p14:xfrm>
                <a:off x="6341355" y="422490"/>
                <a:ext cx="190440" cy="315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52AA7ED-D8D4-C34A-89BF-AFB7A8C0776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32715" y="413850"/>
                  <a:ext cx="208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FD7293-EDC2-9B00-BE05-B0DACD435482}"/>
                    </a:ext>
                  </a:extLst>
                </p14:cNvPr>
                <p14:cNvContentPartPr/>
                <p14:nvPr/>
              </p14:nvContentPartPr>
              <p14:xfrm>
                <a:off x="6574995" y="408450"/>
                <a:ext cx="155520" cy="309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FD7293-EDC2-9B00-BE05-B0DACD43548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65995" y="399450"/>
                  <a:ext cx="17316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ACE6C2-2D1A-651D-AA2E-14095A3F9356}"/>
                  </a:ext>
                </a:extLst>
              </p14:cNvPr>
              <p14:cNvContentPartPr/>
              <p14:nvPr/>
            </p14:nvContentPartPr>
            <p14:xfrm>
              <a:off x="4494915" y="953850"/>
              <a:ext cx="2211480" cy="734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3ACE6C2-2D1A-651D-AA2E-14095A3F935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485915" y="945210"/>
                <a:ext cx="22291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2AF82FC-AFFF-C4E8-077A-C070CC668766}"/>
                  </a:ext>
                </a:extLst>
              </p14:cNvPr>
              <p14:cNvContentPartPr/>
              <p14:nvPr/>
            </p14:nvContentPartPr>
            <p14:xfrm>
              <a:off x="5298795" y="2483850"/>
              <a:ext cx="293760" cy="5054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2AF82FC-AFFF-C4E8-077A-C070CC66876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290155" y="2474850"/>
                <a:ext cx="31140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28A7A1E-2487-4EC6-63F3-EDD7DD17935B}"/>
                  </a:ext>
                </a:extLst>
              </p14:cNvPr>
              <p14:cNvContentPartPr/>
              <p14:nvPr/>
            </p14:nvContentPartPr>
            <p14:xfrm>
              <a:off x="6789195" y="2414370"/>
              <a:ext cx="307440" cy="4240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28A7A1E-2487-4EC6-63F3-EDD7DD17935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780195" y="2405730"/>
                <a:ext cx="3250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7FDB7DF-5A8A-2EA0-7862-B34264BD7278}"/>
                  </a:ext>
                </a:extLst>
              </p14:cNvPr>
              <p14:cNvContentPartPr/>
              <p14:nvPr/>
            </p14:nvContentPartPr>
            <p14:xfrm>
              <a:off x="5379075" y="3433890"/>
              <a:ext cx="258480" cy="4770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7FDB7DF-5A8A-2EA0-7862-B34264BD727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370075" y="3425250"/>
                <a:ext cx="276120" cy="49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FB5F8A53-B7A7-84A4-EC23-331D73C5675E}"/>
              </a:ext>
            </a:extLst>
          </p:cNvPr>
          <p:cNvGrpSpPr/>
          <p:nvPr/>
        </p:nvGrpSpPr>
        <p:grpSpPr>
          <a:xfrm>
            <a:off x="6922755" y="3329490"/>
            <a:ext cx="164880" cy="462600"/>
            <a:chOff x="6922755" y="3329490"/>
            <a:chExt cx="16488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9C34F5-2215-DE4D-61F9-95F321C89516}"/>
                    </a:ext>
                  </a:extLst>
                </p14:cNvPr>
                <p14:cNvContentPartPr/>
                <p14:nvPr/>
              </p14:nvContentPartPr>
              <p14:xfrm>
                <a:off x="6922755" y="3346770"/>
                <a:ext cx="155520" cy="169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9C34F5-2215-DE4D-61F9-95F321C8951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13755" y="3338130"/>
                  <a:ext cx="173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C594E8-0F08-1EBA-8BDE-CC40C5009D2C}"/>
                    </a:ext>
                  </a:extLst>
                </p14:cNvPr>
                <p14:cNvContentPartPr/>
                <p14:nvPr/>
              </p14:nvContentPartPr>
              <p14:xfrm>
                <a:off x="7065675" y="3329490"/>
                <a:ext cx="21960" cy="462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C594E8-0F08-1EBA-8BDE-CC40C5009D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57035" y="3320850"/>
                  <a:ext cx="39600" cy="48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A161587-E0C6-859F-CE95-454BD7C4A2BF}"/>
                  </a:ext>
                </a:extLst>
              </p14:cNvPr>
              <p14:cNvContentPartPr/>
              <p14:nvPr/>
            </p14:nvContentPartPr>
            <p14:xfrm>
              <a:off x="5407875" y="4294290"/>
              <a:ext cx="126720" cy="5688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A161587-E0C6-859F-CE95-454BD7C4A2B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399235" y="4285290"/>
                <a:ext cx="14436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CCF20CA-0C50-3B3D-AEB5-555B06B82BD0}"/>
                  </a:ext>
                </a:extLst>
              </p14:cNvPr>
              <p14:cNvContentPartPr/>
              <p14:nvPr/>
            </p14:nvContentPartPr>
            <p14:xfrm>
              <a:off x="6928515" y="4293570"/>
              <a:ext cx="277200" cy="407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CCF20CA-0C50-3B3D-AEB5-555B06B82BD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919515" y="4284930"/>
                <a:ext cx="29484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70CD960-AE53-FD6A-8302-CC6762BF75D7}"/>
                  </a:ext>
                </a:extLst>
              </p14:cNvPr>
              <p14:cNvContentPartPr/>
              <p14:nvPr/>
            </p14:nvContentPartPr>
            <p14:xfrm>
              <a:off x="5512635" y="5177370"/>
              <a:ext cx="177120" cy="6112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70CD960-AE53-FD6A-8302-CC6762BF75D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503635" y="5168370"/>
                <a:ext cx="19476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72DB393-3217-1548-6C40-4E6C0257ED10}"/>
                  </a:ext>
                </a:extLst>
              </p14:cNvPr>
              <p14:cNvContentPartPr/>
              <p14:nvPr/>
            </p14:nvContentPartPr>
            <p14:xfrm>
              <a:off x="7026075" y="5186370"/>
              <a:ext cx="102960" cy="4928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72DB393-3217-1548-6C40-4E6C0257ED1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17075" y="5177730"/>
                <a:ext cx="12060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F83B1EC-0D95-BF6E-AFD5-87DF2CC6D83D}"/>
                  </a:ext>
                </a:extLst>
              </p14:cNvPr>
              <p14:cNvContentPartPr/>
              <p14:nvPr/>
            </p14:nvContentPartPr>
            <p14:xfrm>
              <a:off x="8142435" y="1450290"/>
              <a:ext cx="277560" cy="5328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F83B1EC-0D95-BF6E-AFD5-87DF2CC6D83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133795" y="1441290"/>
                <a:ext cx="29520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8C4E461-3CDD-91F4-C4ED-04B33480406E}"/>
                  </a:ext>
                </a:extLst>
              </p14:cNvPr>
              <p14:cNvContentPartPr/>
              <p14:nvPr/>
            </p14:nvContentPartPr>
            <p14:xfrm>
              <a:off x="8167275" y="2362170"/>
              <a:ext cx="312480" cy="4579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8C4E461-3CDD-91F4-C4ED-04B33480406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158635" y="2353530"/>
                <a:ext cx="3301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9E967A9-A704-4C30-045B-C84CEEE4AAE8}"/>
                  </a:ext>
                </a:extLst>
              </p14:cNvPr>
              <p14:cNvContentPartPr/>
              <p14:nvPr/>
            </p14:nvContentPartPr>
            <p14:xfrm>
              <a:off x="8256915" y="3223290"/>
              <a:ext cx="150840" cy="5230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9E967A9-A704-4C30-045B-C84CEEE4AAE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47915" y="3214650"/>
                <a:ext cx="168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6432714-487D-E1B4-9862-9DA02D5C5CE1}"/>
                  </a:ext>
                </a:extLst>
              </p14:cNvPr>
              <p14:cNvContentPartPr/>
              <p14:nvPr/>
            </p14:nvContentPartPr>
            <p14:xfrm>
              <a:off x="8250795" y="4209690"/>
              <a:ext cx="153360" cy="4906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6432714-487D-E1B4-9862-9DA02D5C5CE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42155" y="4201050"/>
                <a:ext cx="17100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C1CEA46-6FFC-F3FE-D1BD-23C8C7A9113B}"/>
                  </a:ext>
                </a:extLst>
              </p14:cNvPr>
              <p14:cNvContentPartPr/>
              <p14:nvPr/>
            </p14:nvContentPartPr>
            <p14:xfrm>
              <a:off x="8214795" y="5132370"/>
              <a:ext cx="329760" cy="4636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C1CEA46-6FFC-F3FE-D1BD-23C8C7A9113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205795" y="5123370"/>
                <a:ext cx="347400" cy="48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B6691933-7C49-2721-C305-63F040BC34BB}"/>
              </a:ext>
            </a:extLst>
          </p:cNvPr>
          <p:cNvGrpSpPr/>
          <p:nvPr/>
        </p:nvGrpSpPr>
        <p:grpSpPr>
          <a:xfrm>
            <a:off x="9511155" y="1390170"/>
            <a:ext cx="765720" cy="789120"/>
            <a:chOff x="9511155" y="1390170"/>
            <a:chExt cx="765720" cy="78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744D10C-AE56-7526-0427-E6A9092A7774}"/>
                    </a:ext>
                  </a:extLst>
                </p14:cNvPr>
                <p14:cNvContentPartPr/>
                <p14:nvPr/>
              </p14:nvContentPartPr>
              <p14:xfrm>
                <a:off x="9511155" y="1390170"/>
                <a:ext cx="265320" cy="487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744D10C-AE56-7526-0427-E6A9092A77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02515" y="1381170"/>
                  <a:ext cx="28296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AF2B43-FC12-EF73-9F4C-7CF1671FB2E4}"/>
                    </a:ext>
                  </a:extLst>
                </p14:cNvPr>
                <p14:cNvContentPartPr/>
                <p14:nvPr/>
              </p14:nvContentPartPr>
              <p14:xfrm>
                <a:off x="9733995" y="1696530"/>
                <a:ext cx="99000" cy="216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AF2B43-FC12-EF73-9F4C-7CF1671FB2E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725355" y="1687890"/>
                  <a:ext cx="11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FC59AE0-5178-716C-55E6-4E64F94D2E6B}"/>
                    </a:ext>
                  </a:extLst>
                </p14:cNvPr>
                <p14:cNvContentPartPr/>
                <p14:nvPr/>
              </p14:nvContentPartPr>
              <p14:xfrm>
                <a:off x="9880875" y="1713090"/>
                <a:ext cx="76320" cy="181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FC59AE0-5178-716C-55E6-4E64F94D2E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2235" y="1704090"/>
                  <a:ext cx="93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83BE1D-D415-DDB3-911F-8CC43EE7EC5E}"/>
                    </a:ext>
                  </a:extLst>
                </p14:cNvPr>
                <p14:cNvContentPartPr/>
                <p14:nvPr/>
              </p14:nvContentPartPr>
              <p14:xfrm>
                <a:off x="9980955" y="1715250"/>
                <a:ext cx="126720" cy="16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83BE1D-D415-DDB3-911F-8CC43EE7EC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71955" y="1706250"/>
                  <a:ext cx="144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D10EA6-98FC-EA74-4D9D-EDA484260669}"/>
                    </a:ext>
                  </a:extLst>
                </p14:cNvPr>
                <p14:cNvContentPartPr/>
                <p14:nvPr/>
              </p14:nvContentPartPr>
              <p14:xfrm>
                <a:off x="10144395" y="1681770"/>
                <a:ext cx="132480" cy="497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D10EA6-98FC-EA74-4D9D-EDA48426066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35395" y="1672770"/>
                  <a:ext cx="150120" cy="51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B786079-0557-3BC9-3E9C-76B4ECC8A112}"/>
              </a:ext>
            </a:extLst>
          </p:cNvPr>
          <p:cNvGrpSpPr/>
          <p:nvPr/>
        </p:nvGrpSpPr>
        <p:grpSpPr>
          <a:xfrm>
            <a:off x="8487675" y="1733610"/>
            <a:ext cx="405360" cy="225720"/>
            <a:chOff x="8487675" y="1733610"/>
            <a:chExt cx="40536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EFBD1E7-A822-ABFA-9E9C-6FC158F34265}"/>
                    </a:ext>
                  </a:extLst>
                </p14:cNvPr>
                <p14:cNvContentPartPr/>
                <p14:nvPr/>
              </p14:nvContentPartPr>
              <p14:xfrm>
                <a:off x="8487675" y="1736490"/>
                <a:ext cx="102600" cy="193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EFBD1E7-A822-ABFA-9E9C-6FC158F342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79035" y="1727490"/>
                  <a:ext cx="120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CA9463-263C-6CFE-3AE1-3CEF154BF970}"/>
                    </a:ext>
                  </a:extLst>
                </p14:cNvPr>
                <p14:cNvContentPartPr/>
                <p14:nvPr/>
              </p14:nvContentPartPr>
              <p14:xfrm>
                <a:off x="8640675" y="1733610"/>
                <a:ext cx="252360" cy="225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CA9463-263C-6CFE-3AE1-3CEF154BF97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31675" y="1724610"/>
                  <a:ext cx="27000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B09F6E9-2DD2-E3BA-2393-10F45AEE7D55}"/>
                  </a:ext>
                </a:extLst>
              </p14:cNvPr>
              <p14:cNvContentPartPr/>
              <p14:nvPr/>
            </p14:nvContentPartPr>
            <p14:xfrm>
              <a:off x="9850995" y="2271810"/>
              <a:ext cx="249480" cy="407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B09F6E9-2DD2-E3BA-2393-10F45AEE7D5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841995" y="2263170"/>
                <a:ext cx="26712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2E3F37C-8A92-12FF-E727-4EB921BA9B8F}"/>
                  </a:ext>
                </a:extLst>
              </p14:cNvPr>
              <p14:cNvContentPartPr/>
              <p14:nvPr/>
            </p14:nvContentPartPr>
            <p14:xfrm>
              <a:off x="9898875" y="3239490"/>
              <a:ext cx="281160" cy="414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2E3F37C-8A92-12FF-E727-4EB921BA9B8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889875" y="3230490"/>
                <a:ext cx="298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EEA6956-4394-7D59-EBD1-360E4D3C8F3A}"/>
                  </a:ext>
                </a:extLst>
              </p14:cNvPr>
              <p14:cNvContentPartPr/>
              <p14:nvPr/>
            </p14:nvContentPartPr>
            <p14:xfrm>
              <a:off x="9889155" y="4280970"/>
              <a:ext cx="306720" cy="426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EEA6956-4394-7D59-EBD1-360E4D3C8F3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880515" y="4272330"/>
                <a:ext cx="32436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1A48DE2-9579-2938-1236-F5945138D4E1}"/>
                  </a:ext>
                </a:extLst>
              </p14:cNvPr>
              <p14:cNvContentPartPr/>
              <p14:nvPr/>
            </p14:nvContentPartPr>
            <p14:xfrm>
              <a:off x="9959355" y="5139930"/>
              <a:ext cx="98640" cy="443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1A48DE2-9579-2938-1236-F5945138D4E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950355" y="5130930"/>
                <a:ext cx="116280" cy="46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C5022C5-CC44-46AC-3254-4E2872642BAC}"/>
              </a:ext>
            </a:extLst>
          </p:cNvPr>
          <p:cNvGrpSpPr/>
          <p:nvPr/>
        </p:nvGrpSpPr>
        <p:grpSpPr>
          <a:xfrm>
            <a:off x="4837635" y="1416090"/>
            <a:ext cx="5989320" cy="4554720"/>
            <a:chOff x="4837635" y="1416090"/>
            <a:chExt cx="5989320" cy="45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FB6437-1997-7FAE-11B9-9D1D5849E5E0}"/>
                    </a:ext>
                  </a:extLst>
                </p14:cNvPr>
                <p14:cNvContentPartPr/>
                <p14:nvPr/>
              </p14:nvContentPartPr>
              <p14:xfrm>
                <a:off x="5252715" y="1554690"/>
                <a:ext cx="174960" cy="511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FB6437-1997-7FAE-11B9-9D1D5849E5E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44075" y="1545690"/>
                  <a:ext cx="1926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1249700-7EBE-9073-AF07-3C54D277984E}"/>
                    </a:ext>
                  </a:extLst>
                </p14:cNvPr>
                <p14:cNvContentPartPr/>
                <p14:nvPr/>
              </p14:nvContentPartPr>
              <p14:xfrm>
                <a:off x="5410395" y="1612650"/>
                <a:ext cx="198720" cy="549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1249700-7EBE-9073-AF07-3C54D277984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01395" y="1603650"/>
                  <a:ext cx="21636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0A43272-69F9-EFD6-2BDD-57BE634FDB2F}"/>
                    </a:ext>
                  </a:extLst>
                </p14:cNvPr>
                <p14:cNvContentPartPr/>
                <p14:nvPr/>
              </p14:nvContentPartPr>
              <p14:xfrm>
                <a:off x="5255235" y="1893810"/>
                <a:ext cx="285480" cy="4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0A43272-69F9-EFD6-2BDD-57BE634FDB2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46235" y="1885170"/>
                  <a:ext cx="303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1B1D25-2945-303B-6DF9-CFF84B39F424}"/>
                    </a:ext>
                  </a:extLst>
                </p14:cNvPr>
                <p14:cNvContentPartPr/>
                <p14:nvPr/>
              </p14:nvContentPartPr>
              <p14:xfrm>
                <a:off x="6721155" y="1538490"/>
                <a:ext cx="26280" cy="443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1B1D25-2945-303B-6DF9-CFF84B39F4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12155" y="1529850"/>
                  <a:ext cx="439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7D46B9C-B52E-268A-A19C-A06A79E2A0D8}"/>
                    </a:ext>
                  </a:extLst>
                </p14:cNvPr>
                <p14:cNvContentPartPr/>
                <p14:nvPr/>
              </p14:nvContentPartPr>
              <p14:xfrm>
                <a:off x="6716475" y="1545690"/>
                <a:ext cx="218520" cy="454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7D46B9C-B52E-268A-A19C-A06A79E2A0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07835" y="1537050"/>
                  <a:ext cx="2361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1ABA841-C0DB-19FD-5490-043134D360F3}"/>
                    </a:ext>
                  </a:extLst>
                </p14:cNvPr>
                <p14:cNvContentPartPr/>
                <p14:nvPr/>
              </p14:nvContentPartPr>
              <p14:xfrm>
                <a:off x="4888035" y="1416090"/>
                <a:ext cx="57960" cy="4312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1ABA841-C0DB-19FD-5490-043134D360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79395" y="1407450"/>
                  <a:ext cx="75600" cy="43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BA9A3F-7FBD-335E-29DB-9C74C11837EB}"/>
                    </a:ext>
                  </a:extLst>
                </p14:cNvPr>
                <p14:cNvContentPartPr/>
                <p14:nvPr/>
              </p14:nvContentPartPr>
              <p14:xfrm>
                <a:off x="4837635" y="1423290"/>
                <a:ext cx="5989320" cy="137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BA9A3F-7FBD-335E-29DB-9C74C11837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28995" y="1414290"/>
                  <a:ext cx="6006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E836B58-1495-111B-7774-524CACB11C48}"/>
                    </a:ext>
                  </a:extLst>
                </p14:cNvPr>
                <p14:cNvContentPartPr/>
                <p14:nvPr/>
              </p14:nvContentPartPr>
              <p14:xfrm>
                <a:off x="10577475" y="1487730"/>
                <a:ext cx="247320" cy="4455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E836B58-1495-111B-7774-524CACB11C4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68835" y="1479090"/>
                  <a:ext cx="264960" cy="44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E00A13A-6EC6-E1BF-F127-0B69DDF6D859}"/>
                    </a:ext>
                  </a:extLst>
                </p14:cNvPr>
                <p14:cNvContentPartPr/>
                <p14:nvPr/>
              </p14:nvContentPartPr>
              <p14:xfrm>
                <a:off x="4918275" y="5667690"/>
                <a:ext cx="5607000" cy="303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E00A13A-6EC6-E1BF-F127-0B69DDF6D8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09635" y="5658690"/>
                  <a:ext cx="5624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A07CEEE-9540-F478-1A8D-EF0417A5407D}"/>
                    </a:ext>
                  </a:extLst>
                </p14:cNvPr>
                <p14:cNvContentPartPr/>
                <p14:nvPr/>
              </p14:nvContentPartPr>
              <p14:xfrm>
                <a:off x="7615395" y="1536690"/>
                <a:ext cx="106560" cy="4314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A07CEEE-9540-F478-1A8D-EF0417A5407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06755" y="1527690"/>
                  <a:ext cx="124200" cy="43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E0AE536-062D-2EE3-08AD-4608889358ED}"/>
                    </a:ext>
                  </a:extLst>
                </p14:cNvPr>
                <p14:cNvContentPartPr/>
                <p14:nvPr/>
              </p14:nvContentPartPr>
              <p14:xfrm>
                <a:off x="7633395" y="1571250"/>
                <a:ext cx="125280" cy="4291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E0AE536-062D-2EE3-08AD-4608889358E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24395" y="1562250"/>
                  <a:ext cx="142920" cy="43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21D4EF-0379-770B-9194-2F5819CF4C68}"/>
                    </a:ext>
                  </a:extLst>
                </p14:cNvPr>
                <p14:cNvContentPartPr/>
                <p14:nvPr/>
              </p14:nvContentPartPr>
              <p14:xfrm>
                <a:off x="4918275" y="2246610"/>
                <a:ext cx="5712480" cy="61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21D4EF-0379-770B-9194-2F5819CF4C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09635" y="2237970"/>
                  <a:ext cx="5730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CACFEDE-7F42-24E4-2363-D66AF3978C12}"/>
                    </a:ext>
                  </a:extLst>
                </p14:cNvPr>
                <p14:cNvContentPartPr/>
                <p14:nvPr/>
              </p14:nvContentPartPr>
              <p14:xfrm>
                <a:off x="4931595" y="2148330"/>
                <a:ext cx="5740560" cy="78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CACFEDE-7F42-24E4-2363-D66AF3978C1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22595" y="2139330"/>
                  <a:ext cx="575820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BDB1D7A-10E4-394F-24B3-C17BC6980CE5}"/>
                  </a:ext>
                </a:extLst>
              </p14:cNvPr>
              <p14:cNvContentPartPr/>
              <p14:nvPr/>
            </p14:nvContentPartPr>
            <p14:xfrm>
              <a:off x="10755" y="2842050"/>
              <a:ext cx="3622680" cy="169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BDB1D7A-10E4-394F-24B3-C17BC6980C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115" y="2833410"/>
                <a:ext cx="364032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1F8035F-A5A5-5CF7-3017-17BD2894D276}"/>
              </a:ext>
            </a:extLst>
          </p:cNvPr>
          <p:cNvGrpSpPr/>
          <p:nvPr/>
        </p:nvGrpSpPr>
        <p:grpSpPr>
          <a:xfrm>
            <a:off x="326115" y="3199170"/>
            <a:ext cx="686160" cy="612720"/>
            <a:chOff x="326115" y="3199170"/>
            <a:chExt cx="686160" cy="6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D6487E9-881E-A0ED-109F-B52FCEBC23C3}"/>
                    </a:ext>
                  </a:extLst>
                </p14:cNvPr>
                <p14:cNvContentPartPr/>
                <p14:nvPr/>
              </p14:nvContentPartPr>
              <p14:xfrm>
                <a:off x="326115" y="3199170"/>
                <a:ext cx="374040" cy="612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D6487E9-881E-A0ED-109F-B52FCEBC23C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7115" y="3190530"/>
                  <a:ext cx="3916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3A27647-4A35-5713-A550-066D7E87A583}"/>
                    </a:ext>
                  </a:extLst>
                </p14:cNvPr>
                <p14:cNvContentPartPr/>
                <p14:nvPr/>
              </p14:nvContentPartPr>
              <p14:xfrm>
                <a:off x="712035" y="3577890"/>
                <a:ext cx="300240" cy="227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3A27647-4A35-5713-A550-066D7E87A58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03395" y="3568890"/>
                  <a:ext cx="3178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3D4811-F0A9-A7C7-F7F8-6245221C64A6}"/>
              </a:ext>
            </a:extLst>
          </p:cNvPr>
          <p:cNvGrpSpPr/>
          <p:nvPr/>
        </p:nvGrpSpPr>
        <p:grpSpPr>
          <a:xfrm>
            <a:off x="1363275" y="3465930"/>
            <a:ext cx="124200" cy="108720"/>
            <a:chOff x="1363275" y="3465930"/>
            <a:chExt cx="12420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D1A1DE9-4300-7B78-563E-570FE1186B9F}"/>
                    </a:ext>
                  </a:extLst>
                </p14:cNvPr>
                <p14:cNvContentPartPr/>
                <p14:nvPr/>
              </p14:nvContentPartPr>
              <p14:xfrm>
                <a:off x="1363275" y="3465930"/>
                <a:ext cx="12420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D1A1DE9-4300-7B78-563E-570FE1186B9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54275" y="3457290"/>
                  <a:ext cx="141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6C546AC-DCB3-779E-327C-63B1AD65284A}"/>
                    </a:ext>
                  </a:extLst>
                </p14:cNvPr>
                <p14:cNvContentPartPr/>
                <p14:nvPr/>
              </p14:nvContentPartPr>
              <p14:xfrm>
                <a:off x="1385955" y="3559170"/>
                <a:ext cx="97920" cy="15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6C546AC-DCB3-779E-327C-63B1AD65284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77315" y="3550170"/>
                  <a:ext cx="115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268799F-6ABE-BEE6-481E-F8E217770A76}"/>
              </a:ext>
            </a:extLst>
          </p:cNvPr>
          <p:cNvGrpSpPr/>
          <p:nvPr/>
        </p:nvGrpSpPr>
        <p:grpSpPr>
          <a:xfrm>
            <a:off x="1740195" y="3053370"/>
            <a:ext cx="1442880" cy="629280"/>
            <a:chOff x="1740195" y="3053370"/>
            <a:chExt cx="1442880" cy="62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E85582-9B62-7A6E-C1F8-15A8867A1719}"/>
                    </a:ext>
                  </a:extLst>
                </p14:cNvPr>
                <p14:cNvContentPartPr/>
                <p14:nvPr/>
              </p14:nvContentPartPr>
              <p14:xfrm>
                <a:off x="1740195" y="3261450"/>
                <a:ext cx="139680" cy="35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E85582-9B62-7A6E-C1F8-15A8867A171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31195" y="3252810"/>
                  <a:ext cx="157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B0A21D8-E742-104F-950C-4D7A9EDBD4AA}"/>
                    </a:ext>
                  </a:extLst>
                </p14:cNvPr>
                <p14:cNvContentPartPr/>
                <p14:nvPr/>
              </p14:nvContentPartPr>
              <p14:xfrm>
                <a:off x="1848195" y="3265410"/>
                <a:ext cx="206280" cy="417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B0A21D8-E742-104F-950C-4D7A9EDBD4A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39195" y="3256770"/>
                  <a:ext cx="2239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FE85BBF-AFB4-EB4E-74BD-B808B95F9FB0}"/>
                    </a:ext>
                  </a:extLst>
                </p14:cNvPr>
                <p14:cNvContentPartPr/>
                <p14:nvPr/>
              </p14:nvContentPartPr>
              <p14:xfrm>
                <a:off x="1814355" y="3101970"/>
                <a:ext cx="187920" cy="445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FE85BBF-AFB4-EB4E-74BD-B808B95F9FB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05355" y="3093330"/>
                  <a:ext cx="2055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8605568-5835-F32A-549B-90EA88583808}"/>
                    </a:ext>
                  </a:extLst>
                </p14:cNvPr>
                <p14:cNvContentPartPr/>
                <p14:nvPr/>
              </p14:nvContentPartPr>
              <p14:xfrm>
                <a:off x="2159595" y="3271170"/>
                <a:ext cx="188280" cy="376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8605568-5835-F32A-549B-90EA8858380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50955" y="3262170"/>
                  <a:ext cx="2059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F064681-E1C0-D7C9-CB00-45E8B02C5F1C}"/>
                    </a:ext>
                  </a:extLst>
                </p14:cNvPr>
                <p14:cNvContentPartPr/>
                <p14:nvPr/>
              </p14:nvContentPartPr>
              <p14:xfrm>
                <a:off x="2437155" y="3449730"/>
                <a:ext cx="136440" cy="23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F064681-E1C0-D7C9-CB00-45E8B02C5F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28515" y="3440730"/>
                  <a:ext cx="154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6E1AE82-49B3-07BA-14BE-F690CE78A6AD}"/>
                    </a:ext>
                  </a:extLst>
                </p14:cNvPr>
                <p14:cNvContentPartPr/>
                <p14:nvPr/>
              </p14:nvContentPartPr>
              <p14:xfrm>
                <a:off x="2483235" y="3348930"/>
                <a:ext cx="30600" cy="271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6E1AE82-49B3-07BA-14BE-F690CE78A6A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74595" y="3340290"/>
                  <a:ext cx="48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DF4A73-9554-8D58-BD32-93647AF199EA}"/>
                    </a:ext>
                  </a:extLst>
                </p14:cNvPr>
                <p14:cNvContentPartPr/>
                <p14:nvPr/>
              </p14:nvContentPartPr>
              <p14:xfrm>
                <a:off x="2719035" y="3258210"/>
                <a:ext cx="87120" cy="327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DF4A73-9554-8D58-BD32-93647AF199E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10395" y="3249210"/>
                  <a:ext cx="1047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3B45C2-EE89-0831-38C5-CA25875783A7}"/>
                    </a:ext>
                  </a:extLst>
                </p14:cNvPr>
                <p14:cNvContentPartPr/>
                <p14:nvPr/>
              </p14:nvContentPartPr>
              <p14:xfrm>
                <a:off x="2817675" y="3247410"/>
                <a:ext cx="123120" cy="343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3B45C2-EE89-0831-38C5-CA25875783A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09035" y="3238410"/>
                  <a:ext cx="140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2E4C3EF-CE0F-898B-F1A4-E1602170E406}"/>
                    </a:ext>
                  </a:extLst>
                </p14:cNvPr>
                <p14:cNvContentPartPr/>
                <p14:nvPr/>
              </p14:nvContentPartPr>
              <p14:xfrm>
                <a:off x="2764755" y="3436770"/>
                <a:ext cx="133920" cy="45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2E4C3EF-CE0F-898B-F1A4-E1602170E40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56115" y="3427770"/>
                  <a:ext cx="151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6581971-606C-0ADF-9DC5-94702D6F876B}"/>
                    </a:ext>
                  </a:extLst>
                </p14:cNvPr>
                <p14:cNvContentPartPr/>
                <p14:nvPr/>
              </p14:nvContentPartPr>
              <p14:xfrm>
                <a:off x="2999115" y="3246330"/>
                <a:ext cx="183960" cy="339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6581971-606C-0ADF-9DC5-94702D6F876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90115" y="3237330"/>
                  <a:ext cx="2016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EF416C9-7196-290B-159F-C16202F5D344}"/>
                    </a:ext>
                  </a:extLst>
                </p14:cNvPr>
                <p14:cNvContentPartPr/>
                <p14:nvPr/>
              </p14:nvContentPartPr>
              <p14:xfrm>
                <a:off x="2942955" y="3053370"/>
                <a:ext cx="225360" cy="66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EF416C9-7196-290B-159F-C16202F5D34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33955" y="3044730"/>
                  <a:ext cx="2430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A4FEFCF-2902-83F9-9B1C-28659B2DC43C}"/>
              </a:ext>
            </a:extLst>
          </p:cNvPr>
          <p:cNvGrpSpPr/>
          <p:nvPr/>
        </p:nvGrpSpPr>
        <p:grpSpPr>
          <a:xfrm>
            <a:off x="1364355" y="4219410"/>
            <a:ext cx="234000" cy="196560"/>
            <a:chOff x="1364355" y="4219410"/>
            <a:chExt cx="2340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6337A2-1D60-51A0-3D2D-D1D75742B7E0}"/>
                    </a:ext>
                  </a:extLst>
                </p14:cNvPr>
                <p14:cNvContentPartPr/>
                <p14:nvPr/>
              </p14:nvContentPartPr>
              <p14:xfrm>
                <a:off x="1364355" y="4219410"/>
                <a:ext cx="208440" cy="12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6337A2-1D60-51A0-3D2D-D1D75742B7E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55355" y="4210770"/>
                  <a:ext cx="226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BA6080A-6723-F268-951D-EB7C267B3917}"/>
                    </a:ext>
                  </a:extLst>
                </p14:cNvPr>
                <p14:cNvContentPartPr/>
                <p14:nvPr/>
              </p14:nvContentPartPr>
              <p14:xfrm>
                <a:off x="1376595" y="4389690"/>
                <a:ext cx="221760" cy="26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BA6080A-6723-F268-951D-EB7C267B39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67595" y="4380690"/>
                  <a:ext cx="2394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09C363D-7E31-7ACF-70E6-6A6C5B714CC8}"/>
              </a:ext>
            </a:extLst>
          </p:cNvPr>
          <p:cNvGrpSpPr/>
          <p:nvPr/>
        </p:nvGrpSpPr>
        <p:grpSpPr>
          <a:xfrm>
            <a:off x="1947915" y="4038690"/>
            <a:ext cx="641880" cy="382320"/>
            <a:chOff x="1947915" y="4038690"/>
            <a:chExt cx="6418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2A96F71-1044-8588-C941-AA2B6B5F0E71}"/>
                    </a:ext>
                  </a:extLst>
                </p14:cNvPr>
                <p14:cNvContentPartPr/>
                <p14:nvPr/>
              </p14:nvContentPartPr>
              <p14:xfrm>
                <a:off x="1947915" y="4038690"/>
                <a:ext cx="54720" cy="382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2A96F71-1044-8588-C941-AA2B6B5F0E7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38915" y="4030050"/>
                  <a:ext cx="723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5557CB5-0E5D-32FB-D48F-053982A25E4A}"/>
                    </a:ext>
                  </a:extLst>
                </p14:cNvPr>
                <p14:cNvContentPartPr/>
                <p14:nvPr/>
              </p14:nvContentPartPr>
              <p14:xfrm>
                <a:off x="2001915" y="4090890"/>
                <a:ext cx="117360" cy="314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5557CB5-0E5D-32FB-D48F-053982A25E4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93275" y="4081890"/>
                  <a:ext cx="135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7CDB78-BF10-90FA-EF6F-95D3EE2F2CAB}"/>
                    </a:ext>
                  </a:extLst>
                </p14:cNvPr>
                <p14:cNvContentPartPr/>
                <p14:nvPr/>
              </p14:nvContentPartPr>
              <p14:xfrm>
                <a:off x="1998315" y="4251090"/>
                <a:ext cx="118440" cy="36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7CDB78-BF10-90FA-EF6F-95D3EE2F2C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89675" y="4242090"/>
                  <a:ext cx="136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C9176DD-5450-2086-0628-F06D5CD654AD}"/>
                    </a:ext>
                  </a:extLst>
                </p14:cNvPr>
                <p14:cNvContentPartPr/>
                <p14:nvPr/>
              </p14:nvContentPartPr>
              <p14:xfrm>
                <a:off x="2402595" y="4114650"/>
                <a:ext cx="127800" cy="235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C9176DD-5450-2086-0628-F06D5CD654A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93955" y="4105650"/>
                  <a:ext cx="14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53C589C-C77C-F8C1-18B9-3BB5D1154A76}"/>
                    </a:ext>
                  </a:extLst>
                </p14:cNvPr>
                <p14:cNvContentPartPr/>
                <p14:nvPr/>
              </p14:nvContentPartPr>
              <p14:xfrm>
                <a:off x="2335275" y="4078290"/>
                <a:ext cx="254520" cy="339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53C589C-C77C-F8C1-18B9-3BB5D1154A7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26635" y="4069650"/>
                  <a:ext cx="272160" cy="35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1DBDA8B-AA50-1CAE-3BA0-DD3C26526B23}"/>
                  </a:ext>
                </a:extLst>
              </p14:cNvPr>
              <p14:cNvContentPartPr/>
              <p14:nvPr/>
            </p14:nvContentPartPr>
            <p14:xfrm>
              <a:off x="2910915" y="4043730"/>
              <a:ext cx="150120" cy="387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1DBDA8B-AA50-1CAE-3BA0-DD3C26526B2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902275" y="4034730"/>
                <a:ext cx="167760" cy="40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83D62A7-D49E-AF59-D57C-F5621A0D099C}"/>
              </a:ext>
            </a:extLst>
          </p:cNvPr>
          <p:cNvGrpSpPr/>
          <p:nvPr/>
        </p:nvGrpSpPr>
        <p:grpSpPr>
          <a:xfrm>
            <a:off x="362115" y="5087730"/>
            <a:ext cx="995400" cy="813960"/>
            <a:chOff x="362115" y="5087730"/>
            <a:chExt cx="995400" cy="8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F2C2450-7C46-751A-040D-0AD53D4F9825}"/>
                    </a:ext>
                  </a:extLst>
                </p14:cNvPr>
                <p14:cNvContentPartPr/>
                <p14:nvPr/>
              </p14:nvContentPartPr>
              <p14:xfrm>
                <a:off x="362115" y="5087730"/>
                <a:ext cx="250560" cy="390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F2C2450-7C46-751A-040D-0AD53D4F98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3475" y="5078730"/>
                  <a:ext cx="2682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3F9148F-3BC4-AF35-1172-EE91B62A906F}"/>
                    </a:ext>
                  </a:extLst>
                </p14:cNvPr>
                <p14:cNvContentPartPr/>
                <p14:nvPr/>
              </p14:nvContentPartPr>
              <p14:xfrm>
                <a:off x="624195" y="5222370"/>
                <a:ext cx="114840" cy="244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3F9148F-3BC4-AF35-1172-EE91B62A906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5555" y="5213370"/>
                  <a:ext cx="132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D47DDE-6883-CD59-DB48-28928AE6BF4B}"/>
                    </a:ext>
                  </a:extLst>
                </p14:cNvPr>
                <p14:cNvContentPartPr/>
                <p14:nvPr/>
              </p14:nvContentPartPr>
              <p14:xfrm>
                <a:off x="701595" y="5205810"/>
                <a:ext cx="46080" cy="253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D47DDE-6883-CD59-DB48-28928AE6BF4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2595" y="5197170"/>
                  <a:ext cx="63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40CD812-BCC5-E970-A86D-681790A3A789}"/>
                    </a:ext>
                  </a:extLst>
                </p14:cNvPr>
                <p14:cNvContentPartPr/>
                <p14:nvPr/>
              </p14:nvContentPartPr>
              <p14:xfrm>
                <a:off x="805995" y="5254410"/>
                <a:ext cx="119160" cy="213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40CD812-BCC5-E970-A86D-681790A3A78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7355" y="5245770"/>
                  <a:ext cx="1368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67267FD-6E92-2D2B-B97D-1A2EC72A5EA8}"/>
                    </a:ext>
                  </a:extLst>
                </p14:cNvPr>
                <p14:cNvContentPartPr/>
                <p14:nvPr/>
              </p14:nvContentPartPr>
              <p14:xfrm>
                <a:off x="939555" y="5233890"/>
                <a:ext cx="85680" cy="204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67267FD-6E92-2D2B-B97D-1A2EC72A5EA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30915" y="5225250"/>
                  <a:ext cx="103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BEA0B97-30C4-57D8-F019-3F68AF80E0FE}"/>
                    </a:ext>
                  </a:extLst>
                </p14:cNvPr>
                <p14:cNvContentPartPr/>
                <p14:nvPr/>
              </p14:nvContentPartPr>
              <p14:xfrm>
                <a:off x="970875" y="5244690"/>
                <a:ext cx="148680" cy="225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BEA0B97-30C4-57D8-F019-3F68AF80E0F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61875" y="5236050"/>
                  <a:ext cx="166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9C363E1-7D16-3423-B31F-95E5F5B4A895}"/>
                    </a:ext>
                  </a:extLst>
                </p14:cNvPr>
                <p14:cNvContentPartPr/>
                <p14:nvPr/>
              </p14:nvContentPartPr>
              <p14:xfrm>
                <a:off x="1145475" y="5259090"/>
                <a:ext cx="212040" cy="642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9C363E1-7D16-3423-B31F-95E5F5B4A89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6475" y="5250090"/>
                  <a:ext cx="229680" cy="66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622E44-956B-AE2C-E9D9-8A25531229FA}"/>
              </a:ext>
            </a:extLst>
          </p:cNvPr>
          <p:cNvGrpSpPr/>
          <p:nvPr/>
        </p:nvGrpSpPr>
        <p:grpSpPr>
          <a:xfrm>
            <a:off x="1727595" y="5295810"/>
            <a:ext cx="146160" cy="99720"/>
            <a:chOff x="1727595" y="5295810"/>
            <a:chExt cx="14616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5D987FA-1539-DED1-8935-C07D3C3FB7E4}"/>
                    </a:ext>
                  </a:extLst>
                </p14:cNvPr>
                <p14:cNvContentPartPr/>
                <p14:nvPr/>
              </p14:nvContentPartPr>
              <p14:xfrm>
                <a:off x="1727595" y="5295810"/>
                <a:ext cx="120600" cy="19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5D987FA-1539-DED1-8935-C07D3C3FB7E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18955" y="5286810"/>
                  <a:ext cx="138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6CC793-18D2-8B8B-B5CB-4E348FBB57CD}"/>
                    </a:ext>
                  </a:extLst>
                </p14:cNvPr>
                <p14:cNvContentPartPr/>
                <p14:nvPr/>
              </p14:nvContentPartPr>
              <p14:xfrm>
                <a:off x="1737315" y="5380050"/>
                <a:ext cx="136440" cy="15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6CC793-18D2-8B8B-B5CB-4E348FBB57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728675" y="5371410"/>
                  <a:ext cx="1540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AB6ADAF-9283-143C-BDB5-27EE7DF1CBEA}"/>
              </a:ext>
            </a:extLst>
          </p:cNvPr>
          <p:cNvGrpSpPr/>
          <p:nvPr/>
        </p:nvGrpSpPr>
        <p:grpSpPr>
          <a:xfrm>
            <a:off x="2349675" y="4979730"/>
            <a:ext cx="714240" cy="417960"/>
            <a:chOff x="2349675" y="4979730"/>
            <a:chExt cx="71424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3806059-9DE5-4A7B-A1A1-2509519DD62A}"/>
                    </a:ext>
                  </a:extLst>
                </p14:cNvPr>
                <p14:cNvContentPartPr/>
                <p14:nvPr/>
              </p14:nvContentPartPr>
              <p14:xfrm>
                <a:off x="2349675" y="4979730"/>
                <a:ext cx="117000" cy="392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3806059-9DE5-4A7B-A1A1-2509519DD62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341035" y="4970730"/>
                  <a:ext cx="1346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7746BD-543A-B2E7-96F5-C69EA694D580}"/>
                    </a:ext>
                  </a:extLst>
                </p14:cNvPr>
                <p14:cNvContentPartPr/>
                <p14:nvPr/>
              </p14:nvContentPartPr>
              <p14:xfrm>
                <a:off x="2443635" y="4999170"/>
                <a:ext cx="136440" cy="377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7746BD-543A-B2E7-96F5-C69EA694D58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34635" y="4990170"/>
                  <a:ext cx="1540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AFBC045-BC62-5AC3-DBEF-773096EB305F}"/>
                    </a:ext>
                  </a:extLst>
                </p14:cNvPr>
                <p14:cNvContentPartPr/>
                <p14:nvPr/>
              </p14:nvContentPartPr>
              <p14:xfrm>
                <a:off x="2374875" y="5227410"/>
                <a:ext cx="385200" cy="140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AFBC045-BC62-5AC3-DBEF-773096EB305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66235" y="5218770"/>
                  <a:ext cx="402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D2F00E-F13C-119B-EC00-30E10DC633E9}"/>
                    </a:ext>
                  </a:extLst>
                </p14:cNvPr>
                <p14:cNvContentPartPr/>
                <p14:nvPr/>
              </p14:nvContentPartPr>
              <p14:xfrm>
                <a:off x="2864475" y="5056770"/>
                <a:ext cx="199440" cy="340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D2F00E-F13C-119B-EC00-30E10DC633E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855475" y="5048130"/>
                  <a:ext cx="21708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60F6CA5-A2A8-613D-0BA4-967BE59B05C9}"/>
              </a:ext>
            </a:extLst>
          </p:cNvPr>
          <p:cNvGrpSpPr/>
          <p:nvPr/>
        </p:nvGrpSpPr>
        <p:grpSpPr>
          <a:xfrm>
            <a:off x="2069235" y="5760210"/>
            <a:ext cx="2395800" cy="991800"/>
            <a:chOff x="2069235" y="5760210"/>
            <a:chExt cx="2395800" cy="9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C77EB45-3BF4-3F4D-0AA9-A3027DB18F4D}"/>
                    </a:ext>
                  </a:extLst>
                </p14:cNvPr>
                <p14:cNvContentPartPr/>
                <p14:nvPr/>
              </p14:nvContentPartPr>
              <p14:xfrm>
                <a:off x="2299275" y="5904930"/>
                <a:ext cx="1046880" cy="70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C77EB45-3BF4-3F4D-0AA9-A3027DB18F4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290275" y="5895930"/>
                  <a:ext cx="1064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C9F60CF-DF2E-A64F-3BD6-88C7B9088F35}"/>
                    </a:ext>
                  </a:extLst>
                </p14:cNvPr>
                <p14:cNvContentPartPr/>
                <p14:nvPr/>
              </p14:nvContentPartPr>
              <p14:xfrm>
                <a:off x="3283155" y="5798010"/>
                <a:ext cx="41400" cy="486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C9F60CF-DF2E-A64F-3BD6-88C7B9088F3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74515" y="5789370"/>
                  <a:ext cx="59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40DD686-D7CF-8842-3FC1-EAA610236B04}"/>
                    </a:ext>
                  </a:extLst>
                </p14:cNvPr>
                <p14:cNvContentPartPr/>
                <p14:nvPr/>
              </p14:nvContentPartPr>
              <p14:xfrm>
                <a:off x="3341835" y="5821410"/>
                <a:ext cx="70920" cy="464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40DD686-D7CF-8842-3FC1-EAA610236B0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33195" y="5812770"/>
                  <a:ext cx="885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F05E9DC-C976-CAEE-61CE-C40B39C3FC2A}"/>
                    </a:ext>
                  </a:extLst>
                </p14:cNvPr>
                <p14:cNvContentPartPr/>
                <p14:nvPr/>
              </p14:nvContentPartPr>
              <p14:xfrm>
                <a:off x="3461355" y="5825370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F05E9DC-C976-CAEE-61CE-C40B39C3FC2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52355" y="5816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3982420-7863-773B-0C46-37A3E7913845}"/>
                    </a:ext>
                  </a:extLst>
                </p14:cNvPr>
                <p14:cNvContentPartPr/>
                <p14:nvPr/>
              </p14:nvContentPartPr>
              <p14:xfrm>
                <a:off x="3260115" y="5803410"/>
                <a:ext cx="426960" cy="478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3982420-7863-773B-0C46-37A3E791384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251115" y="5794410"/>
                  <a:ext cx="4446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299D448-AC9A-647B-5367-ED6C9DE83223}"/>
                    </a:ext>
                  </a:extLst>
                </p14:cNvPr>
                <p14:cNvContentPartPr/>
                <p14:nvPr/>
              </p14:nvContentPartPr>
              <p14:xfrm>
                <a:off x="3682755" y="6011490"/>
                <a:ext cx="432360" cy="24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299D448-AC9A-647B-5367-ED6C9DE8322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73755" y="6002490"/>
                  <a:ext cx="450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F0D1B8C-6CD7-CE09-9840-9829D6B0F3A8}"/>
                    </a:ext>
                  </a:extLst>
                </p14:cNvPr>
                <p14:cNvContentPartPr/>
                <p14:nvPr/>
              </p14:nvContentPartPr>
              <p14:xfrm>
                <a:off x="2376315" y="6124530"/>
                <a:ext cx="1015920" cy="43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F0D1B8C-6CD7-CE09-9840-9829D6B0F3A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67315" y="6115890"/>
                  <a:ext cx="1033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5FF9F7A-A531-F395-5BF9-0C34B86A45DE}"/>
                    </a:ext>
                  </a:extLst>
                </p14:cNvPr>
                <p14:cNvContentPartPr/>
                <p14:nvPr/>
              </p14:nvContentPartPr>
              <p14:xfrm>
                <a:off x="4191795" y="5822490"/>
                <a:ext cx="162720" cy="329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5FF9F7A-A531-F395-5BF9-0C34B86A45D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82795" y="5813490"/>
                  <a:ext cx="180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CE25C51-30AF-4960-E082-1216BCDCE1F8}"/>
                    </a:ext>
                  </a:extLst>
                </p14:cNvPr>
                <p14:cNvContentPartPr/>
                <p14:nvPr/>
              </p14:nvContentPartPr>
              <p14:xfrm>
                <a:off x="3084075" y="5945250"/>
                <a:ext cx="287280" cy="509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CE25C51-30AF-4960-E082-1216BCDCE1F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75435" y="5936610"/>
                  <a:ext cx="3049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C0286B3-FE56-1C92-B7B2-18F564AAECC9}"/>
                    </a:ext>
                  </a:extLst>
                </p14:cNvPr>
                <p14:cNvContentPartPr/>
                <p14:nvPr/>
              </p14:nvContentPartPr>
              <p14:xfrm>
                <a:off x="3385395" y="6369690"/>
                <a:ext cx="244800" cy="357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C0286B3-FE56-1C92-B7B2-18F564AAECC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376395" y="6361050"/>
                  <a:ext cx="2624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954E278-F7E8-C3DF-63F6-8B8170C10A4E}"/>
                    </a:ext>
                  </a:extLst>
                </p14:cNvPr>
                <p14:cNvContentPartPr/>
                <p14:nvPr/>
              </p14:nvContentPartPr>
              <p14:xfrm>
                <a:off x="3617595" y="6536730"/>
                <a:ext cx="587520" cy="15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954E278-F7E8-C3DF-63F6-8B8170C10A4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08955" y="6527730"/>
                  <a:ext cx="605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ED6E570-B8AB-9BDF-1628-DB4772587DA1}"/>
                    </a:ext>
                  </a:extLst>
                </p14:cNvPr>
                <p14:cNvContentPartPr/>
                <p14:nvPr/>
              </p14:nvContentPartPr>
              <p14:xfrm>
                <a:off x="4276035" y="6442050"/>
                <a:ext cx="189000" cy="309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ED6E570-B8AB-9BDF-1628-DB4772587DA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267035" y="6433410"/>
                  <a:ext cx="206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3EED747-03E9-0584-3466-BA745203A497}"/>
                    </a:ext>
                  </a:extLst>
                </p14:cNvPr>
                <p14:cNvContentPartPr/>
                <p14:nvPr/>
              </p14:nvContentPartPr>
              <p14:xfrm>
                <a:off x="2823795" y="5960730"/>
                <a:ext cx="360" cy="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3EED747-03E9-0584-3466-BA745203A49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14795" y="59517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06B095D-01D2-A886-DB10-06F8E267A333}"/>
                    </a:ext>
                  </a:extLst>
                </p14:cNvPr>
                <p14:cNvContentPartPr/>
                <p14:nvPr/>
              </p14:nvContentPartPr>
              <p14:xfrm>
                <a:off x="2824875" y="6143250"/>
                <a:ext cx="606960" cy="509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06B095D-01D2-A886-DB10-06F8E267A33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815875" y="6134250"/>
                  <a:ext cx="6246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CAED011-53B5-CAAA-9B47-B38FC7964503}"/>
                    </a:ext>
                  </a:extLst>
                </p14:cNvPr>
                <p14:cNvContentPartPr/>
                <p14:nvPr/>
              </p14:nvContentPartPr>
              <p14:xfrm>
                <a:off x="2069235" y="5762370"/>
                <a:ext cx="90720" cy="235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CAED011-53B5-CAAA-9B47-B38FC796450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060595" y="5753730"/>
                  <a:ext cx="108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EAD0F3F-A948-E0F0-7CE3-B3CF845761CA}"/>
                    </a:ext>
                  </a:extLst>
                </p14:cNvPr>
                <p14:cNvContentPartPr/>
                <p14:nvPr/>
              </p14:nvContentPartPr>
              <p14:xfrm>
                <a:off x="2135475" y="5760210"/>
                <a:ext cx="73800" cy="216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EAD0F3F-A948-E0F0-7CE3-B3CF845761C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126835" y="5751570"/>
                  <a:ext cx="9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F0FB00C-9912-5E1F-2E42-30F67D96082D}"/>
                    </a:ext>
                  </a:extLst>
                </p14:cNvPr>
                <p14:cNvContentPartPr/>
                <p14:nvPr/>
              </p14:nvContentPartPr>
              <p14:xfrm>
                <a:off x="2086155" y="5891250"/>
                <a:ext cx="110880" cy="25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F0FB00C-9912-5E1F-2E42-30F67D9608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077515" y="5882610"/>
                  <a:ext cx="128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3DCE747-81A4-E965-2A63-22538ED8B837}"/>
                    </a:ext>
                  </a:extLst>
                </p14:cNvPr>
                <p14:cNvContentPartPr/>
                <p14:nvPr/>
              </p14:nvContentPartPr>
              <p14:xfrm>
                <a:off x="2070675" y="6039570"/>
                <a:ext cx="101880" cy="188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3DCE747-81A4-E965-2A63-22538ED8B83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062035" y="6030930"/>
                  <a:ext cx="11952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5397685-2064-1220-6448-A492F3718696}"/>
              </a:ext>
            </a:extLst>
          </p:cNvPr>
          <p:cNvGrpSpPr/>
          <p:nvPr/>
        </p:nvGrpSpPr>
        <p:grpSpPr>
          <a:xfrm>
            <a:off x="2497635" y="5539530"/>
            <a:ext cx="1389960" cy="1242000"/>
            <a:chOff x="2497635" y="5539530"/>
            <a:chExt cx="1389960" cy="12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0979200-3C5B-1B8B-D491-7184B6D30022}"/>
                    </a:ext>
                  </a:extLst>
                </p14:cNvPr>
                <p14:cNvContentPartPr/>
                <p14:nvPr/>
              </p14:nvContentPartPr>
              <p14:xfrm>
                <a:off x="2535075" y="5570850"/>
                <a:ext cx="54360" cy="1209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0979200-3C5B-1B8B-D491-7184B6D3002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526075" y="5561850"/>
                  <a:ext cx="7200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1E5E14F-D433-D556-6DED-C9E51C2758FD}"/>
                    </a:ext>
                  </a:extLst>
                </p14:cNvPr>
                <p14:cNvContentPartPr/>
                <p14:nvPr/>
              </p14:nvContentPartPr>
              <p14:xfrm>
                <a:off x="2573595" y="5539530"/>
                <a:ext cx="1314000" cy="1221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1E5E14F-D433-D556-6DED-C9E51C2758F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564595" y="5530530"/>
                  <a:ext cx="13316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5DDD7C1-091B-A816-5D40-7619A12F5D39}"/>
                    </a:ext>
                  </a:extLst>
                </p14:cNvPr>
                <p14:cNvContentPartPr/>
                <p14:nvPr/>
              </p14:nvContentPartPr>
              <p14:xfrm>
                <a:off x="2497635" y="6715290"/>
                <a:ext cx="1366920" cy="66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5DDD7C1-091B-A816-5D40-7619A12F5D3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488995" y="6706290"/>
                  <a:ext cx="138456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434D6E8-E54E-169E-81BD-B99D10A1919E}"/>
                  </a:ext>
                </a:extLst>
              </p14:cNvPr>
              <p14:cNvContentPartPr/>
              <p14:nvPr/>
            </p14:nvContentPartPr>
            <p14:xfrm>
              <a:off x="4358835" y="2014050"/>
              <a:ext cx="19440" cy="79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434D6E8-E54E-169E-81BD-B99D10A1919E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350195" y="2005050"/>
                <a:ext cx="3708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85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Widescreen</PresentationFormat>
  <Paragraphs>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2023-03-15T03:24:16Z</dcterms:created>
  <dcterms:modified xsi:type="dcterms:W3CDTF">2023-03-15T03:24:53Z</dcterms:modified>
</cp:coreProperties>
</file>