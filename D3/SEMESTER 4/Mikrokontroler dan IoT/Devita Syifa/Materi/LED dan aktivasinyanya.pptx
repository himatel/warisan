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8" r:id="rId4"/>
    <p:sldId id="264" r:id="rId5"/>
    <p:sldId id="267" r:id="rId6"/>
    <p:sldId id="263" r:id="rId7"/>
    <p:sldId id="265" r:id="rId8"/>
    <p:sldId id="257" r:id="rId9"/>
    <p:sldId id="269" r:id="rId10"/>
    <p:sldId id="262" r:id="rId11"/>
    <p:sldId id="261" r:id="rId12"/>
    <p:sldId id="260" r:id="rId13"/>
    <p:sldId id="268" r:id="rId14"/>
    <p:sldId id="271" r:id="rId15"/>
    <p:sldId id="275" r:id="rId16"/>
    <p:sldId id="272" r:id="rId17"/>
    <p:sldId id="276" r:id="rId18"/>
    <p:sldId id="274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91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6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77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6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14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65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7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3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8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7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B1FA3-E8E8-4FB5-AC35-6D950EE0DDDC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936F0-8609-44D7-8543-AF1361866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6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knikelektronika.com/pengertian-led-light-emitting-diode-cara-kerja/" TargetMode="External"/><Relationship Id="rId2" Type="http://schemas.openxmlformats.org/officeDocument/2006/relationships/hyperlink" Target="https://www.electronics-tutorials.ws/diode/diode_8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LED dan </a:t>
            </a:r>
            <a:r>
              <a:rPr lang="en-US" smtClean="0"/>
              <a:t>Aktivasinya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Pendahuluan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Mahasiswa sudah mengenal LED namun sebatas sebagai indikator dan tinggal pakai dengan R 330 Ohm.</a:t>
            </a:r>
          </a:p>
          <a:p>
            <a:r>
              <a:rPr lang="en-US" smtClean="0"/>
              <a:t>Belum tahu darimana asal nilai tsb.</a:t>
            </a:r>
          </a:p>
          <a:p>
            <a:r>
              <a:rPr lang="en-US" smtClean="0"/>
              <a:t>Menganggap sama tegangan LED untuk jenis warna LED yang berbeda.</a:t>
            </a:r>
          </a:p>
          <a:p>
            <a:r>
              <a:rPr lang="en-US" smtClean="0"/>
              <a:t>Memberikan nilai R yang sama untuk jenis warna LED yang berbeda.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9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Referensi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>
                <a:hlinkClick r:id="rId2"/>
              </a:rPr>
              <a:t>https://www.electronics-tutorials.ws/diode/diode_8.html</a:t>
            </a:r>
            <a:endParaRPr lang="en-US" smtClean="0"/>
          </a:p>
          <a:p>
            <a:r>
              <a:rPr lang="en-US" smtClean="0">
                <a:hlinkClick r:id="rId3"/>
              </a:rPr>
              <a:t>https://teknikelektronika.com/pengertian-led-light-emitting-diode-cara-kerja/</a:t>
            </a:r>
            <a:endParaRPr lang="en-US" smtClean="0"/>
          </a:p>
          <a:p>
            <a:endParaRPr lang="en-US" smtClean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0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Pengertian LED (Light Emitting Diode) dan Cara Kerjanya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Light </a:t>
            </a:r>
            <a:r>
              <a:rPr lang="en-US"/>
              <a:t>Emitting Diode atau sering disingkat dengan LED adalah komponen elektronika yang dapat memancarkan  cahaya monokromatik ketika diberikan tegangan maju. </a:t>
            </a:r>
            <a:endParaRPr lang="en-US" smtClean="0"/>
          </a:p>
          <a:p>
            <a:r>
              <a:rPr lang="en-US" smtClean="0"/>
              <a:t>LED </a:t>
            </a:r>
            <a:r>
              <a:rPr lang="en-US"/>
              <a:t>merupakan keluarga Dioda yang terbuat dari bahan semikonduktor. </a:t>
            </a:r>
            <a:endParaRPr lang="en-US" smtClean="0"/>
          </a:p>
          <a:p>
            <a:r>
              <a:rPr lang="en-US" smtClean="0"/>
              <a:t>Warna-warna </a:t>
            </a:r>
            <a:r>
              <a:rPr lang="en-US"/>
              <a:t>Cahaya yang dipancarkan oleh LED tergantung pada jenis bahan semikonduktor yang dipergunakannya. </a:t>
            </a:r>
            <a:endParaRPr lang="en-US" smtClean="0"/>
          </a:p>
          <a:p>
            <a:r>
              <a:rPr lang="en-US" smtClean="0"/>
              <a:t>LED </a:t>
            </a:r>
            <a:r>
              <a:rPr lang="en-US"/>
              <a:t>juga dapat memancarkan sinar inframerah yang tidak tampak oleh mata seperti yang sering kita jumpai pada Remote Control TV ataupun Remote Control perangkat elektronik lainnya</a:t>
            </a:r>
            <a:r>
              <a:rPr lang="en-US" smtClean="0"/>
              <a:t>.</a:t>
            </a:r>
          </a:p>
          <a:p>
            <a:r>
              <a:rPr lang="en-US" smtClean="0"/>
              <a:t>Keunggulan LED: tidak menimbulkan panas, tahan lama, tidak mengandung bahan berbahaya seperti merkuri, hemat listrik, bentuknya kecil.</a:t>
            </a:r>
          </a:p>
        </p:txBody>
      </p:sp>
    </p:spTree>
    <p:extLst>
      <p:ext uri="{BB962C8B-B14F-4D97-AF65-F5344CB8AC3E}">
        <p14:creationId xmlns:p14="http://schemas.microsoft.com/office/powerpoint/2010/main" val="388074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b="1"/>
              <a:t>Kegunaan LED dalam Kehidupan </a:t>
            </a:r>
            <a:r>
              <a:rPr lang="fi-FI" b="1" smtClean="0"/>
              <a:t>sehari-hari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mtClean="0"/>
              <a:t>Lampu </a:t>
            </a:r>
            <a:r>
              <a:rPr lang="en-US"/>
              <a:t>Penerangan Rumah</a:t>
            </a:r>
          </a:p>
          <a:p>
            <a:pPr fontAlgn="base"/>
            <a:r>
              <a:rPr lang="en-US"/>
              <a:t>Lampu Penerangan Jalan</a:t>
            </a:r>
          </a:p>
          <a:p>
            <a:pPr fontAlgn="base"/>
            <a:r>
              <a:rPr lang="en-US"/>
              <a:t>Papan Iklan (Advertising)</a:t>
            </a:r>
          </a:p>
          <a:p>
            <a:pPr fontAlgn="base"/>
            <a:r>
              <a:rPr lang="en-US"/>
              <a:t>Backlight LCD (TV, Display Handphone, Monitor)</a:t>
            </a:r>
          </a:p>
          <a:p>
            <a:pPr fontAlgn="base"/>
            <a:r>
              <a:rPr lang="en-US"/>
              <a:t>Lampu Dekorasi Interior maupun Exterior</a:t>
            </a:r>
          </a:p>
          <a:p>
            <a:pPr fontAlgn="base"/>
            <a:r>
              <a:rPr lang="en-US"/>
              <a:t>Lampu Indikator</a:t>
            </a:r>
          </a:p>
          <a:p>
            <a:pPr fontAlgn="base"/>
            <a:r>
              <a:rPr lang="en-US"/>
              <a:t>Pemancar Infra Merah pada Remote Control (TV, AC, AV Player)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Bentuk Dan Simbol LED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entuk dan Simbol LED (Light Emitting Diode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762" y="2326254"/>
            <a:ext cx="6565438" cy="3112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28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/>
              <a:t>Cara Mengetahui Polaritas LED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ara mengetahui polaritas L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285" y="1825625"/>
            <a:ext cx="508928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38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Karakteristik Elektrik LED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4164"/>
            <a:ext cx="10515600" cy="5014762"/>
          </a:xfrm>
        </p:spPr>
        <p:txBody>
          <a:bodyPr>
            <a:normAutofit fontScale="92500" lnSpcReduction="10000"/>
          </a:bodyPr>
          <a:lstStyle/>
          <a:p>
            <a:r>
              <a:rPr lang="en-US" smtClean="0"/>
              <a:t>Warna vs Arus dan Tegangan</a:t>
            </a:r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 smtClean="0"/>
          </a:p>
          <a:p>
            <a:endParaRPr lang="en-US"/>
          </a:p>
          <a:p>
            <a:r>
              <a:rPr lang="en-US" b="1" smtClean="0">
                <a:solidFill>
                  <a:srgbClr val="FF0000"/>
                </a:solidFill>
              </a:rPr>
              <a:t>Arus yang umum digunakan pada LED antara 10mA – 20mA</a:t>
            </a:r>
            <a:endParaRPr lang="en-US" b="1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77" y="1963553"/>
            <a:ext cx="3945218" cy="32911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090" y="1805298"/>
            <a:ext cx="5001543" cy="375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8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Perhitungan R LED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14474" cy="4351338"/>
          </a:xfrm>
        </p:spPr>
        <p:txBody>
          <a:bodyPr/>
          <a:lstStyle/>
          <a:p>
            <a:pPr marL="0" indent="0">
              <a:buNone/>
            </a:pPr>
            <a:r>
              <a:rPr lang="en-US" smtClean="0"/>
              <a:t>Soal 1:</a:t>
            </a:r>
          </a:p>
          <a:p>
            <a:r>
              <a:rPr lang="en-US" smtClean="0"/>
              <a:t>Kita ingin menyalakan LED berwarna </a:t>
            </a:r>
            <a:r>
              <a:rPr lang="en-US" b="1" smtClean="0">
                <a:solidFill>
                  <a:srgbClr val="FFC000"/>
                </a:solidFill>
              </a:rPr>
              <a:t>Orange</a:t>
            </a:r>
            <a:r>
              <a:rPr lang="en-US" smtClean="0"/>
              <a:t> (Amber) pada tegangan 5V dan I = 10mA.</a:t>
            </a:r>
          </a:p>
          <a:p>
            <a:r>
              <a:rPr lang="en-US" smtClean="0"/>
              <a:t>Hitunglah R_led yang diperlukan?</a:t>
            </a:r>
          </a:p>
          <a:p>
            <a:r>
              <a:rPr lang="en-US" smtClean="0"/>
              <a:t>Berapa nilai R normalisasi sesuai dengan yang ada di pasaran?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7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Jawaban 1: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479" y="2356685"/>
            <a:ext cx="6153150" cy="1085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62" y="1690688"/>
            <a:ext cx="3657600" cy="3971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1479" y="4117251"/>
            <a:ext cx="58232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ym typeface="Wingdings" panose="05000000000000000000" pitchFamily="2" charset="2"/>
              </a:rPr>
              <a:t> Normalisasi sesuai nilai yang ada di pasaran</a:t>
            </a:r>
          </a:p>
          <a:p>
            <a:r>
              <a:rPr lang="en-US" sz="2800" smtClean="0">
                <a:sym typeface="Wingdings" panose="05000000000000000000" pitchFamily="2" charset="2"/>
              </a:rPr>
              <a:t> R = 330 Ohm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06500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2: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14474" cy="4351338"/>
          </a:xfrm>
        </p:spPr>
        <p:txBody>
          <a:bodyPr/>
          <a:lstStyle/>
          <a:p>
            <a:r>
              <a:rPr lang="en-US" smtClean="0"/>
              <a:t>Kita ingin menyalakan LED berwarna </a:t>
            </a:r>
            <a:r>
              <a:rPr lang="en-US" b="1" smtClean="0">
                <a:solidFill>
                  <a:srgbClr val="FF0000"/>
                </a:solidFill>
              </a:rPr>
              <a:t>Merah</a:t>
            </a:r>
            <a:r>
              <a:rPr lang="en-US" smtClean="0">
                <a:solidFill>
                  <a:srgbClr val="FF0000"/>
                </a:solidFill>
              </a:rPr>
              <a:t> </a:t>
            </a:r>
            <a:r>
              <a:rPr lang="en-US" smtClean="0"/>
              <a:t>pada tegangan Vcc = 5V dan I = 10mA.</a:t>
            </a:r>
          </a:p>
          <a:p>
            <a:r>
              <a:rPr lang="en-US" smtClean="0"/>
              <a:t>Hitunglah R_led yang diperlukan?</a:t>
            </a:r>
          </a:p>
          <a:p>
            <a:r>
              <a:rPr lang="en-US" smtClean="0"/>
              <a:t>Berapa nilai R normalisasi sesuai dengan yang ada di pasaran?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2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Jawaban 2: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Vcc = 5V</a:t>
            </a:r>
          </a:p>
          <a:p>
            <a:r>
              <a:rPr lang="en-US" smtClean="0"/>
              <a:t>V_LED = 1,8V</a:t>
            </a:r>
          </a:p>
          <a:p>
            <a:r>
              <a:rPr lang="en-US" smtClean="0"/>
              <a:t>I = 10mA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892968" y="3800479"/>
                <a:ext cx="3044792" cy="23764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 smtClean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𝑉𝑐𝑐</m:t>
                        </m:r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𝑉𝑙𝑒𝑑</m:t>
                        </m:r>
                      </m:num>
                      <m:den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</m:den>
                    </m:f>
                  </m:oMath>
                </a14:m>
                <a:endParaRPr lang="en-US" sz="320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smtClean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1,8</m:t>
                        </m:r>
                      </m:num>
                      <m:den>
                        <m:r>
                          <a:rPr lang="en-US" sz="3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0,010</m:t>
                        </m:r>
                      </m:den>
                    </m:f>
                  </m:oMath>
                </a14:m>
                <a:endParaRPr lang="en-US" sz="320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smtClean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 = 320 Ohm</a:t>
                </a:r>
                <a:endParaRPr lang="en-US" sz="320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968" y="3800479"/>
                <a:ext cx="3044792" cy="2376484"/>
              </a:xfrm>
              <a:prstGeom prst="rect">
                <a:avLst/>
              </a:prstGeom>
              <a:blipFill rotWithShape="0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4991500" y="5588195"/>
            <a:ext cx="2021305" cy="4716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90148" y="5097306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Normalisasi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434391" y="5500847"/>
            <a:ext cx="2624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smtClean="0"/>
              <a:t>R = 330 Ohm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50087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3: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14474" cy="4351338"/>
          </a:xfrm>
        </p:spPr>
        <p:txBody>
          <a:bodyPr/>
          <a:lstStyle/>
          <a:p>
            <a:r>
              <a:rPr lang="en-US" smtClean="0"/>
              <a:t>Kita ingin menyalakan LED berwarna </a:t>
            </a:r>
            <a:r>
              <a:rPr lang="en-US" b="1" smtClean="0">
                <a:solidFill>
                  <a:srgbClr val="00B050"/>
                </a:solidFill>
              </a:rPr>
              <a:t>Hijau</a:t>
            </a:r>
            <a:r>
              <a:rPr lang="en-US" smtClean="0">
                <a:solidFill>
                  <a:srgbClr val="00B050"/>
                </a:solidFill>
              </a:rPr>
              <a:t> </a:t>
            </a:r>
            <a:r>
              <a:rPr lang="en-US" smtClean="0"/>
              <a:t>pada tegangan Vcc = 5V dan I = 10mA.</a:t>
            </a:r>
          </a:p>
          <a:p>
            <a:r>
              <a:rPr lang="en-US" smtClean="0"/>
              <a:t>Hitunglah R_led yang diperlukan?</a:t>
            </a:r>
          </a:p>
          <a:p>
            <a:r>
              <a:rPr lang="en-US" smtClean="0"/>
              <a:t>Berapa nilai R normalisasi sesuai dengan yang ada di pasaran?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0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Jawaban 3: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Vcc = 5V</a:t>
            </a:r>
          </a:p>
          <a:p>
            <a:r>
              <a:rPr lang="en-US" smtClean="0"/>
              <a:t>V_LED = 3,5V</a:t>
            </a:r>
          </a:p>
          <a:p>
            <a:r>
              <a:rPr lang="en-US" smtClean="0"/>
              <a:t>I = 10mA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892968" y="3800479"/>
                <a:ext cx="3044792" cy="23764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 smtClean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𝑉𝑐𝑐</m:t>
                        </m:r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𝑉𝑙𝑒𝑑</m:t>
                        </m:r>
                      </m:num>
                      <m:den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</m:den>
                    </m:f>
                  </m:oMath>
                </a14:m>
                <a:endParaRPr lang="en-US" sz="320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smtClean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3,5</m:t>
                        </m:r>
                      </m:num>
                      <m:den>
                        <m:r>
                          <a:rPr lang="en-US" sz="3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0,010</m:t>
                        </m:r>
                      </m:den>
                    </m:f>
                  </m:oMath>
                </a14:m>
                <a:endParaRPr lang="en-US" sz="320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smtClean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 = 150 Ohm</a:t>
                </a:r>
                <a:endParaRPr lang="en-US" sz="3200" smtClean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968" y="3800479"/>
                <a:ext cx="3044792" cy="2376484"/>
              </a:xfrm>
              <a:prstGeom prst="rect">
                <a:avLst/>
              </a:prstGeom>
              <a:blipFill rotWithShape="0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4991500" y="5588195"/>
            <a:ext cx="2021305" cy="4716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90148" y="5097306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Normalisasi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434391" y="5500847"/>
            <a:ext cx="2595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smtClean="0"/>
              <a:t>R = 120 Ohm</a:t>
            </a:r>
            <a:endParaRPr lang="en-US" sz="3600"/>
          </a:p>
        </p:txBody>
      </p:sp>
      <p:sp>
        <p:nvSpPr>
          <p:cNvPr id="8" name="TextBox 7"/>
          <p:cNvSpPr txBox="1"/>
          <p:nvPr/>
        </p:nvSpPr>
        <p:spPr>
          <a:xfrm>
            <a:off x="6451010" y="2800965"/>
            <a:ext cx="36468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smtClean="0"/>
              <a:t>R normalisasi </a:t>
            </a:r>
          </a:p>
          <a:p>
            <a:r>
              <a:rPr lang="en-US" sz="3600" smtClean="0"/>
              <a:t>120 atau 180 Ohm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207272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Kesimpulan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Kita terbiasa menggunakan R=330 Ohm untuk LED. Tetapi itu hanya cocok untuk LED berwarna Merah dan Orange.</a:t>
            </a:r>
          </a:p>
          <a:p>
            <a:r>
              <a:rPr lang="en-US" smtClean="0"/>
              <a:t>Untuk LED berwarna selain Merah dan orange maka kita harus melihat karateristik I dan V nya untuk menentukan nilai R seri nya.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LED Seri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967" y="1825626"/>
            <a:ext cx="40640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9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Mengaktifkan LED dengan Saklar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921877"/>
            <a:ext cx="2312420" cy="26681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020" y="1921877"/>
            <a:ext cx="2305050" cy="26574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453" y="1921877"/>
            <a:ext cx="2203033" cy="26579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2886" y="1921877"/>
            <a:ext cx="2188712" cy="2657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88249" y="5221712"/>
            <a:ext cx="3831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LED dan Saklar Aktif High</a:t>
            </a:r>
            <a:endParaRPr lang="en-US" sz="2800"/>
          </a:p>
        </p:txBody>
      </p:sp>
      <p:sp>
        <p:nvSpPr>
          <p:cNvPr id="10" name="TextBox 9"/>
          <p:cNvSpPr txBox="1"/>
          <p:nvPr/>
        </p:nvSpPr>
        <p:spPr>
          <a:xfrm>
            <a:off x="6947837" y="5209555"/>
            <a:ext cx="3762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LED dan Saklar Aktif Low</a:t>
            </a:r>
            <a:endParaRPr lang="en-US" sz="2800"/>
          </a:p>
        </p:txBody>
      </p:sp>
      <p:cxnSp>
        <p:nvCxnSpPr>
          <p:cNvPr id="12" name="Straight Arrow Connector 11"/>
          <p:cNvCxnSpPr>
            <a:stCxn id="9" idx="0"/>
          </p:cNvCxnSpPr>
          <p:nvPr/>
        </p:nvCxnSpPr>
        <p:spPr>
          <a:xfrm flipH="1" flipV="1">
            <a:off x="2069432" y="4724991"/>
            <a:ext cx="1334502" cy="496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0"/>
          </p:cNvCxnSpPr>
          <p:nvPr/>
        </p:nvCxnSpPr>
        <p:spPr>
          <a:xfrm flipV="1">
            <a:off x="3403934" y="4692324"/>
            <a:ext cx="1243106" cy="529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0"/>
          </p:cNvCxnSpPr>
          <p:nvPr/>
        </p:nvCxnSpPr>
        <p:spPr>
          <a:xfrm flipH="1" flipV="1">
            <a:off x="7372952" y="4676039"/>
            <a:ext cx="1456202" cy="533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0"/>
          </p:cNvCxnSpPr>
          <p:nvPr/>
        </p:nvCxnSpPr>
        <p:spPr>
          <a:xfrm flipV="1">
            <a:off x="8829154" y="4692324"/>
            <a:ext cx="1244466" cy="517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84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Mengaktifkan LED dengan Transistor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683" y="1787549"/>
            <a:ext cx="3321268" cy="438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3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Mengatifkan LED Dengan IC atau Mikrokontroler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374" y="4236804"/>
            <a:ext cx="6200424" cy="19401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143" y="1690688"/>
            <a:ext cx="6208655" cy="20910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46131" y="2810577"/>
            <a:ext cx="18690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Aktif High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46131" y="4820653"/>
            <a:ext cx="1794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Aktif Low</a:t>
            </a:r>
            <a:endParaRPr lang="en-US" sz="32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31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393</Words>
  <Application>Microsoft Office PowerPoint</Application>
  <PresentationFormat>Widescreen</PresentationFormat>
  <Paragraphs>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LED dan Aktivasinya</vt:lpstr>
      <vt:lpstr>Pendahuluan</vt:lpstr>
      <vt:lpstr>Referensi</vt:lpstr>
      <vt:lpstr>Pengertian LED (Light Emitting Diode) dan Cara Kerjanya</vt:lpstr>
      <vt:lpstr>Kegunaan LED dalam Kehidupan sehari-hari</vt:lpstr>
      <vt:lpstr>Bentuk Dan Simbol LED</vt:lpstr>
      <vt:lpstr>Cara Mengetahui Polaritas LED </vt:lpstr>
      <vt:lpstr>Karakteristik Elektrik LED</vt:lpstr>
      <vt:lpstr>Perhitungan R LED</vt:lpstr>
      <vt:lpstr>Jawaban 1:</vt:lpstr>
      <vt:lpstr>Soal 2:</vt:lpstr>
      <vt:lpstr>Jawaban 2:</vt:lpstr>
      <vt:lpstr>Soal 3:</vt:lpstr>
      <vt:lpstr>Jawaban 3:</vt:lpstr>
      <vt:lpstr>Kesimpulan</vt:lpstr>
      <vt:lpstr>LED Seri</vt:lpstr>
      <vt:lpstr>Mengaktifkan LED dengan Saklar</vt:lpstr>
      <vt:lpstr>Mengaktifkan LED dengan Transistor</vt:lpstr>
      <vt:lpstr>Mengatifkan LED Dengan IC atau Mikrokontroler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TJANDRA</dc:creator>
  <cp:lastModifiedBy>TJANDRA</cp:lastModifiedBy>
  <cp:revision>28</cp:revision>
  <dcterms:created xsi:type="dcterms:W3CDTF">2021-09-19T12:57:41Z</dcterms:created>
  <dcterms:modified xsi:type="dcterms:W3CDTF">2021-09-20T10:29:52Z</dcterms:modified>
</cp:coreProperties>
</file>