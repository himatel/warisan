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3" r:id="rId4"/>
    <p:sldId id="259" r:id="rId5"/>
    <p:sldId id="261" r:id="rId6"/>
    <p:sldId id="258" r:id="rId7"/>
    <p:sldId id="262" r:id="rId8"/>
    <p:sldId id="263" r:id="rId9"/>
    <p:sldId id="265" r:id="rId10"/>
    <p:sldId id="260" r:id="rId11"/>
    <p:sldId id="267" r:id="rId12"/>
    <p:sldId id="275" r:id="rId13"/>
    <p:sldId id="271" r:id="rId14"/>
    <p:sldId id="270" r:id="rId15"/>
    <p:sldId id="266" r:id="rId16"/>
    <p:sldId id="272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3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0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1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7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9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4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2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6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4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5F606-D8E8-4EDF-9AC0-CA1BB201F42D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7A1FA-D062-487C-A6DC-080368DD7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3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Penggunaan Saklar pada Mikrokontroler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5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Pendahuluan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Sering kita beranggapan bahwa perintah untuk mengaktifkan sesuatu pada input sebuah mikrokontroler dan perintah untuk menyalakan aktuator pada output sebuah mikrokontroler identik dengan lojik 1.</a:t>
            </a:r>
          </a:p>
          <a:p>
            <a:r>
              <a:rPr lang="en-US"/>
              <a:t>Itu anggapan yang salah.</a:t>
            </a:r>
          </a:p>
          <a:p>
            <a:r>
              <a:rPr lang="en-US"/>
              <a:t>Justru sebaliknya, lojik 0 lah yang banyak digunakan sebagai perintah aktivasi.</a:t>
            </a:r>
          </a:p>
          <a:p>
            <a:r>
              <a:rPr lang="en-US"/>
              <a:t>Berikut ini kita akan bahas apa sebabnya..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1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Definisi Aktif High dan Aktif Low</a:t>
            </a:r>
          </a:p>
          <a:p>
            <a:r>
              <a:rPr lang="en-US"/>
              <a:t>Aktivasi LED</a:t>
            </a:r>
          </a:p>
          <a:p>
            <a:r>
              <a:rPr lang="en-US"/>
              <a:t>Pendeteksian status saklar</a:t>
            </a:r>
          </a:p>
          <a:p>
            <a:r>
              <a:rPr lang="en-US"/>
              <a:t>Resistor Pullup Internal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2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Pengertian Aktif Low dan Aktif High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Input Aktif Low: suatu input akan bereaksi/terpengaruh ketika menerima lojik Low/lojik 0/tegangan 0v/tersambung ke ground</a:t>
            </a:r>
          </a:p>
          <a:p>
            <a:r>
              <a:rPr lang="en-US"/>
              <a:t>Input Aktif High: suatu input akan bereaksi/terpengaruh ketika menerima lojik High/lojik 1/tegangan 5v/tersambung ke vcc</a:t>
            </a:r>
          </a:p>
          <a:p>
            <a:endParaRPr lang="en-US"/>
          </a:p>
          <a:p>
            <a:r>
              <a:rPr lang="en-US"/>
              <a:t>Output Aktif Low: suatu output akan mengaktifkan sesuatu dengan lojik Low/lojik 0/tegangan 0v/tersambung ke ground</a:t>
            </a:r>
          </a:p>
          <a:p>
            <a:r>
              <a:rPr lang="en-US"/>
              <a:t>Output Aktif High: suatu output akan mengaktifkan sesuatu dengan lojik High/lojik 1/tegangan 5v/tersambung ke vcc</a:t>
            </a:r>
          </a:p>
          <a:p>
            <a:endParaRPr lang="en-US"/>
          </a:p>
          <a:p>
            <a:r>
              <a:rPr lang="en-US"/>
              <a:t>Saklar Aktif Low: Ketika “ON, saklar akan menyalurkan lojik Low/lojik 0/tegangan 0v/tersambung ke ground</a:t>
            </a:r>
          </a:p>
          <a:p>
            <a:r>
              <a:rPr lang="en-US"/>
              <a:t>Saklar Aktif High: Ketika “ON, saklar akan menyalurkan lojik High/lojik 1/tegangan 5v/tersambung ke vcc</a:t>
            </a:r>
          </a:p>
          <a:p>
            <a:endParaRPr lang="en-US"/>
          </a:p>
          <a:p>
            <a:r>
              <a:rPr lang="en-US"/>
              <a:t>Led Aktif Low: Led akan menyala saat mendapat lojik Low/lojik 0/tegangan 0v/tersambung ke ground</a:t>
            </a:r>
          </a:p>
          <a:p>
            <a:r>
              <a:rPr lang="en-US"/>
              <a:t>Led Aktif High: Led akan menyala saat mendapat lojik High/lojik 1/tegangan 5v/tersambung ke vcc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1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Pengaktifan 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Led Aktif Low: Led akan menyala saat mendapat lojik Low/lojik 0/tegangan 0v/tersambung ke ground</a:t>
            </a:r>
          </a:p>
          <a:p>
            <a:r>
              <a:rPr lang="en-US"/>
              <a:t>Led Aktif High: Led akan menyala saat mendapat lojik High/lojik 1/tegangan 5v/tersambung ke Vcc</a:t>
            </a:r>
          </a:p>
          <a:p>
            <a:endParaRPr lang="en-US"/>
          </a:p>
          <a:p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Lihat PPT LED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5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Pendeteksian Status Saklar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8918"/>
            <a:ext cx="10515600" cy="4608045"/>
          </a:xfrm>
        </p:spPr>
        <p:txBody>
          <a:bodyPr>
            <a:normAutofit/>
          </a:bodyPr>
          <a:lstStyle/>
          <a:p>
            <a:r>
              <a:rPr lang="en-US" sz="2000"/>
              <a:t>Saklar Aktif Low: Ketika “ON, saklar akan menyalurkan lojik Low/tegangan 0/ground</a:t>
            </a:r>
          </a:p>
          <a:p>
            <a:r>
              <a:rPr lang="en-US" sz="2000"/>
              <a:t>Saklar Aktif High: Ketika “ON, saklar akan menyalurkan lojik High/tegangan 1/Vcc</a:t>
            </a:r>
          </a:p>
          <a:p>
            <a:endParaRPr lang="en-US" sz="2000"/>
          </a:p>
        </p:txBody>
      </p:sp>
      <p:grpSp>
        <p:nvGrpSpPr>
          <p:cNvPr id="5" name="Group 4"/>
          <p:cNvGrpSpPr/>
          <p:nvPr/>
        </p:nvGrpSpPr>
        <p:grpSpPr>
          <a:xfrm>
            <a:off x="838200" y="2768900"/>
            <a:ext cx="10413397" cy="3823055"/>
            <a:chOff x="838201" y="1921877"/>
            <a:chExt cx="10413397" cy="382305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1" y="1921877"/>
              <a:ext cx="2312420" cy="266817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0020" y="1921877"/>
              <a:ext cx="2305050" cy="26574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0453" y="1921877"/>
              <a:ext cx="2203033" cy="265791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62886" y="1921877"/>
              <a:ext cx="2188712" cy="265747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488249" y="5221712"/>
              <a:ext cx="38313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LED dan Saklar Aktif High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47837" y="5209555"/>
              <a:ext cx="37626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LED dan Saklar Aktif Low</a:t>
              </a:r>
            </a:p>
          </p:txBody>
        </p:sp>
        <p:cxnSp>
          <p:nvCxnSpPr>
            <p:cNvPr id="12" name="Straight Arrow Connector 11"/>
            <p:cNvCxnSpPr>
              <a:stCxn id="10" idx="0"/>
            </p:cNvCxnSpPr>
            <p:nvPr/>
          </p:nvCxnSpPr>
          <p:spPr>
            <a:xfrm flipH="1" flipV="1">
              <a:off x="2069432" y="4724991"/>
              <a:ext cx="1334502" cy="4967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0"/>
            </p:cNvCxnSpPr>
            <p:nvPr/>
          </p:nvCxnSpPr>
          <p:spPr>
            <a:xfrm flipV="1">
              <a:off x="3403934" y="4692324"/>
              <a:ext cx="1243106" cy="529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1" idx="0"/>
            </p:cNvCxnSpPr>
            <p:nvPr/>
          </p:nvCxnSpPr>
          <p:spPr>
            <a:xfrm flipH="1" flipV="1">
              <a:off x="7372952" y="4676039"/>
              <a:ext cx="1456202" cy="5335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0"/>
            </p:cNvCxnSpPr>
            <p:nvPr/>
          </p:nvCxnSpPr>
          <p:spPr>
            <a:xfrm flipV="1">
              <a:off x="8829154" y="4692324"/>
              <a:ext cx="1244466" cy="5172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566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Definisi Status Aktif Pin Input dan Saklar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48" y="2483318"/>
            <a:ext cx="4583178" cy="29555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590" y="1959382"/>
            <a:ext cx="3982704" cy="34794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5410" y="5607839"/>
            <a:ext cx="4319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Input aktif High atau Saklar aktif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590" y="5607839"/>
            <a:ext cx="3982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Input aktif Low atau Saklar aktif Low</a:t>
            </a:r>
          </a:p>
        </p:txBody>
      </p:sp>
    </p:spTree>
    <p:extLst>
      <p:ext uri="{BB962C8B-B14F-4D97-AF65-F5344CB8AC3E}">
        <p14:creationId xmlns:p14="http://schemas.microsoft.com/office/powerpoint/2010/main" val="98330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Definisi Status Aktif Pin Output dan 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405410" y="5607839"/>
            <a:ext cx="400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Output aktif High atau LED aktif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590" y="5607839"/>
            <a:ext cx="3904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Output aktif Low atau LED aktif 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96" y="2178445"/>
            <a:ext cx="4219575" cy="3076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38" y="2178445"/>
            <a:ext cx="42195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0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Pemilihan Status Aktif Pin Input dan Saklar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21893" cy="435133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Status Aktif mana yang sebaiknya dipilih?</a:t>
            </a:r>
          </a:p>
          <a:p>
            <a:r>
              <a:rPr lang="en-US">
                <a:sym typeface="Wingdings" panose="05000000000000000000" pitchFamily="2" charset="2"/>
              </a:rPr>
              <a:t> Aktif Low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Mengapa?</a:t>
            </a:r>
          </a:p>
          <a:p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Karena Arduino memiliki Resistor Internal yang terkonfigurasi Pullup disebut R pullup Internal.</a:t>
            </a:r>
          </a:p>
          <a:p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Konfigurasi resistor pulldown internal tidak ada!</a:t>
            </a: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Resistor ini sudah terintegrasi disetiap pin dan dapat diaktifkan secara software.</a:t>
            </a:r>
          </a:p>
          <a:p>
            <a:r>
              <a:rPr lang="en-US">
                <a:sym typeface="Wingdings" panose="05000000000000000000" pitchFamily="2" charset="2"/>
              </a:rPr>
              <a:t>Ini akan sangat menguntungkan karena rangkaian saklar akan menjadi sederhana dengan sedikit komponen.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734" y="2048227"/>
            <a:ext cx="2181225" cy="2790825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6978316" y="3378468"/>
            <a:ext cx="1299410" cy="317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0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Resistor Pullup Internal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4" y="2105771"/>
            <a:ext cx="6057900" cy="3648075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54041" y="1498366"/>
            <a:ext cx="10153851" cy="92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Konsekuensi daripada penggunaan resistor pullup internal ini adalah kita harus menghubungkan saklar ke Ground !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0675" y="4693641"/>
            <a:ext cx="33738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 Konfigurasi saklar Aktif Low</a:t>
            </a:r>
            <a:endParaRPr lang="en-US" sz="200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889" y="2458210"/>
            <a:ext cx="3838426" cy="2687738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019074" y="5697801"/>
            <a:ext cx="10153851" cy="92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Catatan: Bila kita ingin mengkonfigurasi saklar aktif high, kita harus menggunakan resistor pulldown eksternal dan tanpa mengaktifkan deklarasi resistor pullup internal (input_pullup).</a:t>
            </a:r>
          </a:p>
        </p:txBody>
      </p:sp>
    </p:spTree>
    <p:extLst>
      <p:ext uri="{BB962C8B-B14F-4D97-AF65-F5344CB8AC3E}">
        <p14:creationId xmlns:p14="http://schemas.microsoft.com/office/powerpoint/2010/main" val="1346611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Pemilihan Status Aktif Pin Output dan 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Status Aktif mana yang sebaiknya dipilih?</a:t>
            </a:r>
          </a:p>
          <a:p>
            <a:endParaRPr lang="en-US"/>
          </a:p>
          <a:p>
            <a:r>
              <a:rPr lang="en-US">
                <a:sym typeface="Wingdings" panose="05000000000000000000" pitchFamily="2" charset="2"/>
              </a:rPr>
              <a:t> Aktif Low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26" y="2669334"/>
            <a:ext cx="42195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3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Gunakan proteus.</a:t>
            </a:r>
          </a:p>
          <a:p>
            <a:r>
              <a:rPr lang="en-US"/>
              <a:t>Buat skema </a:t>
            </a:r>
          </a:p>
          <a:p>
            <a:r>
              <a:rPr lang="en-US"/>
              <a:t>Tanyakan mana rangkaian dengan aktif high dan aktif low baik pada input dan output.</a:t>
            </a:r>
          </a:p>
        </p:txBody>
      </p:sp>
    </p:spTree>
    <p:extLst>
      <p:ext uri="{BB962C8B-B14F-4D97-AF65-F5344CB8AC3E}">
        <p14:creationId xmlns:p14="http://schemas.microsoft.com/office/powerpoint/2010/main" val="218667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 1: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Buatlah rangkaian yang dapat menyalakan LED Merah menggunakan saklar.</a:t>
            </a:r>
          </a:p>
          <a:p>
            <a:r>
              <a:rPr lang="en-US"/>
              <a:t>LED di pin 13 aktif Low</a:t>
            </a:r>
          </a:p>
          <a:p>
            <a:r>
              <a:rPr lang="en-US"/>
              <a:t>Saklar di pin 8 menggunakan resistor pullup internal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1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Jawaban 1: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Skema elektronik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9" y="1825625"/>
            <a:ext cx="43338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90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13;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8; 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 Val; 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void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OUTPUT);   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INPUT_PULLUP); 	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perhatikan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deklarasi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resistor pullup internal!!!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 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void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digitalRead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);  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if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== Low){     		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perhatikan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status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lownya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saklar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!!!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Low); 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else{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High); 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857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 2: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rangkaian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menyalakan</a:t>
            </a:r>
            <a:r>
              <a:rPr lang="en-US" dirty="0"/>
              <a:t> LED Hijau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saklar</a:t>
            </a:r>
            <a:r>
              <a:rPr lang="en-US" dirty="0"/>
              <a:t>.</a:t>
            </a:r>
          </a:p>
          <a:p>
            <a:r>
              <a:rPr lang="en-US" dirty="0"/>
              <a:t>LED di pin 13 </a:t>
            </a:r>
            <a:r>
              <a:rPr lang="en-US" dirty="0" err="1"/>
              <a:t>aktif</a:t>
            </a:r>
            <a:r>
              <a:rPr lang="en-US" dirty="0"/>
              <a:t> High</a:t>
            </a:r>
          </a:p>
          <a:p>
            <a:r>
              <a:rPr lang="en-US" dirty="0" err="1"/>
              <a:t>Saklar</a:t>
            </a:r>
            <a:r>
              <a:rPr lang="en-US" dirty="0"/>
              <a:t> di pin 8 </a:t>
            </a:r>
            <a:r>
              <a:rPr lang="en-US" dirty="0" err="1"/>
              <a:t>aktif</a:t>
            </a:r>
            <a:r>
              <a:rPr lang="en-US" dirty="0"/>
              <a:t> high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13;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8; 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Int Val; 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void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OUTPUT);   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pinMode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INPUT_PULLUP); 	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perhatikan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deklarasi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resistor pullup internal!!!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 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void 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= 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digitalRead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saklarPin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);  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if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== High) { 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perhatikan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disini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status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lownya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saklar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!!!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High); 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else{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digitalWrite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ledPin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 Low);   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796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811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Penggunaan Saklar pada Mikrokontroler</vt:lpstr>
      <vt:lpstr>Pendahuluan</vt:lpstr>
      <vt:lpstr>Materi</vt:lpstr>
      <vt:lpstr>Pengertian Aktif Low dan Aktif High</vt:lpstr>
      <vt:lpstr>Pengaktifan LED</vt:lpstr>
      <vt:lpstr>Pendeteksian Status Saklar</vt:lpstr>
      <vt:lpstr>Definisi Status Aktif Pin Input dan Saklar</vt:lpstr>
      <vt:lpstr>Definisi Status Aktif Pin Output dan LED</vt:lpstr>
      <vt:lpstr>Pemilihan Status Aktif Pin Input dan Saklar</vt:lpstr>
      <vt:lpstr>Resistor Pullup Internal</vt:lpstr>
      <vt:lpstr>Pemilihan Status Aktif Pin Output dan LED</vt:lpstr>
      <vt:lpstr>Latihan</vt:lpstr>
      <vt:lpstr>Soal 1:</vt:lpstr>
      <vt:lpstr>Jawaban 1:</vt:lpstr>
      <vt:lpstr>Coding Program</vt:lpstr>
      <vt:lpstr>Soal 2:</vt:lpstr>
      <vt:lpstr>Coding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TJANDRA</dc:creator>
  <cp:lastModifiedBy>acer 54y9</cp:lastModifiedBy>
  <cp:revision>50</cp:revision>
  <dcterms:created xsi:type="dcterms:W3CDTF">2021-09-19T11:07:45Z</dcterms:created>
  <dcterms:modified xsi:type="dcterms:W3CDTF">2024-02-21T03:15:29Z</dcterms:modified>
</cp:coreProperties>
</file>